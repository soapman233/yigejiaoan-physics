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fntdata" ContentType="application/x-fontdata"/>
  <Default Extension="png" ContentType="image/png"/>
  <Default Extension="wmf" ContentType="image/x-wmf"/>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embedTrueTypeFonts="1">
  <p:sldMasterIdLst>
    <p:sldMasterId id="2147483648" r:id="rId2"/>
  </p:sldMasterIdLst>
  <p:notesMasterIdLst>
    <p:notesMasterId r:id="rId3"/>
  </p:notesMasterIdLst>
  <p:handoutMasterIdLst>
    <p:handoutMasterId r:id="rId4"/>
  </p:handoutMasterIdLst>
  <p:sldIdLst>
    <p:sldId id="256" r:id="rId5"/>
    <p:sldId id="260" r:id="rId6"/>
    <p:sldId id="282" r:id="rId7"/>
    <p:sldId id="534" r:id="rId8"/>
    <p:sldId id="535" r:id="rId9"/>
    <p:sldId id="299" r:id="rId10"/>
    <p:sldId id="536" r:id="rId11"/>
    <p:sldId id="537" r:id="rId12"/>
    <p:sldId id="538" r:id="rId13"/>
    <p:sldId id="300" r:id="rId14"/>
    <p:sldId id="539" r:id="rId15"/>
    <p:sldId id="540" r:id="rId16"/>
    <p:sldId id="541" r:id="rId17"/>
    <p:sldId id="542" r:id="rId18"/>
    <p:sldId id="543" r:id="rId19"/>
    <p:sldId id="544" r:id="rId20"/>
    <p:sldId id="545" r:id="rId21"/>
    <p:sldId id="504" r:id="rId22"/>
    <p:sldId id="318" r:id="rId23"/>
    <p:sldId id="334" r:id="rId24"/>
    <p:sldId id="335" r:id="rId25"/>
    <p:sldId id="336" r:id="rId26"/>
    <p:sldId id="337" r:id="rId27"/>
    <p:sldId id="338" r:id="rId28"/>
    <p:sldId id="339" r:id="rId29"/>
    <p:sldId id="380" r:id="rId30"/>
    <p:sldId id="411" r:id="rId31"/>
    <p:sldId id="412" r:id="rId32"/>
    <p:sldId id="276" r:id="rId33"/>
  </p:sldIdLst>
  <p:sldSz cx="12192000" cy="6858000"/>
  <p:notesSz cx="6858000" cy="9144000"/>
  <p:embeddedFontLst>
    <p:embeddedFont>
      <p:font typeface="汉仪宋韵朗黑W" panose="00020600040101010101" charset="-122"/>
      <p:regular r:id="rId35"/>
    </p:embeddedFont>
    <p:embeddedFont>
      <p:font typeface="黑体" panose="02010609060101010101" charset="-122"/>
      <p:regular r:id="rId36"/>
    </p:embeddedFont>
  </p:embeddedFontLst>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0" userDrawn="1">
          <p15:clr>
            <a:srgbClr val="A4A3A4"/>
          </p15:clr>
        </p15:guide>
        <p15:guide id="2" pos="3776" userDrawn="1">
          <p15:clr>
            <a:srgbClr val="A4A3A4"/>
          </p15:clr>
        </p15:guide>
      </p15:sldGuideLst>
    </p:ext>
  </p:extLst>
</p:presentation>
</file>

<file path=ppt/commentAuthors.xml><?xml version="1.0" encoding="utf-8"?>
<p:cmAuthorLst xmlns:p="http://schemas.openxmlformats.org/presentationml/2006/main">
  <p:cmAuthor id="1" name="HD" initials="H" lastIdx="0" clrIdx="0"/>
</p:cmAuthorLst>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07" d="100"/>
          <a:sy n="107" d="100"/>
        </p:scale>
        <p:origin x="110" y="394"/>
      </p:cViewPr>
      <p:guideLst>
        <p:guide orient="horz" pos="2100"/>
        <p:guide pos="377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commentAuthors" Target="commentAuthors.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 Type="http://schemas.openxmlformats.org/officeDocument/2006/relationships/slideMaster" Target="slideMasters/slideMaster1.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 Type="http://schemas.openxmlformats.org/officeDocument/2006/relationships/notesMaster" Target="notesMasters/notesMaster1.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tags" Target="tags/tag276.xml" /><Relationship Id="rId35" Type="http://schemas.openxmlformats.org/officeDocument/2006/relationships/font" Target="fonts/font1.fntdata" /><Relationship Id="rId36" Type="http://schemas.openxmlformats.org/officeDocument/2006/relationships/font" Target="fonts/font2.fntdata" /><Relationship Id="rId37" Type="http://schemas.openxmlformats.org/officeDocument/2006/relationships/presProps" Target="presProps.xml" /><Relationship Id="rId38" Type="http://schemas.openxmlformats.org/officeDocument/2006/relationships/viewProps" Target="viewProps.xml" /><Relationship Id="rId39" Type="http://schemas.openxmlformats.org/officeDocument/2006/relationships/theme" Target="theme/theme1.xml" /><Relationship Id="rId4" Type="http://schemas.openxmlformats.org/officeDocument/2006/relationships/handoutMaster" Target="handoutMasters/handoutMaster1.xml" /><Relationship Id="rId40" Type="http://schemas.openxmlformats.org/officeDocument/2006/relationships/tableStyles" Target="tableStyles.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7.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0.wmf" /><Relationship Id="rId2" Type="http://schemas.openxmlformats.org/officeDocument/2006/relationships/image" Target="../media/image11.wmf" /></Relationships>
</file>

<file path=ppt/handoutMasters/_rels/handoutMaster1.xml.rels>&#65279;<?xml version="1.0" encoding="utf-8" standalone="yes"?><Relationships xmlns="http://schemas.openxmlformats.org/package/2006/relationships"><Relationship Id="rId1" Type="http://schemas.openxmlformats.org/officeDocument/2006/relationships/tags" Target="../tags/tag56.xml" /><Relationship Id="rId2" Type="http://schemas.openxmlformats.org/officeDocument/2006/relationships/tags" Target="../tags/tag57.xml" /><Relationship Id="rId3" Type="http://schemas.openxmlformats.org/officeDocument/2006/relationships/tags" Target="../tags/tag58.xml" /><Relationship Id="rId4" Type="http://schemas.openxmlformats.org/officeDocument/2006/relationships/tags" Target="../tags/tag59.xml" /><Relationship Id="rId5" Type="http://schemas.openxmlformats.org/officeDocument/2006/relationships/tags" Target="../tags/tag60.xml" /><Relationship Id="rId6"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宋韵朗黑W"/>
              <a:ea typeface="汉仪宋韵朗黑W"/>
              <a:cs typeface="汉仪宋韵朗黑W" panose="00020600040101010101" charset="-122"/>
            </a:endParaRPr>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宋韵朗黑W" panose="00020600040101010101" charset="-122"/>
              </a:rPr>
              <a:t/>
            </a:fld>
            <a:endParaRPr lang="zh-CN" altLang="en-US">
              <a:cs typeface="汉仪宋韵朗黑W" panose="00020600040101010101" charset="-122"/>
            </a:endParaRPr>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宋韵朗黑W"/>
              <a:ea typeface="汉仪宋韵朗黑W"/>
              <a:cs typeface="汉仪宋韵朗黑W" panose="00020600040101010101" charset="-122"/>
            </a:endParaRPr>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宋韵朗黑W" panose="00020600040101010101" charset="-122"/>
              </a:rPr>
              <a:t/>
            </a:fld>
            <a:endParaRPr lang="zh-CN" altLang="en-US">
              <a:cs typeface="汉仪宋韵朗黑W" panose="0002060004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ags" Target="../tags/tag49.xml" /><Relationship Id="rId2" Type="http://schemas.openxmlformats.org/officeDocument/2006/relationships/tags" Target="../tags/tag50.xml" /><Relationship Id="rId3" Type="http://schemas.openxmlformats.org/officeDocument/2006/relationships/tags" Target="../tags/tag51.xml" /><Relationship Id="rId4" Type="http://schemas.openxmlformats.org/officeDocument/2006/relationships/tags" Target="../tags/tag52.xml" /><Relationship Id="rId5" Type="http://schemas.openxmlformats.org/officeDocument/2006/relationships/tags" Target="../tags/tag53.xml" /><Relationship Id="rId6" Type="http://schemas.openxmlformats.org/officeDocument/2006/relationships/tags" Target="../tags/tag54.xml" /><Relationship Id="rId7" Type="http://schemas.openxmlformats.org/officeDocument/2006/relationships/tags" Target="../tags/tag55.xml" /><Relationship Id="rId8"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atin typeface="汉仪宋韵朗黑W"/>
                <a:ea typeface="汉仪宋韵朗黑W"/>
                <a:cs typeface="汉仪宋韵朗黑W" panose="00020600040101010101" charset="-122"/>
              </a:defRPr>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atin typeface="汉仪宋韵朗黑W"/>
                <a:ea typeface="汉仪宋韵朗黑W"/>
                <a:cs typeface="汉仪宋韵朗黑W" panose="00020600040101010101" charset="-122"/>
              </a:defRPr>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atin typeface="汉仪宋韵朗黑W"/>
                <a:ea typeface="汉仪宋韵朗黑W"/>
                <a:cs typeface="汉仪宋韵朗黑W" panose="00020600040101010101" charset="-122"/>
              </a:defRPr>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atin typeface="汉仪宋韵朗黑W"/>
                <a:ea typeface="汉仪宋韵朗黑W"/>
                <a:cs typeface="汉仪宋韵朗黑W" panose="00020600040101010101" charset="-122"/>
              </a:defRPr>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宋韵朗黑W"/>
        <a:ea typeface="汉仪宋韵朗黑W"/>
        <a:cs typeface="汉仪宋韵朗黑W" panose="00020600040101010101" charset="-122"/>
      </a:defRPr>
    </a:lvl1pPr>
    <a:lvl2pPr marL="457200" algn="l" defTabSz="914400" rtl="0" eaLnBrk="1" latinLnBrk="0" hangingPunct="1">
      <a:defRPr sz="1200" kern="1200">
        <a:solidFill>
          <a:schemeClr val="tx1"/>
        </a:solidFill>
        <a:latin typeface="汉仪宋韵朗黑W"/>
        <a:ea typeface="汉仪宋韵朗黑W"/>
        <a:cs typeface="汉仪宋韵朗黑W" panose="00020600040101010101" charset="-122"/>
      </a:defRPr>
    </a:lvl2pPr>
    <a:lvl3pPr marL="914400" algn="l" defTabSz="914400" rtl="0" eaLnBrk="1" latinLnBrk="0" hangingPunct="1">
      <a:defRPr sz="1200" kern="1200">
        <a:solidFill>
          <a:schemeClr val="tx1"/>
        </a:solidFill>
        <a:latin typeface="汉仪宋韵朗黑W"/>
        <a:ea typeface="汉仪宋韵朗黑W"/>
        <a:cs typeface="汉仪宋韵朗黑W" panose="00020600040101010101" charset="-122"/>
      </a:defRPr>
    </a:lvl3pPr>
    <a:lvl4pPr marL="1371600" algn="l" defTabSz="914400" rtl="0" eaLnBrk="1" latinLnBrk="0" hangingPunct="1">
      <a:defRPr sz="1200" kern="1200">
        <a:solidFill>
          <a:schemeClr val="tx1"/>
        </a:solidFill>
        <a:latin typeface="汉仪宋韵朗黑W"/>
        <a:ea typeface="汉仪宋韵朗黑W"/>
        <a:cs typeface="汉仪宋韵朗黑W" panose="00020600040101010101" charset="-122"/>
      </a:defRPr>
    </a:lvl4pPr>
    <a:lvl5pPr marL="1828800" algn="l" defTabSz="914400" rtl="0" eaLnBrk="1" latinLnBrk="0" hangingPunct="1">
      <a:defRPr sz="1200" kern="1200">
        <a:solidFill>
          <a:schemeClr val="tx1"/>
        </a:solidFill>
        <a:latin typeface="汉仪宋韵朗黑W"/>
        <a:ea typeface="汉仪宋韵朗黑W"/>
        <a:cs typeface="汉仪宋韵朗黑W" panose="0002060004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tags" Target="../tags/tag10.xml" /><Relationship Id="rId11" Type="http://schemas.openxmlformats.org/officeDocument/2006/relationships/tags" Target="../tags/tag11.xml" /><Relationship Id="rId12" Type="http://schemas.openxmlformats.org/officeDocument/2006/relationships/tags" Target="../tags/tag12.xml" /><Relationship Id="rId13" Type="http://schemas.openxmlformats.org/officeDocument/2006/relationships/tags" Target="../tags/tag13.xml" /><Relationship Id="rId14" Type="http://schemas.openxmlformats.org/officeDocument/2006/relationships/tags" Target="../tags/tag14.xml" /><Relationship Id="rId15" Type="http://schemas.openxmlformats.org/officeDocument/2006/relationships/tags" Target="../tags/tag15.xml" /><Relationship Id="rId16" Type="http://schemas.openxmlformats.org/officeDocument/2006/relationships/slideMaster" Target="../slideMasters/slideMaster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tags" Target="../tags/tag6.xml" /><Relationship Id="rId7" Type="http://schemas.openxmlformats.org/officeDocument/2006/relationships/tags" Target="../tags/tag7.xml" /><Relationship Id="rId8" Type="http://schemas.openxmlformats.org/officeDocument/2006/relationships/tags" Target="../tags/tag8.xml" /><Relationship Id="rId9" Type="http://schemas.openxmlformats.org/officeDocument/2006/relationships/tags" Target="../tags/tag9.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16.xml" /><Relationship Id="rId10" Type="http://schemas.openxmlformats.org/officeDocument/2006/relationships/tags" Target="../tags/tag25.xml" /><Relationship Id="rId11" Type="http://schemas.openxmlformats.org/officeDocument/2006/relationships/tags" Target="../tags/tag26.xml" /><Relationship Id="rId12" Type="http://schemas.openxmlformats.org/officeDocument/2006/relationships/tags" Target="../tags/tag27.xml" /><Relationship Id="rId13" Type="http://schemas.openxmlformats.org/officeDocument/2006/relationships/tags" Target="../tags/tag28.xml" /><Relationship Id="rId14" Type="http://schemas.openxmlformats.org/officeDocument/2006/relationships/tags" Target="../tags/tag29.xml" /><Relationship Id="rId15" Type="http://schemas.openxmlformats.org/officeDocument/2006/relationships/tags" Target="../tags/tag30.xml" /><Relationship Id="rId16" Type="http://schemas.openxmlformats.org/officeDocument/2006/relationships/slideMaster" Target="../slideMasters/slideMaster1.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tags" Target="../tags/tag22.xml" /><Relationship Id="rId8" Type="http://schemas.openxmlformats.org/officeDocument/2006/relationships/tags" Target="../tags/tag23.xml" /><Relationship Id="rId9" Type="http://schemas.openxmlformats.org/officeDocument/2006/relationships/tags" Target="../tags/tag24.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31.xml" /><Relationship Id="rId10" Type="http://schemas.openxmlformats.org/officeDocument/2006/relationships/tags" Target="../tags/tag40.xml" /><Relationship Id="rId11" Type="http://schemas.openxmlformats.org/officeDocument/2006/relationships/tags" Target="../tags/tag41.xml" /><Relationship Id="rId12" Type="http://schemas.openxmlformats.org/officeDocument/2006/relationships/tags" Target="../tags/tag42.xml" /><Relationship Id="rId13" Type="http://schemas.openxmlformats.org/officeDocument/2006/relationships/tags" Target="../tags/tag43.xml" /><Relationship Id="rId14" Type="http://schemas.openxmlformats.org/officeDocument/2006/relationships/tags" Target="../tags/tag44.xml" /><Relationship Id="rId15" Type="http://schemas.openxmlformats.org/officeDocument/2006/relationships/tags" Target="../tags/tag45.xml" /><Relationship Id="rId16" Type="http://schemas.openxmlformats.org/officeDocument/2006/relationships/slideMaster" Target="../slideMasters/slideMaster1.xml" /><Relationship Id="rId2" Type="http://schemas.openxmlformats.org/officeDocument/2006/relationships/tags" Target="../tags/tag32.xml" /><Relationship Id="rId3" Type="http://schemas.openxmlformats.org/officeDocument/2006/relationships/tags" Target="../tags/tag33.xml" /><Relationship Id="rId4" Type="http://schemas.openxmlformats.org/officeDocument/2006/relationships/tags" Target="../tags/tag34.xml" /><Relationship Id="rId5" Type="http://schemas.openxmlformats.org/officeDocument/2006/relationships/tags" Target="../tags/tag35.xml" /><Relationship Id="rId6" Type="http://schemas.openxmlformats.org/officeDocument/2006/relationships/tags" Target="../tags/tag36.xml" /><Relationship Id="rId7" Type="http://schemas.openxmlformats.org/officeDocument/2006/relationships/tags" Target="../tags/tag37.xml" /><Relationship Id="rId8" Type="http://schemas.openxmlformats.org/officeDocument/2006/relationships/tags" Target="../tags/tag38.xml" /><Relationship Id="rId9" Type="http://schemas.openxmlformats.org/officeDocument/2006/relationships/tags" Target="../tags/tag39.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custDataLst>
            <p:tags r:id="rId1"/>
          </p:custDataLst>
        </p:nvPr>
      </p:nvGrpSpPr>
      <p:grpSpPr>
        <a:xfrm>
          <a:off x="0" y="0"/>
          <a:ext cx="0" cy="0"/>
        </a:xfrm>
      </p:grpSpPr>
      <p:grpSp>
        <p:nvGrpSpPr>
          <p:cNvPr id="21" name="组合 20"/>
          <p:cNvGrpSpPr/>
          <p:nvPr userDrawn="1">
            <p:custDataLst>
              <p:tags r:id="rId2"/>
            </p:custDataLst>
          </p:nvPr>
        </p:nvGrpSpPr>
        <p:grpSpPr>
          <a:xfrm>
            <a:off x="0" y="2541905"/>
            <a:ext cx="4665980" cy="4316095"/>
            <a:chOff x="0" y="5348"/>
            <a:chExt cx="5894" cy="5452"/>
          </a:xfrm>
        </p:grpSpPr>
        <p:sp>
          <p:nvSpPr>
            <p:cNvPr id="22" name="直角三角形 21"/>
            <p:cNvSpPr/>
            <p:nvPr userDrawn="1">
              <p:custDataLst>
                <p:tags r:id="rId3"/>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3" name="直角三角形 22"/>
            <p:cNvSpPr/>
            <p:nvPr userDrawn="1">
              <p:custDataLst>
                <p:tags r:id="rId4"/>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4" name="直角三角形 23"/>
            <p:cNvSpPr/>
            <p:nvPr userDrawn="1">
              <p:custDataLst>
                <p:tags r:id="rId5"/>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5" name="直角三角形 24"/>
            <p:cNvSpPr/>
            <p:nvPr userDrawn="1">
              <p:custDataLst>
                <p:tags r:id="rId6"/>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6" name="直角三角形 25"/>
            <p:cNvSpPr/>
            <p:nvPr userDrawn="1">
              <p:custDataLst>
                <p:tags r:id="rId7"/>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7" name="直角三角形 26"/>
            <p:cNvSpPr/>
            <p:nvPr userDrawn="1">
              <p:custDataLst>
                <p:tags r:id="rId8"/>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grpSp>
        <p:nvGrpSpPr>
          <p:cNvPr id="28" name="组合 27"/>
          <p:cNvGrpSpPr/>
          <p:nvPr userDrawn="1">
            <p:custDataLst>
              <p:tags r:id="rId9"/>
            </p:custDataLst>
          </p:nvPr>
        </p:nvGrpSpPr>
        <p:grpSpPr>
          <a:xfrm flipH="1" flipV="1">
            <a:off x="7526020" y="0"/>
            <a:ext cx="4665980" cy="4316095"/>
            <a:chOff x="0" y="5348"/>
            <a:chExt cx="5894" cy="5452"/>
          </a:xfrm>
        </p:grpSpPr>
        <p:sp>
          <p:nvSpPr>
            <p:cNvPr id="29" name="直角三角形 28"/>
            <p:cNvSpPr/>
            <p:nvPr userDrawn="1">
              <p:custDataLst>
                <p:tags r:id="rId10"/>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0" name="直角三角形 29"/>
            <p:cNvSpPr/>
            <p:nvPr userDrawn="1">
              <p:custDataLst>
                <p:tags r:id="rId11"/>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1" name="直角三角形 30"/>
            <p:cNvSpPr/>
            <p:nvPr userDrawn="1">
              <p:custDataLst>
                <p:tags r:id="rId12"/>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2" name="直角三角形 31"/>
            <p:cNvSpPr/>
            <p:nvPr userDrawn="1">
              <p:custDataLst>
                <p:tags r:id="rId13"/>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3" name="直角三角形 32"/>
            <p:cNvSpPr/>
            <p:nvPr userDrawn="1">
              <p:custDataLst>
                <p:tags r:id="rId14"/>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4" name="直角三角形 33"/>
            <p:cNvSpPr/>
            <p:nvPr userDrawn="1">
              <p:custDataLst>
                <p:tags r:id="rId15"/>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custDataLst>
            <p:tags r:id="rId1"/>
          </p:custDataLst>
        </p:nvPr>
      </p:nvGrpSpPr>
      <p:grpSpPr>
        <a:xfrm>
          <a:off x="0" y="0"/>
          <a:ext cx="0" cy="0"/>
        </a:xfrm>
      </p:grpSpPr>
      <p:grpSp>
        <p:nvGrpSpPr>
          <p:cNvPr id="21" name="组合 20"/>
          <p:cNvGrpSpPr/>
          <p:nvPr userDrawn="1">
            <p:custDataLst>
              <p:tags r:id="rId2"/>
            </p:custDataLst>
          </p:nvPr>
        </p:nvGrpSpPr>
        <p:grpSpPr>
          <a:xfrm>
            <a:off x="0" y="3395980"/>
            <a:ext cx="3742690" cy="3462020"/>
            <a:chOff x="0" y="5348"/>
            <a:chExt cx="5894" cy="5452"/>
          </a:xfrm>
        </p:grpSpPr>
        <p:sp>
          <p:nvSpPr>
            <p:cNvPr id="22" name="直角三角形 21"/>
            <p:cNvSpPr/>
            <p:nvPr userDrawn="1">
              <p:custDataLst>
                <p:tags r:id="rId3"/>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3" name="直角三角形 22"/>
            <p:cNvSpPr/>
            <p:nvPr userDrawn="1">
              <p:custDataLst>
                <p:tags r:id="rId4"/>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4" name="直角三角形 23"/>
            <p:cNvSpPr/>
            <p:nvPr userDrawn="1">
              <p:custDataLst>
                <p:tags r:id="rId5"/>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5" name="直角三角形 24"/>
            <p:cNvSpPr/>
            <p:nvPr userDrawn="1">
              <p:custDataLst>
                <p:tags r:id="rId6"/>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6" name="直角三角形 25"/>
            <p:cNvSpPr/>
            <p:nvPr userDrawn="1">
              <p:custDataLst>
                <p:tags r:id="rId7"/>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7" name="直角三角形 26"/>
            <p:cNvSpPr/>
            <p:nvPr userDrawn="1">
              <p:custDataLst>
                <p:tags r:id="rId8"/>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grpSp>
        <p:nvGrpSpPr>
          <p:cNvPr id="28" name="组合 27"/>
          <p:cNvGrpSpPr/>
          <p:nvPr userDrawn="1">
            <p:custDataLst>
              <p:tags r:id="rId9"/>
            </p:custDataLst>
          </p:nvPr>
        </p:nvGrpSpPr>
        <p:grpSpPr>
          <a:xfrm flipH="1" flipV="1">
            <a:off x="8449310" y="0"/>
            <a:ext cx="3742690" cy="3462020"/>
            <a:chOff x="0" y="5348"/>
            <a:chExt cx="5894" cy="5452"/>
          </a:xfrm>
        </p:grpSpPr>
        <p:sp>
          <p:nvSpPr>
            <p:cNvPr id="29" name="直角三角形 28"/>
            <p:cNvSpPr/>
            <p:nvPr userDrawn="1">
              <p:custDataLst>
                <p:tags r:id="rId10"/>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0" name="直角三角形 29"/>
            <p:cNvSpPr/>
            <p:nvPr userDrawn="1">
              <p:custDataLst>
                <p:tags r:id="rId11"/>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1" name="直角三角形 30"/>
            <p:cNvSpPr/>
            <p:nvPr userDrawn="1">
              <p:custDataLst>
                <p:tags r:id="rId12"/>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2" name="直角三角形 31"/>
            <p:cNvSpPr/>
            <p:nvPr userDrawn="1">
              <p:custDataLst>
                <p:tags r:id="rId13"/>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3" name="直角三角形 32"/>
            <p:cNvSpPr/>
            <p:nvPr userDrawn="1">
              <p:custDataLst>
                <p:tags r:id="rId14"/>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4" name="直角三角形 33"/>
            <p:cNvSpPr/>
            <p:nvPr userDrawn="1">
              <p:custDataLst>
                <p:tags r:id="rId15"/>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custDataLst>
            <p:tags r:id="rId1"/>
          </p:custDataLst>
        </p:nvPr>
      </p:nvGrpSpPr>
      <p:grpSpPr>
        <a:xfrm>
          <a:off x="0" y="0"/>
          <a:ext cx="0" cy="0"/>
        </a:xfrm>
      </p:grpSpPr>
      <p:grpSp>
        <p:nvGrpSpPr>
          <p:cNvPr id="10" name="组合 9"/>
          <p:cNvGrpSpPr/>
          <p:nvPr userDrawn="1">
            <p:custDataLst>
              <p:tags r:id="rId2"/>
            </p:custDataLst>
          </p:nvPr>
        </p:nvGrpSpPr>
        <p:grpSpPr>
          <a:xfrm>
            <a:off x="0" y="4622800"/>
            <a:ext cx="2414905" cy="2235200"/>
            <a:chOff x="0" y="5348"/>
            <a:chExt cx="5894" cy="5452"/>
          </a:xfrm>
        </p:grpSpPr>
        <p:sp>
          <p:nvSpPr>
            <p:cNvPr id="9" name="直角三角形 8"/>
            <p:cNvSpPr/>
            <p:nvPr userDrawn="1">
              <p:custDataLst>
                <p:tags r:id="rId3"/>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8" name="直角三角形 7"/>
            <p:cNvSpPr/>
            <p:nvPr userDrawn="1">
              <p:custDataLst>
                <p:tags r:id="rId4"/>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7" name="直角三角形 6"/>
            <p:cNvSpPr/>
            <p:nvPr userDrawn="1">
              <p:custDataLst>
                <p:tags r:id="rId5"/>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1" name="直角三角形 10"/>
            <p:cNvSpPr/>
            <p:nvPr userDrawn="1">
              <p:custDataLst>
                <p:tags r:id="rId6"/>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2" name="直角三角形 11"/>
            <p:cNvSpPr/>
            <p:nvPr userDrawn="1">
              <p:custDataLst>
                <p:tags r:id="rId7"/>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3" name="直角三角形 12"/>
            <p:cNvSpPr/>
            <p:nvPr userDrawn="1">
              <p:custDataLst>
                <p:tags r:id="rId8"/>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grpSp>
        <p:nvGrpSpPr>
          <p:cNvPr id="14" name="组合 13"/>
          <p:cNvGrpSpPr/>
          <p:nvPr userDrawn="1">
            <p:custDataLst>
              <p:tags r:id="rId9"/>
            </p:custDataLst>
          </p:nvPr>
        </p:nvGrpSpPr>
        <p:grpSpPr>
          <a:xfrm flipH="1" flipV="1">
            <a:off x="9777095" y="0"/>
            <a:ext cx="2414905" cy="2235200"/>
            <a:chOff x="0" y="5348"/>
            <a:chExt cx="5894" cy="5452"/>
          </a:xfrm>
        </p:grpSpPr>
        <p:sp>
          <p:nvSpPr>
            <p:cNvPr id="15" name="直角三角形 14"/>
            <p:cNvSpPr/>
            <p:nvPr userDrawn="1">
              <p:custDataLst>
                <p:tags r:id="rId10"/>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6" name="直角三角形 15"/>
            <p:cNvSpPr/>
            <p:nvPr userDrawn="1">
              <p:custDataLst>
                <p:tags r:id="rId11"/>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7" name="直角三角形 16"/>
            <p:cNvSpPr/>
            <p:nvPr userDrawn="1">
              <p:custDataLst>
                <p:tags r:id="rId12"/>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8" name="直角三角形 17"/>
            <p:cNvSpPr/>
            <p:nvPr userDrawn="1">
              <p:custDataLst>
                <p:tags r:id="rId13"/>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9" name="直角三角形 18"/>
            <p:cNvSpPr/>
            <p:nvPr userDrawn="1">
              <p:custDataLst>
                <p:tags r:id="rId14"/>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0" name="直角三角形 19"/>
            <p:cNvSpPr/>
            <p:nvPr userDrawn="1">
              <p:custDataLst>
                <p:tags r:id="rId15"/>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tags" Target="../tags/tag46.xml" /><Relationship Id="rId5" Type="http://schemas.openxmlformats.org/officeDocument/2006/relationships/image" Target="file:///D:\qq&#25991;&#20214;\712321467\Image\C2C\Image2\%7b75232B38-A165-1FB7-499C-2E1C792CACB5%7d.png" TargetMode="External" /><Relationship Id="rId6" Type="http://schemas.openxmlformats.org/officeDocument/2006/relationships/image" Target="../media/image1.png" /><Relationship Id="rId7" Type="http://schemas.openxmlformats.org/officeDocument/2006/relationships/tags" Target="../tags/tag47.xml" /><Relationship Id="rId8" Type="http://schemas.openxmlformats.org/officeDocument/2006/relationships/tags" Target="../tags/tag48.xml" /><Relationship Id="rId9"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noFill/>
        <a:effectLst/>
      </p:bgPr>
    </p:bg>
    <p:spTree>
      <p:nvGrpSpPr>
        <p:cNvPr id="1" name=""/>
        <p:cNvGrpSpPr/>
        <p:nvPr>
          <p:custDataLst>
            <p:tags r:id="rId4"/>
          </p:custDataLst>
        </p:nvPr>
      </p:nvGrpSpPr>
      <p:grpSpPr>
        <a:xfrm>
          <a:off x="0" y="0"/>
          <a:ext cx="0" cy="0"/>
        </a:xfrm>
      </p:grpSpPr>
      <p:pic>
        <p:nvPicPr>
          <p:cNvPr id="2" name="图片 1073743875" descr="学科网 zxxk.com" title=""/>
          <p:cNvPicPr>
            <a:picLocks noChangeAspect="1"/>
          </p:cNvPicPr>
          <p:nvPr>
            <p:custDataLst>
              <p:tags r:id="rId7"/>
            </p:custDataLst>
          </p:nvPr>
        </p:nvPicPr>
        <p:blipFill>
          <a:blip r:embed="rId6" r:link="rId5"/>
          <a:stretch>
            <a:fillRect/>
          </a:stretch>
        </p:blipFill>
        <p:spPr>
          <a:xfrm>
            <a:off x="838200" y="365125"/>
            <a:ext cx="9525" cy="9525"/>
          </a:xfrm>
          <a:prstGeom prst="rect">
            <a:avLst/>
          </a:prstGeom>
          <a:noFill/>
          <a:ln>
            <a:noFill/>
            <a:miter lim="800000"/>
          </a:ln>
        </p:spPr>
      </p:pic>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iming/>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1.xml" /><Relationship Id="rId3" Type="http://schemas.openxmlformats.org/officeDocument/2006/relationships/tags" Target="../tags/tag62.xml" /><Relationship Id="rId4" Type="http://schemas.openxmlformats.org/officeDocument/2006/relationships/tags" Target="../tags/tag63.xml" /><Relationship Id="rId5" Type="http://schemas.openxmlformats.org/officeDocument/2006/relationships/tags" Target="../tags/tag64.xml" /><Relationship Id="rId6" Type="http://schemas.openxmlformats.org/officeDocument/2006/relationships/tags" Target="../tags/tag65.xml" /><Relationship Id="rId7" Type="http://schemas.openxmlformats.org/officeDocument/2006/relationships/tags" Target="../tags/tag66.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75.xml" /><Relationship Id="rId11" Type="http://schemas.openxmlformats.org/officeDocument/2006/relationships/tags" Target="../tags/tag76.xml" /><Relationship Id="rId12" Type="http://schemas.openxmlformats.org/officeDocument/2006/relationships/tags" Target="../tags/tag77.xml" /><Relationship Id="rId13" Type="http://schemas.openxmlformats.org/officeDocument/2006/relationships/tags" Target="../tags/tag78.xml" /><Relationship Id="rId14" Type="http://schemas.openxmlformats.org/officeDocument/2006/relationships/tags" Target="../tags/tag79.xml" /><Relationship Id="rId15" Type="http://schemas.openxmlformats.org/officeDocument/2006/relationships/tags" Target="../tags/tag80.xml" /><Relationship Id="rId16" Type="http://schemas.openxmlformats.org/officeDocument/2006/relationships/tags" Target="../tags/tag81.xml" /><Relationship Id="rId17" Type="http://schemas.openxmlformats.org/officeDocument/2006/relationships/tags" Target="../tags/tag82.xml" /><Relationship Id="rId18" Type="http://schemas.openxmlformats.org/officeDocument/2006/relationships/tags" Target="../tags/tag83.xml" /><Relationship Id="rId19" Type="http://schemas.openxmlformats.org/officeDocument/2006/relationships/tags" Target="../tags/tag84.xml" /><Relationship Id="rId2" Type="http://schemas.openxmlformats.org/officeDocument/2006/relationships/tags" Target="../tags/tag67.xml" /><Relationship Id="rId3" Type="http://schemas.openxmlformats.org/officeDocument/2006/relationships/tags" Target="../tags/tag68.xml" /><Relationship Id="rId4" Type="http://schemas.openxmlformats.org/officeDocument/2006/relationships/tags" Target="../tags/tag69.xml" /><Relationship Id="rId5" Type="http://schemas.openxmlformats.org/officeDocument/2006/relationships/tags" Target="../tags/tag70.xml" /><Relationship Id="rId6" Type="http://schemas.openxmlformats.org/officeDocument/2006/relationships/tags" Target="../tags/tag71.xml" /><Relationship Id="rId7" Type="http://schemas.openxmlformats.org/officeDocument/2006/relationships/tags" Target="../tags/tag72.xml" /><Relationship Id="rId8" Type="http://schemas.openxmlformats.org/officeDocument/2006/relationships/tags" Target="../tags/tag73.xml" /><Relationship Id="rId9" Type="http://schemas.openxmlformats.org/officeDocument/2006/relationships/tags" Target="../tags/tag74.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85.xml" /><Relationship Id="rId3" Type="http://schemas.openxmlformats.org/officeDocument/2006/relationships/tags" Target="../tags/tag86.xml" /><Relationship Id="rId4" Type="http://schemas.openxmlformats.org/officeDocument/2006/relationships/tags" Target="../tags/tag87.xml" /><Relationship Id="rId5" Type="http://schemas.openxmlformats.org/officeDocument/2006/relationships/tags" Target="../tags/tag88.xml" /><Relationship Id="rId6" Type="http://schemas.openxmlformats.org/officeDocument/2006/relationships/tags" Target="../tags/tag89.xml" /><Relationship Id="rId7" Type="http://schemas.openxmlformats.org/officeDocument/2006/relationships/tags" Target="../tags/tag90.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91.xml" /><Relationship Id="rId3" Type="http://schemas.openxmlformats.org/officeDocument/2006/relationships/tags" Target="../tags/tag92.xml" /><Relationship Id="rId4" Type="http://schemas.openxmlformats.org/officeDocument/2006/relationships/tags" Target="../tags/tag93.xml" /><Relationship Id="rId5" Type="http://schemas.openxmlformats.org/officeDocument/2006/relationships/image" Target="../media/image2.jpeg" /><Relationship Id="rId6" Type="http://schemas.openxmlformats.org/officeDocument/2006/relationships/tags" Target="../tags/tag9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95.xml" /><Relationship Id="rId3" Type="http://schemas.openxmlformats.org/officeDocument/2006/relationships/tags" Target="../tags/tag96.xml" /><Relationship Id="rId4" Type="http://schemas.openxmlformats.org/officeDocument/2006/relationships/tags" Target="../tags/tag97.xml" /><Relationship Id="rId5" Type="http://schemas.openxmlformats.org/officeDocument/2006/relationships/tags" Target="../tags/tag98.xml" /><Relationship Id="rId6" Type="http://schemas.openxmlformats.org/officeDocument/2006/relationships/tags" Target="../tags/tag99.xml" /><Relationship Id="rId7" Type="http://schemas.openxmlformats.org/officeDocument/2006/relationships/tags" Target="../tags/tag100.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01.xml" /><Relationship Id="rId3" Type="http://schemas.openxmlformats.org/officeDocument/2006/relationships/tags" Target="../tags/tag102.xml" /><Relationship Id="rId4" Type="http://schemas.openxmlformats.org/officeDocument/2006/relationships/tags" Target="../tags/tag103.xml" /><Relationship Id="rId5" Type="http://schemas.openxmlformats.org/officeDocument/2006/relationships/tags" Target="../tags/tag104.xml" /><Relationship Id="rId6" Type="http://schemas.openxmlformats.org/officeDocument/2006/relationships/tags" Target="../tags/tag105.xml" /><Relationship Id="rId7" Type="http://schemas.openxmlformats.org/officeDocument/2006/relationships/tags" Target="../tags/tag10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07.xml" /><Relationship Id="rId3" Type="http://schemas.openxmlformats.org/officeDocument/2006/relationships/tags" Target="../tags/tag108.xml" /><Relationship Id="rId4" Type="http://schemas.openxmlformats.org/officeDocument/2006/relationships/tags" Target="../tags/tag109.xml" /><Relationship Id="rId5" Type="http://schemas.openxmlformats.org/officeDocument/2006/relationships/image" Target="../media/image3.jpeg" /><Relationship Id="rId6" Type="http://schemas.openxmlformats.org/officeDocument/2006/relationships/tags" Target="../tags/tag110.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17.xml" /><Relationship Id="rId11" Type="http://schemas.openxmlformats.org/officeDocument/2006/relationships/tags" Target="../tags/tag118.xml" /><Relationship Id="rId12" Type="http://schemas.openxmlformats.org/officeDocument/2006/relationships/tags" Target="../tags/tag119.xml" /><Relationship Id="rId13" Type="http://schemas.openxmlformats.org/officeDocument/2006/relationships/tags" Target="../tags/tag120.xml" /><Relationship Id="rId14" Type="http://schemas.openxmlformats.org/officeDocument/2006/relationships/tags" Target="../tags/tag121.xml" /><Relationship Id="rId15" Type="http://schemas.openxmlformats.org/officeDocument/2006/relationships/tags" Target="../tags/tag122.xml" /><Relationship Id="rId16" Type="http://schemas.openxmlformats.org/officeDocument/2006/relationships/tags" Target="../tags/tag123.xml" /><Relationship Id="rId17" Type="http://schemas.openxmlformats.org/officeDocument/2006/relationships/tags" Target="../tags/tag124.xml" /><Relationship Id="rId18" Type="http://schemas.openxmlformats.org/officeDocument/2006/relationships/tags" Target="../tags/tag125.xml" /><Relationship Id="rId19" Type="http://schemas.openxmlformats.org/officeDocument/2006/relationships/tags" Target="../tags/tag126.xml" /><Relationship Id="rId2" Type="http://schemas.openxmlformats.org/officeDocument/2006/relationships/tags" Target="../tags/tag111.xml" /><Relationship Id="rId20" Type="http://schemas.openxmlformats.org/officeDocument/2006/relationships/tags" Target="../tags/tag127.xml" /><Relationship Id="rId21" Type="http://schemas.openxmlformats.org/officeDocument/2006/relationships/tags" Target="../tags/tag128.xml" /><Relationship Id="rId3" Type="http://schemas.openxmlformats.org/officeDocument/2006/relationships/tags" Target="../tags/tag112.xml" /><Relationship Id="rId4" Type="http://schemas.openxmlformats.org/officeDocument/2006/relationships/image" Target="../media/image4.png" /><Relationship Id="rId5" Type="http://schemas.openxmlformats.org/officeDocument/2006/relationships/tags" Target="../tags/tag113.xml" /><Relationship Id="rId6" Type="http://schemas.openxmlformats.org/officeDocument/2006/relationships/tags" Target="../tags/tag114.xml" /><Relationship Id="rId7" Type="http://schemas.openxmlformats.org/officeDocument/2006/relationships/image" Target="../media/image5.png" /><Relationship Id="rId8" Type="http://schemas.openxmlformats.org/officeDocument/2006/relationships/tags" Target="../tags/tag115.xml" /><Relationship Id="rId9" Type="http://schemas.openxmlformats.org/officeDocument/2006/relationships/tags" Target="../tags/tag116.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36.xml" /><Relationship Id="rId11" Type="http://schemas.openxmlformats.org/officeDocument/2006/relationships/tags" Target="../tags/tag137.xml" /><Relationship Id="rId12" Type="http://schemas.openxmlformats.org/officeDocument/2006/relationships/oleObject" Target="../embeddings/oleObject1.bin" TargetMode="Internal" /><Relationship Id="rId13" Type="http://schemas.openxmlformats.org/officeDocument/2006/relationships/image" Target="../media/image7.wmf" /><Relationship Id="rId14" Type="http://schemas.openxmlformats.org/officeDocument/2006/relationships/tags" Target="../tags/tag138.xml" /><Relationship Id="rId15" Type="http://schemas.openxmlformats.org/officeDocument/2006/relationships/vmlDrawing" Target="../drawings/vmlDrawing1.vml" /><Relationship Id="rId2" Type="http://schemas.openxmlformats.org/officeDocument/2006/relationships/tags" Target="../tags/tag129.xml" /><Relationship Id="rId3" Type="http://schemas.openxmlformats.org/officeDocument/2006/relationships/tags" Target="../tags/tag130.xml" /><Relationship Id="rId4" Type="http://schemas.openxmlformats.org/officeDocument/2006/relationships/tags" Target="../tags/tag131.xml" /><Relationship Id="rId5" Type="http://schemas.openxmlformats.org/officeDocument/2006/relationships/image" Target="../media/image6.png" /><Relationship Id="rId6" Type="http://schemas.openxmlformats.org/officeDocument/2006/relationships/tags" Target="../tags/tag132.xml" /><Relationship Id="rId7" Type="http://schemas.openxmlformats.org/officeDocument/2006/relationships/tags" Target="../tags/tag133.xml" /><Relationship Id="rId8" Type="http://schemas.openxmlformats.org/officeDocument/2006/relationships/tags" Target="../tags/tag134.xml" /><Relationship Id="rId9" Type="http://schemas.openxmlformats.org/officeDocument/2006/relationships/tags" Target="../tags/tag135.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39.xml" /><Relationship Id="rId3" Type="http://schemas.openxmlformats.org/officeDocument/2006/relationships/tags" Target="../tags/tag140.xml" /><Relationship Id="rId4" Type="http://schemas.openxmlformats.org/officeDocument/2006/relationships/tags" Target="../tags/tag141.xml" /><Relationship Id="rId5" Type="http://schemas.openxmlformats.org/officeDocument/2006/relationships/tags" Target="../tags/tag142.xml" /><Relationship Id="rId6" Type="http://schemas.openxmlformats.org/officeDocument/2006/relationships/tags" Target="../tags/tag143.xml" /><Relationship Id="rId7" Type="http://schemas.openxmlformats.org/officeDocument/2006/relationships/tags" Target="../tags/tag144.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45.xml" /><Relationship Id="rId3" Type="http://schemas.openxmlformats.org/officeDocument/2006/relationships/tags" Target="../tags/tag146.xml" /><Relationship Id="rId4" Type="http://schemas.openxmlformats.org/officeDocument/2006/relationships/tags" Target="../tags/tag147.xml" /><Relationship Id="rId5" Type="http://schemas.openxmlformats.org/officeDocument/2006/relationships/image" Target="../media/image8.jpeg" /><Relationship Id="rId6" Type="http://schemas.openxmlformats.org/officeDocument/2006/relationships/tags" Target="../tags/tag148.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56.xml" /><Relationship Id="rId11" Type="http://schemas.openxmlformats.org/officeDocument/2006/relationships/tags" Target="../tags/tag157.xml" /><Relationship Id="rId12" Type="http://schemas.openxmlformats.org/officeDocument/2006/relationships/tags" Target="../tags/tag158.xml" /><Relationship Id="rId13" Type="http://schemas.openxmlformats.org/officeDocument/2006/relationships/tags" Target="../tags/tag159.xml" /><Relationship Id="rId14" Type="http://schemas.openxmlformats.org/officeDocument/2006/relationships/tags" Target="../tags/tag160.xml" /><Relationship Id="rId15" Type="http://schemas.openxmlformats.org/officeDocument/2006/relationships/oleObject" Target="../embeddings/oleObject2.bin" TargetMode="Internal" /><Relationship Id="rId16" Type="http://schemas.openxmlformats.org/officeDocument/2006/relationships/image" Target="../media/image10.wmf" /><Relationship Id="rId17" Type="http://schemas.openxmlformats.org/officeDocument/2006/relationships/tags" Target="../tags/tag161.xml" /><Relationship Id="rId18" Type="http://schemas.openxmlformats.org/officeDocument/2006/relationships/oleObject" Target="../embeddings/oleObject3.bin" TargetMode="Internal" /><Relationship Id="rId19" Type="http://schemas.openxmlformats.org/officeDocument/2006/relationships/image" Target="../media/image11.wmf" /><Relationship Id="rId2" Type="http://schemas.openxmlformats.org/officeDocument/2006/relationships/tags" Target="../tags/tag149.xml" /><Relationship Id="rId20" Type="http://schemas.openxmlformats.org/officeDocument/2006/relationships/vmlDrawing" Target="../drawings/vmlDrawing2.vml" /><Relationship Id="rId3" Type="http://schemas.openxmlformats.org/officeDocument/2006/relationships/tags" Target="../tags/tag150.xml" /><Relationship Id="rId4" Type="http://schemas.openxmlformats.org/officeDocument/2006/relationships/image" Target="../media/image9.png" /><Relationship Id="rId5" Type="http://schemas.openxmlformats.org/officeDocument/2006/relationships/tags" Target="../tags/tag151.xml" /><Relationship Id="rId6" Type="http://schemas.openxmlformats.org/officeDocument/2006/relationships/tags" Target="../tags/tag152.xml" /><Relationship Id="rId7" Type="http://schemas.openxmlformats.org/officeDocument/2006/relationships/tags" Target="../tags/tag153.xml" /><Relationship Id="rId8" Type="http://schemas.openxmlformats.org/officeDocument/2006/relationships/tags" Target="../tags/tag154.xml" /><Relationship Id="rId9" Type="http://schemas.openxmlformats.org/officeDocument/2006/relationships/tags" Target="../tags/tag155.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70.xml" /><Relationship Id="rId11" Type="http://schemas.openxmlformats.org/officeDocument/2006/relationships/image" Target="../media/image9.png" /><Relationship Id="rId12" Type="http://schemas.openxmlformats.org/officeDocument/2006/relationships/tags" Target="../tags/tag171.xml" /><Relationship Id="rId2" Type="http://schemas.openxmlformats.org/officeDocument/2006/relationships/tags" Target="../tags/tag162.xml" /><Relationship Id="rId3" Type="http://schemas.openxmlformats.org/officeDocument/2006/relationships/tags" Target="../tags/tag163.xml" /><Relationship Id="rId4" Type="http://schemas.openxmlformats.org/officeDocument/2006/relationships/tags" Target="../tags/tag164.xml" /><Relationship Id="rId5" Type="http://schemas.openxmlformats.org/officeDocument/2006/relationships/tags" Target="../tags/tag165.xml" /><Relationship Id="rId6" Type="http://schemas.openxmlformats.org/officeDocument/2006/relationships/tags" Target="../tags/tag166.xml" /><Relationship Id="rId7" Type="http://schemas.openxmlformats.org/officeDocument/2006/relationships/tags" Target="../tags/tag167.xml" /><Relationship Id="rId8" Type="http://schemas.openxmlformats.org/officeDocument/2006/relationships/tags" Target="../tags/tag168.xml" /><Relationship Id="rId9" Type="http://schemas.openxmlformats.org/officeDocument/2006/relationships/tags" Target="../tags/tag169.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72.xml" /><Relationship Id="rId3" Type="http://schemas.openxmlformats.org/officeDocument/2006/relationships/tags" Target="../tags/tag173.xml" /><Relationship Id="rId4" Type="http://schemas.openxmlformats.org/officeDocument/2006/relationships/tags" Target="../tags/tag174.xml" /><Relationship Id="rId5" Type="http://schemas.openxmlformats.org/officeDocument/2006/relationships/tags" Target="../tags/tag175.xml" /><Relationship Id="rId6" Type="http://schemas.openxmlformats.org/officeDocument/2006/relationships/tags" Target="../tags/tag176.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85.xml" /><Relationship Id="rId11" Type="http://schemas.openxmlformats.org/officeDocument/2006/relationships/tags" Target="../tags/tag186.xml" /><Relationship Id="rId12" Type="http://schemas.openxmlformats.org/officeDocument/2006/relationships/tags" Target="../tags/tag187.xml" /><Relationship Id="rId13" Type="http://schemas.openxmlformats.org/officeDocument/2006/relationships/tags" Target="../tags/tag188.xml" /><Relationship Id="rId14" Type="http://schemas.openxmlformats.org/officeDocument/2006/relationships/tags" Target="../tags/tag189.xml" /><Relationship Id="rId15" Type="http://schemas.openxmlformats.org/officeDocument/2006/relationships/image" Target="../media/image12.png" /><Relationship Id="rId16" Type="http://schemas.openxmlformats.org/officeDocument/2006/relationships/tags" Target="../tags/tag190.xml" /><Relationship Id="rId2" Type="http://schemas.openxmlformats.org/officeDocument/2006/relationships/tags" Target="../tags/tag177.xml" /><Relationship Id="rId3" Type="http://schemas.openxmlformats.org/officeDocument/2006/relationships/tags" Target="../tags/tag178.xml" /><Relationship Id="rId4" Type="http://schemas.openxmlformats.org/officeDocument/2006/relationships/tags" Target="../tags/tag179.xml" /><Relationship Id="rId5" Type="http://schemas.openxmlformats.org/officeDocument/2006/relationships/tags" Target="../tags/tag180.xml" /><Relationship Id="rId6" Type="http://schemas.openxmlformats.org/officeDocument/2006/relationships/tags" Target="../tags/tag181.xml" /><Relationship Id="rId7" Type="http://schemas.openxmlformats.org/officeDocument/2006/relationships/tags" Target="../tags/tag182.xml" /><Relationship Id="rId8" Type="http://schemas.openxmlformats.org/officeDocument/2006/relationships/tags" Target="../tags/tag183.xml" /><Relationship Id="rId9" Type="http://schemas.openxmlformats.org/officeDocument/2006/relationships/tags" Target="../tags/tag184.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99.xml" /><Relationship Id="rId11" Type="http://schemas.openxmlformats.org/officeDocument/2006/relationships/tags" Target="../tags/tag200.xml" /><Relationship Id="rId12" Type="http://schemas.openxmlformats.org/officeDocument/2006/relationships/tags" Target="../tags/tag201.xml" /><Relationship Id="rId13" Type="http://schemas.openxmlformats.org/officeDocument/2006/relationships/tags" Target="../tags/tag202.xml" /><Relationship Id="rId14" Type="http://schemas.openxmlformats.org/officeDocument/2006/relationships/tags" Target="../tags/tag203.xml" /><Relationship Id="rId15" Type="http://schemas.openxmlformats.org/officeDocument/2006/relationships/tags" Target="../tags/tag204.xml" /><Relationship Id="rId16" Type="http://schemas.openxmlformats.org/officeDocument/2006/relationships/tags" Target="../tags/tag205.xml" /><Relationship Id="rId17" Type="http://schemas.openxmlformats.org/officeDocument/2006/relationships/tags" Target="../tags/tag206.xml" /><Relationship Id="rId18" Type="http://schemas.openxmlformats.org/officeDocument/2006/relationships/tags" Target="../tags/tag207.xml" /><Relationship Id="rId19" Type="http://schemas.openxmlformats.org/officeDocument/2006/relationships/tags" Target="../tags/tag208.xml" /><Relationship Id="rId2" Type="http://schemas.openxmlformats.org/officeDocument/2006/relationships/tags" Target="../tags/tag191.xml" /><Relationship Id="rId20" Type="http://schemas.openxmlformats.org/officeDocument/2006/relationships/tags" Target="../tags/tag209.xml" /><Relationship Id="rId21" Type="http://schemas.openxmlformats.org/officeDocument/2006/relationships/tags" Target="../tags/tag210.xml" /><Relationship Id="rId22" Type="http://schemas.openxmlformats.org/officeDocument/2006/relationships/tags" Target="../tags/tag211.xml" /><Relationship Id="rId23" Type="http://schemas.openxmlformats.org/officeDocument/2006/relationships/tags" Target="../tags/tag212.xml" /><Relationship Id="rId24" Type="http://schemas.openxmlformats.org/officeDocument/2006/relationships/tags" Target="../tags/tag213.xml" /><Relationship Id="rId25" Type="http://schemas.openxmlformats.org/officeDocument/2006/relationships/tags" Target="../tags/tag214.xml" /><Relationship Id="rId26" Type="http://schemas.openxmlformats.org/officeDocument/2006/relationships/tags" Target="../tags/tag215.xml" /><Relationship Id="rId3" Type="http://schemas.openxmlformats.org/officeDocument/2006/relationships/tags" Target="../tags/tag192.xml" /><Relationship Id="rId4" Type="http://schemas.openxmlformats.org/officeDocument/2006/relationships/tags" Target="../tags/tag193.xml" /><Relationship Id="rId5" Type="http://schemas.openxmlformats.org/officeDocument/2006/relationships/tags" Target="../tags/tag194.xml" /><Relationship Id="rId6" Type="http://schemas.openxmlformats.org/officeDocument/2006/relationships/tags" Target="../tags/tag195.xml" /><Relationship Id="rId7" Type="http://schemas.openxmlformats.org/officeDocument/2006/relationships/tags" Target="../tags/tag196.xml" /><Relationship Id="rId8" Type="http://schemas.openxmlformats.org/officeDocument/2006/relationships/tags" Target="../tags/tag197.xml" /><Relationship Id="rId9" Type="http://schemas.openxmlformats.org/officeDocument/2006/relationships/tags" Target="../tags/tag198.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16.xml" /><Relationship Id="rId3" Type="http://schemas.openxmlformats.org/officeDocument/2006/relationships/tags" Target="../tags/tag217.xml" /><Relationship Id="rId4" Type="http://schemas.openxmlformats.org/officeDocument/2006/relationships/tags" Target="../tags/tag218.xml" /><Relationship Id="rId5" Type="http://schemas.openxmlformats.org/officeDocument/2006/relationships/image" Target="NULL" TargetMode="External" /><Relationship Id="rId6" Type="http://schemas.openxmlformats.org/officeDocument/2006/relationships/image" Target="../media/image13.png" /><Relationship Id="rId7" Type="http://schemas.openxmlformats.org/officeDocument/2006/relationships/tags" Target="../tags/tag219.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20.xml" /><Relationship Id="rId3" Type="http://schemas.openxmlformats.org/officeDocument/2006/relationships/tags" Target="../tags/tag221.xml" /><Relationship Id="rId4" Type="http://schemas.openxmlformats.org/officeDocument/2006/relationships/tags" Target="../tags/tag222.xml" /><Relationship Id="rId5" Type="http://schemas.openxmlformats.org/officeDocument/2006/relationships/tags" Target="../tags/tag223.xml" /><Relationship Id="rId6" Type="http://schemas.openxmlformats.org/officeDocument/2006/relationships/tags" Target="../tags/tag224.xml" /><Relationship Id="rId7" Type="http://schemas.openxmlformats.org/officeDocument/2006/relationships/tags" Target="../tags/tag225.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26.xml" /><Relationship Id="rId3" Type="http://schemas.openxmlformats.org/officeDocument/2006/relationships/tags" Target="../tags/tag227.xml" /><Relationship Id="rId4" Type="http://schemas.openxmlformats.org/officeDocument/2006/relationships/tags" Target="../tags/tag228.xml" /><Relationship Id="rId5" Type="http://schemas.openxmlformats.org/officeDocument/2006/relationships/image" Target="../media/image14.png" /><Relationship Id="rId6" Type="http://schemas.openxmlformats.org/officeDocument/2006/relationships/tags" Target="../tags/tag229.xml" /><Relationship Id="rId7" Type="http://schemas.openxmlformats.org/officeDocument/2006/relationships/tags" Target="../tags/tag230.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31.xml" /><Relationship Id="rId3" Type="http://schemas.openxmlformats.org/officeDocument/2006/relationships/tags" Target="../tags/tag232.xml" /><Relationship Id="rId4" Type="http://schemas.openxmlformats.org/officeDocument/2006/relationships/tags" Target="../tags/tag233.xml" /><Relationship Id="rId5" Type="http://schemas.openxmlformats.org/officeDocument/2006/relationships/image" Target="../media/image15.png" /><Relationship Id="rId6" Type="http://schemas.openxmlformats.org/officeDocument/2006/relationships/tags" Target="../tags/tag234.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35.xml" /><Relationship Id="rId3" Type="http://schemas.openxmlformats.org/officeDocument/2006/relationships/tags" Target="../tags/tag236.xml" /><Relationship Id="rId4" Type="http://schemas.openxmlformats.org/officeDocument/2006/relationships/tags" Target="../tags/tag237.xml" /><Relationship Id="rId5" Type="http://schemas.openxmlformats.org/officeDocument/2006/relationships/image" Target="../media/image16.png" /><Relationship Id="rId6" Type="http://schemas.openxmlformats.org/officeDocument/2006/relationships/tags" Target="../tags/tag238.xml" /><Relationship Id="rId7" Type="http://schemas.openxmlformats.org/officeDocument/2006/relationships/image" Target="../media/image17.png" /><Relationship Id="rId8" Type="http://schemas.openxmlformats.org/officeDocument/2006/relationships/tags" Target="../tags/tag239.xml" /><Relationship Id="rId9" Type="http://schemas.openxmlformats.org/officeDocument/2006/relationships/tags" Target="../tags/tag240.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41.xml" /><Relationship Id="rId3" Type="http://schemas.openxmlformats.org/officeDocument/2006/relationships/tags" Target="../tags/tag242.xml" /><Relationship Id="rId4" Type="http://schemas.openxmlformats.org/officeDocument/2006/relationships/tags" Target="../tags/tag243.xml" /><Relationship Id="rId5" Type="http://schemas.openxmlformats.org/officeDocument/2006/relationships/image" Target="../media/image18.png" /><Relationship Id="rId6" Type="http://schemas.openxmlformats.org/officeDocument/2006/relationships/tags" Target="../tags/tag244.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45.xml" /><Relationship Id="rId3" Type="http://schemas.openxmlformats.org/officeDocument/2006/relationships/tags" Target="../tags/tag246.xml" /><Relationship Id="rId4" Type="http://schemas.openxmlformats.org/officeDocument/2006/relationships/tags" Target="../tags/tag247.xml" /><Relationship Id="rId5" Type="http://schemas.openxmlformats.org/officeDocument/2006/relationships/image" Target="../media/image19.png" /><Relationship Id="rId6" Type="http://schemas.openxmlformats.org/officeDocument/2006/relationships/tags" Target="../tags/tag248.xml" /><Relationship Id="rId7" Type="http://schemas.openxmlformats.org/officeDocument/2006/relationships/tags" Target="../tags/tag249.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50.xml" /><Relationship Id="rId3" Type="http://schemas.openxmlformats.org/officeDocument/2006/relationships/tags" Target="../tags/tag251.xml" /><Relationship Id="rId4" Type="http://schemas.openxmlformats.org/officeDocument/2006/relationships/tags" Target="../tags/tag252.xml" /><Relationship Id="rId5" Type="http://schemas.openxmlformats.org/officeDocument/2006/relationships/image" Target="../media/image20.png" /><Relationship Id="rId6" Type="http://schemas.openxmlformats.org/officeDocument/2006/relationships/tags" Target="../tags/tag253.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54.xml" /><Relationship Id="rId3" Type="http://schemas.openxmlformats.org/officeDocument/2006/relationships/tags" Target="../tags/tag255.xml" /><Relationship Id="rId4" Type="http://schemas.openxmlformats.org/officeDocument/2006/relationships/tags" Target="../tags/tag256.xml" /><Relationship Id="rId5" Type="http://schemas.openxmlformats.org/officeDocument/2006/relationships/image" Target="../media/image21.png" /><Relationship Id="rId6" Type="http://schemas.openxmlformats.org/officeDocument/2006/relationships/tags" Target="../tags/tag257.xml" /><Relationship Id="rId7" Type="http://schemas.openxmlformats.org/officeDocument/2006/relationships/image" Target="../media/image22.png" /><Relationship Id="rId8" Type="http://schemas.openxmlformats.org/officeDocument/2006/relationships/tags" Target="../tags/tag258.xml" /><Relationship Id="rId9" Type="http://schemas.openxmlformats.org/officeDocument/2006/relationships/tags" Target="../tags/tag259.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60.xml" /><Relationship Id="rId3" Type="http://schemas.openxmlformats.org/officeDocument/2006/relationships/tags" Target="../tags/tag261.xml" /><Relationship Id="rId4" Type="http://schemas.openxmlformats.org/officeDocument/2006/relationships/tags" Target="../tags/tag262.xml" /><Relationship Id="rId5" Type="http://schemas.openxmlformats.org/officeDocument/2006/relationships/image" Target="../media/image23.png" /><Relationship Id="rId6" Type="http://schemas.openxmlformats.org/officeDocument/2006/relationships/tags" Target="../tags/tag263.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64.xml" /><Relationship Id="rId3" Type="http://schemas.openxmlformats.org/officeDocument/2006/relationships/tags" Target="../tags/tag265.xml" /><Relationship Id="rId4" Type="http://schemas.openxmlformats.org/officeDocument/2006/relationships/tags" Target="../tags/tag266.xml" /><Relationship Id="rId5" Type="http://schemas.openxmlformats.org/officeDocument/2006/relationships/image" Target="../media/image24.png" /><Relationship Id="rId6" Type="http://schemas.openxmlformats.org/officeDocument/2006/relationships/tags" Target="../tags/tag267.xml" /><Relationship Id="rId7" Type="http://schemas.openxmlformats.org/officeDocument/2006/relationships/tags" Target="../tags/tag268.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69.xml" /><Relationship Id="rId3" Type="http://schemas.openxmlformats.org/officeDocument/2006/relationships/tags" Target="../tags/tag270.xml" /><Relationship Id="rId4" Type="http://schemas.openxmlformats.org/officeDocument/2006/relationships/tags" Target="../tags/tag271.xml" /><Relationship Id="rId5" Type="http://schemas.openxmlformats.org/officeDocument/2006/relationships/image" Target="../media/image25.png" /><Relationship Id="rId6" Type="http://schemas.openxmlformats.org/officeDocument/2006/relationships/tags" Target="../tags/tag272.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73.xml" /><Relationship Id="rId3" Type="http://schemas.openxmlformats.org/officeDocument/2006/relationships/tags" Target="../tags/tag274.xml" /><Relationship Id="rId4" Type="http://schemas.openxmlformats.org/officeDocument/2006/relationships/tags" Target="../tags/tag275.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7" name="文本框 6" title=""/>
          <p:cNvSpPr txBox="1"/>
          <p:nvPr>
            <p:custDataLst>
              <p:tags r:id="rId3"/>
            </p:custDataLst>
          </p:nvPr>
        </p:nvSpPr>
        <p:spPr>
          <a:xfrm>
            <a:off x="2296795" y="1800860"/>
            <a:ext cx="7334885" cy="546735"/>
          </a:xfrm>
          <a:prstGeom prst="rect">
            <a:avLst/>
          </a:prstGeom>
          <a:noFill/>
        </p:spPr>
        <p:txBody>
          <a:bodyPr wrap="square" rtlCol="0">
            <a:noAutofit/>
          </a:bodyPr>
          <a:lstStyle/>
          <a:p>
            <a:pPr indent="0" algn="ctr" fontAlgn="auto"/>
            <a:r>
              <a:rPr sz="4000" cap="all">
                <a:solidFill>
                  <a:srgbClr val="38ABE3"/>
                </a:solidFill>
                <a:uFillTx/>
                <a:latin typeface="黑体" panose="02010609060101010101" charset="-122"/>
                <a:ea typeface="黑体" panose="02010609060101010101" charset="-122"/>
                <a:cs typeface="黑体" panose="02010609060101010101" charset="-122"/>
                <a:sym typeface="汉仪宋韵朗黑W"/>
              </a:rPr>
              <a:t>第四章 运动和力的关系</a:t>
            </a:r>
            <a:endParaRPr sz="4000" cap="all">
              <a:solidFill>
                <a:srgbClr val="38ABE3"/>
              </a:solidFill>
              <a:uFillTx/>
              <a:latin typeface="黑体" panose="02010609060101010101" charset="-122"/>
              <a:ea typeface="黑体" panose="02010609060101010101" charset="-122"/>
              <a:cs typeface="黑体" panose="02010609060101010101" charset="-122"/>
              <a:sym typeface="汉仪宋韵朗黑W"/>
            </a:endParaRPr>
          </a:p>
        </p:txBody>
      </p:sp>
      <p:sp>
        <p:nvSpPr>
          <p:cNvPr id="13" name="文本框 12" title=""/>
          <p:cNvSpPr txBox="1"/>
          <p:nvPr>
            <p:custDataLst>
              <p:tags r:id="rId4"/>
            </p:custDataLst>
          </p:nvPr>
        </p:nvSpPr>
        <p:spPr>
          <a:xfrm>
            <a:off x="972185" y="3049905"/>
            <a:ext cx="10046335" cy="1014730"/>
          </a:xfrm>
          <a:prstGeom prst="rect">
            <a:avLst/>
          </a:prstGeom>
          <a:noFill/>
        </p:spPr>
        <p:txBody>
          <a:bodyPr wrap="square" rtlCol="0">
            <a:spAutoFit/>
          </a:bodyPr>
          <a:lstStyle/>
          <a:p>
            <a:pPr indent="0" algn="ctr" fontAlgn="auto"/>
            <a:r>
              <a:rPr sz="6000">
                <a:solidFill>
                  <a:schemeClr val="tx1">
                    <a:lumMod val="75000"/>
                    <a:lumOff val="25000"/>
                  </a:schemeClr>
                </a:solidFill>
                <a:latin typeface="Times New Roman" panose="02020603050405020304" charset="0"/>
                <a:ea typeface="黑体" panose="02010609060101010101" charset="-122"/>
                <a:cs typeface="Times New Roman" panose="02020603050405020304" charset="0"/>
                <a:sym typeface="汉仪宋韵朗黑W"/>
              </a:rPr>
              <a:t>4.5 牛顿运动定律的应用</a:t>
            </a:r>
            <a:endParaRPr sz="6000">
              <a:solidFill>
                <a:schemeClr val="tx1">
                  <a:lumMod val="75000"/>
                  <a:lumOff val="25000"/>
                </a:schemeClr>
              </a:solidFill>
              <a:latin typeface="Times New Roman" panose="02020603050405020304" charset="0"/>
              <a:ea typeface="黑体" panose="02010609060101010101" charset="-122"/>
              <a:cs typeface="Times New Roman" panose="02020603050405020304" charset="0"/>
              <a:sym typeface="汉仪宋韵朗黑W"/>
            </a:endParaRPr>
          </a:p>
        </p:txBody>
      </p:sp>
      <p:sp>
        <p:nvSpPr>
          <p:cNvPr id="2" name="文本框 1" title=""/>
          <p:cNvSpPr txBox="1"/>
          <p:nvPr>
            <p:custDataLst>
              <p:tags r:id="rId5"/>
            </p:custDataLst>
          </p:nvPr>
        </p:nvSpPr>
        <p:spPr>
          <a:xfrm>
            <a:off x="212090" y="245110"/>
            <a:ext cx="3735705" cy="398780"/>
          </a:xfrm>
          <a:prstGeom prst="rect">
            <a:avLst/>
          </a:prstGeom>
          <a:noFill/>
        </p:spPr>
        <p:txBody>
          <a:bodyPr wrap="square" rtlCol="0" anchor="t">
            <a:spAutoFit/>
          </a:bodyPr>
          <a:lstStyle/>
          <a:p>
            <a:r>
              <a:rPr lang="zh-CN" altLang="en-US" sz="2000">
                <a:solidFill>
                  <a:srgbClr val="38ABE3"/>
                </a:solidFill>
                <a:latin typeface="黑体" panose="02010609060101010101" charset="-122"/>
                <a:ea typeface="黑体" panose="02010609060101010101" charset="-122"/>
                <a:cs typeface="黑体" panose="02010609060101010101" charset="-122"/>
                <a:sym typeface="+mn-ea"/>
              </a:rPr>
              <a:t>人教版</a:t>
            </a:r>
            <a:r>
              <a:rPr lang="en-US" altLang="zh-CN" sz="2000">
                <a:solidFill>
                  <a:srgbClr val="38ABE3"/>
                </a:solidFill>
                <a:latin typeface="黑体" panose="02010609060101010101" charset="-122"/>
                <a:ea typeface="黑体" panose="02010609060101010101" charset="-122"/>
                <a:cs typeface="黑体" panose="02010609060101010101" charset="-122"/>
                <a:sym typeface="+mn-ea"/>
              </a:rPr>
              <a:t>(2019)</a:t>
            </a:r>
            <a:r>
              <a:rPr lang="zh-CN" altLang="en-US" sz="2000">
                <a:solidFill>
                  <a:srgbClr val="38ABE3"/>
                </a:solidFill>
                <a:latin typeface="黑体" panose="02010609060101010101" charset="-122"/>
                <a:ea typeface="黑体" panose="02010609060101010101" charset="-122"/>
                <a:cs typeface="黑体" panose="02010609060101010101" charset="-122"/>
                <a:sym typeface="+mn-ea"/>
              </a:rPr>
              <a:t>必修 第一册</a:t>
            </a:r>
            <a:endParaRPr lang="zh-CN" altLang="en-US" sz="2000">
              <a:solidFill>
                <a:srgbClr val="38ABE3"/>
              </a:solidFill>
              <a:latin typeface="黑体" panose="02010609060101010101" charset="-122"/>
              <a:ea typeface="黑体" panose="02010609060101010101" charset="-122"/>
              <a:cs typeface="黑体" panose="02010609060101010101" charset="-122"/>
              <a:sym typeface="+mn-ea"/>
            </a:endParaRPr>
          </a:p>
        </p:txBody>
      </p:sp>
      <p:sp>
        <p:nvSpPr>
          <p:cNvPr id="3" name="文本框 2" title=""/>
          <p:cNvSpPr txBox="1"/>
          <p:nvPr>
            <p:custDataLst>
              <p:tags r:id="rId6"/>
            </p:custDataLst>
          </p:nvPr>
        </p:nvSpPr>
        <p:spPr>
          <a:xfrm>
            <a:off x="4178300" y="4245610"/>
            <a:ext cx="3862070" cy="583565"/>
          </a:xfrm>
          <a:prstGeom prst="rect">
            <a:avLst/>
          </a:prstGeom>
          <a:noFill/>
        </p:spPr>
        <p:txBody>
          <a:bodyPr wrap="square" rtlCol="0">
            <a:spAutoFit/>
          </a:bodyPr>
          <a:lstStyle/>
          <a:p>
            <a:pPr algn="ctr"/>
            <a:r>
              <a:rPr lang="en-US" altLang="zh-CN" sz="3200">
                <a:latin typeface="Times New Roman" panose="02020603050405020304" charset="0"/>
                <a:ea typeface="黑体" panose="02010609060101010101" charset="-122"/>
                <a:cs typeface="Times New Roman" panose="02020603050405020304" charset="0"/>
              </a:rPr>
              <a:t>(</a:t>
            </a:r>
            <a:r>
              <a:rPr lang="zh-CN" altLang="en-US" sz="3200">
                <a:latin typeface="Times New Roman" panose="02020603050405020304" charset="0"/>
                <a:ea typeface="黑体" panose="02010609060101010101" charset="-122"/>
                <a:cs typeface="Times New Roman" panose="02020603050405020304" charset="0"/>
              </a:rPr>
              <a:t>第</a:t>
            </a:r>
            <a:r>
              <a:rPr lang="en-US" altLang="zh-CN" sz="3200">
                <a:latin typeface="Times New Roman" panose="02020603050405020304" charset="0"/>
                <a:ea typeface="黑体" panose="02010609060101010101" charset="-122"/>
                <a:cs typeface="Times New Roman" panose="02020603050405020304" charset="0"/>
              </a:rPr>
              <a:t>1</a:t>
            </a:r>
            <a:r>
              <a:rPr lang="zh-CN" altLang="en-US" sz="3200">
                <a:latin typeface="Times New Roman" panose="02020603050405020304" charset="0"/>
                <a:ea typeface="黑体" panose="02010609060101010101" charset="-122"/>
                <a:cs typeface="Times New Roman" panose="02020603050405020304" charset="0"/>
              </a:rPr>
              <a:t>课时</a:t>
            </a:r>
            <a:r>
              <a:rPr lang="en-US" altLang="zh-CN" sz="3200">
                <a:latin typeface="Times New Roman" panose="02020603050405020304" charset="0"/>
                <a:ea typeface="黑体" panose="02010609060101010101" charset="-122"/>
                <a:cs typeface="Times New Roman" panose="02020603050405020304" charset="0"/>
              </a:rPr>
              <a:t>)</a:t>
            </a:r>
            <a:endParaRPr lang="en-US" altLang="zh-CN" sz="3200">
              <a:latin typeface="Times New Roman" panose="02020603050405020304" charset="0"/>
              <a:ea typeface="黑体" panose="02010609060101010101" charset="-122"/>
              <a:cs typeface="Times New Roman" panose="02020603050405020304" charset="0"/>
            </a:endParaRPr>
          </a:p>
        </p:txBody>
      </p:sp>
    </p:spTree>
    <p:custDataLst>
      <p:tags r:id="rId7"/>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1547178" y="2230120"/>
            <a:ext cx="3070860" cy="706755"/>
          </a:xfrm>
          <a:prstGeom prst="rect">
            <a:avLst/>
          </a:prstGeom>
          <a:noFill/>
        </p:spPr>
        <p:txBody>
          <a:bodyPr wrap="square" rtlCol="0">
            <a:spAutoFit/>
          </a:bodyPr>
          <a:lstStyle/>
          <a:p>
            <a:pPr algn="ctr"/>
            <a:r>
              <a:rPr lang="en-US" sz="4000" cap="all">
                <a:solidFill>
                  <a:srgbClr val="38ABE3"/>
                </a:solidFill>
                <a:uFillTx/>
                <a:latin typeface="Times New Roman" panose="02020603050405020304" charset="0"/>
                <a:ea typeface="汉仪宋韵朗黑W"/>
                <a:cs typeface="Times New Roman" panose="02020603050405020304" charset="0"/>
                <a:sym typeface="汉仪宋韵朗黑W"/>
              </a:rPr>
              <a:t>D</a:t>
            </a:r>
            <a:r>
              <a:rPr sz="4000" cap="all">
                <a:solidFill>
                  <a:srgbClr val="38ABE3"/>
                </a:solidFill>
                <a:uFillTx/>
                <a:latin typeface="Times New Roman" panose="02020603050405020304" charset="0"/>
                <a:ea typeface="汉仪宋韵朗黑W"/>
                <a:cs typeface="Times New Roman" panose="02020603050405020304" charset="0"/>
                <a:sym typeface="汉仪宋韵朗黑W"/>
              </a:rPr>
              <a:t>irectory</a:t>
            </a:r>
            <a:endParaRPr sz="4000" cap="all">
              <a:solidFill>
                <a:srgbClr val="38ABE3"/>
              </a:solidFill>
              <a:uFillTx/>
              <a:latin typeface="Times New Roman" panose="02020603050405020304" charset="0"/>
              <a:ea typeface="汉仪宋韵朗黑W"/>
              <a:cs typeface="Times New Roman" panose="02020603050405020304" charset="0"/>
              <a:sym typeface="汉仪宋韵朗黑W"/>
            </a:endParaRPr>
          </a:p>
        </p:txBody>
      </p:sp>
      <p:sp>
        <p:nvSpPr>
          <p:cNvPr id="3" name="文本框 2" title=""/>
          <p:cNvSpPr txBox="1"/>
          <p:nvPr>
            <p:custDataLst>
              <p:tags r:id="rId4"/>
            </p:custDataLst>
          </p:nvPr>
        </p:nvSpPr>
        <p:spPr>
          <a:xfrm>
            <a:off x="1681798" y="2949575"/>
            <a:ext cx="2801620" cy="783590"/>
          </a:xfrm>
          <a:prstGeom prst="rect">
            <a:avLst/>
          </a:prstGeom>
          <a:noFill/>
        </p:spPr>
        <p:txBody>
          <a:bodyPr wrap="square" rtlCol="0">
            <a:spAutoFit/>
          </a:bodyPr>
          <a:lstStyle/>
          <a:p>
            <a:pPr algn="ctr"/>
            <a:r>
              <a:rPr lang="zh-CN" altLang="en-US" sz="4500">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汉仪宋韵朗黑W"/>
              </a:rPr>
              <a:t>目录</a:t>
            </a:r>
            <a:endParaRPr lang="zh-CN" altLang="en-US" sz="4500">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汉仪宋韵朗黑W"/>
            </a:endParaRPr>
          </a:p>
        </p:txBody>
      </p:sp>
      <p:sp>
        <p:nvSpPr>
          <p:cNvPr id="35" name="圆角矩形 34" title=""/>
          <p:cNvSpPr/>
          <p:nvPr>
            <p:custDataLst>
              <p:tags r:id="rId5"/>
            </p:custDataLst>
          </p:nvPr>
        </p:nvSpPr>
        <p:spPr>
          <a:xfrm>
            <a:off x="2723515" y="3745865"/>
            <a:ext cx="718185" cy="110490"/>
          </a:xfrm>
          <a:prstGeom prst="roundRect">
            <a:avLst>
              <a:gd name="adj" fmla="val 50000"/>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Times New Roman" panose="02020603050405020304" charset="0"/>
              <a:ea typeface="汉仪宋韵朗黑W"/>
              <a:cs typeface="Times New Roman" panose="02020603050405020304" charset="0"/>
            </a:endParaRPr>
          </a:p>
        </p:txBody>
      </p:sp>
      <p:grpSp>
        <p:nvGrpSpPr>
          <p:cNvPr id="7" name="组合 6" title=""/>
          <p:cNvGrpSpPr/>
          <p:nvPr>
            <p:custDataLst>
              <p:tags r:id="rId6"/>
            </p:custDataLst>
          </p:nvPr>
        </p:nvGrpSpPr>
        <p:grpSpPr>
          <a:xfrm>
            <a:off x="5850890" y="1597025"/>
            <a:ext cx="4582160" cy="3488690"/>
            <a:chOff x="10004" y="2368"/>
            <a:chExt cx="7216" cy="5494"/>
          </a:xfrm>
        </p:grpSpPr>
        <p:sp>
          <p:nvSpPr>
            <p:cNvPr id="8" name="椭圆 7"/>
            <p:cNvSpPr/>
            <p:nvPr>
              <p:custDataLst>
                <p:tags r:id="rId7"/>
              </p:custDataLst>
            </p:nvPr>
          </p:nvSpPr>
          <p:spPr>
            <a:xfrm>
              <a:off x="10005" y="5304"/>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9" name="文本框 8"/>
            <p:cNvSpPr txBox="1"/>
            <p:nvPr>
              <p:custDataLst>
                <p:tags r:id="rId8"/>
              </p:custDataLst>
            </p:nvPr>
          </p:nvSpPr>
          <p:spPr>
            <a:xfrm>
              <a:off x="11183" y="5523"/>
              <a:ext cx="6037" cy="822"/>
            </a:xfrm>
            <a:prstGeom prst="rect">
              <a:avLst/>
            </a:prstGeom>
            <a:noFill/>
          </p:spPr>
          <p:txBody>
            <a:bodyPr wrap="square" rtlCol="0">
              <a:sp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从运动情况确定受力</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11" name="椭圆 10"/>
            <p:cNvSpPr/>
            <p:nvPr>
              <p:custDataLst>
                <p:tags r:id="rId9"/>
              </p:custDataLst>
            </p:nvPr>
          </p:nvSpPr>
          <p:spPr>
            <a:xfrm>
              <a:off x="10004" y="2368"/>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12" name="文本框 11" descr="7b0a20202020227461726765744d6f64756c65223a202270726f636573734f6e6c696e65466f6e7473220a7d0a"/>
            <p:cNvSpPr txBox="1"/>
            <p:nvPr>
              <p:custDataLst>
                <p:tags r:id="rId10"/>
              </p:custDataLst>
            </p:nvPr>
          </p:nvSpPr>
          <p:spPr>
            <a:xfrm>
              <a:off x="10077" y="2516"/>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01</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sp>
          <p:nvSpPr>
            <p:cNvPr id="13" name="文本框 12"/>
            <p:cNvSpPr txBox="1"/>
            <p:nvPr>
              <p:custDataLst>
                <p:tags r:id="rId11"/>
              </p:custDataLst>
            </p:nvPr>
          </p:nvSpPr>
          <p:spPr>
            <a:xfrm>
              <a:off x="11183" y="2489"/>
              <a:ext cx="3989" cy="822"/>
            </a:xfrm>
            <a:prstGeom prst="rect">
              <a:avLst/>
            </a:prstGeom>
            <a:noFill/>
          </p:spPr>
          <p:txBody>
            <a:bodyPr wrap="square" rtlCol="0">
              <a:sp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新课引入</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14" name="文本框 13" descr="7b0a20202020227461726765744d6f64756c65223a202270726f636573734f6e6c696e65466f6e7473220a7d0a"/>
            <p:cNvSpPr txBox="1"/>
            <p:nvPr>
              <p:custDataLst>
                <p:tags r:id="rId12"/>
              </p:custDataLst>
            </p:nvPr>
          </p:nvSpPr>
          <p:spPr>
            <a:xfrm>
              <a:off x="10068" y="5440"/>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03</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sp>
          <p:nvSpPr>
            <p:cNvPr id="15" name="椭圆 14"/>
            <p:cNvSpPr/>
            <p:nvPr>
              <p:custDataLst>
                <p:tags r:id="rId13"/>
              </p:custDataLst>
            </p:nvPr>
          </p:nvSpPr>
          <p:spPr>
            <a:xfrm>
              <a:off x="10004" y="3856"/>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16" name="文本框 15" descr="7b0a20202020227461726765744d6f64756c65223a202270726f636573734f6e6c696e65466f6e7473220a7d0a"/>
            <p:cNvSpPr txBox="1"/>
            <p:nvPr>
              <p:custDataLst>
                <p:tags r:id="rId14"/>
              </p:custDataLst>
            </p:nvPr>
          </p:nvSpPr>
          <p:spPr>
            <a:xfrm>
              <a:off x="10077" y="4004"/>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02</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sp>
          <p:nvSpPr>
            <p:cNvPr id="17" name="文本框 16"/>
            <p:cNvSpPr txBox="1"/>
            <p:nvPr>
              <p:custDataLst>
                <p:tags r:id="rId15"/>
              </p:custDataLst>
            </p:nvPr>
          </p:nvSpPr>
          <p:spPr>
            <a:xfrm>
              <a:off x="11183" y="4004"/>
              <a:ext cx="5673" cy="878"/>
            </a:xfrm>
            <a:prstGeom prst="rect">
              <a:avLst/>
            </a:prstGeom>
            <a:noFill/>
          </p:spPr>
          <p:txBody>
            <a:bodyPr wrap="square" rtlCol="0">
              <a:no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从受力确定运动情况</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18" name="椭圆 17"/>
            <p:cNvSpPr/>
            <p:nvPr>
              <p:custDataLst>
                <p:tags r:id="rId16"/>
              </p:custDataLst>
            </p:nvPr>
          </p:nvSpPr>
          <p:spPr>
            <a:xfrm>
              <a:off x="10004" y="6828"/>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19" name="文本框 18"/>
            <p:cNvSpPr txBox="1"/>
            <p:nvPr>
              <p:custDataLst>
                <p:tags r:id="rId17"/>
              </p:custDataLst>
            </p:nvPr>
          </p:nvSpPr>
          <p:spPr>
            <a:xfrm>
              <a:off x="11183" y="7040"/>
              <a:ext cx="4716" cy="822"/>
            </a:xfrm>
            <a:prstGeom prst="rect">
              <a:avLst/>
            </a:prstGeom>
            <a:noFill/>
          </p:spPr>
          <p:txBody>
            <a:bodyPr wrap="square" rtlCol="0">
              <a:sp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课堂练习</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20" name="文本框 19" descr="7b0a20202020227461726765744d6f64756c65223a202270726f636573734f6e6c696e65466f6e7473220a7d0a"/>
            <p:cNvSpPr txBox="1"/>
            <p:nvPr>
              <p:custDataLst>
                <p:tags r:id="rId18"/>
              </p:custDataLst>
            </p:nvPr>
          </p:nvSpPr>
          <p:spPr>
            <a:xfrm>
              <a:off x="10077" y="6952"/>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04</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grpSp>
    </p:spTree>
    <p:custDataLst>
      <p:tags r:id="rId19"/>
    </p:custData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4179570" y="3022600"/>
            <a:ext cx="3891280" cy="1014730"/>
          </a:xfrm>
          <a:prstGeom prst="rect">
            <a:avLst/>
          </a:prstGeom>
          <a:noFill/>
        </p:spPr>
        <p:txBody>
          <a:bodyPr wrap="square" rtlCol="0">
            <a:sp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新课引入</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01</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87046" name="Text Box 6" title=""/>
          <p:cNvSpPr txBox="1">
            <a:spLocks noChangeArrowheads="1"/>
          </p:cNvSpPr>
          <p:nvPr>
            <p:custDataLst>
              <p:tags r:id="rId4"/>
            </p:custDataLst>
          </p:nvPr>
        </p:nvSpPr>
        <p:spPr bwMode="auto">
          <a:xfrm>
            <a:off x="543560" y="1973580"/>
            <a:ext cx="6166485" cy="2910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square" lIns="108896" tIns="54448" rIns="108896" bIns="54448">
            <a:noAutofit/>
          </a:bodyPr>
          <a:lstStyle/>
          <a:p>
            <a:pPr algn="just">
              <a:lnSpc>
                <a:spcPct val="150000"/>
              </a:lnSpc>
              <a:spcBef>
                <a:spcPct val="50000"/>
              </a:spcBef>
            </a:pPr>
            <a:r>
              <a:rPr lang="en-US" sz="2800">
                <a:latin typeface="Times New Roman" panose="02020603050405020304" charset="0"/>
                <a:ea typeface="黑体" panose="02010609060101010101" charset="-122"/>
                <a:cs typeface="Times New Roman" panose="02020603050405020304" charset="0"/>
              </a:rPr>
              <a:t>   </a:t>
            </a:r>
            <a:r>
              <a:rPr sz="2800">
                <a:latin typeface="Times New Roman" panose="02020603050405020304" charset="0"/>
                <a:ea typeface="黑体" panose="02010609060101010101" charset="-122"/>
                <a:cs typeface="Times New Roman" panose="02020603050405020304" charset="0"/>
              </a:rPr>
              <a:t>为了尽量缩短停车时间，旅客按照车门标注的位置候车。列车进站时总能准确的停在对于车门的位置。这是如何做到的呢？</a:t>
            </a:r>
            <a:endParaRPr sz="2800">
              <a:latin typeface="Times New Roman" panose="02020603050405020304" charset="0"/>
              <a:ea typeface="黑体" panose="02010609060101010101" charset="-122"/>
              <a:cs typeface="Times New Roman" panose="02020603050405020304" charset="0"/>
            </a:endParaRPr>
          </a:p>
        </p:txBody>
      </p:sp>
      <p:pic>
        <p:nvPicPr>
          <p:cNvPr id="100" name="图片 99" title=""/>
          <p:cNvPicPr/>
          <p:nvPr>
            <p:custDataLst>
              <p:tags r:id="rId6"/>
            </p:custDataLst>
          </p:nvPr>
        </p:nvPicPr>
        <p:blipFill>
          <a:blip r:embed="rId5"/>
          <a:srcRect l="20888"/>
          <a:stretch>
            <a:fillRect/>
          </a:stretch>
        </p:blipFill>
        <p:spPr>
          <a:xfrm>
            <a:off x="7177405" y="1592580"/>
            <a:ext cx="4358005" cy="3672205"/>
          </a:xfrm>
          <a:prstGeom prst="rect">
            <a:avLst/>
          </a:prstGeom>
          <a:noFill/>
          <a:ln w="9525">
            <a:noFill/>
          </a:ln>
        </p:spPr>
      </p:pic>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667" y="200115"/>
            <a:ext cx="3990667" cy="583565"/>
          </a:xfrm>
          <a:prstGeom prst="rect">
            <a:avLst/>
          </a:prstGeom>
          <a:noFill/>
        </p:spPr>
        <p:txBody>
          <a:bodyPr wrap="square" rtlCol="0">
            <a:sp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复习与思考</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411480" y="1208405"/>
            <a:ext cx="11368405" cy="755015"/>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(1)</a:t>
            </a:r>
            <a:r>
              <a:rPr lang="zh-CN" altLang="en-US" sz="2800">
                <a:latin typeface="黑体" panose="02010609060101010101" charset="-122"/>
                <a:ea typeface="黑体" panose="02010609060101010101" charset="-122"/>
                <a:cs typeface="黑体" panose="02010609060101010101" charset="-122"/>
              </a:rPr>
              <a:t>牛顿第一定理的内容是什么？它揭示了什么样的规律？</a:t>
            </a:r>
            <a:endParaRPr lang="zh-CN" altLang="en-US" sz="2800">
              <a:latin typeface="黑体" panose="02010609060101010101" charset="-122"/>
              <a:ea typeface="黑体" panose="02010609060101010101" charset="-122"/>
              <a:cs typeface="黑体" panose="02010609060101010101" charset="-122"/>
            </a:endParaRPr>
          </a:p>
        </p:txBody>
      </p:sp>
      <p:sp>
        <p:nvSpPr>
          <p:cNvPr id="2" name="文本框 1" title=""/>
          <p:cNvSpPr txBox="1"/>
          <p:nvPr>
            <p:custDataLst>
              <p:tags r:id="rId5"/>
            </p:custDataLst>
          </p:nvPr>
        </p:nvSpPr>
        <p:spPr>
          <a:xfrm>
            <a:off x="440690" y="2249805"/>
            <a:ext cx="11368405" cy="755015"/>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(2)</a:t>
            </a:r>
            <a:r>
              <a:rPr lang="zh-CN" altLang="en-US" sz="2800">
                <a:latin typeface="黑体" panose="02010609060101010101" charset="-122"/>
                <a:ea typeface="黑体" panose="02010609060101010101" charset="-122"/>
                <a:cs typeface="黑体" panose="02010609060101010101" charset="-122"/>
              </a:rPr>
              <a:t>牛顿第二定理的内容是什么？它揭示了什么样的规律？</a:t>
            </a:r>
            <a:endParaRPr lang="zh-CN" altLang="en-US" sz="2800">
              <a:latin typeface="黑体" panose="02010609060101010101" charset="-122"/>
              <a:ea typeface="黑体" panose="02010609060101010101" charset="-122"/>
              <a:cs typeface="黑体" panose="02010609060101010101" charset="-122"/>
            </a:endParaRPr>
          </a:p>
        </p:txBody>
      </p:sp>
      <p:sp>
        <p:nvSpPr>
          <p:cNvPr id="3" name="文本框 2" title=""/>
          <p:cNvSpPr txBox="1"/>
          <p:nvPr>
            <p:custDataLst>
              <p:tags r:id="rId6"/>
            </p:custDataLst>
          </p:nvPr>
        </p:nvSpPr>
        <p:spPr>
          <a:xfrm>
            <a:off x="440690" y="3198495"/>
            <a:ext cx="11339195" cy="1520825"/>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(3)</a:t>
            </a:r>
            <a:r>
              <a:rPr lang="zh-CN" altLang="en-US" sz="2800">
                <a:latin typeface="黑体" panose="02010609060101010101" charset="-122"/>
                <a:ea typeface="黑体" panose="02010609060101010101" charset="-122"/>
                <a:cs typeface="黑体" panose="02010609060101010101" charset="-122"/>
              </a:rPr>
              <a:t>既然力是改变物体运动状态的原因，那么力与运动之间存在怎样的关系呢？</a:t>
            </a:r>
            <a:endParaRPr lang="zh-CN" altLang="en-US" sz="2800">
              <a:latin typeface="黑体" panose="02010609060101010101" charset="-122"/>
              <a:ea typeface="黑体" panose="02010609060101010101" charset="-122"/>
              <a:cs typeface="黑体" panose="02010609060101010101" charset="-122"/>
            </a:endParaRPr>
          </a:p>
        </p:txBody>
      </p:sp>
      <p:sp>
        <p:nvSpPr>
          <p:cNvPr id="4" name="文本框 3" title=""/>
          <p:cNvSpPr txBox="1"/>
          <p:nvPr>
            <p:custDataLst>
              <p:tags r:id="rId7"/>
            </p:custDataLst>
          </p:nvPr>
        </p:nvSpPr>
        <p:spPr>
          <a:xfrm>
            <a:off x="478155" y="4719320"/>
            <a:ext cx="10811510" cy="1278255"/>
          </a:xfrm>
          <a:prstGeom prst="rect">
            <a:avLst/>
          </a:prstGeom>
          <a:noFill/>
        </p:spPr>
        <p:txBody>
          <a:bodyPr wrap="square" rtlCol="0" anchor="t">
            <a:noAutofit/>
          </a:bodyPr>
          <a:lstStyle/>
          <a:p>
            <a:pPr>
              <a:lnSpc>
                <a:spcPct val="150000"/>
              </a:lnSpc>
            </a:pPr>
            <a:r>
              <a:rPr lang="en-US" sz="2800">
                <a:latin typeface="黑体" panose="02010609060101010101" charset="-122"/>
                <a:ea typeface="黑体" panose="02010609060101010101" charset="-122"/>
                <a:cs typeface="黑体" panose="02010609060101010101" charset="-122"/>
                <a:sym typeface="+mn-ea"/>
              </a:rPr>
              <a:t>(4)</a:t>
            </a:r>
            <a:r>
              <a:rPr lang="zh-CN" altLang="en-US" sz="2800">
                <a:latin typeface="黑体" panose="02010609060101010101" charset="-122"/>
                <a:ea typeface="黑体" panose="02010609060101010101" charset="-122"/>
                <a:cs typeface="黑体" panose="02010609060101010101" charset="-122"/>
                <a:sym typeface="+mn-ea"/>
              </a:rPr>
              <a:t>我们在研究力与运动之间关系时我们可能遇到哪些问题？对这些问题你认为如何处理呢？</a:t>
            </a:r>
            <a:endParaRPr lang="zh-CN" altLang="en-US" sz="2800">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2931160" y="3022600"/>
            <a:ext cx="7129145" cy="1005840"/>
          </a:xfrm>
          <a:prstGeom prst="rect">
            <a:avLst/>
          </a:prstGeom>
          <a:noFill/>
        </p:spPr>
        <p:txBody>
          <a:bodyPr wrap="square" rtlCol="0">
            <a:no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从受力确定运动情况</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02</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典例解析</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4" name="文本框 3" title=""/>
          <p:cNvSpPr txBox="1"/>
          <p:nvPr>
            <p:custDataLst>
              <p:tags r:id="rId4"/>
            </p:custDataLst>
          </p:nvPr>
        </p:nvSpPr>
        <p:spPr>
          <a:xfrm>
            <a:off x="307975" y="956310"/>
            <a:ext cx="11400155" cy="5688965"/>
          </a:xfrm>
          <a:prstGeom prst="rect">
            <a:avLst/>
          </a:prstGeom>
          <a:noFill/>
        </p:spPr>
        <p:txBody>
          <a:bodyPr wrap="square" rtlCol="0" anchor="t">
            <a:spAutoFit/>
          </a:bodyPr>
          <a:lstStyle/>
          <a:p>
            <a:pPr>
              <a:lnSpc>
                <a:spcPct val="130000"/>
              </a:lnSpc>
            </a:pPr>
            <a:r>
              <a:rPr lang="zh-CN" altLang="en-US" sz="2800">
                <a:latin typeface="Times New Roman" panose="02020603050405020304" charset="0"/>
                <a:ea typeface="黑体" panose="02010609060101010101" charset="-122"/>
                <a:cs typeface="Times New Roman" panose="02020603050405020304" charset="0"/>
              </a:rPr>
              <a:t>【例题</a:t>
            </a:r>
            <a:r>
              <a:rPr lang="en-US" altLang="zh-CN" sz="2800">
                <a:latin typeface="Times New Roman" panose="02020603050405020304" charset="0"/>
                <a:ea typeface="黑体" panose="02010609060101010101" charset="-122"/>
                <a:cs typeface="Times New Roman" panose="02020603050405020304" charset="0"/>
              </a:rPr>
              <a:t>1</a:t>
            </a:r>
            <a:r>
              <a:rPr lang="zh-CN" altLang="en-US" sz="2800">
                <a:latin typeface="Times New Roman" panose="02020603050405020304" charset="0"/>
                <a:ea typeface="黑体" panose="02010609060101010101" charset="-122"/>
                <a:cs typeface="Times New Roman" panose="02020603050405020304" charset="0"/>
              </a:rPr>
              <a:t>】运动员把冰壶沿水平冰面投出，让冰壶在冰面上自由滑行，在不与其他冰壶碰撞的情况下，最终停在远处的某个位置。按比赛规则，投掷冰壶运动员的队友，可以用毛刷在冰壶滑行前方来回摩擦冰面，减小冰面的动摩擦因数以调节冰壶的运动。</a:t>
            </a:r>
            <a:endParaRPr lang="zh-CN" altLang="en-US" sz="2800">
              <a:latin typeface="Times New Roman" panose="02020603050405020304" charset="0"/>
              <a:ea typeface="黑体" panose="02010609060101010101" charset="-122"/>
              <a:cs typeface="Times New Roman" panose="02020603050405020304" charset="0"/>
            </a:endParaRPr>
          </a:p>
          <a:p>
            <a:pPr>
              <a:lnSpc>
                <a:spcPct val="130000"/>
              </a:lnSpc>
            </a:pPr>
            <a:r>
              <a:rPr lang="zh-CN" altLang="en-US" sz="2800">
                <a:latin typeface="Times New Roman" panose="02020603050405020304" charset="0"/>
                <a:ea typeface="黑体" panose="02010609060101010101" charset="-122"/>
                <a:cs typeface="Times New Roman" panose="02020603050405020304" charset="0"/>
              </a:rPr>
              <a:t>（1）运动员以 3.4 m/s 的速度投掷冰壶，若冰壶和冰面的动摩擦因数为0.02，冰壶能在冰面上滑行多远？g 取10 m/s</a:t>
            </a:r>
            <a:r>
              <a:rPr lang="zh-CN" altLang="en-US" sz="2800" baseline="30000">
                <a:latin typeface="Times New Roman" panose="02020603050405020304" charset="0"/>
                <a:ea typeface="黑体" panose="02010609060101010101" charset="-122"/>
                <a:cs typeface="Times New Roman" panose="02020603050405020304" charset="0"/>
              </a:rPr>
              <a:t>2</a:t>
            </a:r>
            <a:r>
              <a:rPr lang="zh-CN" altLang="en-US" sz="2800">
                <a:latin typeface="Times New Roman" panose="02020603050405020304" charset="0"/>
                <a:ea typeface="黑体" panose="02010609060101010101" charset="-122"/>
                <a:cs typeface="Times New Roman" panose="02020603050405020304" charset="0"/>
              </a:rPr>
              <a:t>。 </a:t>
            </a:r>
            <a:endParaRPr lang="zh-CN" altLang="en-US" sz="2800">
              <a:latin typeface="Times New Roman" panose="02020603050405020304" charset="0"/>
              <a:ea typeface="黑体" panose="02010609060101010101" charset="-122"/>
              <a:cs typeface="Times New Roman" panose="02020603050405020304" charset="0"/>
            </a:endParaRPr>
          </a:p>
          <a:p>
            <a:pPr>
              <a:lnSpc>
                <a:spcPct val="130000"/>
              </a:lnSpc>
            </a:pPr>
            <a:r>
              <a:rPr lang="zh-CN" altLang="en-US" sz="2800">
                <a:latin typeface="Times New Roman" panose="02020603050405020304" charset="0"/>
                <a:ea typeface="黑体" panose="02010609060101010101" charset="-122"/>
                <a:cs typeface="Times New Roman" panose="02020603050405020304" charset="0"/>
              </a:rPr>
              <a:t>（2）若运动员仍以 3.4 m/s 的速度将冰壶投出，</a:t>
            </a:r>
            <a:endParaRPr lang="zh-CN" altLang="en-US" sz="2800">
              <a:latin typeface="Times New Roman" panose="02020603050405020304" charset="0"/>
              <a:ea typeface="黑体" panose="02010609060101010101" charset="-122"/>
              <a:cs typeface="Times New Roman" panose="02020603050405020304" charset="0"/>
            </a:endParaRPr>
          </a:p>
          <a:p>
            <a:pPr>
              <a:lnSpc>
                <a:spcPct val="130000"/>
              </a:lnSpc>
            </a:pPr>
            <a:r>
              <a:rPr lang="zh-CN" altLang="en-US" sz="2800">
                <a:latin typeface="Times New Roman" panose="02020603050405020304" charset="0"/>
                <a:ea typeface="黑体" panose="02010609060101010101" charset="-122"/>
                <a:cs typeface="Times New Roman" panose="02020603050405020304" charset="0"/>
              </a:rPr>
              <a:t>其队友在冰壶自由滑行10m后开始在其滑行前</a:t>
            </a:r>
            <a:endParaRPr lang="zh-CN" altLang="en-US" sz="2800">
              <a:latin typeface="Times New Roman" panose="02020603050405020304" charset="0"/>
              <a:ea typeface="黑体" panose="02010609060101010101" charset="-122"/>
              <a:cs typeface="Times New Roman" panose="02020603050405020304" charset="0"/>
            </a:endParaRPr>
          </a:p>
          <a:p>
            <a:pPr>
              <a:lnSpc>
                <a:spcPct val="130000"/>
              </a:lnSpc>
            </a:pPr>
            <a:r>
              <a:rPr lang="zh-CN" altLang="en-US" sz="2800">
                <a:latin typeface="Times New Roman" panose="02020603050405020304" charset="0"/>
                <a:ea typeface="黑体" panose="02010609060101010101" charset="-122"/>
                <a:cs typeface="Times New Roman" panose="02020603050405020304" charset="0"/>
              </a:rPr>
              <a:t>方摩擦冰面，冰壶和冰面的动摩擦因数变为原</a:t>
            </a:r>
            <a:endParaRPr lang="zh-CN" altLang="en-US" sz="2800">
              <a:latin typeface="Times New Roman" panose="02020603050405020304" charset="0"/>
              <a:ea typeface="黑体" panose="02010609060101010101" charset="-122"/>
              <a:cs typeface="Times New Roman" panose="02020603050405020304" charset="0"/>
            </a:endParaRPr>
          </a:p>
          <a:p>
            <a:pPr>
              <a:lnSpc>
                <a:spcPct val="130000"/>
              </a:lnSpc>
            </a:pPr>
            <a:r>
              <a:rPr lang="zh-CN" altLang="en-US" sz="2800">
                <a:latin typeface="Times New Roman" panose="02020603050405020304" charset="0"/>
                <a:ea typeface="黑体" panose="02010609060101010101" charset="-122"/>
                <a:cs typeface="Times New Roman" panose="02020603050405020304" charset="0"/>
              </a:rPr>
              <a:t>来的90%，冰壶多滑行了多少距离？</a:t>
            </a:r>
            <a:endParaRPr lang="zh-CN" altLang="en-US" sz="2800">
              <a:latin typeface="Times New Roman" panose="02020603050405020304" charset="0"/>
              <a:ea typeface="黑体" panose="02010609060101010101" charset="-122"/>
              <a:cs typeface="Times New Roman" panose="02020603050405020304" charset="0"/>
            </a:endParaRPr>
          </a:p>
        </p:txBody>
      </p:sp>
      <p:pic>
        <p:nvPicPr>
          <p:cNvPr id="100" name="图片 99" title=""/>
          <p:cNvPicPr/>
          <p:nvPr>
            <p:custDataLst>
              <p:tags r:id="rId6"/>
            </p:custDataLst>
          </p:nvPr>
        </p:nvPicPr>
        <p:blipFill>
          <a:blip r:embed="rId5"/>
          <a:stretch>
            <a:fillRect/>
          </a:stretch>
        </p:blipFill>
        <p:spPr>
          <a:xfrm>
            <a:off x="7754620" y="3976370"/>
            <a:ext cx="3830955" cy="2509520"/>
          </a:xfrm>
          <a:prstGeom prst="rect">
            <a:avLst/>
          </a:prstGeom>
          <a:noFill/>
          <a:ln w="9525">
            <a:noFill/>
          </a:ln>
        </p:spPr>
      </p:pic>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典例解析</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pic>
        <p:nvPicPr>
          <p:cNvPr id="3" name="图片 2" title=""/>
          <p:cNvPicPr>
            <a:picLocks noChangeAspect="1"/>
          </p:cNvPicPr>
          <p:nvPr>
            <p:custDataLst>
              <p:tags r:id="rId5"/>
            </p:custDataLst>
          </p:nvPr>
        </p:nvPicPr>
        <p:blipFill>
          <a:blip r:embed="rId4">
            <a:lum contrast="18000"/>
          </a:blip>
          <a:stretch>
            <a:fillRect/>
          </a:stretch>
        </p:blipFill>
        <p:spPr>
          <a:xfrm>
            <a:off x="6339205" y="4156075"/>
            <a:ext cx="5516245" cy="1118870"/>
          </a:xfrm>
          <a:prstGeom prst="rect">
            <a:avLst/>
          </a:prstGeom>
        </p:spPr>
      </p:pic>
      <p:sp>
        <p:nvSpPr>
          <p:cNvPr id="5" name="文本框 4" title=""/>
          <p:cNvSpPr txBox="1"/>
          <p:nvPr>
            <p:custDataLst>
              <p:tags r:id="rId6"/>
            </p:custDataLst>
          </p:nvPr>
        </p:nvSpPr>
        <p:spPr>
          <a:xfrm>
            <a:off x="307975" y="1221740"/>
            <a:ext cx="5460365" cy="761365"/>
          </a:xfrm>
          <a:prstGeom prst="rect">
            <a:avLst/>
          </a:prstGeom>
          <a:noFill/>
        </p:spPr>
        <p:txBody>
          <a:bodyPr wrap="square" rtlCol="0" anchor="t">
            <a:noAutofit/>
          </a:bodyPr>
          <a:lstStyle/>
          <a:p>
            <a:pPr>
              <a:lnSpc>
                <a:spcPct val="130000"/>
              </a:lnSpc>
            </a:pPr>
            <a:r>
              <a:rPr lang="zh-CN" altLang="en-US" sz="2800">
                <a:latin typeface="Times New Roman" panose="02020603050405020304" charset="0"/>
                <a:ea typeface="黑体" panose="02010609060101010101" charset="-122"/>
                <a:cs typeface="Times New Roman" panose="02020603050405020304" charset="0"/>
                <a:sym typeface="+mn-ea"/>
              </a:rPr>
              <a:t>【解析】</a:t>
            </a:r>
            <a:r>
              <a:rPr lang="zh-CN" altLang="en-US" sz="2800">
                <a:latin typeface="Times New Roman" panose="02020603050405020304" charset="0"/>
                <a:ea typeface="黑体" panose="02010609060101010101" charset="-122"/>
                <a:cs typeface="Times New Roman" panose="02020603050405020304" charset="0"/>
              </a:rPr>
              <a:t>（1）</a:t>
            </a:r>
            <a:r>
              <a:rPr lang="zh-CN" altLang="en-US" sz="2800">
                <a:latin typeface="Times New Roman" panose="02020603050405020304" charset="0"/>
                <a:ea typeface="黑体" panose="02010609060101010101" charset="-122"/>
                <a:cs typeface="Times New Roman" panose="02020603050405020304" charset="0"/>
                <a:sym typeface="+mn-ea"/>
              </a:rPr>
              <a:t>以冰壶为研究对象，</a:t>
            </a:r>
            <a:endParaRPr lang="zh-CN" altLang="en-US" sz="2800">
              <a:latin typeface="Times New Roman" panose="02020603050405020304" charset="0"/>
              <a:ea typeface="黑体" panose="02010609060101010101" charset="-122"/>
              <a:cs typeface="Times New Roman" panose="02020603050405020304" charset="0"/>
            </a:endParaRPr>
          </a:p>
        </p:txBody>
      </p:sp>
      <p:pic>
        <p:nvPicPr>
          <p:cNvPr id="8" name="图片 7" title=""/>
          <p:cNvPicPr>
            <a:picLocks noChangeAspect="1"/>
          </p:cNvPicPr>
          <p:nvPr>
            <p:custDataLst>
              <p:tags r:id="rId8"/>
            </p:custDataLst>
          </p:nvPr>
        </p:nvPicPr>
        <p:blipFill>
          <a:blip r:embed="rId7">
            <a:clrChange>
              <a:clrFrom>
                <a:srgbClr val="FFFFFF"/>
              </a:clrFrom>
              <a:clrTo>
                <a:srgbClr val="FFFFFF">
                  <a:alpha val="0"/>
                </a:srgbClr>
              </a:clrTo>
            </a:clrChange>
          </a:blip>
          <a:stretch>
            <a:fillRect/>
          </a:stretch>
        </p:blipFill>
        <p:spPr>
          <a:xfrm>
            <a:off x="9267169" y="2779128"/>
            <a:ext cx="598593" cy="323051"/>
          </a:xfrm>
          <a:prstGeom prst="rect">
            <a:avLst/>
          </a:prstGeom>
        </p:spPr>
      </p:pic>
      <p:grpSp>
        <p:nvGrpSpPr>
          <p:cNvPr id="12" name="组合 37" title=""/>
          <p:cNvGrpSpPr/>
          <p:nvPr>
            <p:custDataLst>
              <p:tags r:id="rId9"/>
            </p:custDataLst>
          </p:nvPr>
        </p:nvGrpSpPr>
        <p:grpSpPr>
          <a:xfrm>
            <a:off x="9556802" y="2983653"/>
            <a:ext cx="805726" cy="905808"/>
            <a:chOff x="3331" y="7266"/>
            <a:chExt cx="1272" cy="1430"/>
          </a:xfrm>
        </p:grpSpPr>
        <p:sp>
          <p:nvSpPr>
            <p:cNvPr id="13" name="Line 16"/>
            <p:cNvSpPr>
              <a:spLocks noChangeShapeType="1"/>
            </p:cNvSpPr>
            <p:nvPr>
              <p:custDataLst>
                <p:tags r:id="rId10"/>
              </p:custDataLst>
            </p:nvPr>
          </p:nvSpPr>
          <p:spPr bwMode="auto">
            <a:xfrm rot="16200000" flipH="1" flipV="1">
              <a:off x="2734" y="7862"/>
              <a:ext cx="1193" cy="0"/>
            </a:xfrm>
            <a:prstGeom prst="line">
              <a:avLst/>
            </a:prstGeom>
            <a:noFill/>
            <a:ln w="47625" cap="flat" algn="ctr">
              <a:solidFill>
                <a:srgbClr val="FF0000"/>
              </a:solidFill>
              <a:prstDash val="solid"/>
              <a:round/>
              <a:headEnd type="none" w="med" len="med"/>
              <a:tailEnd type="stealth" w="lg" len="lg"/>
            </a:ln>
            <a:extLst>
              <a:ext uri="{909E8E84-426E-40DD-AFC4-6F175D3DCCD1}">
                <a14:hiddenFill xmlns:a14="http://schemas.microsoft.com/office/drawing/2010/main">
                  <a:noFill/>
                </a14:hiddenFill>
              </a:ext>
            </a:extLst>
          </p:spPr>
          <p:txBody>
            <a:bodyPr/>
            <a:lstStyle/>
            <a:p>
              <a:endParaRPr lang="zh-CN" altLang="en-US" sz="2395"/>
            </a:p>
          </p:txBody>
        </p:sp>
        <p:sp>
          <p:nvSpPr>
            <p:cNvPr id="14" name="文本框 39"/>
            <p:cNvSpPr>
              <a:spLocks noChangeArrowheads="1"/>
            </p:cNvSpPr>
            <p:nvPr>
              <p:custDataLst>
                <p:tags r:id="rId11"/>
              </p:custDataLst>
            </p:nvPr>
          </p:nvSpPr>
          <p:spPr bwMode="auto">
            <a:xfrm>
              <a:off x="3533" y="7874"/>
              <a:ext cx="1070" cy="8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len="med" type="none" w="med"/>
                  <a:tailEnd len="med" type="none" w="me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p>
              <a:r>
                <a:rPr lang="en-US" altLang="zh-CN" sz="2400" b="1" i="1">
                  <a:solidFill>
                    <a:srgbClr val="FF0000"/>
                  </a:solidFill>
                  <a:latin typeface="Times New Roman" panose="02020603050405020304" charset="0"/>
                  <a:ea typeface="宋体" panose="02010600030101010101" pitchFamily="2" charset="-122"/>
                  <a:cs typeface="Times New Roman" panose="02020603050405020304" charset="0"/>
                </a:rPr>
                <a:t>mg</a:t>
              </a:r>
              <a:endParaRPr lang="en-US" altLang="zh-CN" sz="2400" b="1" i="1">
                <a:solidFill>
                  <a:srgbClr val="FF0000"/>
                </a:solidFill>
                <a:latin typeface="Times New Roman" panose="02020603050405020304" charset="0"/>
                <a:ea typeface="宋体" panose="02010600030101010101" pitchFamily="2" charset="-122"/>
                <a:cs typeface="Times New Roman" panose="02020603050405020304" charset="0"/>
              </a:endParaRPr>
            </a:p>
          </p:txBody>
        </p:sp>
      </p:grpSp>
      <p:grpSp>
        <p:nvGrpSpPr>
          <p:cNvPr id="15" name="组合 40" title=""/>
          <p:cNvGrpSpPr/>
          <p:nvPr>
            <p:custDataLst>
              <p:tags r:id="rId12"/>
            </p:custDataLst>
          </p:nvPr>
        </p:nvGrpSpPr>
        <p:grpSpPr>
          <a:xfrm rot="10800000">
            <a:off x="9547185" y="1993489"/>
            <a:ext cx="651942" cy="1027536"/>
            <a:chOff x="5033" y="7327"/>
            <a:chExt cx="1030" cy="1623"/>
          </a:xfrm>
        </p:grpSpPr>
        <p:sp>
          <p:nvSpPr>
            <p:cNvPr id="16" name="Line 16"/>
            <p:cNvSpPr>
              <a:spLocks noChangeShapeType="1"/>
            </p:cNvSpPr>
            <p:nvPr>
              <p:custDataLst>
                <p:tags r:id="rId13"/>
              </p:custDataLst>
            </p:nvPr>
          </p:nvSpPr>
          <p:spPr bwMode="auto">
            <a:xfrm rot="16200000" flipH="1" flipV="1">
              <a:off x="5458" y="7916"/>
              <a:ext cx="1194" cy="16"/>
            </a:xfrm>
            <a:prstGeom prst="line">
              <a:avLst/>
            </a:prstGeom>
            <a:noFill/>
            <a:ln w="47625" cap="flat" algn="ctr">
              <a:solidFill>
                <a:srgbClr val="FF0000"/>
              </a:solidFill>
              <a:prstDash val="solid"/>
              <a:round/>
              <a:headEnd type="none" w="med" len="med"/>
              <a:tailEnd type="stealth" w="lg" len="lg"/>
            </a:ln>
            <a:extLst>
              <a:ext uri="{909E8E84-426E-40DD-AFC4-6F175D3DCCD1}">
                <a14:hiddenFill xmlns:a14="http://schemas.microsoft.com/office/drawing/2010/main">
                  <a:noFill/>
                </a14:hiddenFill>
              </a:ext>
            </a:extLst>
          </p:spPr>
          <p:txBody>
            <a:bodyPr/>
            <a:lstStyle/>
            <a:p>
              <a:endParaRPr lang="zh-CN" altLang="en-US" sz="2395"/>
            </a:p>
          </p:txBody>
        </p:sp>
        <p:sp>
          <p:nvSpPr>
            <p:cNvPr id="17" name="文本框 42"/>
            <p:cNvSpPr>
              <a:spLocks noChangeArrowheads="1"/>
            </p:cNvSpPr>
            <p:nvPr>
              <p:custDataLst>
                <p:tags r:id="rId14"/>
              </p:custDataLst>
            </p:nvPr>
          </p:nvSpPr>
          <p:spPr bwMode="auto">
            <a:xfrm rot="10800000">
              <a:off x="5033" y="8128"/>
              <a:ext cx="987" cy="8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len="med" type="none" w="med"/>
                  <a:tailEnd len="med" type="none" w="me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p>
              <a:r>
                <a:rPr lang="en-US" altLang="zh-CN" sz="2400" b="1" i="1">
                  <a:solidFill>
                    <a:srgbClr val="FF0000"/>
                  </a:solidFill>
                  <a:latin typeface="Times New Roman" panose="02020603050405020304" charset="0"/>
                  <a:ea typeface="宋体" panose="02010600030101010101" pitchFamily="2" charset="-122"/>
                  <a:cs typeface="Times New Roman" panose="02020603050405020304" charset="0"/>
                </a:rPr>
                <a:t>F</a:t>
              </a:r>
              <a:r>
                <a:rPr lang="en-US" altLang="zh-CN" sz="2400" b="1" i="1" baseline="-25000">
                  <a:solidFill>
                    <a:srgbClr val="FF0000"/>
                  </a:solidFill>
                  <a:latin typeface="Times New Roman" panose="02020603050405020304" charset="0"/>
                  <a:ea typeface="宋体" panose="02010600030101010101" pitchFamily="2" charset="-122"/>
                  <a:cs typeface="Times New Roman" panose="02020603050405020304" charset="0"/>
                </a:rPr>
                <a:t>N</a:t>
              </a:r>
              <a:endParaRPr lang="en-US" altLang="zh-CN" sz="2400" b="1" i="1" baseline="-25000">
                <a:solidFill>
                  <a:srgbClr val="FF0000"/>
                </a:solidFill>
                <a:latin typeface="Times New Roman" panose="02020603050405020304" charset="0"/>
                <a:ea typeface="宋体" panose="02010600030101010101" pitchFamily="2" charset="-122"/>
                <a:cs typeface="Times New Roman" panose="02020603050405020304" charset="0"/>
              </a:endParaRPr>
            </a:p>
          </p:txBody>
        </p:sp>
      </p:grpSp>
      <p:grpSp>
        <p:nvGrpSpPr>
          <p:cNvPr id="18" name="组合 1" title=""/>
          <p:cNvGrpSpPr/>
          <p:nvPr>
            <p:custDataLst>
              <p:tags r:id="rId15"/>
            </p:custDataLst>
          </p:nvPr>
        </p:nvGrpSpPr>
        <p:grpSpPr>
          <a:xfrm rot="5400000">
            <a:off x="8728160" y="2181847"/>
            <a:ext cx="529014" cy="1074359"/>
            <a:chOff x="2862" y="4397"/>
            <a:chExt cx="836" cy="2415"/>
          </a:xfrm>
        </p:grpSpPr>
        <p:sp>
          <p:nvSpPr>
            <p:cNvPr id="19" name="Line 16"/>
            <p:cNvSpPr>
              <a:spLocks noChangeShapeType="1"/>
            </p:cNvSpPr>
            <p:nvPr>
              <p:custDataLst>
                <p:tags r:id="rId16"/>
              </p:custDataLst>
            </p:nvPr>
          </p:nvSpPr>
          <p:spPr bwMode="auto">
            <a:xfrm rot="16200000" flipH="1" flipV="1">
              <a:off x="2742" y="5337"/>
              <a:ext cx="1896" cy="16"/>
            </a:xfrm>
            <a:prstGeom prst="line">
              <a:avLst/>
            </a:prstGeom>
            <a:noFill/>
            <a:ln w="47625" cap="flat" algn="ctr">
              <a:solidFill>
                <a:srgbClr val="0000FF"/>
              </a:solidFill>
              <a:prstDash val="solid"/>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sz="2395"/>
            </a:p>
          </p:txBody>
        </p:sp>
        <p:sp>
          <p:nvSpPr>
            <p:cNvPr id="20" name="文本框 39"/>
            <p:cNvSpPr>
              <a:spLocks noChangeArrowheads="1"/>
            </p:cNvSpPr>
            <p:nvPr>
              <p:custDataLst>
                <p:tags r:id="rId17"/>
              </p:custDataLst>
            </p:nvPr>
          </p:nvSpPr>
          <p:spPr bwMode="auto">
            <a:xfrm rot="16200000">
              <a:off x="2413" y="5542"/>
              <a:ext cx="1718" cy="8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len="med" type="none" w="med"/>
                  <a:tailEnd len="med" type="none" w="me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p>
              <a:r>
                <a:rPr lang="en-US" altLang="zh-CN" sz="2400" b="1" i="1">
                  <a:solidFill>
                    <a:srgbClr val="0000FF"/>
                  </a:solidFill>
                  <a:latin typeface="Times New Roman" panose="02020603050405020304" charset="0"/>
                  <a:ea typeface="宋体" panose="02010600030101010101" pitchFamily="2" charset="-122"/>
                  <a:cs typeface="Times New Roman" panose="02020603050405020304" charset="0"/>
                </a:rPr>
                <a:t>F</a:t>
              </a:r>
              <a:r>
                <a:rPr lang="en-US" altLang="zh-CN" sz="2400" b="1" i="1" baseline="-25000">
                  <a:solidFill>
                    <a:srgbClr val="0000FF"/>
                  </a:solidFill>
                  <a:latin typeface="Times New Roman" panose="02020603050405020304" charset="0"/>
                  <a:ea typeface="宋体" panose="02010600030101010101" pitchFamily="2" charset="-122"/>
                  <a:cs typeface="Times New Roman" panose="02020603050405020304" charset="0"/>
                </a:rPr>
                <a:t>f</a:t>
              </a:r>
              <a:endParaRPr lang="en-US" altLang="zh-CN" sz="2400" b="1" i="1" baseline="-25000">
                <a:solidFill>
                  <a:srgbClr val="0000FF"/>
                </a:solidFill>
                <a:latin typeface="Times New Roman" panose="02020603050405020304" charset="0"/>
                <a:ea typeface="宋体" panose="02010600030101010101" pitchFamily="2" charset="-122"/>
                <a:cs typeface="Times New Roman" panose="02020603050405020304" charset="0"/>
              </a:endParaRPr>
            </a:p>
          </p:txBody>
        </p:sp>
      </p:grpSp>
      <p:sp>
        <p:nvSpPr>
          <p:cNvPr id="26" name="文本框 25" title=""/>
          <p:cNvSpPr txBox="1"/>
          <p:nvPr>
            <p:custDataLst>
              <p:tags r:id="rId18"/>
            </p:custDataLst>
          </p:nvPr>
        </p:nvSpPr>
        <p:spPr>
          <a:xfrm>
            <a:off x="502920" y="2163445"/>
            <a:ext cx="4719955" cy="857250"/>
          </a:xfrm>
          <a:prstGeom prst="rect">
            <a:avLst/>
          </a:prstGeom>
          <a:noFill/>
        </p:spPr>
        <p:txBody>
          <a:bodyPr wrap="square" rtlCol="0" anchor="t">
            <a:noAutofit/>
          </a:bodyPr>
          <a:lstStyle/>
          <a:p>
            <a:pPr>
              <a:lnSpc>
                <a:spcPct val="150000"/>
              </a:lnSpc>
            </a:pPr>
            <a:r>
              <a:rPr lang="zh-CN" altLang="en-US" sz="2800">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摩擦力：</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F</a:t>
            </a:r>
            <a:r>
              <a:rPr lang="zh-CN" altLang="en-US" sz="2800" i="1" baseline="-25000">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f</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 ＝ </a:t>
            </a:r>
            <a:r>
              <a:rPr lang="en-US" altLang="zh-CN"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µ</a:t>
            </a:r>
            <a:r>
              <a:rPr lang="zh-CN" altLang="en-US" sz="2800" i="1" baseline="-25000">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1</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F</a:t>
            </a:r>
            <a:r>
              <a:rPr lang="zh-CN" altLang="en-US" sz="2800" i="1" baseline="-25000">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N</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 ＝</a:t>
            </a:r>
            <a:r>
              <a:rPr lang="en-US" altLang="zh-CN"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µ</a:t>
            </a:r>
            <a:r>
              <a:rPr lang="zh-CN" altLang="en-US" sz="2800" i="1" baseline="-25000">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1</a:t>
            </a:r>
            <a:r>
              <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rPr>
              <a:t>mg</a:t>
            </a:r>
            <a:endParaRPr lang="zh-CN" altLang="en-US" sz="2800" i="1">
              <a:solidFill>
                <a:schemeClr val="tx1">
                  <a:lumMod val="95000"/>
                  <a:lumOff val="5000"/>
                </a:schemeClr>
              </a:solidFill>
              <a:uFillTx/>
              <a:latin typeface="Times New Roman" panose="02020603050405020304" charset="0"/>
              <a:ea typeface="黑体" panose="02010609060101010101" charset="-122"/>
              <a:cs typeface="Times New Roman" panose="02020603050405020304" charset="0"/>
            </a:endParaRPr>
          </a:p>
        </p:txBody>
      </p:sp>
      <p:sp>
        <p:nvSpPr>
          <p:cNvPr id="29" name="文本框 7" title=""/>
          <p:cNvSpPr>
            <a:spLocks noChangeArrowheads="1"/>
          </p:cNvSpPr>
          <p:nvPr>
            <p:custDataLst>
              <p:tags r:id="rId19"/>
            </p:custDataLst>
          </p:nvPr>
        </p:nvSpPr>
        <p:spPr bwMode="auto">
          <a:xfrm>
            <a:off x="502920" y="3558540"/>
            <a:ext cx="5128895" cy="551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len="med" type="none" w="med"/>
                <a:tailEnd len="med" type="none" w="me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none"/>
          <a:lstStyle/>
          <a:p>
            <a:pPr>
              <a:spcBef>
                <a:spcPct val="50000"/>
              </a:spcBef>
            </a:pPr>
            <a:r>
              <a:rPr lang="zh-CN" altLang="en-US" sz="28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由牛顿第二定律得：</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a:t>
            </a:r>
            <a:r>
              <a:rPr lang="zh-CN" altLang="en-US"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sym typeface="宋体" panose="02010600030101010101" pitchFamily="2" charset="-122"/>
              </a:rPr>
              <a:t>μ</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sym typeface="宋体" panose="02010600030101010101" pitchFamily="2" charset="-122"/>
              </a:rPr>
              <a:t>mg</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=ma</a:t>
            </a:r>
            <a:r>
              <a:rPr lang="en-US" altLang="zh-CN" sz="2800" i="1" baseline="-25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1</a:t>
            </a:r>
            <a:endParaRPr lang="en-US" altLang="zh-CN" sz="2800" i="1" baseline="-25000">
              <a:solidFill>
                <a:schemeClr val="tx1">
                  <a:lumMod val="95000"/>
                  <a:lumOff val="5000"/>
                </a:schemeClr>
              </a:solidFill>
              <a:latin typeface="Times New Roman" panose="02020603050405020304" charset="0"/>
              <a:ea typeface="黑体" panose="02010609060101010101" charset="-122"/>
              <a:cs typeface="Times New Roman" panose="02020603050405020304" charset="0"/>
            </a:endParaRPr>
          </a:p>
        </p:txBody>
      </p:sp>
      <p:sp>
        <p:nvSpPr>
          <p:cNvPr id="34" name="Text Box 5" title=""/>
          <p:cNvSpPr>
            <a:spLocks noChangeArrowheads="1"/>
          </p:cNvSpPr>
          <p:nvPr>
            <p:custDataLst>
              <p:tags r:id="rId20"/>
            </p:custDataLst>
          </p:nvPr>
        </p:nvSpPr>
        <p:spPr bwMode="auto">
          <a:xfrm>
            <a:off x="502920" y="4718685"/>
            <a:ext cx="5291455" cy="502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miter lim="800000"/>
                <a:headEnd len="med" type="none" w="med"/>
                <a:tailEnd len="med" type="none" w="me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p>
            <a:pPr>
              <a:spcBef>
                <a:spcPct val="50000"/>
              </a:spcBef>
            </a:pPr>
            <a:r>
              <a:rPr lang="zh-CN" altLang="en-US" sz="2800" err="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由</a:t>
            </a:r>
            <a:r>
              <a:rPr lang="en-US" altLang="zh-CN" sz="2800" i="1" err="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v</a:t>
            </a:r>
            <a:r>
              <a:rPr lang="en-US" altLang="zh-CN" sz="2800" i="1" baseline="-25000" err="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t</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 </a:t>
            </a:r>
            <a:r>
              <a:rPr lang="en-US" altLang="zh-CN" sz="2800" i="1" baseline="30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2</a:t>
            </a:r>
            <a:r>
              <a:rPr lang="zh-CN" altLang="en-US"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 </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v</a:t>
            </a:r>
            <a:r>
              <a:rPr lang="en-US" altLang="zh-CN" sz="2800" i="1" baseline="-25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0</a:t>
            </a:r>
            <a:r>
              <a:rPr lang="en-US" altLang="zh-CN" sz="2800" i="1" baseline="30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2</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 =2a</a:t>
            </a:r>
            <a:r>
              <a:rPr lang="en-US" altLang="zh-CN" sz="2800" i="1" baseline="-25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1</a:t>
            </a:r>
            <a:r>
              <a:rPr lang="en-US" altLang="zh-CN"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x</a:t>
            </a:r>
            <a:r>
              <a:rPr lang="en-US" altLang="zh-CN" sz="2800" i="1" baseline="-25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1</a:t>
            </a:r>
            <a:r>
              <a:rPr lang="zh-CN" altLang="en-US" sz="28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得：</a:t>
            </a:r>
            <a:r>
              <a:rPr lang="zh-CN" altLang="en-US" sz="2800" i="1">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x</a:t>
            </a:r>
            <a:r>
              <a:rPr lang="zh-CN" altLang="en-US" sz="2800" baseline="-250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1</a:t>
            </a:r>
            <a:r>
              <a:rPr lang="zh-CN" altLang="en-US" sz="2800">
                <a:solidFill>
                  <a:schemeClr val="tx1">
                    <a:lumMod val="95000"/>
                    <a:lumOff val="5000"/>
                  </a:schemeClr>
                </a:solidFill>
                <a:latin typeface="Times New Roman" panose="02020603050405020304" charset="0"/>
                <a:ea typeface="黑体" panose="02010609060101010101" charset="-122"/>
                <a:cs typeface="Times New Roman" panose="02020603050405020304" charset="0"/>
              </a:rPr>
              <a:t>=28.9m</a:t>
            </a:r>
            <a:endParaRPr lang="zh-CN" altLang="en-US" sz="2800">
              <a:solidFill>
                <a:schemeClr val="tx1">
                  <a:lumMod val="95000"/>
                  <a:lumOff val="5000"/>
                </a:schemeClr>
              </a:solidFill>
              <a:latin typeface="Times New Roman" panose="02020603050405020304" charset="0"/>
              <a:ea typeface="黑体" panose="02010609060101010101" charset="-122"/>
              <a:cs typeface="Times New Roman" panose="02020603050405020304" charset="0"/>
            </a:endParaRPr>
          </a:p>
        </p:txBody>
      </p:sp>
      <p:sp>
        <p:nvSpPr>
          <p:cNvPr id="2" name="文本框 1" title=""/>
          <p:cNvSpPr txBox="1"/>
          <p:nvPr>
            <p:custDataLst>
              <p:tags r:id="rId21"/>
            </p:custDataLst>
          </p:nvPr>
        </p:nvSpPr>
        <p:spPr>
          <a:xfrm>
            <a:off x="5759450" y="1221740"/>
            <a:ext cx="3068955" cy="693420"/>
          </a:xfrm>
          <a:prstGeom prst="rect">
            <a:avLst/>
          </a:prstGeom>
          <a:noFill/>
        </p:spPr>
        <p:txBody>
          <a:bodyPr wrap="square" rtlCol="0" anchor="t">
            <a:noAutofit/>
          </a:bodyPr>
          <a:lstStyle/>
          <a:p>
            <a:pPr>
              <a:lnSpc>
                <a:spcPct val="130000"/>
              </a:lnSpc>
            </a:pPr>
            <a:r>
              <a:rPr lang="zh-CN" altLang="en-US" sz="2800">
                <a:latin typeface="Times New Roman" panose="02020603050405020304" charset="0"/>
                <a:ea typeface="黑体" panose="02010609060101010101" charset="-122"/>
                <a:cs typeface="Times New Roman" panose="02020603050405020304" charset="0"/>
                <a:sym typeface="+mn-ea"/>
              </a:rPr>
              <a:t>建立一维坐标系 </a:t>
            </a:r>
            <a:endParaRPr lang="zh-CN" altLang="en-US" sz="2800">
              <a:latin typeface="Times New Roman" panose="02020603050405020304" charset="0"/>
              <a:ea typeface="黑体" panose="02010609060101010101" charset="-122"/>
              <a:cs typeface="Times New Roman" panose="02020603050405020304" charset="0"/>
            </a:endParaRPr>
          </a:p>
          <a:p>
            <a:pPr>
              <a:lnSpc>
                <a:spcPct val="130000"/>
              </a:lnSpc>
            </a:pPr>
            <a:endParaRPr lang="zh-CN" altLang="en-US" sz="2800">
              <a:latin typeface="Times New Roman" panose="02020603050405020304" charset="0"/>
              <a:ea typeface="黑体" panose="02010609060101010101" charset="-122"/>
              <a:cs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right)">
                                      <p:cBhvr>
                                        <p:cTn id="25" dur="500"/>
                                        <p:tgtEl>
                                          <p:spTgt spid="18"/>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linds(horizontal)">
                                      <p:cBhvr>
                                        <p:cTn id="30" dur="500"/>
                                        <p:tgtEl>
                                          <p:spTgt spid="2"/>
                                        </p:tgtEl>
                                      </p:cBhvr>
                                    </p:animEffect>
                                  </p:childTnLst>
                                </p:cTn>
                              </p:par>
                              <p:par>
                                <p:cTn id="31" presetID="3" presetClass="entr" presetSubtype="1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blinds(horizontal)">
                                      <p:cBhvr>
                                        <p:cTn id="38" dur="500"/>
                                        <p:tgtEl>
                                          <p:spTgt spid="26"/>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blinds(horizontal)">
                                      <p:cBhvr>
                                        <p:cTn id="43" dur="500"/>
                                        <p:tgtEl>
                                          <p:spTgt spid="29"/>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blinds(horizontal)">
                                      <p:cBhvr>
                                        <p:cTn id="4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animBg="1"/>
      <p:bldP spid="34" grpId="0" animBg="1"/>
      <p:bldP spid="2" grpId="0"/>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典例解析</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307975" y="956310"/>
            <a:ext cx="11400155" cy="570865"/>
          </a:xfrm>
          <a:prstGeom prst="rect">
            <a:avLst/>
          </a:prstGeom>
          <a:noFill/>
        </p:spPr>
        <p:txBody>
          <a:bodyPr wrap="square" rtlCol="0" anchor="t">
            <a:noAutofit/>
          </a:bodyPr>
          <a:lstStyle/>
          <a:p>
            <a:pPr>
              <a:lnSpc>
                <a:spcPct val="130000"/>
              </a:lnSpc>
            </a:pPr>
            <a:r>
              <a:rPr lang="zh-CN" altLang="en-US" sz="2800">
                <a:latin typeface="Times New Roman" panose="02020603050405020304" charset="0"/>
                <a:ea typeface="黑体" panose="02010609060101010101" charset="-122"/>
                <a:cs typeface="Times New Roman" panose="02020603050405020304" charset="0"/>
              </a:rPr>
              <a:t>（</a:t>
            </a:r>
            <a:r>
              <a:rPr lang="en-US" altLang="zh-CN" sz="2800">
                <a:latin typeface="Times New Roman" panose="02020603050405020304" charset="0"/>
                <a:ea typeface="黑体" panose="02010609060101010101" charset="-122"/>
                <a:cs typeface="Times New Roman" panose="02020603050405020304" charset="0"/>
              </a:rPr>
              <a:t>2</a:t>
            </a:r>
            <a:r>
              <a:rPr lang="zh-CN" altLang="en-US" sz="2800">
                <a:latin typeface="Times New Roman" panose="02020603050405020304" charset="0"/>
                <a:ea typeface="黑体" panose="02010609060101010101" charset="-122"/>
                <a:cs typeface="Times New Roman" panose="02020603050405020304" charset="0"/>
              </a:rPr>
              <a:t>）设冰壶滑行 10 m 后的速度为 </a:t>
            </a:r>
            <a:r>
              <a:rPr lang="zh-CN" altLang="en-US" sz="2800" i="1">
                <a:latin typeface="Times New Roman" panose="02020603050405020304" charset="0"/>
                <a:ea typeface="黑体" panose="02010609060101010101" charset="-122"/>
                <a:cs typeface="Times New Roman" panose="02020603050405020304" charset="0"/>
              </a:rPr>
              <a:t>v</a:t>
            </a:r>
            <a:r>
              <a:rPr lang="zh-CN" altLang="en-US" sz="2800" baseline="-25000">
                <a:latin typeface="Times New Roman" panose="02020603050405020304" charset="0"/>
                <a:ea typeface="黑体" panose="02010609060101010101" charset="-122"/>
                <a:cs typeface="Times New Roman" panose="02020603050405020304" charset="0"/>
              </a:rPr>
              <a:t>10</a:t>
            </a:r>
            <a:r>
              <a:rPr lang="zh-CN" altLang="en-US" sz="2800">
                <a:latin typeface="Times New Roman" panose="02020603050405020304" charset="0"/>
                <a:ea typeface="黑体" panose="02010609060101010101" charset="-122"/>
                <a:cs typeface="Times New Roman" panose="02020603050405020304" charset="0"/>
              </a:rPr>
              <a:t>，则</a:t>
            </a:r>
            <a:endParaRPr lang="zh-CN" altLang="en-US" sz="2800">
              <a:latin typeface="Times New Roman" panose="02020603050405020304" charset="0"/>
              <a:ea typeface="黑体" panose="02010609060101010101" charset="-122"/>
              <a:cs typeface="Times New Roman" panose="02020603050405020304" charset="0"/>
            </a:endParaRPr>
          </a:p>
        </p:txBody>
      </p:sp>
      <p:pic>
        <p:nvPicPr>
          <p:cNvPr id="2" name="图片 1" title=""/>
          <p:cNvPicPr>
            <a:picLocks noChangeAspect="1"/>
          </p:cNvPicPr>
          <p:nvPr>
            <p:custDataLst>
              <p:tags r:id="rId6"/>
            </p:custDataLst>
          </p:nvPr>
        </p:nvPicPr>
        <p:blipFill>
          <a:blip r:embed="rId5">
            <a:lum bright="-6000" contrast="30000"/>
          </a:blip>
          <a:stretch>
            <a:fillRect/>
          </a:stretch>
        </p:blipFill>
        <p:spPr>
          <a:xfrm>
            <a:off x="3025775" y="5262880"/>
            <a:ext cx="6464300" cy="1119505"/>
          </a:xfrm>
          <a:prstGeom prst="rect">
            <a:avLst/>
          </a:prstGeom>
        </p:spPr>
      </p:pic>
      <p:sp>
        <p:nvSpPr>
          <p:cNvPr id="7" name="文本框 6" title=""/>
          <p:cNvSpPr txBox="1"/>
          <p:nvPr>
            <p:custDataLst>
              <p:tags r:id="rId7"/>
            </p:custDataLst>
          </p:nvPr>
        </p:nvSpPr>
        <p:spPr>
          <a:xfrm>
            <a:off x="7059295" y="1066800"/>
            <a:ext cx="3397250" cy="483235"/>
          </a:xfrm>
          <a:prstGeom prst="rect">
            <a:avLst/>
          </a:prstGeom>
          <a:noFill/>
        </p:spPr>
        <p:txBody>
          <a:bodyPr wrap="square" rtlCol="0" anchor="t">
            <a:noAutofit/>
          </a:bodyPr>
          <a:lstStyle/>
          <a:p>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v</a:t>
            </a:r>
            <a:r>
              <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rPr>
              <a:t>10</a:t>
            </a:r>
            <a:r>
              <a:rPr lang="zh-CN" altLang="en-US" sz="2800" b="1" baseline="30000">
                <a:solidFill>
                  <a:schemeClr val="tx1"/>
                </a:solidFill>
                <a:latin typeface="Times New Roman" panose="02020603050405020304" charset="0"/>
                <a:ea typeface="宋体" panose="02010600030101010101" pitchFamily="2" charset="-122"/>
                <a:cs typeface="Times New Roman" panose="02020603050405020304" charset="0"/>
              </a:rPr>
              <a:t>2</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 ＝ </a:t>
            </a:r>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v</a:t>
            </a:r>
            <a:r>
              <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rPr>
              <a:t>0</a:t>
            </a:r>
            <a:r>
              <a:rPr lang="zh-CN" altLang="en-US" sz="2800" b="1" baseline="30000">
                <a:solidFill>
                  <a:schemeClr val="tx1"/>
                </a:solidFill>
                <a:latin typeface="Times New Roman" panose="02020603050405020304" charset="0"/>
                <a:ea typeface="宋体" panose="02010600030101010101" pitchFamily="2" charset="-122"/>
                <a:cs typeface="Times New Roman" panose="02020603050405020304" charset="0"/>
              </a:rPr>
              <a:t>2</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 ＋ 2</a:t>
            </a:r>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a</a:t>
            </a:r>
            <a:r>
              <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rPr>
              <a:t>1</a:t>
            </a:r>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x</a:t>
            </a:r>
            <a:r>
              <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rPr>
              <a:t>10</a:t>
            </a:r>
            <a:endPar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endParaRPr>
          </a:p>
        </p:txBody>
      </p:sp>
      <p:sp>
        <p:nvSpPr>
          <p:cNvPr id="4" name="文本框 3" title=""/>
          <p:cNvSpPr txBox="1"/>
          <p:nvPr>
            <p:custDataLst>
              <p:tags r:id="rId8"/>
            </p:custDataLst>
          </p:nvPr>
        </p:nvSpPr>
        <p:spPr>
          <a:xfrm>
            <a:off x="1249045" y="1828800"/>
            <a:ext cx="3628390" cy="462915"/>
          </a:xfrm>
          <a:prstGeom prst="rect">
            <a:avLst/>
          </a:prstGeom>
          <a:noFill/>
        </p:spPr>
        <p:txBody>
          <a:bodyPr wrap="square" rtlCol="0" anchor="t">
            <a:noAutofit/>
          </a:bodyPr>
          <a:lstStyle/>
          <a:p>
            <a:r>
              <a:rPr lang="zh-CN" altLang="en-US" sz="2800">
                <a:solidFill>
                  <a:schemeClr val="tx1"/>
                </a:solidFill>
                <a:latin typeface="黑体" panose="02010609060101010101" charset="-122"/>
                <a:ea typeface="黑体" panose="02010609060101010101" charset="-122"/>
                <a:cs typeface="Arial"/>
              </a:rPr>
              <a:t>冰壶后一段的加速度：</a:t>
            </a:r>
            <a:endParaRPr lang="zh-CN" altLang="en-US" sz="2800">
              <a:solidFill>
                <a:schemeClr val="tx1"/>
              </a:solidFill>
              <a:latin typeface="黑体" panose="02010609060101010101" charset="-122"/>
              <a:ea typeface="黑体" panose="02010609060101010101" charset="-122"/>
              <a:cs typeface="Arial"/>
            </a:endParaRPr>
          </a:p>
        </p:txBody>
      </p:sp>
      <p:sp>
        <p:nvSpPr>
          <p:cNvPr id="9" name="文本框 8" title=""/>
          <p:cNvSpPr txBox="1"/>
          <p:nvPr>
            <p:custDataLst>
              <p:tags r:id="rId9"/>
            </p:custDataLst>
          </p:nvPr>
        </p:nvSpPr>
        <p:spPr>
          <a:xfrm>
            <a:off x="4877435" y="1831340"/>
            <a:ext cx="7095490" cy="440690"/>
          </a:xfrm>
          <a:prstGeom prst="rect">
            <a:avLst/>
          </a:prstGeom>
          <a:noFill/>
        </p:spPr>
        <p:txBody>
          <a:bodyPr wrap="square" rtlCol="0" anchor="t">
            <a:noAutofit/>
          </a:bodyPr>
          <a:lstStyle/>
          <a:p>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a</a:t>
            </a:r>
            <a:r>
              <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rPr>
              <a:t>2</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 ＝</a:t>
            </a:r>
            <a:r>
              <a:rPr lang="en-US" altLang="zh-CN" sz="2800" b="1">
                <a:solidFill>
                  <a:schemeClr val="tx1"/>
                </a:solidFill>
                <a:latin typeface="Times New Roman" panose="02020603050405020304" charset="0"/>
                <a:ea typeface="宋体" panose="02010600030101010101" pitchFamily="2" charset="-122"/>
                <a:cs typeface="Times New Roman" panose="02020603050405020304" charset="0"/>
              </a:rPr>
              <a:t>-</a:t>
            </a:r>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µ</a:t>
            </a:r>
            <a:r>
              <a:rPr lang="zh-CN" altLang="en-US" sz="2800" b="1" baseline="-25000">
                <a:solidFill>
                  <a:schemeClr val="tx1"/>
                </a:solidFill>
                <a:latin typeface="Times New Roman" panose="02020603050405020304" charset="0"/>
                <a:ea typeface="宋体" panose="02010600030101010101" pitchFamily="2" charset="-122"/>
                <a:cs typeface="Times New Roman" panose="02020603050405020304" charset="0"/>
              </a:rPr>
              <a:t>2</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 </a:t>
            </a:r>
            <a:r>
              <a:rPr lang="zh-CN" altLang="en-US" sz="2800" b="1" i="1">
                <a:solidFill>
                  <a:schemeClr val="tx1"/>
                </a:solidFill>
                <a:latin typeface="Times New Roman" panose="02020603050405020304" charset="0"/>
                <a:ea typeface="宋体" panose="02010600030101010101" pitchFamily="2" charset="-122"/>
                <a:cs typeface="Times New Roman" panose="02020603050405020304" charset="0"/>
              </a:rPr>
              <a:t>g</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 ＝</a:t>
            </a:r>
            <a:r>
              <a:rPr lang="en-US" altLang="zh-CN" sz="2800" b="1">
                <a:solidFill>
                  <a:schemeClr val="tx1"/>
                </a:solidFill>
                <a:latin typeface="Times New Roman" panose="02020603050405020304" charset="0"/>
                <a:ea typeface="宋体" panose="02010600030101010101" pitchFamily="2" charset="-122"/>
                <a:cs typeface="Times New Roman" panose="02020603050405020304" charset="0"/>
              </a:rPr>
              <a:t>-</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0.02×0.9×10 m/s</a:t>
            </a:r>
            <a:r>
              <a:rPr lang="zh-CN" altLang="en-US" sz="2800" b="1" baseline="30000">
                <a:solidFill>
                  <a:schemeClr val="tx1"/>
                </a:solidFill>
                <a:latin typeface="Times New Roman" panose="02020603050405020304" charset="0"/>
                <a:ea typeface="宋体" panose="02010600030101010101" pitchFamily="2" charset="-122"/>
                <a:cs typeface="Times New Roman" panose="02020603050405020304" charset="0"/>
              </a:rPr>
              <a:t>2</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 ＝</a:t>
            </a:r>
            <a:r>
              <a:rPr lang="en-US" altLang="zh-CN" sz="2800" b="1">
                <a:solidFill>
                  <a:schemeClr val="tx1"/>
                </a:solidFill>
                <a:latin typeface="Times New Roman" panose="02020603050405020304" charset="0"/>
                <a:ea typeface="宋体" panose="02010600030101010101" pitchFamily="2" charset="-122"/>
                <a:cs typeface="Times New Roman" panose="02020603050405020304" charset="0"/>
              </a:rPr>
              <a:t>-</a:t>
            </a:r>
            <a:r>
              <a:rPr lang="zh-CN" altLang="en-US" sz="2800" b="1">
                <a:solidFill>
                  <a:schemeClr val="tx1"/>
                </a:solidFill>
                <a:latin typeface="Times New Roman" panose="02020603050405020304" charset="0"/>
                <a:ea typeface="宋体" panose="02010600030101010101" pitchFamily="2" charset="-122"/>
                <a:cs typeface="Times New Roman" panose="02020603050405020304" charset="0"/>
              </a:rPr>
              <a:t>0.18 m/s</a:t>
            </a:r>
            <a:r>
              <a:rPr lang="zh-CN" altLang="en-US" sz="2800" b="1" baseline="30000">
                <a:solidFill>
                  <a:schemeClr val="tx1"/>
                </a:solidFill>
                <a:latin typeface="Times New Roman" panose="02020603050405020304" charset="0"/>
                <a:ea typeface="宋体" panose="02010600030101010101" pitchFamily="2" charset="-122"/>
                <a:cs typeface="Times New Roman" panose="02020603050405020304" charset="0"/>
              </a:rPr>
              <a:t>2</a:t>
            </a:r>
            <a:endParaRPr lang="zh-CN" altLang="en-US" sz="2800" b="1" baseline="30000">
              <a:solidFill>
                <a:schemeClr val="tx1"/>
              </a:solidFill>
              <a:latin typeface="Times New Roman" panose="02020603050405020304" charset="0"/>
              <a:ea typeface="宋体" panose="02010600030101010101" pitchFamily="2" charset="-122"/>
              <a:cs typeface="Times New Roman" panose="02020603050405020304" charset="0"/>
            </a:endParaRPr>
          </a:p>
        </p:txBody>
      </p:sp>
      <p:sp>
        <p:nvSpPr>
          <p:cNvPr id="6" name="文本框 5" title=""/>
          <p:cNvSpPr txBox="1"/>
          <p:nvPr>
            <p:custDataLst>
              <p:tags r:id="rId10"/>
            </p:custDataLst>
          </p:nvPr>
        </p:nvSpPr>
        <p:spPr>
          <a:xfrm>
            <a:off x="1249045" y="2658110"/>
            <a:ext cx="10179050" cy="675005"/>
          </a:xfrm>
          <a:prstGeom prst="rect">
            <a:avLst/>
          </a:prstGeom>
          <a:noFill/>
        </p:spPr>
        <p:txBody>
          <a:bodyPr wrap="square" rtlCol="0" anchor="t">
            <a:noAutofit/>
          </a:bodyPr>
          <a:lstStyle/>
          <a:p>
            <a:r>
              <a:rPr lang="zh-CN" altLang="en-US" sz="2800">
                <a:solidFill>
                  <a:schemeClr val="tx1"/>
                </a:solidFill>
                <a:latin typeface="Times New Roman" panose="02020603050405020304" charset="0"/>
                <a:ea typeface="黑体" panose="02010609060101010101" charset="-122"/>
                <a:cs typeface="Times New Roman" panose="02020603050405020304" charset="0"/>
              </a:rPr>
              <a:t>滑行 10 m 后为匀减速直线运动，由 </a:t>
            </a:r>
            <a:r>
              <a:rPr lang="zh-CN" altLang="en-US" sz="2800" i="1">
                <a:solidFill>
                  <a:schemeClr val="tx1"/>
                </a:solidFill>
                <a:latin typeface="Times New Roman" panose="02020603050405020304" charset="0"/>
                <a:ea typeface="黑体" panose="02010609060101010101" charset="-122"/>
                <a:cs typeface="Times New Roman" panose="02020603050405020304" charset="0"/>
              </a:rPr>
              <a:t>v</a:t>
            </a:r>
            <a:r>
              <a:rPr lang="zh-CN" altLang="en-US" sz="2800" baseline="300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a:solidFill>
                  <a:schemeClr val="tx1"/>
                </a:solidFill>
                <a:latin typeface="Times New Roman" panose="02020603050405020304" charset="0"/>
                <a:ea typeface="黑体" panose="02010609060101010101" charset="-122"/>
                <a:cs typeface="Times New Roman" panose="02020603050405020304" charset="0"/>
              </a:rPr>
              <a:t>－</a:t>
            </a:r>
            <a:r>
              <a:rPr lang="zh-CN" altLang="en-US" sz="2800" i="1">
                <a:solidFill>
                  <a:schemeClr val="tx1"/>
                </a:solidFill>
                <a:latin typeface="Times New Roman" panose="02020603050405020304" charset="0"/>
                <a:ea typeface="黑体" panose="02010609060101010101" charset="-122"/>
                <a:cs typeface="Times New Roman" panose="02020603050405020304" charset="0"/>
              </a:rPr>
              <a:t> v</a:t>
            </a:r>
            <a:r>
              <a:rPr lang="zh-CN" altLang="en-US" sz="2800" baseline="-25000">
                <a:solidFill>
                  <a:schemeClr val="tx1"/>
                </a:solidFill>
                <a:latin typeface="Times New Roman" panose="02020603050405020304" charset="0"/>
                <a:ea typeface="黑体" panose="02010609060101010101" charset="-122"/>
                <a:cs typeface="Times New Roman" panose="02020603050405020304" charset="0"/>
              </a:rPr>
              <a:t>10</a:t>
            </a:r>
            <a:r>
              <a:rPr lang="zh-CN" altLang="en-US" sz="2800" baseline="300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i="1">
                <a:solidFill>
                  <a:schemeClr val="tx1"/>
                </a:solidFill>
                <a:latin typeface="Times New Roman" panose="02020603050405020304" charset="0"/>
                <a:ea typeface="黑体" panose="02010609060101010101" charset="-122"/>
                <a:cs typeface="Times New Roman" panose="02020603050405020304" charset="0"/>
              </a:rPr>
              <a:t>a</a:t>
            </a:r>
            <a:r>
              <a:rPr lang="zh-CN" altLang="en-US" sz="2800" baseline="300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i="1">
                <a:solidFill>
                  <a:schemeClr val="tx1"/>
                </a:solidFill>
                <a:latin typeface="Times New Roman" panose="02020603050405020304" charset="0"/>
                <a:ea typeface="黑体" panose="02010609060101010101" charset="-122"/>
                <a:cs typeface="Times New Roman" panose="02020603050405020304" charset="0"/>
              </a:rPr>
              <a:t>x</a:t>
            </a:r>
            <a:r>
              <a:rPr lang="zh-CN" altLang="en-US" sz="2800" baseline="300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a:solidFill>
                  <a:schemeClr val="tx1"/>
                </a:solidFill>
                <a:latin typeface="Times New Roman" panose="02020603050405020304" charset="0"/>
                <a:ea typeface="黑体" panose="02010609060101010101" charset="-122"/>
                <a:cs typeface="Times New Roman" panose="02020603050405020304" charset="0"/>
              </a:rPr>
              <a:t> ，</a:t>
            </a:r>
            <a:r>
              <a:rPr lang="zh-CN" altLang="en-US" sz="2800" i="1">
                <a:solidFill>
                  <a:schemeClr val="tx1"/>
                </a:solidFill>
                <a:latin typeface="Times New Roman" panose="02020603050405020304" charset="0"/>
                <a:ea typeface="黑体" panose="02010609060101010101" charset="-122"/>
                <a:cs typeface="Times New Roman" panose="02020603050405020304" charset="0"/>
              </a:rPr>
              <a:t> v</a:t>
            </a:r>
            <a:r>
              <a:rPr lang="zh-CN" altLang="en-US" sz="2800">
                <a:solidFill>
                  <a:schemeClr val="tx1"/>
                </a:solidFill>
                <a:latin typeface="Times New Roman" panose="02020603050405020304" charset="0"/>
                <a:ea typeface="黑体" panose="02010609060101010101" charset="-122"/>
                <a:cs typeface="Times New Roman" panose="02020603050405020304" charset="0"/>
              </a:rPr>
              <a:t>＝0，得：</a:t>
            </a:r>
            <a:endParaRPr lang="zh-CN" altLang="en-US" sz="2800">
              <a:solidFill>
                <a:schemeClr val="tx1"/>
              </a:solidFill>
              <a:latin typeface="Times New Roman" panose="02020603050405020304" charset="0"/>
              <a:ea typeface="黑体" panose="02010609060101010101" charset="-122"/>
              <a:cs typeface="Times New Roman" panose="02020603050405020304" charset="0"/>
            </a:endParaRPr>
          </a:p>
        </p:txBody>
      </p:sp>
      <p:graphicFrame>
        <p:nvGraphicFramePr>
          <p:cNvPr id="21" name="对象 20" title="">
            <a:hlinkClick action="ppaction://ole?verb=0"/>
          </p:cNvPr>
          <p:cNvGraphicFramePr>
            <a:graphicFrameLocks noChangeAspect="1"/>
          </p:cNvGraphicFramePr>
          <p:nvPr>
            <p:custDataLst>
              <p:tags r:id="rId11"/>
            </p:custDataLst>
          </p:nvPr>
        </p:nvGraphicFramePr>
        <p:xfrm>
          <a:off x="3799854" y="3333386"/>
          <a:ext cx="4593016" cy="1047063"/>
        </p:xfrm>
        <a:graphic>
          <a:graphicData uri="http://schemas.openxmlformats.org/presentationml/2006/ole">
            <mc:AlternateContent>
              <mc:Choice xmlns:v="urn:schemas-microsoft-com:vml" Requires="v">
                <p:oleObj spid="_x0000_s1038" r:id="rId12" imgW="2005965" imgH="457200" progId="Equation.KSEE3">
                  <p:embed/>
                </p:oleObj>
              </mc:Choice>
              <mc:Fallback>
                <p:oleObj r:id="rId12" imgW="2005965" imgH="457200" progId="Equation.KSEE3">
                  <p:embed/>
                  <p:pic>
                    <p:nvPicPr>
                      <p:cNvPr id="0" name="OLE substitute image"/>
                      <p:cNvPicPr/>
                      <p:nvPr/>
                    </p:nvPicPr>
                    <p:blipFill>
                      <a:blip r:embed="rId13"/>
                      <a:stretch>
                        <a:fillRect/>
                      </a:stretch>
                    </p:blipFill>
                    <p:spPr>
                      <a:xfrm>
                        <a:off x="3799854" y="3333386"/>
                        <a:ext cx="4593016" cy="1047063"/>
                      </a:xfrm>
                      <a:prstGeom prst="rect">
                        <a:avLst/>
                      </a:prstGeom>
                    </p:spPr>
                  </p:pic>
                </p:oleObj>
              </mc:Fallback>
            </mc:AlternateContent>
          </a:graphicData>
        </a:graphic>
      </p:graphicFrame>
      <p:sp>
        <p:nvSpPr>
          <p:cNvPr id="23" name="文本框 22" title=""/>
          <p:cNvSpPr txBox="1"/>
          <p:nvPr>
            <p:custDataLst>
              <p:tags r:id="rId14"/>
            </p:custDataLst>
          </p:nvPr>
        </p:nvSpPr>
        <p:spPr>
          <a:xfrm>
            <a:off x="1316990" y="4549775"/>
            <a:ext cx="8740775" cy="543560"/>
          </a:xfrm>
          <a:prstGeom prst="rect">
            <a:avLst/>
          </a:prstGeom>
          <a:noFill/>
        </p:spPr>
        <p:txBody>
          <a:bodyPr wrap="square" rtlCol="0" anchor="t">
            <a:noAutofit/>
          </a:bodyPr>
          <a:lstStyle/>
          <a:p>
            <a:pPr algn="l"/>
            <a:r>
              <a:rPr lang="zh-CN" altLang="en-US" sz="2800">
                <a:latin typeface="Times New Roman" panose="02020603050405020304" charset="0"/>
                <a:ea typeface="黑体" panose="02010609060101010101" charset="-122"/>
                <a:cs typeface="Times New Roman" panose="02020603050405020304" charset="0"/>
              </a:rPr>
              <a:t>第二次比第一次多滑行了：（10＋21－28.9）m＝2.1m</a:t>
            </a:r>
            <a:endParaRPr lang="zh-CN" altLang="en-US" sz="2800">
              <a:latin typeface="Times New Roman" panose="02020603050405020304" charset="0"/>
              <a:ea typeface="黑体" panose="02010609060101010101" charset="-122"/>
              <a:cs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linds(horizontal)">
                                      <p:cBhvr>
                                        <p:cTn id="2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P spid="9" grpId="0"/>
      <p:bldP spid="6" grpId="0"/>
      <p:bldP spid="23" grpId="0"/>
    </p:bld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2268220" y="3022600"/>
            <a:ext cx="7332345" cy="1014730"/>
          </a:xfrm>
          <a:prstGeom prst="rect">
            <a:avLst/>
          </a:prstGeom>
          <a:noFill/>
        </p:spPr>
        <p:txBody>
          <a:bodyPr wrap="square" rtlCol="0">
            <a:sp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从运动情况确定受力</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03</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一、典例解析</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375920" y="956384"/>
            <a:ext cx="11259256" cy="2676525"/>
          </a:xfrm>
          <a:prstGeom prst="rect">
            <a:avLst/>
          </a:prstGeom>
          <a:noFill/>
        </p:spPr>
        <p:txBody>
          <a:bodyPr wrap="square" rtlCol="0" anchor="t">
            <a:spAutoFit/>
          </a:bodyPr>
          <a:lstStyle/>
          <a:p>
            <a:pPr>
              <a:lnSpc>
                <a:spcPct val="150000"/>
              </a:lnSpc>
            </a:pPr>
            <a:r>
              <a:rPr lang="zh-CN" altLang="en-US" sz="2800">
                <a:solidFill>
                  <a:schemeClr val="tx1"/>
                </a:solidFill>
                <a:latin typeface="Times New Roman" panose="02020603050405020304" charset="0"/>
                <a:ea typeface="黑体" panose="02010609060101010101" charset="-122"/>
                <a:cs typeface="Times New Roman" panose="02020603050405020304" charset="0"/>
              </a:rPr>
              <a:t>【例题</a:t>
            </a:r>
            <a:r>
              <a:rPr lang="en-US" altLang="zh-CN" sz="28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a:solidFill>
                  <a:schemeClr val="tx1"/>
                </a:solidFill>
                <a:latin typeface="Times New Roman" panose="02020603050405020304" charset="0"/>
                <a:ea typeface="黑体" panose="02010609060101010101" charset="-122"/>
                <a:cs typeface="Times New Roman" panose="02020603050405020304" charset="0"/>
              </a:rPr>
              <a:t>】如图，一位滑雪者，人与装备的总质量为75 kg，以2 m/s 的初速度沿山坡匀加速直线滑下，山坡倾角为 30°，在5 s的时间内滑下的路程为60 m。求滑雪者对雪面的压力及滑雪者受到的阻力（包括摩擦和空气阻力），g取10 m/s</a:t>
            </a:r>
            <a:r>
              <a:rPr lang="zh-CN" altLang="en-US" sz="2800" baseline="30000">
                <a:solidFill>
                  <a:schemeClr val="tx1"/>
                </a:solidFill>
                <a:latin typeface="Times New Roman" panose="02020603050405020304" charset="0"/>
                <a:ea typeface="黑体" panose="02010609060101010101" charset="-122"/>
                <a:cs typeface="Times New Roman" panose="02020603050405020304" charset="0"/>
              </a:rPr>
              <a:t>2</a:t>
            </a:r>
            <a:r>
              <a:rPr lang="zh-CN" altLang="en-US" sz="2800">
                <a:solidFill>
                  <a:schemeClr val="tx1"/>
                </a:solidFill>
                <a:latin typeface="Times New Roman" panose="02020603050405020304" charset="0"/>
                <a:ea typeface="黑体" panose="02010609060101010101" charset="-122"/>
                <a:cs typeface="Times New Roman" panose="02020603050405020304" charset="0"/>
              </a:rPr>
              <a:t>。</a:t>
            </a:r>
            <a:endParaRPr lang="zh-CN" altLang="en-US" sz="28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2" name="图片 1" title=""/>
          <p:cNvPicPr/>
          <p:nvPr>
            <p:custDataLst>
              <p:tags r:id="rId6"/>
            </p:custDataLst>
          </p:nvPr>
        </p:nvPicPr>
        <p:blipFill>
          <a:blip r:embed="rId5"/>
          <a:stretch>
            <a:fillRect/>
          </a:stretch>
        </p:blipFill>
        <p:spPr>
          <a:xfrm>
            <a:off x="3625850" y="3694430"/>
            <a:ext cx="4239895" cy="2828290"/>
          </a:xfrm>
          <a:prstGeom prst="rect">
            <a:avLst/>
          </a:prstGeom>
          <a:noFill/>
          <a:ln w="9525">
            <a:noFill/>
          </a:ln>
        </p:spPr>
      </p:pic>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二、典例突破</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pic>
        <p:nvPicPr>
          <p:cNvPr id="37" name="图片 36" title=""/>
          <p:cNvPicPr>
            <a:picLocks noChangeAspect="1" noChangeArrowheads="1"/>
          </p:cNvPicPr>
          <p:nvPr>
            <p:custDataLst>
              <p:tags r:id="rId5"/>
            </p:custDataLst>
          </p:nvPr>
        </p:nvPicPr>
        <p:blipFill>
          <a:blip r:embed="rId4">
            <a:clrChange>
              <a:clrFrom>
                <a:srgbClr val="EDF1F4"/>
              </a:clrFrom>
              <a:clrTo>
                <a:srgbClr val="EDF1F4">
                  <a:alpha val="0"/>
                </a:srgbClr>
              </a:clrTo>
            </a:clrChange>
            <a:lum bright="-18000" contrast="36000"/>
            <a:extLst>
              <a:ext uri="{28A0092B-C50C-407E-A947-70E740481C1C}">
                <a14:useLocalDpi xmlns:a14="http://schemas.microsoft.com/office/drawing/2010/main" val="0"/>
              </a:ext>
            </a:extLst>
          </a:blip>
          <a:srcRect l="590" t="910" b="1"/>
          <a:stretch>
            <a:fillRect/>
          </a:stretch>
        </p:blipFill>
        <p:spPr bwMode="auto">
          <a:xfrm>
            <a:off x="8003117" y="2132118"/>
            <a:ext cx="3645747" cy="364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title=""/>
          <p:cNvSpPr txBox="1"/>
          <p:nvPr>
            <p:custDataLst>
              <p:tags r:id="rId6"/>
            </p:custDataLst>
          </p:nvPr>
        </p:nvSpPr>
        <p:spPr>
          <a:xfrm>
            <a:off x="336550" y="967740"/>
            <a:ext cx="8181975" cy="1388745"/>
          </a:xfrm>
          <a:prstGeom prst="rect">
            <a:avLst/>
          </a:prstGeom>
          <a:noFill/>
        </p:spPr>
        <p:txBody>
          <a:bodyPr wrap="square" rtlCol="0" anchor="t">
            <a:noAutofit/>
          </a:bodyPr>
          <a:lstStyle/>
          <a:p>
            <a:pPr>
              <a:lnSpc>
                <a:spcPct val="150000"/>
              </a:lnSpc>
            </a:pPr>
            <a:r>
              <a:rPr lang="zh-CN" sz="2800">
                <a:solidFill>
                  <a:schemeClr val="tx1"/>
                </a:solidFill>
                <a:uFillTx/>
                <a:latin typeface="Times New Roman" panose="02020603050405020304" charset="0"/>
                <a:ea typeface="黑体" panose="02010609060101010101" charset="-122"/>
              </a:rPr>
              <a:t>【解析】</a:t>
            </a:r>
            <a:r>
              <a:rPr lang="zh-CN" altLang="en-US" sz="2800">
                <a:solidFill>
                  <a:schemeClr val="tx1"/>
                </a:solidFill>
                <a:uFillTx/>
                <a:latin typeface="Times New Roman" panose="02020603050405020304" charset="0"/>
                <a:ea typeface="黑体" panose="02010609060101010101" charset="-122"/>
              </a:rPr>
              <a:t>以滑雪者为研究对象。建立如图所示的直角坐标系。滑雪者沿山坡向下做匀加速直线运动。</a:t>
            </a:r>
            <a:endParaRPr lang="zh-CN" altLang="en-US" sz="2800">
              <a:solidFill>
                <a:schemeClr val="tx1"/>
              </a:solidFill>
              <a:uFillTx/>
              <a:latin typeface="Times New Roman" panose="02020603050405020304" charset="0"/>
              <a:ea typeface="黑体" panose="02010609060101010101" charset="-122"/>
            </a:endParaRPr>
          </a:p>
        </p:txBody>
      </p:sp>
      <p:sp>
        <p:nvSpPr>
          <p:cNvPr id="6" name="文本框 5" title=""/>
          <p:cNvSpPr txBox="1"/>
          <p:nvPr>
            <p:custDataLst>
              <p:tags r:id="rId7"/>
            </p:custDataLst>
          </p:nvPr>
        </p:nvSpPr>
        <p:spPr>
          <a:xfrm>
            <a:off x="423545" y="2447290"/>
            <a:ext cx="5140960" cy="637540"/>
          </a:xfrm>
          <a:prstGeom prst="rect">
            <a:avLst/>
          </a:prstGeom>
          <a:noFill/>
        </p:spPr>
        <p:txBody>
          <a:bodyPr wrap="square" rtlCol="0" anchor="t">
            <a:noAutofit/>
          </a:bodyPr>
          <a:lstStyle/>
          <a:p>
            <a:r>
              <a:rPr lang="zh-CN" altLang="en-US" sz="2800">
                <a:solidFill>
                  <a:schemeClr val="tx1"/>
                </a:solidFill>
                <a:uFillTx/>
                <a:latin typeface="Times New Roman" panose="02020603050405020304" charset="0"/>
                <a:ea typeface="黑体" panose="02010609060101010101" charset="-122"/>
              </a:rPr>
              <a:t>根据匀变速直线运动规律，有</a:t>
            </a:r>
            <a:endParaRPr lang="zh-CN" altLang="en-US" sz="2800">
              <a:solidFill>
                <a:schemeClr val="tx1"/>
              </a:solidFill>
              <a:uFillTx/>
              <a:latin typeface="Times New Roman" panose="02020603050405020304" charset="0"/>
              <a:ea typeface="黑体" panose="02010609060101010101" charset="-122"/>
            </a:endParaRPr>
          </a:p>
        </p:txBody>
      </p:sp>
      <p:sp>
        <p:nvSpPr>
          <p:cNvPr id="7" name="文本框 6" title=""/>
          <p:cNvSpPr txBox="1"/>
          <p:nvPr>
            <p:custDataLst>
              <p:tags r:id="rId8"/>
            </p:custDataLst>
          </p:nvPr>
        </p:nvSpPr>
        <p:spPr>
          <a:xfrm>
            <a:off x="423545" y="3222625"/>
            <a:ext cx="6764655" cy="727710"/>
          </a:xfrm>
          <a:prstGeom prst="rect">
            <a:avLst/>
          </a:prstGeom>
          <a:noFill/>
        </p:spPr>
        <p:txBody>
          <a:bodyPr wrap="square" rtlCol="0" anchor="t">
            <a:noAutofit/>
          </a:bodyPr>
          <a:lstStyle/>
          <a:p>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其中 </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v</a:t>
            </a:r>
            <a:r>
              <a:rPr lang="zh-CN" altLang="en-US" sz="2800" baseline="-25000">
                <a:solidFill>
                  <a:schemeClr val="tx1"/>
                </a:solidFill>
                <a:uFillTx/>
                <a:latin typeface="Times New Roman" panose="02020603050405020304" charset="0"/>
                <a:ea typeface="黑体" panose="02010609060101010101" charset="-122"/>
                <a:cs typeface="Times New Roman" panose="02020603050405020304" charset="0"/>
              </a:rPr>
              <a:t>0</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 2 m/s，</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t</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＝5s，</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x</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＝60 m，则有</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8" name="文本框 7" title=""/>
          <p:cNvSpPr txBox="1"/>
          <p:nvPr>
            <p:custDataLst>
              <p:tags r:id="rId9"/>
            </p:custDataLst>
          </p:nvPr>
        </p:nvSpPr>
        <p:spPr>
          <a:xfrm>
            <a:off x="336550" y="4228465"/>
            <a:ext cx="3825875" cy="521970"/>
          </a:xfrm>
          <a:prstGeom prst="rect">
            <a:avLst/>
          </a:prstGeom>
          <a:noFill/>
        </p:spPr>
        <p:txBody>
          <a:bodyPr wrap="square" rtlCol="0" anchor="t">
            <a:spAutoFit/>
          </a:bodyPr>
          <a:lstStyle/>
          <a:p>
            <a:r>
              <a:rPr lang="zh-CN" altLang="en-US" sz="2800">
                <a:solidFill>
                  <a:schemeClr val="tx1"/>
                </a:solidFill>
                <a:uFillTx/>
                <a:latin typeface="Times New Roman" panose="02020603050405020304" charset="0"/>
                <a:ea typeface="黑体" panose="02010609060101010101" charset="-122"/>
              </a:rPr>
              <a:t>根据牛顿第二定律，有</a:t>
            </a:r>
            <a:endParaRPr lang="zh-CN" altLang="en-US" sz="2800">
              <a:solidFill>
                <a:schemeClr val="tx1"/>
              </a:solidFill>
              <a:uFillTx/>
              <a:latin typeface="Times New Roman" panose="02020603050405020304" charset="0"/>
              <a:ea typeface="黑体" panose="02010609060101010101" charset="-122"/>
            </a:endParaRPr>
          </a:p>
        </p:txBody>
      </p:sp>
      <p:sp>
        <p:nvSpPr>
          <p:cNvPr id="9" name="文本框 8" title=""/>
          <p:cNvSpPr txBox="1"/>
          <p:nvPr>
            <p:custDataLst>
              <p:tags r:id="rId10"/>
            </p:custDataLst>
          </p:nvPr>
        </p:nvSpPr>
        <p:spPr>
          <a:xfrm>
            <a:off x="497205" y="5074285"/>
            <a:ext cx="1352550" cy="521970"/>
          </a:xfrm>
          <a:prstGeom prst="rect">
            <a:avLst/>
          </a:prstGeom>
          <a:noFill/>
        </p:spPr>
        <p:txBody>
          <a:bodyPr wrap="square" rtlCol="0" anchor="t">
            <a:spAutoFit/>
          </a:bodyPr>
          <a:lstStyle/>
          <a:p>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y</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 方向：</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10" name="文本框 9" title=""/>
          <p:cNvSpPr txBox="1"/>
          <p:nvPr>
            <p:custDataLst>
              <p:tags r:id="rId11"/>
            </p:custDataLst>
          </p:nvPr>
        </p:nvSpPr>
        <p:spPr>
          <a:xfrm>
            <a:off x="497205" y="5920105"/>
            <a:ext cx="1352550" cy="521970"/>
          </a:xfrm>
          <a:prstGeom prst="rect">
            <a:avLst/>
          </a:prstGeom>
          <a:noFill/>
        </p:spPr>
        <p:txBody>
          <a:bodyPr wrap="square" rtlCol="0" anchor="t">
            <a:spAutoFit/>
          </a:bodyPr>
          <a:lstStyle/>
          <a:p>
            <a:r>
              <a:rPr lang="en-US" altLang="zh-CN" sz="2800" i="1">
                <a:solidFill>
                  <a:schemeClr val="tx1"/>
                </a:solidFill>
                <a:uFillTx/>
                <a:latin typeface="Times New Roman" panose="02020603050405020304" charset="0"/>
                <a:ea typeface="黑体" panose="02010609060101010101" charset="-122"/>
                <a:cs typeface="Times New Roman" panose="02020603050405020304" charset="0"/>
              </a:rPr>
              <a:t>x</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方向：</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11" name="文本框 10" title=""/>
          <p:cNvSpPr txBox="1"/>
          <p:nvPr>
            <p:custDataLst>
              <p:tags r:id="rId12"/>
            </p:custDataLst>
          </p:nvPr>
        </p:nvSpPr>
        <p:spPr>
          <a:xfrm>
            <a:off x="2095500" y="5069840"/>
            <a:ext cx="3305810" cy="709295"/>
          </a:xfrm>
          <a:prstGeom prst="rect">
            <a:avLst/>
          </a:prstGeom>
          <a:noFill/>
        </p:spPr>
        <p:txBody>
          <a:bodyPr wrap="square" rtlCol="0" anchor="t">
            <a:noAutofit/>
          </a:bodyPr>
          <a:lstStyle/>
          <a:p>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baseline="-25000">
                <a:solidFill>
                  <a:schemeClr val="tx1"/>
                </a:solidFill>
                <a:uFillTx/>
                <a:latin typeface="Times New Roman" panose="02020603050405020304" charset="0"/>
                <a:ea typeface="黑体" panose="02010609060101010101" charset="-122"/>
                <a:cs typeface="Times New Roman" panose="02020603050405020304" charset="0"/>
              </a:rPr>
              <a:t>N</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mg</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cosθ ＝ 0</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12" name="文本框 11" title=""/>
          <p:cNvSpPr txBox="1"/>
          <p:nvPr>
            <p:custDataLst>
              <p:tags r:id="rId13"/>
            </p:custDataLst>
          </p:nvPr>
        </p:nvSpPr>
        <p:spPr>
          <a:xfrm>
            <a:off x="2095500" y="5919470"/>
            <a:ext cx="3262630" cy="688340"/>
          </a:xfrm>
          <a:prstGeom prst="rect">
            <a:avLst/>
          </a:prstGeom>
          <a:noFill/>
        </p:spPr>
        <p:txBody>
          <a:bodyPr wrap="square" rtlCol="0" anchor="t">
            <a:noAutofit/>
          </a:bodyPr>
          <a:lstStyle/>
          <a:p>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mgsinθ－</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i="1" baseline="-25000">
                <a:solidFill>
                  <a:schemeClr val="tx1"/>
                </a:solidFill>
                <a:uFillTx/>
                <a:latin typeface="Times New Roman" panose="02020603050405020304" charset="0"/>
                <a:ea typeface="黑体" panose="02010609060101010101" charset="-122"/>
                <a:cs typeface="Times New Roman" panose="02020603050405020304" charset="0"/>
              </a:rPr>
              <a:t>f </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＝ma</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graphicFrame>
        <p:nvGraphicFramePr>
          <p:cNvPr id="13" name="对象 12" title="">
            <a:hlinkClick action="ppaction://ole?verb=0"/>
          </p:cNvPr>
          <p:cNvGraphicFramePr>
            <a:graphicFrameLocks noChangeAspect="1"/>
          </p:cNvGraphicFramePr>
          <p:nvPr>
            <p:custDataLst>
              <p:tags r:id="rId14"/>
            </p:custDataLst>
          </p:nvPr>
        </p:nvGraphicFramePr>
        <p:xfrm>
          <a:off x="5358130" y="2224405"/>
          <a:ext cx="2207895" cy="992505"/>
        </p:xfrm>
        <a:graphic>
          <a:graphicData uri="http://schemas.openxmlformats.org/presentationml/2006/ole">
            <mc:AlternateContent>
              <mc:Choice xmlns:v="urn:schemas-microsoft-com:vml" Requires="v">
                <p:oleObj spid="_x0000_s1039" r:id="rId15" imgW="876300" imgH="393700" progId="Equation.KSEE3">
                  <p:embed/>
                </p:oleObj>
              </mc:Choice>
              <mc:Fallback>
                <p:oleObj r:id="rId15" imgW="876300" imgH="393700" progId="Equation.KSEE3">
                  <p:embed/>
                  <p:pic>
                    <p:nvPicPr>
                      <p:cNvPr id="0" name="OLE substitute image"/>
                      <p:cNvPicPr/>
                      <p:nvPr/>
                    </p:nvPicPr>
                    <p:blipFill>
                      <a:blip r:embed="rId16"/>
                      <a:stretch>
                        <a:fillRect/>
                      </a:stretch>
                    </p:blipFill>
                    <p:spPr>
                      <a:xfrm>
                        <a:off x="5358130" y="2224405"/>
                        <a:ext cx="2207895" cy="992505"/>
                      </a:xfrm>
                      <a:prstGeom prst="rect">
                        <a:avLst/>
                      </a:prstGeom>
                    </p:spPr>
                  </p:pic>
                </p:oleObj>
              </mc:Fallback>
            </mc:AlternateContent>
          </a:graphicData>
        </a:graphic>
      </p:graphicFrame>
      <p:graphicFrame>
        <p:nvGraphicFramePr>
          <p:cNvPr id="14" name="对象 13" title="">
            <a:hlinkClick action="ppaction://ole?verb=0"/>
          </p:cNvPr>
          <p:cNvGraphicFramePr>
            <a:graphicFrameLocks noChangeAspect="1"/>
          </p:cNvGraphicFramePr>
          <p:nvPr>
            <p:custDataLst>
              <p:tags r:id="rId17"/>
            </p:custDataLst>
          </p:nvPr>
        </p:nvGraphicFramePr>
        <p:xfrm>
          <a:off x="4069730" y="4000925"/>
          <a:ext cx="3354656" cy="928612"/>
        </p:xfrm>
        <a:graphic>
          <a:graphicData uri="http://schemas.openxmlformats.org/presentationml/2006/ole">
            <mc:AlternateContent>
              <mc:Choice xmlns:v="urn:schemas-microsoft-com:vml" Requires="v">
                <p:oleObj spid="_x0000_s1040" r:id="rId18" imgW="1422400" imgH="393700" progId="Equation.KSEE3">
                  <p:embed/>
                </p:oleObj>
              </mc:Choice>
              <mc:Fallback>
                <p:oleObj r:id="rId18" imgW="1422400" imgH="393700" progId="Equation.KSEE3">
                  <p:embed/>
                  <p:pic>
                    <p:nvPicPr>
                      <p:cNvPr id="0" name="OLE substitute image"/>
                      <p:cNvPicPr/>
                      <p:nvPr/>
                    </p:nvPicPr>
                    <p:blipFill>
                      <a:blip r:embed="rId19"/>
                      <a:stretch>
                        <a:fillRect/>
                      </a:stretch>
                    </p:blipFill>
                    <p:spPr>
                      <a:xfrm>
                        <a:off x="4069730" y="4000925"/>
                        <a:ext cx="3354656" cy="928612"/>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11" grpId="0"/>
      <p:bldP spid="12" grpId="0"/>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二、典例突破</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grpSp>
        <p:nvGrpSpPr>
          <p:cNvPr id="11" name="组合 10" title=""/>
          <p:cNvGrpSpPr/>
          <p:nvPr>
            <p:custDataLst>
              <p:tags r:id="rId4"/>
            </p:custDataLst>
          </p:nvPr>
        </p:nvGrpSpPr>
        <p:grpSpPr>
          <a:xfrm>
            <a:off x="591185" y="1322705"/>
            <a:ext cx="3915833" cy="1314873"/>
            <a:chOff x="1692" y="1724"/>
            <a:chExt cx="4625" cy="1553"/>
          </a:xfrm>
        </p:grpSpPr>
        <p:sp>
          <p:nvSpPr>
            <p:cNvPr id="2" name="文本框 1"/>
            <p:cNvSpPr txBox="1"/>
            <p:nvPr>
              <p:custDataLst>
                <p:tags r:id="rId5"/>
              </p:custDataLst>
            </p:nvPr>
          </p:nvSpPr>
          <p:spPr>
            <a:xfrm>
              <a:off x="1692" y="1724"/>
              <a:ext cx="673" cy="617"/>
            </a:xfrm>
            <a:prstGeom prst="rect">
              <a:avLst/>
            </a:prstGeom>
            <a:noFill/>
          </p:spPr>
          <p:txBody>
            <a:bodyPr wrap="square" rtlCol="0" anchor="t">
              <a:spAutoFit/>
            </a:bodyPr>
            <a:lstStyle/>
            <a:p>
              <a:r>
                <a:rPr lang="zh-CN" altLang="en-US" sz="2800">
                  <a:solidFill>
                    <a:schemeClr val="tx1"/>
                  </a:solidFill>
                  <a:uFillTx/>
                  <a:latin typeface="Times New Roman" panose="02020603050405020304" charset="0"/>
                  <a:ea typeface="黑体" panose="02010609060101010101" charset="-122"/>
                </a:rPr>
                <a:t>得：</a:t>
              </a:r>
              <a:endParaRPr lang="zh-CN" altLang="en-US" sz="2800">
                <a:solidFill>
                  <a:schemeClr val="tx1"/>
                </a:solidFill>
                <a:uFillTx/>
                <a:latin typeface="Times New Roman" panose="02020603050405020304" charset="0"/>
                <a:ea typeface="黑体" panose="02010609060101010101" charset="-122"/>
              </a:endParaRPr>
            </a:p>
          </p:txBody>
        </p:sp>
        <p:sp>
          <p:nvSpPr>
            <p:cNvPr id="3" name="文本框 2"/>
            <p:cNvSpPr txBox="1"/>
            <p:nvPr>
              <p:custDataLst>
                <p:tags r:id="rId6"/>
              </p:custDataLst>
            </p:nvPr>
          </p:nvSpPr>
          <p:spPr>
            <a:xfrm>
              <a:off x="2737" y="1724"/>
              <a:ext cx="2679" cy="617"/>
            </a:xfrm>
            <a:prstGeom prst="rect">
              <a:avLst/>
            </a:prstGeom>
            <a:noFill/>
          </p:spPr>
          <p:txBody>
            <a:bodyPr wrap="square" rtlCol="0" anchor="t">
              <a:spAutoFit/>
            </a:bodyPr>
            <a:lstStyle/>
            <a:p>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baseline="-25000">
                  <a:solidFill>
                    <a:schemeClr val="tx1"/>
                  </a:solidFill>
                  <a:uFillTx/>
                  <a:latin typeface="Times New Roman" panose="02020603050405020304" charset="0"/>
                  <a:ea typeface="黑体" panose="02010609060101010101" charset="-122"/>
                  <a:cs typeface="Times New Roman" panose="02020603050405020304" charset="0"/>
                </a:rPr>
                <a:t>N</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 ＝ </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mg</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cos</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θ</a:t>
              </a:r>
              <a:endParaRPr lang="zh-CN" altLang="en-US" sz="2800" i="1">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4" name="文本框 3"/>
            <p:cNvSpPr txBox="1"/>
            <p:nvPr>
              <p:custDataLst>
                <p:tags r:id="rId7"/>
              </p:custDataLst>
            </p:nvPr>
          </p:nvSpPr>
          <p:spPr>
            <a:xfrm>
              <a:off x="2737" y="2660"/>
              <a:ext cx="3580" cy="617"/>
            </a:xfrm>
            <a:prstGeom prst="rect">
              <a:avLst/>
            </a:prstGeom>
            <a:noFill/>
          </p:spPr>
          <p:txBody>
            <a:bodyPr wrap="square" rtlCol="0" anchor="t">
              <a:spAutoFit/>
            </a:bodyPr>
            <a:lstStyle/>
            <a:p>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baseline="-25000">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 ＝</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m</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（g sin θ－</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a</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grpSp>
      <p:sp>
        <p:nvSpPr>
          <p:cNvPr id="5" name="文本框 4" title=""/>
          <p:cNvSpPr txBox="1"/>
          <p:nvPr>
            <p:custDataLst>
              <p:tags r:id="rId8"/>
            </p:custDataLst>
          </p:nvPr>
        </p:nvSpPr>
        <p:spPr>
          <a:xfrm>
            <a:off x="591185" y="2907665"/>
            <a:ext cx="5924550" cy="645795"/>
          </a:xfrm>
          <a:prstGeom prst="rect">
            <a:avLst/>
          </a:prstGeom>
          <a:noFill/>
        </p:spPr>
        <p:txBody>
          <a:bodyPr wrap="square" rtlCol="0" anchor="t">
            <a:noAutofit/>
          </a:bodyPr>
          <a:lstStyle/>
          <a:p>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其中，</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m</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 ＝ 75 kg，</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θ</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 ＝ 30°，则有</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6" name="文本框 5" title=""/>
          <p:cNvSpPr txBox="1"/>
          <p:nvPr>
            <p:custDataLst>
              <p:tags r:id="rId9"/>
            </p:custDataLst>
          </p:nvPr>
        </p:nvSpPr>
        <p:spPr>
          <a:xfrm>
            <a:off x="1475740" y="3757930"/>
            <a:ext cx="3972560" cy="521970"/>
          </a:xfrm>
          <a:prstGeom prst="rect">
            <a:avLst/>
          </a:prstGeom>
          <a:noFill/>
        </p:spPr>
        <p:txBody>
          <a:bodyPr wrap="square" rtlCol="0" anchor="t">
            <a:spAutoFit/>
          </a:bodyPr>
          <a:lstStyle/>
          <a:p>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baseline="-25000">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＝75 N，</a:t>
            </a:r>
            <a:r>
              <a:rPr lang="zh-CN" altLang="en-US" sz="2800" i="1">
                <a:solidFill>
                  <a:schemeClr val="tx1"/>
                </a:solidFill>
                <a:uFillTx/>
                <a:latin typeface="Times New Roman" panose="02020603050405020304" charset="0"/>
                <a:ea typeface="黑体" panose="02010609060101010101" charset="-122"/>
                <a:cs typeface="Times New Roman" panose="02020603050405020304" charset="0"/>
              </a:rPr>
              <a:t>F</a:t>
            </a:r>
            <a:r>
              <a:rPr lang="zh-CN" altLang="en-US" sz="2800" baseline="-25000">
                <a:solidFill>
                  <a:schemeClr val="tx1"/>
                </a:solidFill>
                <a:uFillTx/>
                <a:latin typeface="Times New Roman" panose="02020603050405020304" charset="0"/>
                <a:ea typeface="黑体" panose="02010609060101010101" charset="-122"/>
                <a:cs typeface="Times New Roman" panose="02020603050405020304" charset="0"/>
              </a:rPr>
              <a:t>N</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＝650 N</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sp>
        <p:nvSpPr>
          <p:cNvPr id="7" name="文本框 6" title=""/>
          <p:cNvSpPr txBox="1"/>
          <p:nvPr>
            <p:custDataLst>
              <p:tags r:id="rId10"/>
            </p:custDataLst>
          </p:nvPr>
        </p:nvSpPr>
        <p:spPr>
          <a:xfrm>
            <a:off x="580390" y="4484370"/>
            <a:ext cx="11143615" cy="2050415"/>
          </a:xfrm>
          <a:prstGeom prst="rect">
            <a:avLst/>
          </a:prstGeom>
          <a:noFill/>
        </p:spPr>
        <p:txBody>
          <a:bodyPr wrap="square" rtlCol="0" anchor="t">
            <a:noAutofit/>
          </a:bodyPr>
          <a:lstStyle/>
          <a:p>
            <a:pPr>
              <a:lnSpc>
                <a:spcPct val="150000"/>
              </a:lnSpc>
            </a:pPr>
            <a:r>
              <a:rPr lang="en-US" altLang="zh-CN" sz="2800">
                <a:solidFill>
                  <a:schemeClr val="tx1"/>
                </a:solidFill>
                <a:uFillTx/>
                <a:latin typeface="Times New Roman" panose="02020603050405020304" charset="0"/>
                <a:ea typeface="黑体" panose="02010609060101010101" charset="-122"/>
                <a:cs typeface="Times New Roman" panose="02020603050405020304" charset="0"/>
              </a:rPr>
              <a:t>       </a:t>
            </a:r>
            <a:r>
              <a:rPr lang="zh-CN" altLang="en-US" sz="2800">
                <a:solidFill>
                  <a:schemeClr val="tx1"/>
                </a:solidFill>
                <a:uFillTx/>
                <a:latin typeface="Times New Roman" panose="02020603050405020304" charset="0"/>
                <a:ea typeface="黑体" panose="02010609060101010101" charset="-122"/>
                <a:cs typeface="Times New Roman" panose="02020603050405020304" charset="0"/>
              </a:rPr>
              <a:t>根据牛顿第三定律，滑雪者对雪面的压力大小等于雪面对滑雪者的支持力大小，为 650 N，方向垂直斜面向下。滑雪者受到的阻力大小为 75 N，方向沿山坡向上。</a:t>
            </a:r>
            <a:endParaRPr lang="zh-CN" altLang="en-US" sz="2800">
              <a:solidFill>
                <a:schemeClr val="tx1"/>
              </a:solidFill>
              <a:uFillTx/>
              <a:latin typeface="Times New Roman" panose="02020603050405020304" charset="0"/>
              <a:ea typeface="黑体" panose="02010609060101010101" charset="-122"/>
              <a:cs typeface="Times New Roman" panose="02020603050405020304" charset="0"/>
            </a:endParaRPr>
          </a:p>
        </p:txBody>
      </p:sp>
      <p:pic>
        <p:nvPicPr>
          <p:cNvPr id="37" name="图片 36" title=""/>
          <p:cNvPicPr>
            <a:picLocks noChangeAspect="1" noChangeArrowheads="1"/>
          </p:cNvPicPr>
          <p:nvPr>
            <p:custDataLst>
              <p:tags r:id="rId12"/>
            </p:custDataLst>
          </p:nvPr>
        </p:nvPicPr>
        <p:blipFill>
          <a:blip r:embed="rId11">
            <a:clrChange>
              <a:clrFrom>
                <a:srgbClr val="EDF1F4"/>
              </a:clrFrom>
              <a:clrTo>
                <a:srgbClr val="EDF1F4">
                  <a:alpha val="0"/>
                </a:srgbClr>
              </a:clrTo>
            </a:clrChange>
            <a:lum bright="-18000" contrast="36000"/>
            <a:extLst>
              <a:ext uri="{28A0092B-C50C-407E-A947-70E740481C1C}">
                <a14:useLocalDpi xmlns:a14="http://schemas.microsoft.com/office/drawing/2010/main" val="0"/>
              </a:ext>
            </a:extLst>
          </a:blip>
          <a:srcRect l="590" t="910" b="1"/>
          <a:stretch>
            <a:fillRect/>
          </a:stretch>
        </p:blipFill>
        <p:spPr bwMode="auto">
          <a:xfrm>
            <a:off x="7822777" y="837353"/>
            <a:ext cx="3645747" cy="364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667" y="200115"/>
            <a:ext cx="3990667" cy="583565"/>
          </a:xfrm>
          <a:prstGeom prst="rect">
            <a:avLst/>
          </a:prstGeom>
          <a:noFill/>
        </p:spPr>
        <p:txBody>
          <a:bodyPr wrap="square" rtlCol="0">
            <a:sp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思考与总结</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411480" y="1208405"/>
            <a:ext cx="11368405" cy="755015"/>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(1)</a:t>
            </a:r>
            <a:r>
              <a:rPr lang="zh-CN" altLang="en-US" sz="2800">
                <a:latin typeface="黑体" panose="02010609060101010101" charset="-122"/>
                <a:ea typeface="黑体" panose="02010609060101010101" charset="-122"/>
                <a:cs typeface="黑体" panose="02010609060101010101" charset="-122"/>
              </a:rPr>
              <a:t>你认为</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从受力确定运动情况</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这类问题中，要做好哪两个分析？</a:t>
            </a:r>
            <a:endParaRPr lang="en-US" altLang="zh-CN" sz="2800">
              <a:latin typeface="黑体" panose="02010609060101010101" charset="-122"/>
              <a:ea typeface="黑体" panose="02010609060101010101" charset="-122"/>
              <a:cs typeface="黑体" panose="02010609060101010101" charset="-122"/>
            </a:endParaRPr>
          </a:p>
        </p:txBody>
      </p:sp>
      <p:sp>
        <p:nvSpPr>
          <p:cNvPr id="2" name="文本框 1" title=""/>
          <p:cNvSpPr txBox="1"/>
          <p:nvPr>
            <p:custDataLst>
              <p:tags r:id="rId5"/>
            </p:custDataLst>
          </p:nvPr>
        </p:nvSpPr>
        <p:spPr>
          <a:xfrm>
            <a:off x="440690" y="2530475"/>
            <a:ext cx="11338560" cy="1513840"/>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(2)</a:t>
            </a:r>
            <a:r>
              <a:rPr lang="zh-CN" altLang="en-US" sz="2800">
                <a:latin typeface="黑体" panose="02010609060101010101" charset="-122"/>
                <a:ea typeface="黑体" panose="02010609060101010101" charset="-122"/>
                <a:cs typeface="黑体" panose="02010609060101010101" charset="-122"/>
              </a:rPr>
              <a:t>你认为“从受力确定运动情况”这类问题中，要把力和运动联系在一起的桥梁是什么？</a:t>
            </a:r>
            <a:endParaRPr lang="zh-CN" altLang="en-US" sz="2800">
              <a:latin typeface="黑体" panose="02010609060101010101" charset="-122"/>
              <a:ea typeface="黑体" panose="02010609060101010101" charset="-122"/>
              <a:cs typeface="黑体" panose="02010609060101010101" charset="-122"/>
            </a:endParaRPr>
          </a:p>
        </p:txBody>
      </p:sp>
      <p:sp>
        <p:nvSpPr>
          <p:cNvPr id="3" name="文本框 2" title=""/>
          <p:cNvSpPr txBox="1"/>
          <p:nvPr>
            <p:custDataLst>
              <p:tags r:id="rId6"/>
            </p:custDataLst>
          </p:nvPr>
        </p:nvSpPr>
        <p:spPr>
          <a:xfrm>
            <a:off x="440690" y="4311015"/>
            <a:ext cx="11339195" cy="1520825"/>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(3)</a:t>
            </a:r>
            <a:r>
              <a:rPr lang="zh-CN" altLang="en-US" sz="2800">
                <a:latin typeface="黑体" panose="02010609060101010101" charset="-122"/>
                <a:ea typeface="黑体" panose="02010609060101010101" charset="-122"/>
                <a:cs typeface="黑体" panose="02010609060101010101" charset="-122"/>
              </a:rPr>
              <a:t>你认为“从受力确定运动情况”这类问题中，我们应该按照怎样的步骤解决来解决？</a:t>
            </a:r>
            <a:endParaRPr lang="zh-CN" altLang="en-US" sz="2800">
              <a:latin typeface="黑体" panose="02010609060101010101" charset="-122"/>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667" y="200115"/>
            <a:ext cx="3990667" cy="583565"/>
          </a:xfrm>
          <a:prstGeom prst="rect">
            <a:avLst/>
          </a:prstGeom>
          <a:noFill/>
        </p:spPr>
        <p:txBody>
          <a:bodyPr wrap="square" rtlCol="0">
            <a:sp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思考与总结</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411480" y="1208405"/>
            <a:ext cx="11368405" cy="755015"/>
          </a:xfrm>
          <a:prstGeom prst="rect">
            <a:avLst/>
          </a:prstGeom>
          <a:noFill/>
        </p:spPr>
        <p:txBody>
          <a:bodyPr wrap="square" rtlCol="0">
            <a:noAutofit/>
          </a:bodyPr>
          <a:lstStyle/>
          <a:p>
            <a:pPr>
              <a:lnSpc>
                <a:spcPct val="150000"/>
              </a:lnSpc>
            </a:pPr>
            <a:r>
              <a:rPr lang="en-US" sz="2800">
                <a:latin typeface="黑体" panose="02010609060101010101" charset="-122"/>
                <a:ea typeface="黑体" panose="02010609060101010101" charset="-122"/>
                <a:cs typeface="黑体" panose="02010609060101010101" charset="-122"/>
              </a:rPr>
              <a:t>1.</a:t>
            </a:r>
            <a:r>
              <a:rPr lang="zh-CN" altLang="en-US" sz="2800">
                <a:latin typeface="黑体" panose="02010609060101010101" charset="-122"/>
                <a:ea typeface="黑体" panose="02010609060101010101" charset="-122"/>
                <a:cs typeface="黑体" panose="02010609060101010101" charset="-122"/>
              </a:rPr>
              <a:t>两个分析</a:t>
            </a:r>
            <a:endParaRPr lang="zh-CN" altLang="en-US" sz="2800">
              <a:latin typeface="黑体" panose="02010609060101010101" charset="-122"/>
              <a:ea typeface="黑体" panose="02010609060101010101" charset="-122"/>
              <a:cs typeface="黑体" panose="02010609060101010101" charset="-122"/>
            </a:endParaRPr>
          </a:p>
        </p:txBody>
      </p:sp>
      <p:sp>
        <p:nvSpPr>
          <p:cNvPr id="4" name="文本框 3" title=""/>
          <p:cNvSpPr txBox="1"/>
          <p:nvPr>
            <p:custDataLst>
              <p:tags r:id="rId5"/>
            </p:custDataLst>
          </p:nvPr>
        </p:nvSpPr>
        <p:spPr>
          <a:xfrm>
            <a:off x="1230630" y="2930525"/>
            <a:ext cx="613410" cy="1600200"/>
          </a:xfrm>
          <a:prstGeom prst="rect">
            <a:avLst/>
          </a:prstGeom>
          <a:noFill/>
          <a:ln w="22225">
            <a:solidFill>
              <a:schemeClr val="tx1"/>
            </a:solidFill>
          </a:ln>
        </p:spPr>
        <p:txBody>
          <a:bodyPr vert="eaVert" wrap="square" rtlCol="0">
            <a:spAutoFit/>
          </a:bodyPr>
          <a:lstStyle/>
          <a:p>
            <a:pPr algn="ctr"/>
            <a:r>
              <a:rPr lang="zh-CN" altLang="en-US" sz="2800">
                <a:latin typeface="黑体" panose="02010609060101010101" charset="-122"/>
                <a:ea typeface="黑体" panose="02010609060101010101" charset="-122"/>
              </a:rPr>
              <a:t>两个分析</a:t>
            </a:r>
            <a:endParaRPr lang="zh-CN" altLang="en-US" sz="2800">
              <a:latin typeface="黑体" panose="02010609060101010101" charset="-122"/>
              <a:ea typeface="黑体" panose="02010609060101010101" charset="-122"/>
            </a:endParaRPr>
          </a:p>
        </p:txBody>
      </p:sp>
      <p:grpSp>
        <p:nvGrpSpPr>
          <p:cNvPr id="7" name="组合 6" title=""/>
          <p:cNvGrpSpPr/>
          <p:nvPr>
            <p:custDataLst>
              <p:tags r:id="rId6"/>
            </p:custDataLst>
          </p:nvPr>
        </p:nvGrpSpPr>
        <p:grpSpPr>
          <a:xfrm>
            <a:off x="1844040" y="3112135"/>
            <a:ext cx="1230630" cy="1265555"/>
            <a:chOff x="4710" y="4742"/>
            <a:chExt cx="1938" cy="1993"/>
          </a:xfrm>
        </p:grpSpPr>
        <p:cxnSp>
          <p:nvCxnSpPr>
            <p:cNvPr id="2" name="肘形连接符 1"/>
            <p:cNvCxnSpPr/>
            <p:nvPr>
              <p:custDataLst>
                <p:tags r:id="rId7"/>
              </p:custDataLst>
            </p:nvPr>
          </p:nvCxnSpPr>
          <p:spPr>
            <a:xfrm>
              <a:off x="4710" y="5739"/>
              <a:ext cx="1938" cy="997"/>
            </a:xfrm>
            <a:prstGeom prst="bentConnector3">
              <a:avLst>
                <a:gd name="adj1" fmla="val 50052"/>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cxnSp>
          <p:nvCxnSpPr>
            <p:cNvPr id="3" name="肘形连接符 2"/>
            <p:cNvCxnSpPr/>
            <p:nvPr>
              <p:custDataLst>
                <p:tags r:id="rId8"/>
              </p:custDataLst>
            </p:nvPr>
          </p:nvCxnSpPr>
          <p:spPr>
            <a:xfrm flipV="1">
              <a:off x="4710" y="4742"/>
              <a:ext cx="1938" cy="997"/>
            </a:xfrm>
            <a:prstGeom prst="bentConnector3">
              <a:avLst>
                <a:gd name="adj1" fmla="val 50052"/>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grpSp>
      <p:sp>
        <p:nvSpPr>
          <p:cNvPr id="8" name="文本框 7" title=""/>
          <p:cNvSpPr txBox="1"/>
          <p:nvPr>
            <p:custDataLst>
              <p:tags r:id="rId9"/>
            </p:custDataLst>
          </p:nvPr>
        </p:nvSpPr>
        <p:spPr>
          <a:xfrm>
            <a:off x="3074670" y="2860675"/>
            <a:ext cx="1891030" cy="461010"/>
          </a:xfrm>
          <a:prstGeom prst="rect">
            <a:avLst/>
          </a:prstGeom>
          <a:noFill/>
          <a:ln w="25400">
            <a:solidFill>
              <a:schemeClr val="tx1"/>
            </a:solidFill>
          </a:ln>
        </p:spPr>
        <p:txBody>
          <a:bodyPr wrap="square" rtlCol="0">
            <a:noAutofit/>
          </a:bodyPr>
          <a:lstStyle/>
          <a:p>
            <a:pPr algn="ctr">
              <a:lnSpc>
                <a:spcPct val="100000"/>
              </a:lnSpc>
            </a:pPr>
            <a:r>
              <a:rPr lang="zh-CN" altLang="en-US" sz="2800">
                <a:latin typeface="思源黑体 CN Light" panose="020b0400000000000000" pitchFamily="34" charset="-122"/>
                <a:ea typeface="思源黑体 CN Light" panose="020b0400000000000000" pitchFamily="34" charset="-122"/>
              </a:rPr>
              <a:t>过程分析</a:t>
            </a:r>
            <a:endParaRPr lang="zh-CN" altLang="en-US" sz="2800">
              <a:latin typeface="思源黑体 CN Light" panose="020b0400000000000000" pitchFamily="34" charset="-122"/>
              <a:ea typeface="思源黑体 CN Light" panose="020b0400000000000000" pitchFamily="34" charset="-122"/>
            </a:endParaRPr>
          </a:p>
        </p:txBody>
      </p:sp>
      <p:sp>
        <p:nvSpPr>
          <p:cNvPr id="9" name="文本框 8" title=""/>
          <p:cNvSpPr txBox="1"/>
          <p:nvPr>
            <p:custDataLst>
              <p:tags r:id="rId10"/>
            </p:custDataLst>
          </p:nvPr>
        </p:nvSpPr>
        <p:spPr>
          <a:xfrm>
            <a:off x="3074670" y="4069715"/>
            <a:ext cx="1891030" cy="461010"/>
          </a:xfrm>
          <a:prstGeom prst="rect">
            <a:avLst/>
          </a:prstGeom>
          <a:noFill/>
          <a:ln w="25400">
            <a:solidFill>
              <a:schemeClr val="tx1"/>
            </a:solidFill>
          </a:ln>
        </p:spPr>
        <p:txBody>
          <a:bodyPr wrap="square" rtlCol="0">
            <a:noAutofit/>
          </a:bodyPr>
          <a:lstStyle/>
          <a:p>
            <a:pPr algn="ctr">
              <a:lnSpc>
                <a:spcPct val="100000"/>
              </a:lnSpc>
            </a:pPr>
            <a:r>
              <a:rPr lang="zh-CN" altLang="en-US" sz="2800">
                <a:latin typeface="思源黑体 CN Light" panose="020b0400000000000000" pitchFamily="34" charset="-122"/>
                <a:ea typeface="思源黑体 CN Light" panose="020b0400000000000000" pitchFamily="34" charset="-122"/>
              </a:rPr>
              <a:t>受力分析</a:t>
            </a:r>
            <a:endParaRPr lang="zh-CN" altLang="en-US" sz="2800">
              <a:latin typeface="思源黑体 CN Light" panose="020b0400000000000000" pitchFamily="34" charset="-122"/>
              <a:ea typeface="思源黑体 CN Light" panose="020b0400000000000000" pitchFamily="34" charset="-122"/>
            </a:endParaRPr>
          </a:p>
        </p:txBody>
      </p:sp>
      <p:cxnSp>
        <p:nvCxnSpPr>
          <p:cNvPr id="10" name="直接箭头连接符 9" title=""/>
          <p:cNvCxnSpPr/>
          <p:nvPr>
            <p:custDataLst>
              <p:tags r:id="rId11"/>
            </p:custDataLst>
          </p:nvPr>
        </p:nvCxnSpPr>
        <p:spPr>
          <a:xfrm>
            <a:off x="4965700" y="3112135"/>
            <a:ext cx="814070" cy="0"/>
          </a:xfrm>
          <a:prstGeom prst="straightConnector1">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cxnSp>
        <p:nvCxnSpPr>
          <p:cNvPr id="11" name="直接箭头连接符 10" title=""/>
          <p:cNvCxnSpPr/>
          <p:nvPr>
            <p:custDataLst>
              <p:tags r:id="rId12"/>
            </p:custDataLst>
          </p:nvPr>
        </p:nvCxnSpPr>
        <p:spPr>
          <a:xfrm>
            <a:off x="4965700" y="4378325"/>
            <a:ext cx="814070" cy="0"/>
          </a:xfrm>
          <a:prstGeom prst="straightConnector1">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sp>
        <p:nvSpPr>
          <p:cNvPr id="12" name="文本框 11" title=""/>
          <p:cNvSpPr txBox="1"/>
          <p:nvPr>
            <p:custDataLst>
              <p:tags r:id="rId13"/>
            </p:custDataLst>
          </p:nvPr>
        </p:nvSpPr>
        <p:spPr>
          <a:xfrm>
            <a:off x="5779770" y="2354580"/>
            <a:ext cx="5464175" cy="1224280"/>
          </a:xfrm>
          <a:prstGeom prst="rect">
            <a:avLst/>
          </a:prstGeom>
          <a:noFill/>
          <a:ln w="25400">
            <a:solidFill>
              <a:schemeClr val="tx1"/>
            </a:solidFill>
          </a:ln>
        </p:spPr>
        <p:txBody>
          <a:bodyPr wrap="square" rtlCol="0">
            <a:noAutofit/>
          </a:bodyPr>
          <a:lstStyle/>
          <a:p>
            <a:pPr algn="l">
              <a:lnSpc>
                <a:spcPct val="130000"/>
              </a:lnSpc>
              <a:spcBef>
                <a:spcPct val="0"/>
              </a:spcBef>
              <a:spcAft>
                <a:spcPct val="0"/>
              </a:spcAft>
            </a:pPr>
            <a:r>
              <a:rPr lang="zh-CN" altLang="en-US" sz="2800">
                <a:latin typeface="思源黑体 CN Light" panose="020b0400000000000000" pitchFamily="34" charset="-122"/>
                <a:ea typeface="思源黑体 CN Light" panose="020b0400000000000000" pitchFamily="34" charset="-122"/>
              </a:rPr>
              <a:t>逐一分析不同过程运动特点，找出相邻过程的联系点。</a:t>
            </a:r>
            <a:endParaRPr lang="zh-CN" altLang="en-US" sz="2800">
              <a:latin typeface="思源黑体 CN Light" panose="020b0400000000000000" pitchFamily="34" charset="-122"/>
              <a:ea typeface="思源黑体 CN Light" panose="020b0400000000000000" pitchFamily="34" charset="-122"/>
            </a:endParaRPr>
          </a:p>
        </p:txBody>
      </p:sp>
      <p:sp>
        <p:nvSpPr>
          <p:cNvPr id="13" name="文本框 12" title=""/>
          <p:cNvSpPr txBox="1"/>
          <p:nvPr>
            <p:custDataLst>
              <p:tags r:id="rId14"/>
            </p:custDataLst>
          </p:nvPr>
        </p:nvSpPr>
        <p:spPr>
          <a:xfrm>
            <a:off x="5779770" y="3970020"/>
            <a:ext cx="5464175" cy="1224280"/>
          </a:xfrm>
          <a:prstGeom prst="rect">
            <a:avLst/>
          </a:prstGeom>
          <a:noFill/>
          <a:ln w="25400">
            <a:solidFill>
              <a:schemeClr val="tx1"/>
            </a:solidFill>
          </a:ln>
        </p:spPr>
        <p:txBody>
          <a:bodyPr wrap="square" rtlCol="0">
            <a:noAutofit/>
          </a:bodyPr>
          <a:lstStyle/>
          <a:p>
            <a:pPr algn="l">
              <a:lnSpc>
                <a:spcPct val="130000"/>
              </a:lnSpc>
              <a:spcBef>
                <a:spcPct val="0"/>
              </a:spcBef>
              <a:spcAft>
                <a:spcPct val="0"/>
              </a:spcAft>
            </a:pPr>
            <a:r>
              <a:rPr lang="zh-CN" altLang="en-US" sz="2800">
                <a:latin typeface="思源黑体 CN Light" panose="020b0400000000000000" pitchFamily="34" charset="-122"/>
                <a:ea typeface="思源黑体 CN Light" panose="020b0400000000000000" pitchFamily="34" charset="-122"/>
              </a:rPr>
              <a:t>逐过程分析物体受力，注意摩擦力、弹力可能变化。</a:t>
            </a:r>
            <a:endParaRPr lang="zh-CN" altLang="en-US" sz="2800">
              <a:latin typeface="思源黑体 CN Light" panose="020b0400000000000000" pitchFamily="34" charset="-122"/>
              <a:ea typeface="思源黑体 CN Light" panose="020b0400000000000000" pitchFamily="34" charset="-122"/>
            </a:endParaRPr>
          </a:p>
        </p:txBody>
      </p:sp>
      <p:pic>
        <p:nvPicPr>
          <p:cNvPr id="6" name="Picture 6"/>
          <p:cNvPicPr>
            <a:picLocks noChangeAspect="1"/>
          </p:cNvPicPr>
          <p:nvPr>
            <p:custDataLst>
              <p:tags r:id="rId16"/>
            </p:custDataLst>
          </p:nvPr>
        </p:nvPicPr>
        <p:blipFill>
          <a:blip r:embed="rId15"/>
          <a:stretch>
            <a:fillRect/>
          </a:stretch>
        </p:blipFill>
        <p:spPr>
          <a:xfrm flipH="1">
            <a:off x="11976100" y="11214100"/>
            <a:ext cx="0" cy="0"/>
          </a:xfrm>
          <a:prstGeom prst="rect">
            <a:avLst/>
          </a:prstGeom>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4" name="文本框 23" title=""/>
          <p:cNvSpPr txBox="1"/>
          <p:nvPr>
            <p:custDataLst>
              <p:tags r:id="rId3"/>
            </p:custDataLst>
          </p:nvPr>
        </p:nvSpPr>
        <p:spPr>
          <a:xfrm>
            <a:off x="4984115" y="3710940"/>
            <a:ext cx="1893570" cy="848995"/>
          </a:xfrm>
          <a:prstGeom prst="rect">
            <a:avLst/>
          </a:prstGeom>
          <a:solidFill>
            <a:srgbClr val="7FC5FF"/>
          </a:solidFill>
        </p:spPr>
        <p:txBody>
          <a:bodyPr wrap="square" rtlCol="0">
            <a:noAutofit/>
          </a:bodyPr>
          <a:lstStyle/>
          <a:p>
            <a:pPr algn="l"/>
            <a:endParaRPr lang="zh-CN" altLang="en-US" sz="1400">
              <a:latin typeface="思源黑体 CN Light" panose="020b0400000000000000" pitchFamily="34" charset="-122"/>
              <a:ea typeface="思源黑体 CN Light" panose="020b0400000000000000" pitchFamily="34" charset="-122"/>
            </a:endParaRPr>
          </a:p>
        </p:txBody>
      </p:sp>
      <p:sp>
        <p:nvSpPr>
          <p:cNvPr id="27" name="文本框 26" title=""/>
          <p:cNvSpPr txBox="1"/>
          <p:nvPr>
            <p:custDataLst>
              <p:tags r:id="rId4"/>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二、方法总结</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3" name="文本框 2" title=""/>
          <p:cNvSpPr txBox="1"/>
          <p:nvPr>
            <p:custDataLst>
              <p:tags r:id="rId5"/>
            </p:custDataLst>
          </p:nvPr>
        </p:nvSpPr>
        <p:spPr>
          <a:xfrm>
            <a:off x="434975" y="1254125"/>
            <a:ext cx="10450195" cy="521970"/>
          </a:xfrm>
          <a:prstGeom prst="rect">
            <a:avLst/>
          </a:prstGeom>
          <a:noFill/>
        </p:spPr>
        <p:txBody>
          <a:bodyPr wrap="square" rtlCol="0">
            <a:spAutoFit/>
          </a:bodyPr>
          <a:lstStyle/>
          <a:p>
            <a:pPr algn="l"/>
            <a:r>
              <a:rPr lang="en-US" altLang="zh-CN" sz="2800">
                <a:latin typeface="黑体" panose="02010609060101010101" charset="-122"/>
                <a:ea typeface="黑体" panose="02010609060101010101" charset="-122"/>
                <a:cs typeface="黑体" panose="02010609060101010101" charset="-122"/>
              </a:rPr>
              <a:t>2.</a:t>
            </a:r>
            <a:r>
              <a:rPr lang="zh-CN" altLang="en-US" sz="2800">
                <a:latin typeface="黑体" panose="02010609060101010101" charset="-122"/>
                <a:ea typeface="黑体" panose="02010609060101010101" charset="-122"/>
                <a:cs typeface="黑体" panose="02010609060101010101" charset="-122"/>
              </a:rPr>
              <a:t>一个桥梁</a:t>
            </a:r>
            <a:endParaRPr lang="zh-CN" altLang="en-US" sz="2800">
              <a:latin typeface="黑体" panose="02010609060101010101" charset="-122"/>
              <a:ea typeface="黑体" panose="02010609060101010101" charset="-122"/>
              <a:cs typeface="黑体" panose="02010609060101010101" charset="-122"/>
            </a:endParaRPr>
          </a:p>
        </p:txBody>
      </p:sp>
      <p:sp>
        <p:nvSpPr>
          <p:cNvPr id="5" name="文本框 4" title=""/>
          <p:cNvSpPr txBox="1"/>
          <p:nvPr>
            <p:custDataLst>
              <p:tags r:id="rId6"/>
            </p:custDataLst>
          </p:nvPr>
        </p:nvSpPr>
        <p:spPr>
          <a:xfrm>
            <a:off x="1146810" y="3710940"/>
            <a:ext cx="1891030" cy="837565"/>
          </a:xfrm>
          <a:prstGeom prst="rect">
            <a:avLst/>
          </a:prstGeom>
          <a:noFill/>
          <a:ln w="25400">
            <a:solidFill>
              <a:schemeClr val="tx1"/>
            </a:solidFill>
          </a:ln>
        </p:spPr>
        <p:txBody>
          <a:bodyPr wrap="square" rtlCol="0">
            <a:noAutofit/>
          </a:bodyPr>
          <a:lstStyle/>
          <a:p>
            <a:pPr algn="ctr">
              <a:lnSpc>
                <a:spcPct val="150000"/>
              </a:lnSpc>
            </a:pPr>
            <a:r>
              <a:rPr lang="zh-CN" altLang="en-US" sz="2800">
                <a:latin typeface="思源黑体 CN Light" panose="020b0400000000000000" pitchFamily="34" charset="-122"/>
                <a:ea typeface="思源黑体 CN Light" panose="020b0400000000000000" pitchFamily="34" charset="-122"/>
              </a:rPr>
              <a:t>受力情况</a:t>
            </a:r>
            <a:endParaRPr lang="zh-CN" altLang="en-US" sz="2800">
              <a:latin typeface="思源黑体 CN Light" panose="020b0400000000000000" pitchFamily="34" charset="-122"/>
              <a:ea typeface="思源黑体 CN Light" panose="020b0400000000000000" pitchFamily="34" charset="-122"/>
            </a:endParaRPr>
          </a:p>
        </p:txBody>
      </p:sp>
      <p:sp>
        <p:nvSpPr>
          <p:cNvPr id="7" name="文本框 6" title=""/>
          <p:cNvSpPr txBox="1"/>
          <p:nvPr>
            <p:custDataLst>
              <p:tags r:id="rId7"/>
            </p:custDataLst>
          </p:nvPr>
        </p:nvSpPr>
        <p:spPr>
          <a:xfrm>
            <a:off x="8823960" y="3710940"/>
            <a:ext cx="1891030" cy="837565"/>
          </a:xfrm>
          <a:prstGeom prst="rect">
            <a:avLst/>
          </a:prstGeom>
          <a:noFill/>
          <a:ln w="25400">
            <a:solidFill>
              <a:schemeClr val="tx1"/>
            </a:solidFill>
          </a:ln>
        </p:spPr>
        <p:txBody>
          <a:bodyPr wrap="square" rtlCol="0">
            <a:noAutofit/>
          </a:bodyPr>
          <a:lstStyle/>
          <a:p>
            <a:pPr algn="ctr">
              <a:lnSpc>
                <a:spcPct val="150000"/>
              </a:lnSpc>
            </a:pPr>
            <a:r>
              <a:rPr lang="zh-CN" altLang="en-US" sz="2800">
                <a:latin typeface="思源黑体 CN Light" panose="020b0400000000000000" pitchFamily="34" charset="-122"/>
                <a:ea typeface="思源黑体 CN Light" panose="020b0400000000000000" pitchFamily="34" charset="-122"/>
              </a:rPr>
              <a:t>运动情况</a:t>
            </a:r>
            <a:endParaRPr lang="zh-CN" altLang="en-US" sz="2800">
              <a:latin typeface="思源黑体 CN Light" panose="020b0400000000000000" pitchFamily="34" charset="-122"/>
              <a:ea typeface="思源黑体 CN Light" panose="020b0400000000000000" pitchFamily="34" charset="-122"/>
            </a:endParaRPr>
          </a:p>
        </p:txBody>
      </p:sp>
      <p:sp>
        <p:nvSpPr>
          <p:cNvPr id="8" name="文本框 7" title=""/>
          <p:cNvSpPr txBox="1"/>
          <p:nvPr>
            <p:custDataLst>
              <p:tags r:id="rId8"/>
            </p:custDataLst>
          </p:nvPr>
        </p:nvSpPr>
        <p:spPr>
          <a:xfrm>
            <a:off x="4985385" y="3710940"/>
            <a:ext cx="1891030" cy="837565"/>
          </a:xfrm>
          <a:prstGeom prst="rect">
            <a:avLst/>
          </a:prstGeom>
          <a:noFill/>
          <a:ln w="25400">
            <a:solidFill>
              <a:schemeClr val="tx1"/>
            </a:solidFill>
          </a:ln>
        </p:spPr>
        <p:txBody>
          <a:bodyPr wrap="square" rtlCol="0">
            <a:noAutofit/>
          </a:bodyPr>
          <a:lstStyle/>
          <a:p>
            <a:pPr algn="ctr">
              <a:lnSpc>
                <a:spcPct val="150000"/>
              </a:lnSpc>
            </a:pPr>
            <a:r>
              <a:rPr lang="zh-CN" altLang="en-US" sz="2800">
                <a:latin typeface="思源黑体 CN Light" panose="020b0400000000000000" pitchFamily="34" charset="-122"/>
                <a:ea typeface="思源黑体 CN Light" panose="020b0400000000000000" pitchFamily="34" charset="-122"/>
              </a:rPr>
              <a:t>加速度</a:t>
            </a:r>
            <a:r>
              <a:rPr lang="en-US" altLang="zh-CN" sz="2800" i="1">
                <a:latin typeface="Times New Roman" panose="02020603050405020304" charset="0"/>
                <a:ea typeface="思源黑体 CN Light" panose="020b0400000000000000" pitchFamily="34" charset="-122"/>
                <a:cs typeface="Times New Roman" panose="02020603050405020304" charset="0"/>
              </a:rPr>
              <a:t>a</a:t>
            </a:r>
            <a:endParaRPr lang="en-US" altLang="zh-CN" sz="2800" i="1">
              <a:latin typeface="Times New Roman" panose="02020603050405020304" charset="0"/>
              <a:ea typeface="思源黑体 CN Light" panose="020b0400000000000000" pitchFamily="34" charset="-122"/>
              <a:cs typeface="Times New Roman" panose="02020603050405020304" charset="0"/>
            </a:endParaRPr>
          </a:p>
        </p:txBody>
      </p:sp>
      <p:grpSp>
        <p:nvGrpSpPr>
          <p:cNvPr id="14" name="组合 13" title=""/>
          <p:cNvGrpSpPr/>
          <p:nvPr>
            <p:custDataLst>
              <p:tags r:id="rId9"/>
            </p:custDataLst>
          </p:nvPr>
        </p:nvGrpSpPr>
        <p:grpSpPr>
          <a:xfrm>
            <a:off x="2197735" y="3049905"/>
            <a:ext cx="7786370" cy="615950"/>
            <a:chOff x="3177" y="3430"/>
            <a:chExt cx="12262" cy="970"/>
          </a:xfrm>
        </p:grpSpPr>
        <p:cxnSp>
          <p:nvCxnSpPr>
            <p:cNvPr id="11" name="直接连接符 10"/>
            <p:cNvCxnSpPr/>
            <p:nvPr>
              <p:custDataLst>
                <p:tags r:id="rId10"/>
              </p:custDataLst>
            </p:nvPr>
          </p:nvCxnSpPr>
          <p:spPr>
            <a:xfrm flipH="1" flipV="1">
              <a:off x="3177" y="3430"/>
              <a:ext cx="16" cy="970"/>
            </a:xfrm>
            <a:prstGeom prst="line">
              <a:avLst/>
            </a:prstGeom>
            <a:ln w="22225">
              <a:solidFill>
                <a:schemeClr val="tx1"/>
              </a:solidFill>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custDataLst>
                <p:tags r:id="rId11"/>
              </p:custDataLst>
            </p:nvPr>
          </p:nvCxnSpPr>
          <p:spPr>
            <a:xfrm>
              <a:off x="3193" y="3430"/>
              <a:ext cx="12246" cy="0"/>
            </a:xfrm>
            <a:prstGeom prst="straightConnector1">
              <a:avLst/>
            </a:prstGeom>
            <a:ln w="22225">
              <a:solidFill>
                <a:schemeClr val="tx1"/>
              </a:solidFill>
              <a:tailEnd type="none" w="lg" len="lg"/>
            </a:ln>
          </p:spPr>
          <p:style>
            <a:lnRef idx="2">
              <a:schemeClr val="accent1"/>
            </a:lnRef>
            <a:fillRef idx="0">
              <a:srgbClr val="FFFFFF"/>
            </a:fillRef>
            <a:effectRef idx="0">
              <a:srgbClr val="FFFFFF"/>
            </a:effectRef>
            <a:fontRef idx="minor">
              <a:schemeClr val="tx1"/>
            </a:fontRef>
          </p:style>
        </p:cxnSp>
        <p:cxnSp>
          <p:nvCxnSpPr>
            <p:cNvPr id="13" name="直接连接符 12"/>
            <p:cNvCxnSpPr/>
            <p:nvPr>
              <p:custDataLst>
                <p:tags r:id="rId12"/>
              </p:custDataLst>
            </p:nvPr>
          </p:nvCxnSpPr>
          <p:spPr>
            <a:xfrm flipH="1">
              <a:off x="15423" y="3430"/>
              <a:ext cx="16" cy="970"/>
            </a:xfrm>
            <a:prstGeom prst="line">
              <a:avLst/>
            </a:prstGeom>
            <a:ln w="22225">
              <a:solidFill>
                <a:schemeClr val="tx1"/>
              </a:solidFill>
              <a:headEnd type="none"/>
              <a:tailEnd type="stealth" w="lg" len="lg"/>
            </a:ln>
          </p:spPr>
          <p:style>
            <a:lnRef idx="2">
              <a:schemeClr val="accent1"/>
            </a:lnRef>
            <a:fillRef idx="0">
              <a:srgbClr val="FFFFFF"/>
            </a:fillRef>
            <a:effectRef idx="0">
              <a:srgbClr val="FFFFFF"/>
            </a:effectRef>
            <a:fontRef idx="minor">
              <a:schemeClr val="tx1"/>
            </a:fontRef>
          </p:style>
        </p:cxnSp>
      </p:grpSp>
      <p:grpSp>
        <p:nvGrpSpPr>
          <p:cNvPr id="18" name="组合 17" title=""/>
          <p:cNvGrpSpPr/>
          <p:nvPr>
            <p:custDataLst>
              <p:tags r:id="rId13"/>
            </p:custDataLst>
          </p:nvPr>
        </p:nvGrpSpPr>
        <p:grpSpPr>
          <a:xfrm>
            <a:off x="3069590" y="3608070"/>
            <a:ext cx="1813530" cy="521970"/>
            <a:chOff x="4834" y="5682"/>
            <a:chExt cx="2856" cy="822"/>
          </a:xfrm>
        </p:grpSpPr>
        <p:cxnSp>
          <p:nvCxnSpPr>
            <p:cNvPr id="9" name="直接箭头连接符 8"/>
            <p:cNvCxnSpPr/>
            <p:nvPr>
              <p:custDataLst>
                <p:tags r:id="rId14"/>
              </p:custDataLst>
            </p:nvPr>
          </p:nvCxnSpPr>
          <p:spPr>
            <a:xfrm>
              <a:off x="4912" y="6504"/>
              <a:ext cx="2778" cy="0"/>
            </a:xfrm>
            <a:prstGeom prst="straightConnector1">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sp>
          <p:nvSpPr>
            <p:cNvPr id="15" name="文本框 14"/>
            <p:cNvSpPr txBox="1"/>
            <p:nvPr>
              <p:custDataLst>
                <p:tags r:id="rId15"/>
              </p:custDataLst>
            </p:nvPr>
          </p:nvSpPr>
          <p:spPr>
            <a:xfrm>
              <a:off x="4834" y="5682"/>
              <a:ext cx="2659" cy="822"/>
            </a:xfrm>
            <a:prstGeom prst="rect">
              <a:avLst/>
            </a:prstGeom>
            <a:noFill/>
          </p:spPr>
          <p:txBody>
            <a:bodyPr wrap="square" rtlCol="0">
              <a:spAutoFit/>
            </a:bodyPr>
            <a:lstStyle/>
            <a:p>
              <a:pPr algn="ctr"/>
              <a:r>
                <a:rPr lang="zh-CN" altLang="en-US" sz="2800">
                  <a:latin typeface="Times New Roman" panose="02020603050405020304" charset="0"/>
                  <a:ea typeface="黑体" panose="02010609060101010101" charset="-122"/>
                  <a:cs typeface="Times New Roman" panose="02020603050405020304" charset="0"/>
                </a:rPr>
                <a:t>由</a:t>
              </a:r>
              <a:r>
                <a:rPr lang="en-US" altLang="zh-CN" sz="2800" i="1">
                  <a:latin typeface="Times New Roman" panose="02020603050405020304" charset="0"/>
                  <a:ea typeface="黑体" panose="02010609060101010101" charset="-122"/>
                  <a:cs typeface="Times New Roman" panose="02020603050405020304" charset="0"/>
                </a:rPr>
                <a:t>F=ma</a:t>
              </a:r>
              <a:endParaRPr lang="en-US" altLang="zh-CN" sz="2800" i="1">
                <a:latin typeface="Times New Roman" panose="02020603050405020304" charset="0"/>
                <a:ea typeface="黑体" panose="02010609060101010101" charset="-122"/>
                <a:cs typeface="Times New Roman" panose="02020603050405020304" charset="0"/>
              </a:endParaRPr>
            </a:p>
          </p:txBody>
        </p:sp>
      </p:grpSp>
      <p:grpSp>
        <p:nvGrpSpPr>
          <p:cNvPr id="19" name="组合 18" title=""/>
          <p:cNvGrpSpPr/>
          <p:nvPr>
            <p:custDataLst>
              <p:tags r:id="rId16"/>
            </p:custDataLst>
          </p:nvPr>
        </p:nvGrpSpPr>
        <p:grpSpPr>
          <a:xfrm>
            <a:off x="6876415" y="3710940"/>
            <a:ext cx="1855440" cy="419100"/>
            <a:chOff x="10829" y="5844"/>
            <a:chExt cx="2922" cy="660"/>
          </a:xfrm>
        </p:grpSpPr>
        <p:cxnSp>
          <p:nvCxnSpPr>
            <p:cNvPr id="10" name="直接箭头连接符 9"/>
            <p:cNvCxnSpPr/>
            <p:nvPr>
              <p:custDataLst>
                <p:tags r:id="rId17"/>
              </p:custDataLst>
            </p:nvPr>
          </p:nvCxnSpPr>
          <p:spPr>
            <a:xfrm>
              <a:off x="10973" y="6504"/>
              <a:ext cx="2778" cy="0"/>
            </a:xfrm>
            <a:prstGeom prst="straightConnector1">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sp>
          <p:nvSpPr>
            <p:cNvPr id="16" name="文本框 15"/>
            <p:cNvSpPr txBox="1"/>
            <p:nvPr>
              <p:custDataLst>
                <p:tags r:id="rId18"/>
              </p:custDataLst>
            </p:nvPr>
          </p:nvSpPr>
          <p:spPr>
            <a:xfrm>
              <a:off x="10829" y="5844"/>
              <a:ext cx="2912" cy="636"/>
            </a:xfrm>
            <a:prstGeom prst="rect">
              <a:avLst/>
            </a:prstGeom>
            <a:noFill/>
          </p:spPr>
          <p:txBody>
            <a:bodyPr wrap="square" rtlCol="0">
              <a:noAutofit/>
            </a:bodyPr>
            <a:lstStyle/>
            <a:p>
              <a:pPr algn="ctr"/>
              <a:r>
                <a:rPr lang="zh-CN" altLang="en-US" sz="2400">
                  <a:latin typeface="Times New Roman" panose="02020603050405020304" charset="0"/>
                  <a:ea typeface="黑体" panose="02010609060101010101" charset="-122"/>
                  <a:cs typeface="Times New Roman" panose="02020603050405020304" charset="0"/>
                </a:rPr>
                <a:t>运动学公式</a:t>
              </a:r>
              <a:endParaRPr lang="zh-CN" altLang="en-US" sz="2400">
                <a:latin typeface="Times New Roman" panose="02020603050405020304" charset="0"/>
                <a:ea typeface="黑体" panose="02010609060101010101" charset="-122"/>
                <a:cs typeface="Times New Roman" panose="02020603050405020304" charset="0"/>
              </a:endParaRPr>
            </a:p>
          </p:txBody>
        </p:sp>
      </p:grpSp>
      <p:sp>
        <p:nvSpPr>
          <p:cNvPr id="17" name="文本框 16" title=""/>
          <p:cNvSpPr txBox="1"/>
          <p:nvPr>
            <p:custDataLst>
              <p:tags r:id="rId19"/>
            </p:custDataLst>
          </p:nvPr>
        </p:nvSpPr>
        <p:spPr>
          <a:xfrm>
            <a:off x="3822700" y="2527935"/>
            <a:ext cx="4715510" cy="521970"/>
          </a:xfrm>
          <a:prstGeom prst="rect">
            <a:avLst/>
          </a:prstGeom>
          <a:noFill/>
        </p:spPr>
        <p:txBody>
          <a:bodyPr wrap="square" rtlCol="0">
            <a:spAutoFit/>
          </a:bodyPr>
          <a:lstStyle/>
          <a:p>
            <a:pPr algn="ctr"/>
            <a:r>
              <a:rPr lang="zh-CN" altLang="en-US" sz="2800">
                <a:latin typeface="黑体" panose="02010609060101010101" charset="-122"/>
                <a:ea typeface="黑体" panose="02010609060101010101" charset="-122"/>
              </a:rPr>
              <a:t>由受力情况确定运动情况</a:t>
            </a:r>
            <a:endParaRPr lang="zh-CN" altLang="en-US" sz="2800">
              <a:latin typeface="黑体" panose="02010609060101010101" charset="-122"/>
              <a:ea typeface="黑体" panose="02010609060101010101" charset="-122"/>
            </a:endParaRPr>
          </a:p>
        </p:txBody>
      </p:sp>
      <p:grpSp>
        <p:nvGrpSpPr>
          <p:cNvPr id="2" name="组合 1" title=""/>
          <p:cNvGrpSpPr/>
          <p:nvPr>
            <p:custDataLst>
              <p:tags r:id="rId20"/>
            </p:custDataLst>
          </p:nvPr>
        </p:nvGrpSpPr>
        <p:grpSpPr>
          <a:xfrm flipH="1" flipV="1">
            <a:off x="2187575" y="4621530"/>
            <a:ext cx="7786370" cy="615950"/>
            <a:chOff x="3177" y="3430"/>
            <a:chExt cx="12262" cy="970"/>
          </a:xfrm>
        </p:grpSpPr>
        <p:cxnSp>
          <p:nvCxnSpPr>
            <p:cNvPr id="4" name="直接连接符 3"/>
            <p:cNvCxnSpPr/>
            <p:nvPr>
              <p:custDataLst>
                <p:tags r:id="rId21"/>
              </p:custDataLst>
            </p:nvPr>
          </p:nvCxnSpPr>
          <p:spPr>
            <a:xfrm flipH="1" flipV="1">
              <a:off x="3177" y="3430"/>
              <a:ext cx="16" cy="970"/>
            </a:xfrm>
            <a:prstGeom prst="line">
              <a:avLst/>
            </a:prstGeom>
            <a:ln w="22225">
              <a:solidFill>
                <a:schemeClr val="tx1"/>
              </a:solidFill>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custDataLst>
                <p:tags r:id="rId22"/>
              </p:custDataLst>
            </p:nvPr>
          </p:nvCxnSpPr>
          <p:spPr>
            <a:xfrm>
              <a:off x="3193" y="3430"/>
              <a:ext cx="12246" cy="0"/>
            </a:xfrm>
            <a:prstGeom prst="straightConnector1">
              <a:avLst/>
            </a:prstGeom>
            <a:ln w="22225">
              <a:solidFill>
                <a:schemeClr val="tx1"/>
              </a:solidFill>
              <a:tailEnd type="none" w="lg" len="lg"/>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23"/>
              </p:custDataLst>
            </p:nvPr>
          </p:nvCxnSpPr>
          <p:spPr>
            <a:xfrm flipH="1">
              <a:off x="15423" y="3430"/>
              <a:ext cx="16" cy="970"/>
            </a:xfrm>
            <a:prstGeom prst="line">
              <a:avLst/>
            </a:prstGeom>
            <a:ln w="22225">
              <a:solidFill>
                <a:schemeClr val="tx1"/>
              </a:solidFill>
              <a:headEnd type="none"/>
              <a:tailEnd type="stealth" w="lg" len="lg"/>
            </a:ln>
          </p:spPr>
          <p:style>
            <a:lnRef idx="2">
              <a:schemeClr val="accent1"/>
            </a:lnRef>
            <a:fillRef idx="0">
              <a:srgbClr val="FFFFFF"/>
            </a:fillRef>
            <a:effectRef idx="0">
              <a:srgbClr val="FFFFFF"/>
            </a:effectRef>
            <a:fontRef idx="minor">
              <a:schemeClr val="tx1"/>
            </a:fontRef>
          </p:style>
        </p:cxnSp>
      </p:grpSp>
      <p:cxnSp>
        <p:nvCxnSpPr>
          <p:cNvPr id="21" name="直接箭头连接符 20" title=""/>
          <p:cNvCxnSpPr/>
          <p:nvPr>
            <p:custDataLst>
              <p:tags r:id="rId24"/>
            </p:custDataLst>
          </p:nvPr>
        </p:nvCxnSpPr>
        <p:spPr>
          <a:xfrm flipH="1">
            <a:off x="6933565" y="4257040"/>
            <a:ext cx="1764030" cy="0"/>
          </a:xfrm>
          <a:prstGeom prst="straightConnector1">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cxnSp>
        <p:nvCxnSpPr>
          <p:cNvPr id="22" name="直接箭头连接符 21" title=""/>
          <p:cNvCxnSpPr/>
          <p:nvPr>
            <p:custDataLst>
              <p:tags r:id="rId25"/>
            </p:custDataLst>
          </p:nvPr>
        </p:nvCxnSpPr>
        <p:spPr>
          <a:xfrm flipH="1">
            <a:off x="3092450" y="4257040"/>
            <a:ext cx="1764030" cy="0"/>
          </a:xfrm>
          <a:prstGeom prst="straightConnector1">
            <a:avLst/>
          </a:prstGeom>
          <a:ln w="22225">
            <a:solidFill>
              <a:schemeClr val="tx1"/>
            </a:solidFill>
            <a:tailEnd type="stealth" w="lg" len="lg"/>
          </a:ln>
        </p:spPr>
        <p:style>
          <a:lnRef idx="2">
            <a:schemeClr val="accent1"/>
          </a:lnRef>
          <a:fillRef idx="0">
            <a:srgbClr val="FFFFFF"/>
          </a:fillRef>
          <a:effectRef idx="0">
            <a:srgbClr val="FFFFFF"/>
          </a:effectRef>
          <a:fontRef idx="minor">
            <a:schemeClr val="tx1"/>
          </a:fontRef>
        </p:style>
      </p:cxnSp>
      <p:sp>
        <p:nvSpPr>
          <p:cNvPr id="23" name="文本框 22" title=""/>
          <p:cNvSpPr txBox="1"/>
          <p:nvPr>
            <p:custDataLst>
              <p:tags r:id="rId26"/>
            </p:custDataLst>
          </p:nvPr>
        </p:nvSpPr>
        <p:spPr>
          <a:xfrm>
            <a:off x="3717925" y="5337175"/>
            <a:ext cx="4715510" cy="521970"/>
          </a:xfrm>
          <a:prstGeom prst="rect">
            <a:avLst/>
          </a:prstGeom>
          <a:noFill/>
        </p:spPr>
        <p:txBody>
          <a:bodyPr wrap="square" rtlCol="0">
            <a:spAutoFit/>
          </a:bodyPr>
          <a:lstStyle/>
          <a:p>
            <a:pPr algn="ctr"/>
            <a:r>
              <a:rPr lang="zh-CN" altLang="en-US" sz="2800">
                <a:latin typeface="黑体" panose="02010609060101010101" charset="-122"/>
                <a:ea typeface="黑体" panose="02010609060101010101" charset="-122"/>
              </a:rPr>
              <a:t>由运动情况确定受力情况</a:t>
            </a:r>
            <a:endParaRPr lang="zh-CN" altLang="en-US" sz="2800">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000"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par>
                                <p:cTn id="8" presetID="22" presetClass="entr" presetSubtype="8" fill="hold" grpId="0" nodeType="withEffect">
                                  <p:stCondLst>
                                    <p:cond delay="0"/>
                                  </p:stCondLst>
                                  <p:childTnLst>
                                    <p:set>
                                      <p:cBhvr>
                                        <p:cTn id="9" dur="1000" fill="hold">
                                          <p:stCondLst>
                                            <p:cond delay="0"/>
                                          </p:stCondLst>
                                        </p:cTn>
                                        <p:tgtEl>
                                          <p:spTgt spid="17"/>
                                        </p:tgtEl>
                                        <p:attrNameLst>
                                          <p:attrName>style.visibility</p:attrName>
                                        </p:attrNameLst>
                                      </p:cBhvr>
                                      <p:to>
                                        <p:strVal val="visible"/>
                                      </p:to>
                                    </p:set>
                                    <p:animEffect transition="in" filter="wipe(left)">
                                      <p:cBhvr>
                                        <p:cTn id="10" dur="1000"/>
                                        <p:tgtEl>
                                          <p:spTgt spid="17"/>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000" fill="hold">
                                          <p:stCondLst>
                                            <p:cond delay="0"/>
                                          </p:stCondLst>
                                        </p:cTn>
                                        <p:tgtEl>
                                          <p:spTgt spid="2"/>
                                        </p:tgtEl>
                                        <p:attrNameLst>
                                          <p:attrName>style.visibility</p:attrName>
                                        </p:attrNameLst>
                                      </p:cBhvr>
                                      <p:to>
                                        <p:strVal val="visible"/>
                                      </p:to>
                                    </p:set>
                                    <p:animEffect transition="in" filter="wipe(right)">
                                      <p:cBhvr>
                                        <p:cTn id="30" dur="1000"/>
                                        <p:tgtEl>
                                          <p:spTgt spid="2"/>
                                        </p:tgtEl>
                                      </p:cBhvr>
                                    </p:animEffect>
                                  </p:childTnLst>
                                </p:cTn>
                              </p:par>
                              <p:par>
                                <p:cTn id="31" presetID="22" presetClass="entr" presetSubtype="2" fill="hold" grpId="0" nodeType="withEffect">
                                  <p:stCondLst>
                                    <p:cond delay="0"/>
                                  </p:stCondLst>
                                  <p:childTnLst>
                                    <p:set>
                                      <p:cBhvr>
                                        <p:cTn id="32" dur="1000" fill="hold">
                                          <p:stCondLst>
                                            <p:cond delay="0"/>
                                          </p:stCondLst>
                                        </p:cTn>
                                        <p:tgtEl>
                                          <p:spTgt spid="23"/>
                                        </p:tgtEl>
                                        <p:attrNameLst>
                                          <p:attrName>style.visibility</p:attrName>
                                        </p:attrNameLst>
                                      </p:cBhvr>
                                      <p:to>
                                        <p:strVal val="visible"/>
                                      </p:to>
                                    </p:set>
                                    <p:animEffect transition="in" filter="wipe(right)">
                                      <p:cBhvr>
                                        <p:cTn id="33" dur="1000"/>
                                        <p:tgtEl>
                                          <p:spTgt spid="23"/>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right)">
                                      <p:cBhvr>
                                        <p:cTn id="38" dur="500"/>
                                        <p:tgtEl>
                                          <p:spTgt spid="21"/>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right)">
                                      <p:cBhvr>
                                        <p:cTn id="43" dur="500"/>
                                        <p:tgtEl>
                                          <p:spTgt spid="22"/>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blinds(horizontal)">
                                      <p:cBhvr>
                                        <p:cTn id="4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8" grpId="0" animBg="1"/>
      <p:bldP spid="17" grpId="0"/>
      <p:bldP spid="23" grpId="0"/>
    </p:bld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二、方法总结</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309880" y="3199765"/>
            <a:ext cx="3705860" cy="6769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60958" tIns="60958" rIns="60958" bIns="60958" numCol="1" spcCol="38100" rtlCol="0" anchor="t" forceAA="0">
            <a:noAutofit/>
          </a:bodyPr>
          <a:lstStyle/>
          <a:p>
            <a:pPr marL="0" marR="0" indent="0" algn="l" defTabSz="914400" rtl="0" fontAlgn="auto" latinLnBrk="1" hangingPunct="0">
              <a:lnSpc>
                <a:spcPct val="150000"/>
              </a:lnSpc>
              <a:spcBef>
                <a:spcPct val="0"/>
              </a:spcBef>
              <a:spcAft>
                <a:spcPct val="0"/>
              </a:spcAft>
              <a:buClrTx/>
              <a:buSzTx/>
              <a:buFontTx/>
              <a:buNone/>
            </a:pPr>
            <a:r>
              <a:rPr kumimoji="0" lang="en-US" altLang="zh-CN" sz="2800" i="0" u="none" strike="noStrike" cap="none" spc="0" normalizeH="0" baseline="0">
                <a:ln>
                  <a:noFill/>
                </a:ln>
                <a:solidFill>
                  <a:srgbClr val="000000"/>
                </a:solidFill>
                <a:effectLst/>
                <a:uFillTx/>
                <a:latin typeface="Times New Roman" panose="02020603050405020304" charset="0"/>
                <a:ea typeface="黑体" panose="02010609060101010101" charset="-122"/>
                <a:cs typeface="Times New Roman" panose="02020603050405020304" charset="0"/>
                <a:sym typeface="Arial"/>
              </a:rPr>
              <a:t>3.</a:t>
            </a:r>
            <a:r>
              <a:rPr kumimoji="0" lang="zh-CN" altLang="en-US" sz="2800" i="0" u="none" strike="noStrike" cap="none" spc="0" normalizeH="0" baseline="0">
                <a:ln>
                  <a:noFill/>
                </a:ln>
                <a:solidFill>
                  <a:srgbClr val="000000"/>
                </a:solidFill>
                <a:effectLst/>
                <a:uFillTx/>
                <a:latin typeface="Times New Roman" panose="02020603050405020304" charset="0"/>
                <a:ea typeface="黑体" panose="02010609060101010101" charset="-122"/>
                <a:cs typeface="Times New Roman" panose="02020603050405020304" charset="0"/>
                <a:sym typeface="Arial"/>
              </a:rPr>
              <a:t>两类问题的解题步骤</a:t>
            </a:r>
            <a:endParaRPr kumimoji="0" lang="zh-CN" altLang="en-US" sz="2800" i="0" u="none" strike="noStrike" cap="none" spc="0" normalizeH="0" baseline="0">
              <a:ln>
                <a:noFill/>
              </a:ln>
              <a:solidFill>
                <a:srgbClr val="000000"/>
              </a:solidFill>
              <a:effectLst/>
              <a:uFillTx/>
              <a:latin typeface="Times New Roman" panose="02020603050405020304" charset="0"/>
              <a:ea typeface="黑体" panose="02010609060101010101" charset="-122"/>
              <a:cs typeface="Times New Roman" panose="02020603050405020304" charset="0"/>
              <a:sym typeface="Arial"/>
            </a:endParaRPr>
          </a:p>
        </p:txBody>
      </p:sp>
      <p:pic>
        <p:nvPicPr>
          <p:cNvPr id="7" name="图片 80" title=""/>
          <p:cNvPicPr>
            <a:picLocks noChangeAspect="1"/>
          </p:cNvPicPr>
          <p:nvPr>
            <p:custDataLst>
              <p:tags r:id="rId7"/>
            </p:custDataLst>
          </p:nvPr>
        </p:nvPicPr>
        <p:blipFill>
          <a:blip r:embed="rId6" r:link="rId5"/>
          <a:stretch>
            <a:fillRect/>
          </a:stretch>
        </p:blipFill>
        <p:spPr>
          <a:xfrm>
            <a:off x="4124325" y="1028700"/>
            <a:ext cx="7142480" cy="5495290"/>
          </a:xfrm>
          <a:prstGeom prst="rect">
            <a:avLst/>
          </a:prstGeom>
          <a:noFill/>
          <a:ln w="9525">
            <a:noFill/>
          </a:ln>
        </p:spPr>
      </p:pic>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4179570" y="3022600"/>
            <a:ext cx="4089400" cy="1014730"/>
          </a:xfrm>
          <a:prstGeom prst="rect">
            <a:avLst/>
          </a:prstGeom>
          <a:noFill/>
        </p:spPr>
        <p:txBody>
          <a:bodyPr wrap="square" rtlCol="0">
            <a:sp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课堂练习</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05</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205383" y="296546"/>
                <a:ext cx="11724680" cy="2818592"/>
              </a:xfrm>
              <a:prstGeom prst="rect">
                <a:avLst/>
              </a:prstGeom>
              <a:noFill/>
            </p:spPr>
            <p:txBody>
              <a:bodyPr wrap="square">
                <a:spAutoFit/>
              </a:bodyPr>
              <a:lstStyle/>
              <a:p>
                <a:pPr algn="l">
                  <a:lnSpc>
                    <a:spcPct val="150000"/>
                  </a:lnSpc>
                </a:pPr>
                <a:r>
                  <a:rPr lang="en-US" altLang="zh-CN" sz="2800" b="1" kern="100">
                    <a:effectLst/>
                    <a:latin typeface="Times New Roman" panose="02020603050405020304" charset="0"/>
                    <a:ea typeface="黑体" panose="02010609060101010101" charset="-122"/>
                  </a:rPr>
                  <a:t>1</a:t>
                </a:r>
                <a:r>
                  <a:rPr lang="zh-CN" altLang="zh-CN" sz="2800" b="1" kern="100">
                    <a:effectLst/>
                    <a:latin typeface="Times New Roman" panose="02020603050405020304" charset="0"/>
                    <a:ea typeface="黑体" panose="02010609060101010101" charset="-122"/>
                  </a:rPr>
                  <a:t>．质量为</a:t>
                </a:r>
                <a:r>
                  <a:rPr lang="en-US" altLang="zh-CN" sz="2800" b="1" i="1" kern="100">
                    <a:effectLst/>
                    <a:latin typeface="Times New Roman" panose="02020603050405020304" charset="0"/>
                    <a:ea typeface="黑体" panose="02010609060101010101" charset="-122"/>
                  </a:rPr>
                  <a:t>m</a:t>
                </a:r>
                <a:r>
                  <a:rPr lang="zh-CN" altLang="zh-CN" sz="2800" b="1" kern="100">
                    <a:effectLst/>
                    <a:latin typeface="Times New Roman" panose="02020603050405020304" charset="0"/>
                    <a:ea typeface="黑体" panose="02010609060101010101" charset="-122"/>
                  </a:rPr>
                  <a:t>的木块以</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zh-CN" altLang="zh-CN" sz="2800" b="1" kern="100">
                    <a:effectLst/>
                    <a:latin typeface="Times New Roman" panose="02020603050405020304" charset="0"/>
                    <a:ea typeface="黑体" panose="02010609060101010101" charset="-122"/>
                  </a:rPr>
                  <a:t>的初速度在水平地面上最多能滑行距离为</a:t>
                </a:r>
                <a:r>
                  <a:rPr lang="en-US" altLang="zh-CN" sz="2800" b="1" i="1" kern="100">
                    <a:effectLst/>
                    <a:latin typeface="Times New Roman" panose="02020603050405020304" charset="0"/>
                    <a:ea typeface="黑体" panose="02010609060101010101" charset="-122"/>
                  </a:rPr>
                  <a:t>s</a:t>
                </a:r>
                <a:r>
                  <a:rPr lang="zh-CN" altLang="zh-CN" sz="2800" b="1" kern="100">
                    <a:effectLst/>
                    <a:latin typeface="Times New Roman" panose="02020603050405020304" charset="0"/>
                    <a:ea typeface="黑体" panose="02010609060101010101" charset="-122"/>
                  </a:rPr>
                  <a:t>，现在在它上面再压上</a:t>
                </a:r>
                <a:r>
                  <a:rPr lang="en-US" altLang="zh-CN" sz="2800" b="1" kern="100">
                    <a:effectLst/>
                    <a:latin typeface="Times New Roman" panose="02020603050405020304" charset="0"/>
                    <a:ea typeface="黑体" panose="02010609060101010101" charset="-122"/>
                  </a:rPr>
                  <a:t>—</a:t>
                </a:r>
                <a:r>
                  <a:rPr lang="zh-CN" altLang="zh-CN" sz="2800" b="1" kern="100">
                    <a:effectLst/>
                    <a:latin typeface="Times New Roman" panose="02020603050405020304" charset="0"/>
                    <a:ea typeface="黑体" panose="02010609060101010101" charset="-122"/>
                  </a:rPr>
                  <a:t>块同样的木块，使它们一起以</a:t>
                </a:r>
                <a:r>
                  <a:rPr lang="en-US" altLang="zh-CN" sz="2800" b="1" kern="100">
                    <a:effectLst/>
                    <a:latin typeface="Times New Roman" panose="02020603050405020304" charset="0"/>
                    <a:ea typeface="黑体" panose="02010609060101010101" charset="-122"/>
                  </a:rPr>
                  <a:t>2</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zh-CN" altLang="zh-CN" sz="2800" b="1" kern="100">
                    <a:effectLst/>
                    <a:latin typeface="Times New Roman" panose="02020603050405020304" charset="0"/>
                    <a:ea typeface="黑体" panose="02010609060101010101" charset="-122"/>
                  </a:rPr>
                  <a:t>的初速度在同一水平面上滑行，则最多能滑行的距离是（　　）</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𝒔</m:t>
                          </m:r>
                        </m:num>
                        <m:den>
                          <m:r>
                            <m:rPr>
                              <m:sty m:val="bi"/>
                            </m:rPr>
                            <a:rPr lang="en-US" altLang="zh-CN" sz="2800" b="1" i="1" kern="100">
                              <a:effectLst/>
                              <a:latin typeface="Cambria Math" panose="02040503050406030204" pitchFamily="18" charset="0"/>
                              <a:ea typeface="黑体" panose="02010609060101010101" charset="-122"/>
                            </a:rPr>
                            <m:t>𝟐</m:t>
                          </m:r>
                        </m:den>
                      </m:f>
                    </m:oMath>
                  </m:oMathPara>
                </a14:m>
                <a:r>
                  <a:rPr lang="en-US" altLang="zh-CN" sz="2800" b="1" kern="100">
                    <a:effectLst/>
                    <a:latin typeface="Times New Roman" panose="02020603050405020304" charset="0"/>
                    <a:ea typeface="黑体" panose="02010609060101010101" charset="-122"/>
                  </a:rPr>
                  <a:t>	B</a:t>
                </a:r>
                <a:r>
                  <a:rPr lang="zh-CN" altLang="zh-CN" sz="2800" b="1" kern="100">
                    <a:effectLst/>
                    <a:latin typeface="Times New Roman" panose="02020603050405020304" charset="0"/>
                    <a:ea typeface="黑体" panose="02010609060101010101" charset="-122"/>
                  </a:rPr>
                  <a:t>．</a:t>
                </a:r>
                <a:r>
                  <a:rPr lang="en-US" altLang="zh-CN" sz="2800" b="1" i="1" kern="100">
                    <a:effectLst/>
                    <a:latin typeface="Times New Roman" panose="02020603050405020304" charset="0"/>
                    <a:ea typeface="黑体" panose="02010609060101010101" charset="-122"/>
                  </a:rPr>
                  <a:t>s	</a:t>
                </a: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2</a:t>
                </a:r>
                <a:r>
                  <a:rPr lang="en-US" altLang="zh-CN" sz="2800" b="1" i="1" kern="100">
                    <a:effectLst/>
                    <a:latin typeface="Times New Roman" panose="02020603050405020304" charset="0"/>
                    <a:ea typeface="黑体" panose="02010609060101010101" charset="-122"/>
                  </a:rPr>
                  <a:t>s	</a:t>
                </a: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4</a:t>
                </a:r>
                <a:r>
                  <a:rPr lang="en-US" altLang="zh-CN" sz="2800" b="1" i="1" kern="100">
                    <a:effectLst/>
                    <a:latin typeface="Times New Roman" panose="02020603050405020304" charset="0"/>
                    <a:ea typeface="黑体" panose="02010609060101010101" charset="-122"/>
                  </a:rPr>
                  <a:t>s</a:t>
                </a:r>
                <a:endParaRPr lang="zh-CN" altLang="zh-CN" sz="28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205383" y="296546"/>
                <a:ext cx="11724680" cy="2818592"/>
              </a:xfrm>
              <a:prstGeom prst="rect">
                <a:avLst/>
              </a:prstGeom>
              <a:blipFill rotWithShape="1">
                <a:blip r:embed="rId5"/>
                <a:stretch>
                  <a:fillRect l="-2" r="3" b="16"/>
                </a:stretch>
              </a:blipFill>
            </p:spPr>
            <p:txBody>
              <a:bodyPr/>
              <a:lstStyle/>
              <a:p>
                <a:r>
                  <a:rPr lang="zh-CN" altLang="en-US">
                    <a:noFill/>
                  </a:rPr>
                  <a:t> </a:t>
                </a:r>
              </a:p>
            </p:txBody>
          </p:sp>
        </mc:Fallback>
      </mc:AlternateContent>
      <p:sp>
        <p:nvSpPr>
          <p:cNvPr id="7" name="文本框 6" title=""/>
          <p:cNvSpPr txBox="1"/>
          <p:nvPr>
            <p:custDataLst>
              <p:tags r:id="rId6"/>
            </p:custDataLst>
          </p:nvPr>
        </p:nvSpPr>
        <p:spPr>
          <a:xfrm>
            <a:off x="5736272" y="1705842"/>
            <a:ext cx="719455" cy="551815"/>
          </a:xfrm>
          <a:prstGeom prst="rect">
            <a:avLst/>
          </a:prstGeom>
          <a:noFill/>
        </p:spPr>
        <p:txBody>
          <a:bodyPr wrap="square" rtlCol="0">
            <a:noAutofit/>
          </a:bodyPr>
          <a:lstStyle/>
          <a:p>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D</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191095" y="208635"/>
                <a:ext cx="11667530" cy="6043193"/>
              </a:xfrm>
              <a:prstGeom prst="rect">
                <a:avLst/>
              </a:prstGeom>
              <a:noFill/>
            </p:spPr>
            <p:txBody>
              <a:bodyPr wrap="square">
                <a:spAutoFit/>
              </a:bodyPr>
              <a:lstStyle/>
              <a:p>
                <a:pPr algn="l">
                  <a:lnSpc>
                    <a:spcPct val="150000"/>
                  </a:lnSpc>
                </a:pPr>
                <a:r>
                  <a:rPr lang="zh-CN" altLang="zh-CN" sz="2800" b="1" kern="100">
                    <a:effectLst/>
                    <a:latin typeface="Times New Roman" panose="02020603050405020304" charset="0"/>
                    <a:ea typeface="黑体" panose="02010609060101010101" charset="-122"/>
                  </a:rPr>
                  <a:t>【答案】</a:t>
                </a:r>
                <a:r>
                  <a:rPr lang="en-US" altLang="zh-CN" sz="2800" b="1" kern="100">
                    <a:effectLst/>
                    <a:latin typeface="Times New Roman" panose="02020603050405020304" charset="0"/>
                    <a:ea typeface="黑体" panose="02010609060101010101" charset="-122"/>
                  </a:rPr>
                  <a:t>D</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zh-CN" altLang="zh-CN" sz="2800" b="1" kern="100">
                    <a:effectLst/>
                    <a:latin typeface="Times New Roman" panose="02020603050405020304" charset="0"/>
                    <a:ea typeface="黑体" panose="02010609060101010101" charset="-122"/>
                  </a:rPr>
                  <a:t>【详解】设木块与地面间的动摩擦因素为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oMath>
                  </m:oMathPara>
                </a14:m>
                <a:r>
                  <a:rPr lang="zh-CN" altLang="zh-CN" sz="2800" b="1" kern="100">
                    <a:effectLst/>
                    <a:latin typeface="Times New Roman" panose="02020603050405020304" charset="0"/>
                    <a:ea typeface="黑体" panose="02010609060101010101" charset="-122"/>
                  </a:rPr>
                  <a:t>，规定初速度方向为正方向，由牛顿第二定律得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𝒎𝒂</m:t>
                      </m:r>
                    </m:oMath>
                  </m:oMathPara>
                </a14:m>
                <a:r>
                  <a:rPr lang="zh-CN" altLang="zh-CN" sz="2800" b="1" kern="100">
                    <a:effectLst/>
                    <a:latin typeface="Times New Roman" panose="02020603050405020304" charset="0"/>
                    <a:ea typeface="黑体" panose="02010609060101010101" charset="-122"/>
                  </a:rPr>
                  <a:t>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𝒂</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𝒈</m:t>
                      </m:r>
                    </m:oMath>
                  </m:oMathPara>
                </a14:m>
                <a:r>
                  <a:rPr lang="zh-CN" altLang="zh-CN" sz="2800" b="1" kern="100">
                    <a:effectLst/>
                    <a:latin typeface="Times New Roman" panose="02020603050405020304" charset="0"/>
                    <a:ea typeface="黑体" panose="02010609060101010101" charset="-122"/>
                  </a:rPr>
                  <a:t>由运动学公式得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𝟎</m:t>
                      </m:r>
                      <m:r>
                        <m:rPr>
                          <m:sty m:val="bi"/>
                        </m:rPr>
                        <a:rPr lang="en-US" altLang="zh-CN" sz="2800" b="1" i="1" kern="100">
                          <a:effectLst/>
                          <a:latin typeface="Cambria Math" panose="02040503050406030204" pitchFamily="18" charset="0"/>
                          <a:ea typeface="黑体" panose="02010609060101010101" charset="-122"/>
                        </a:rPr>
                        <m:t>−</m:t>
                      </m:r>
                      <m:sSubSup>
                        <m:sSubSupPr>
                          <m:alnScr m:val="off"/>
                          <m:ctrlPr>
                            <a:rPr lang="zh-CN" altLang="zh-CN" sz="2800" b="1" i="1" kern="100">
                              <a:effectLst/>
                              <a:latin typeface="Cambria Math" panose="02040503050406030204" pitchFamily="18" charset="0"/>
                              <a:ea typeface="Cambria Math" panose="02040503050406030204" pitchFamily="18" charset="0"/>
                            </a:rPr>
                          </m:ctrlPr>
                        </m:sSubSupPr>
                        <m:e>
                          <m:r>
                            <m:rPr>
                              <m:sty m:val="bi"/>
                            </m:rPr>
                            <a:rPr lang="en-US" altLang="zh-CN" sz="2800" b="1" i="1" kern="100">
                              <a:effectLst/>
                              <a:latin typeface="Cambria Math" panose="02040503050406030204" pitchFamily="18" charset="0"/>
                              <a:ea typeface="黑体" panose="02010609060101010101" charset="-122"/>
                            </a:rPr>
                            <m:t>𝒗</m:t>
                          </m:r>
                        </m:e>
                        <m:sub>
                          <m:r>
                            <m:rPr>
                              <m:sty m:val="bi"/>
                            </m:rPr>
                            <a:rPr lang="en-US" altLang="zh-CN" sz="2800" b="1" i="1" kern="100">
                              <a:effectLst/>
                              <a:latin typeface="Cambria Math" panose="02040503050406030204" pitchFamily="18" charset="0"/>
                              <a:ea typeface="黑体" panose="02010609060101010101" charset="-122"/>
                            </a:rPr>
                            <m:t>𝟎</m:t>
                          </m:r>
                        </m:sub>
                        <m:sup>
                          <m:r>
                            <m:rPr>
                              <m:sty m:val="bi"/>
                            </m:rPr>
                            <a:rPr lang="en-US" altLang="zh-CN" sz="2800" b="1" i="1" kern="100">
                              <a:effectLst/>
                              <a:latin typeface="Cambria Math" panose="02040503050406030204" pitchFamily="18" charset="0"/>
                              <a:ea typeface="黑体" panose="02010609060101010101" charset="-122"/>
                            </a:rPr>
                            <m:t>𝟐</m:t>
                          </m:r>
                        </m:sup>
                      </m:sSubSup>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𝒂𝒔</m:t>
                      </m:r>
                    </m:oMath>
                  </m:oMathPara>
                </a14:m>
                <a:r>
                  <a:rPr lang="zh-CN" altLang="zh-CN" sz="2800" b="1" kern="100">
                    <a:effectLst/>
                    <a:latin typeface="Times New Roman" panose="02020603050405020304" charset="0"/>
                    <a:ea typeface="黑体" panose="02010609060101010101" charset="-122"/>
                  </a:rPr>
                  <a:t>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𝒔</m:t>
                      </m:r>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sSubSup>
                            <m:sSubSupPr>
                              <m:alnScr m:val="off"/>
                              <m:ctrlPr>
                                <a:rPr lang="zh-CN" altLang="zh-CN" sz="2800" b="1" i="1" kern="100">
                                  <a:effectLst/>
                                  <a:latin typeface="Cambria Math" panose="02040503050406030204" pitchFamily="18" charset="0"/>
                                  <a:ea typeface="Cambria Math" panose="02040503050406030204" pitchFamily="18" charset="0"/>
                                </a:rPr>
                              </m:ctrlPr>
                            </m:sSubSupPr>
                            <m:e>
                              <m:r>
                                <m:rPr>
                                  <m:sty m:val="bi"/>
                                </m:rPr>
                                <a:rPr lang="en-US" altLang="zh-CN" sz="2800" b="1" i="1" kern="100">
                                  <a:effectLst/>
                                  <a:latin typeface="Cambria Math" panose="02040503050406030204" pitchFamily="18" charset="0"/>
                                  <a:ea typeface="黑体" panose="02010609060101010101" charset="-122"/>
                                </a:rPr>
                                <m:t>𝒗</m:t>
                              </m:r>
                            </m:e>
                            <m:sub>
                              <m:r>
                                <m:rPr>
                                  <m:sty m:val="bi"/>
                                </m:rPr>
                                <a:rPr lang="en-US" altLang="zh-CN" sz="2800" b="1" i="1" kern="100">
                                  <a:effectLst/>
                                  <a:latin typeface="Cambria Math" panose="02040503050406030204" pitchFamily="18" charset="0"/>
                                  <a:ea typeface="黑体" panose="02010609060101010101" charset="-122"/>
                                </a:rPr>
                                <m:t>𝟎</m:t>
                              </m:r>
                            </m:sub>
                            <m:sup>
                              <m:r>
                                <m:rPr>
                                  <m:sty m:val="bi"/>
                                </m:rPr>
                                <a:rPr lang="en-US" altLang="zh-CN" sz="2800" b="1" i="1" kern="100">
                                  <a:effectLst/>
                                  <a:latin typeface="Cambria Math" panose="02040503050406030204" pitchFamily="18" charset="0"/>
                                  <a:ea typeface="黑体" panose="02010609060101010101" charset="-122"/>
                                </a:rPr>
                                <m:t>𝟐</m:t>
                              </m:r>
                            </m:sup>
                          </m:sSubSup>
                        </m:num>
                        <m:den>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𝒈</m:t>
                          </m:r>
                        </m:den>
                      </m:f>
                    </m:oMath>
                  </m:oMathPara>
                </a14:m>
                <a:r>
                  <a:rPr lang="zh-CN" altLang="zh-CN" sz="2800" b="1" kern="100">
                    <a:effectLst/>
                    <a:latin typeface="Times New Roman" panose="02020603050405020304" charset="0"/>
                    <a:ea typeface="黑体" panose="02010609060101010101" charset="-122"/>
                  </a:rPr>
                  <a:t>在它上面再压上</a:t>
                </a:r>
                <a:r>
                  <a:rPr lang="en-US" altLang="zh-CN" sz="2800" b="1" kern="100">
                    <a:effectLst/>
                    <a:latin typeface="Times New Roman" panose="02020603050405020304" charset="0"/>
                    <a:ea typeface="黑体" panose="02010609060101010101" charset="-122"/>
                  </a:rPr>
                  <a:t>—</a:t>
                </a:r>
                <a:r>
                  <a:rPr lang="zh-CN" altLang="zh-CN" sz="2800" b="1" kern="100">
                    <a:effectLst/>
                    <a:latin typeface="Times New Roman" panose="02020603050405020304" charset="0"/>
                    <a:ea typeface="黑体" panose="02010609060101010101" charset="-122"/>
                  </a:rPr>
                  <a:t>块同样的木块后，由牛顿第二定律得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𝒎𝒈</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𝒎</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𝒂</m:t>
                          </m:r>
                        </m:e>
                        <m:sup>
                          <m:r>
                            <m:rPr>
                              <m:sty m:val="bi"/>
                            </m:rPr>
                            <a:rPr lang="en-US" altLang="zh-CN" sz="2800" b="1" i="1" kern="100">
                              <a:effectLst/>
                              <a:latin typeface="Cambria Math" panose="02040503050406030204" pitchFamily="18" charset="0"/>
                              <a:ea typeface="黑体" panose="02010609060101010101" charset="-122"/>
                            </a:rPr>
                            <m:t>′</m:t>
                          </m:r>
                        </m:sup>
                      </m:sSup>
                    </m:oMath>
                  </m:oMathPara>
                </a14:m>
                <a:r>
                  <a:rPr lang="zh-CN" altLang="zh-CN" sz="2800" b="1" kern="100">
                    <a:effectLst/>
                    <a:latin typeface="Times New Roman" panose="02020603050405020304" charset="0"/>
                    <a:ea typeface="黑体" panose="02010609060101010101" charset="-122"/>
                  </a:rPr>
                  <a:t>得</a:t>
                </a:r>
                <a14:m>
                  <m:oMathPara>
                    <m:oMathParaPr>
                      <m:jc/>
                    </m:oMathParaPr>
                    <m:oMath>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𝒂</m:t>
                          </m:r>
                        </m:e>
                        <m:sup>
                          <m:r>
                            <m:rPr>
                              <m:sty m:val="bi"/>
                            </m:rPr>
                            <a:rPr lang="en-US" altLang="zh-CN" sz="2800" b="1" i="1" kern="100">
                              <a:effectLst/>
                              <a:latin typeface="Cambria Math" panose="02040503050406030204" pitchFamily="18" charset="0"/>
                              <a:ea typeface="黑体" panose="02010609060101010101" charset="-122"/>
                            </a:rPr>
                            <m:t>′</m:t>
                          </m:r>
                        </m:sup>
                      </m:sSup>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𝒈</m:t>
                      </m:r>
                    </m:oMath>
                  </m:oMathPara>
                </a14:m>
                <a:r>
                  <a:rPr lang="zh-CN" altLang="zh-CN" sz="2800" b="1" kern="100">
                    <a:effectLst/>
                    <a:latin typeface="Times New Roman" panose="02020603050405020304" charset="0"/>
                    <a:ea typeface="黑体" panose="02010609060101010101" charset="-122"/>
                  </a:rPr>
                  <a:t>它们一起以</a:t>
                </a:r>
                <a:r>
                  <a:rPr lang="en-US" altLang="zh-CN" sz="2800" b="1" kern="100">
                    <a:effectLst/>
                    <a:latin typeface="Times New Roman" panose="02020603050405020304" charset="0"/>
                    <a:ea typeface="黑体" panose="02010609060101010101" charset="-122"/>
                  </a:rPr>
                  <a:t>2</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zh-CN" altLang="zh-CN" sz="2800" b="1" kern="100">
                    <a:effectLst/>
                    <a:latin typeface="Times New Roman" panose="02020603050405020304" charset="0"/>
                    <a:ea typeface="黑体" panose="02010609060101010101" charset="-122"/>
                  </a:rPr>
                  <a:t>的初速度在同一水平面上滑行，设最多能滑行的距离为</a:t>
                </a:r>
                <a14:m>
                  <m:oMathPara>
                    <m:oMathParaPr>
                      <m:jc/>
                    </m:oMathParaPr>
                    <m:oMath>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𝒔</m:t>
                          </m:r>
                        </m:e>
                        <m:sup>
                          <m:r>
                            <m:rPr>
                              <m:sty m:val="bi"/>
                            </m:rPr>
                            <a:rPr lang="en-US" altLang="zh-CN" sz="2800" b="1" i="1" kern="100">
                              <a:effectLst/>
                              <a:latin typeface="Cambria Math" panose="02040503050406030204" pitchFamily="18" charset="0"/>
                              <a:ea typeface="黑体" panose="02010609060101010101" charset="-122"/>
                            </a:rPr>
                            <m:t>′</m:t>
                          </m:r>
                        </m:sup>
                      </m:sSup>
                    </m:oMath>
                  </m:oMathPara>
                </a14:m>
                <a:r>
                  <a:rPr lang="zh-CN" altLang="zh-CN" sz="2800" b="1" kern="100">
                    <a:effectLst/>
                    <a:latin typeface="Times New Roman" panose="02020603050405020304" charset="0"/>
                    <a:ea typeface="黑体" panose="02010609060101010101" charset="-122"/>
                  </a:rPr>
                  <a:t>，则</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𝟎</m:t>
                      </m:r>
                      <m:r>
                        <m:rPr>
                          <m:sty m:val="bi"/>
                        </m:rPr>
                        <a:rPr lang="en-US" altLang="zh-CN" sz="2800" b="1" i="1" kern="100">
                          <a:effectLst/>
                          <a:latin typeface="Cambria Math" panose="02040503050406030204" pitchFamily="18" charset="0"/>
                          <a:ea typeface="黑体" panose="02010609060101010101" charset="-122"/>
                        </a:rPr>
                        <m:t>−</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𝒗</m:t>
                              </m:r>
                            </m:e>
                            <m:sub>
                              <m:r>
                                <m:rPr>
                                  <m:sty m:val="bi"/>
                                </m:rPr>
                                <a:rPr lang="en-US" altLang="zh-CN" sz="2800" b="1" i="1" kern="100">
                                  <a:effectLst/>
                                  <a:latin typeface="Cambria Math" panose="02040503050406030204" pitchFamily="18" charset="0"/>
                                  <a:ea typeface="黑体" panose="02010609060101010101" charset="-122"/>
                                </a:rPr>
                                <m:t>𝟎</m:t>
                              </m:r>
                            </m:sub>
                          </m:sSub>
                          <m:r>
                            <m:rPr>
                              <m:sty m:val="bi"/>
                            </m:rPr>
                            <a:rPr lang="en-US" altLang="zh-CN" sz="2800" b="1" i="1" kern="100">
                              <a:effectLst/>
                              <a:latin typeface="Cambria Math" panose="02040503050406030204" pitchFamily="18" charset="0"/>
                              <a:ea typeface="黑体" panose="02010609060101010101" charset="-122"/>
                            </a:rPr>
                            <m:t>)</m:t>
                          </m:r>
                        </m:e>
                        <m:sup>
                          <m:r>
                            <m:rPr>
                              <m:sty m:val="bi"/>
                            </m:rPr>
                            <a:rPr lang="en-US" altLang="zh-CN" sz="2800" b="1" i="1" kern="100">
                              <a:effectLst/>
                              <a:latin typeface="Cambria Math" panose="02040503050406030204" pitchFamily="18" charset="0"/>
                              <a:ea typeface="黑体" panose="02010609060101010101" charset="-122"/>
                            </a:rPr>
                            <m:t>𝟐</m:t>
                          </m:r>
                        </m:sup>
                      </m:sSup>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𝒂</m:t>
                          </m:r>
                        </m:e>
                        <m:sup>
                          <m:r>
                            <m:rPr>
                              <m:sty m:val="bi"/>
                            </m:rPr>
                            <a:rPr lang="en-US" altLang="zh-CN" sz="2800" b="1" i="1" kern="100">
                              <a:effectLst/>
                              <a:latin typeface="Cambria Math" panose="02040503050406030204" pitchFamily="18" charset="0"/>
                              <a:ea typeface="黑体" panose="02010609060101010101" charset="-122"/>
                            </a:rPr>
                            <m:t>′</m:t>
                          </m:r>
                        </m:sup>
                      </m:sSup>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𝒔</m:t>
                          </m:r>
                        </m:e>
                        <m:sup>
                          <m:r>
                            <m:rPr>
                              <m:sty m:val="bi"/>
                            </m:rPr>
                            <a:rPr lang="en-US" altLang="zh-CN" sz="2800" b="1" i="1" kern="100">
                              <a:effectLst/>
                              <a:latin typeface="Cambria Math" panose="02040503050406030204" pitchFamily="18" charset="0"/>
                              <a:ea typeface="黑体" panose="02010609060101010101" charset="-122"/>
                            </a:rPr>
                            <m:t>′</m:t>
                          </m:r>
                        </m:sup>
                      </m:sSup>
                    </m:oMath>
                  </m:oMathPara>
                </a14:m>
                <a:r>
                  <a:rPr lang="zh-CN" altLang="zh-CN" sz="2800" b="1" kern="100">
                    <a:effectLst/>
                    <a:latin typeface="Times New Roman" panose="02020603050405020304" charset="0"/>
                    <a:ea typeface="黑体" panose="02010609060101010101" charset="-122"/>
                  </a:rPr>
                  <a:t>得</a:t>
                </a:r>
                <a14:m>
                  <m:oMathPara>
                    <m:oMathParaPr>
                      <m:jc/>
                    </m:oMathParaPr>
                    <m:oMath>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𝒔</m:t>
                          </m:r>
                        </m:e>
                        <m:sup>
                          <m:r>
                            <m:rPr>
                              <m:sty m:val="bi"/>
                            </m:rPr>
                            <a:rPr lang="en-US" altLang="zh-CN" sz="2800" b="1" i="1" kern="100">
                              <a:effectLst/>
                              <a:latin typeface="Cambria Math" panose="02040503050406030204" pitchFamily="18" charset="0"/>
                              <a:ea typeface="黑体" panose="02010609060101010101" charset="-122"/>
                            </a:rPr>
                            <m:t>′</m:t>
                          </m:r>
                        </m:sup>
                      </m:sSup>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𝒗</m:t>
                                  </m:r>
                                </m:e>
                                <m:sub>
                                  <m:r>
                                    <m:rPr>
                                      <m:sty m:val="bi"/>
                                    </m:rPr>
                                    <a:rPr lang="en-US" altLang="zh-CN" sz="2800" b="1" i="1" kern="100">
                                      <a:effectLst/>
                                      <a:latin typeface="Cambria Math" panose="02040503050406030204" pitchFamily="18" charset="0"/>
                                      <a:ea typeface="黑体" panose="02010609060101010101" charset="-122"/>
                                    </a:rPr>
                                    <m:t>𝟎</m:t>
                                  </m:r>
                                </m:sub>
                              </m:sSub>
                              <m:r>
                                <m:rPr>
                                  <m:sty m:val="bi"/>
                                </m:rPr>
                                <a:rPr lang="en-US" altLang="zh-CN" sz="2800" b="1" i="1" kern="100">
                                  <a:effectLst/>
                                  <a:latin typeface="Cambria Math" panose="02040503050406030204" pitchFamily="18" charset="0"/>
                                  <a:ea typeface="黑体" panose="02010609060101010101" charset="-122"/>
                                </a:rPr>
                                <m:t>)</m:t>
                              </m:r>
                            </m:e>
                            <m:sup>
                              <m:r>
                                <m:rPr>
                                  <m:sty m:val="bi"/>
                                </m:rPr>
                                <a:rPr lang="en-US" altLang="zh-CN" sz="2800" b="1" i="1" kern="100">
                                  <a:effectLst/>
                                  <a:latin typeface="Cambria Math" panose="02040503050406030204" pitchFamily="18" charset="0"/>
                                  <a:ea typeface="黑体" panose="02010609060101010101" charset="-122"/>
                                </a:rPr>
                                <m:t>𝟐</m:t>
                              </m:r>
                            </m:sup>
                          </m:sSup>
                        </m:num>
                        <m:den>
                          <m:r>
                            <m:rPr>
                              <m:sty m:val="bi"/>
                            </m:rPr>
                            <a:rPr lang="en-US" altLang="zh-CN" sz="2800" b="1" i="1" kern="100">
                              <a:effectLst/>
                              <a:latin typeface="Cambria Math" panose="02040503050406030204" pitchFamily="18" charset="0"/>
                              <a:ea typeface="黑体" panose="02010609060101010101" charset="-122"/>
                            </a:rPr>
                            <m:t>𝟐</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𝒂</m:t>
                              </m:r>
                            </m:e>
                            <m:sup>
                              <m:r>
                                <m:rPr>
                                  <m:sty m:val="bi"/>
                                </m:rPr>
                                <a:rPr lang="en-US" altLang="zh-CN" sz="2800" b="1" i="1" kern="100">
                                  <a:effectLst/>
                                  <a:latin typeface="Cambria Math" panose="02040503050406030204" pitchFamily="18" charset="0"/>
                                  <a:ea typeface="黑体" panose="02010609060101010101" charset="-122"/>
                                </a:rPr>
                                <m:t>′</m:t>
                              </m:r>
                            </m:sup>
                          </m:sSup>
                        </m:den>
                      </m:f>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𝟒</m:t>
                          </m:r>
                          <m:sSubSup>
                            <m:sSubSupPr>
                              <m:alnScr m:val="off"/>
                              <m:ctrlPr>
                                <a:rPr lang="zh-CN" altLang="zh-CN" sz="2800" b="1" i="1" kern="100">
                                  <a:effectLst/>
                                  <a:latin typeface="Cambria Math" panose="02040503050406030204" pitchFamily="18" charset="0"/>
                                  <a:ea typeface="Cambria Math" panose="02040503050406030204" pitchFamily="18" charset="0"/>
                                </a:rPr>
                              </m:ctrlPr>
                            </m:sSubSupPr>
                            <m:e>
                              <m:r>
                                <m:rPr>
                                  <m:sty m:val="bi"/>
                                </m:rPr>
                                <a:rPr lang="en-US" altLang="zh-CN" sz="2800" b="1" i="1" kern="100">
                                  <a:effectLst/>
                                  <a:latin typeface="Cambria Math" panose="02040503050406030204" pitchFamily="18" charset="0"/>
                                  <a:ea typeface="黑体" panose="02010609060101010101" charset="-122"/>
                                </a:rPr>
                                <m:t>𝒗</m:t>
                              </m:r>
                            </m:e>
                            <m:sub>
                              <m:r>
                                <m:rPr>
                                  <m:sty m:val="bi"/>
                                </m:rPr>
                                <a:rPr lang="en-US" altLang="zh-CN" sz="2800" b="1" i="1" kern="100">
                                  <a:effectLst/>
                                  <a:latin typeface="Cambria Math" panose="02040503050406030204" pitchFamily="18" charset="0"/>
                                  <a:ea typeface="黑体" panose="02010609060101010101" charset="-122"/>
                                </a:rPr>
                                <m:t>𝟎</m:t>
                              </m:r>
                            </m:sub>
                            <m:sup>
                              <m:r>
                                <m:rPr>
                                  <m:sty m:val="bi"/>
                                </m:rPr>
                                <a:rPr lang="en-US" altLang="zh-CN" sz="2800" b="1" i="1" kern="100">
                                  <a:effectLst/>
                                  <a:latin typeface="Cambria Math" panose="02040503050406030204" pitchFamily="18" charset="0"/>
                                  <a:ea typeface="黑体" panose="02010609060101010101" charset="-122"/>
                                </a:rPr>
                                <m:t>𝟐</m:t>
                              </m:r>
                            </m:sup>
                          </m:sSubSup>
                        </m:num>
                        <m:den>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𝒈</m:t>
                          </m:r>
                        </m:den>
                      </m:f>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𝟐</m:t>
                          </m:r>
                          <m:sSubSup>
                            <m:sSubSupPr>
                              <m:alnScr m:val="off"/>
                              <m:ctrlPr>
                                <a:rPr lang="zh-CN" altLang="zh-CN" sz="2800" b="1" i="1" kern="100">
                                  <a:effectLst/>
                                  <a:latin typeface="Cambria Math" panose="02040503050406030204" pitchFamily="18" charset="0"/>
                                  <a:ea typeface="Cambria Math" panose="02040503050406030204" pitchFamily="18" charset="0"/>
                                </a:rPr>
                              </m:ctrlPr>
                            </m:sSubSupPr>
                            <m:e>
                              <m:r>
                                <m:rPr>
                                  <m:sty m:val="bi"/>
                                </m:rPr>
                                <a:rPr lang="en-US" altLang="zh-CN" sz="2800" b="1" i="1" kern="100">
                                  <a:effectLst/>
                                  <a:latin typeface="Cambria Math" panose="02040503050406030204" pitchFamily="18" charset="0"/>
                                  <a:ea typeface="黑体" panose="02010609060101010101" charset="-122"/>
                                </a:rPr>
                                <m:t>𝒗</m:t>
                              </m:r>
                            </m:e>
                            <m:sub>
                              <m:r>
                                <m:rPr>
                                  <m:sty m:val="bi"/>
                                </m:rPr>
                                <a:rPr lang="en-US" altLang="zh-CN" sz="2800" b="1" i="1" kern="100">
                                  <a:effectLst/>
                                  <a:latin typeface="Cambria Math" panose="02040503050406030204" pitchFamily="18" charset="0"/>
                                  <a:ea typeface="黑体" panose="02010609060101010101" charset="-122"/>
                                </a:rPr>
                                <m:t>𝟎</m:t>
                              </m:r>
                            </m:sub>
                            <m:sup>
                              <m:r>
                                <m:rPr>
                                  <m:sty m:val="bi"/>
                                </m:rPr>
                                <a:rPr lang="en-US" altLang="zh-CN" sz="2800" b="1" i="1" kern="100">
                                  <a:effectLst/>
                                  <a:latin typeface="Cambria Math" panose="02040503050406030204" pitchFamily="18" charset="0"/>
                                  <a:ea typeface="黑体" panose="02010609060101010101" charset="-122"/>
                                </a:rPr>
                                <m:t>𝟐</m:t>
                              </m:r>
                            </m:sup>
                          </m:sSubSup>
                        </m:num>
                        <m:den>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𝒈</m:t>
                          </m:r>
                        </m:den>
                      </m:f>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𝟒</m:t>
                      </m:r>
                      <m:r>
                        <m:rPr>
                          <m:sty m:val="bi"/>
                        </m:rPr>
                        <a:rPr lang="en-US" altLang="zh-CN" sz="2800" b="1" i="1" kern="100">
                          <a:effectLst/>
                          <a:latin typeface="Cambria Math" panose="02040503050406030204" pitchFamily="18" charset="0"/>
                          <a:ea typeface="黑体" panose="02010609060101010101" charset="-122"/>
                        </a:rPr>
                        <m:t>𝒔</m:t>
                      </m:r>
                    </m:oMath>
                  </m:oMathPara>
                </a14:m>
                <a:r>
                  <a:rPr lang="zh-CN" altLang="zh-CN" sz="2800" b="1" kern="100">
                    <a:effectLst/>
                    <a:latin typeface="Times New Roman" panose="02020603050405020304" charset="0"/>
                    <a:ea typeface="黑体" panose="02010609060101010101" charset="-122"/>
                  </a:rPr>
                  <a:t>故选</a:t>
                </a: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a:t>
                </a:r>
                <a:endParaRPr lang="zh-CN" altLang="zh-CN" sz="28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191095" y="208635"/>
                <a:ext cx="11667530" cy="6043193"/>
              </a:xfrm>
              <a:prstGeom prst="rect">
                <a:avLst/>
              </a:prstGeom>
              <a:blipFill rotWithShape="1">
                <a:blip r:embed="rId5"/>
                <a:stretch>
                  <a:fillRect l="-5" t="-6" r="0" b="4"/>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4" name="文本框 3" title=""/>
              <p:cNvSpPr txBox="1"/>
              <p:nvPr>
                <p:custDataLst>
                  <p:tags r:id="rId3"/>
                </p:custDataLst>
              </p:nvPr>
            </p:nvSpPr>
            <p:spPr>
              <a:xfrm>
                <a:off x="241101" y="199786"/>
                <a:ext cx="11574662" cy="6059736"/>
              </a:xfrm>
              <a:prstGeom prst="rect">
                <a:avLst/>
              </a:prstGeom>
              <a:noFill/>
            </p:spPr>
            <p:txBody>
              <a:bodyPr wrap="square">
                <a:spAutoFit/>
              </a:bodyPr>
              <a:lstStyle/>
              <a:p>
                <a:pPr algn="l">
                  <a:lnSpc>
                    <a:spcPct val="150000"/>
                  </a:lnSpc>
                </a:pPr>
                <a:r>
                  <a:rPr lang="en-US" altLang="zh-CN" sz="2800" b="1" kern="100">
                    <a:effectLst/>
                    <a:latin typeface="Times New Roman" panose="02020603050405020304" charset="0"/>
                    <a:ea typeface="黑体" panose="02010609060101010101" charset="-122"/>
                  </a:rPr>
                  <a:t>2</a:t>
                </a:r>
                <a:r>
                  <a:rPr lang="zh-CN" altLang="zh-CN" sz="2800" b="1" kern="100">
                    <a:effectLst/>
                    <a:latin typeface="Times New Roman" panose="02020603050405020304" charset="0"/>
                    <a:ea typeface="黑体" panose="02010609060101010101" charset="-122"/>
                  </a:rPr>
                  <a:t>．如图所示，总质量为</a:t>
                </a:r>
                <a:r>
                  <a:rPr lang="en-US" altLang="zh-CN" sz="2800" b="1" kern="100">
                    <a:effectLst/>
                    <a:latin typeface="Times New Roman" panose="02020603050405020304" charset="0"/>
                    <a:ea typeface="黑体" panose="02010609060101010101" charset="-122"/>
                  </a:rPr>
                  <a:t>200kg</a:t>
                </a:r>
                <a:r>
                  <a:rPr lang="zh-CN" altLang="zh-CN" sz="2800" b="1" kern="100">
                    <a:effectLst/>
                    <a:latin typeface="Times New Roman" panose="02020603050405020304" charset="0"/>
                    <a:ea typeface="黑体" panose="02010609060101010101" charset="-122"/>
                  </a:rPr>
                  <a:t>的热气球，从地面由静止开始竖直上升时的加速度为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𝟎</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𝟓</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𝐦</m:t>
                          </m:r>
                          <m:r>
                            <m:rPr>
                              <m:sty m:val="b"/>
                            </m:rPr>
                            <a:rPr lang="en-US" altLang="zh-CN" sz="2800" b="1" kern="100">
                              <a:effectLst/>
                              <a:latin typeface="Cambria Math" panose="02040503050406030204" pitchFamily="18" charset="0"/>
                              <a:ea typeface="黑体" panose="02010609060101010101" charset="-122"/>
                            </a:rPr>
                            <m:t>/</m:t>
                          </m:r>
                          <m:r>
                            <m:rPr>
                              <m:sty m:val="b"/>
                            </m:rPr>
                            <a:rPr lang="en-US" altLang="zh-CN" sz="2800" b="1" kern="100">
                              <a:effectLst/>
                              <a:latin typeface="Cambria Math" panose="02040503050406030204" pitchFamily="18" charset="0"/>
                              <a:ea typeface="黑体" panose="02010609060101010101" charset="-122"/>
                            </a:rPr>
                            <m:t>𝐬</m:t>
                          </m:r>
                        </m:e>
                        <m:sup>
                          <m:r>
                            <m:rPr>
                              <m:sty m:val="b"/>
                            </m:rPr>
                            <a:rPr lang="en-US" altLang="zh-CN" sz="2800" b="1" kern="100">
                              <a:effectLst/>
                              <a:latin typeface="Cambria Math" panose="02040503050406030204" pitchFamily="18" charset="0"/>
                              <a:ea typeface="黑体" panose="02010609060101010101" charset="-122"/>
                            </a:rPr>
                            <m:t>𝟐</m:t>
                          </m:r>
                        </m:sup>
                      </m:sSup>
                    </m:oMath>
                  </m:oMathPara>
                </a14:m>
                <a:r>
                  <a:rPr lang="zh-CN" altLang="zh-CN" sz="2800" b="1" kern="100">
                    <a:effectLst/>
                    <a:latin typeface="Times New Roman" panose="02020603050405020304" charset="0"/>
                    <a:ea typeface="黑体" panose="02010609060101010101" charset="-122"/>
                  </a:rPr>
                  <a:t>，当热气球上升到</a:t>
                </a:r>
                <a:r>
                  <a:rPr lang="en-US" altLang="zh-CN" sz="2800" b="1" kern="100">
                    <a:effectLst/>
                    <a:latin typeface="Times New Roman" panose="02020603050405020304" charset="0"/>
                    <a:ea typeface="黑体" panose="02010609060101010101" charset="-122"/>
                  </a:rPr>
                  <a:t>225m</a:t>
                </a:r>
                <a:r>
                  <a:rPr lang="zh-CN" altLang="zh-CN" sz="2800" b="1" kern="100">
                    <a:effectLst/>
                    <a:latin typeface="Times New Roman" panose="02020603050405020304" charset="0"/>
                    <a:ea typeface="黑体" panose="02010609060101010101" charset="-122"/>
                  </a:rPr>
                  <a:t>时，开始以</a:t>
                </a:r>
                <a:r>
                  <a:rPr lang="en-US" altLang="zh-CN" sz="2800" b="1" kern="100">
                    <a:effectLst/>
                    <a:latin typeface="Times New Roman" panose="02020603050405020304" charset="0"/>
                    <a:ea typeface="黑体" panose="02010609060101010101" charset="-122"/>
                  </a:rPr>
                  <a:t>5m/s</a:t>
                </a:r>
                <a:r>
                  <a:rPr lang="zh-CN" altLang="zh-CN" sz="2800" b="1" kern="100">
                    <a:effectLst/>
                    <a:latin typeface="Times New Roman" panose="02020603050405020304" charset="0"/>
                    <a:ea typeface="黑体" panose="02010609060101010101" charset="-122"/>
                  </a:rPr>
                  <a:t>的速度向上匀速运动。假设在运动过程中热气球总质量不变，所受浮力保持不变，所受空气阻力随速度增大而增大，重力加速度</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𝒈</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𝟏𝟎</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𝐦</m:t>
                          </m:r>
                          <m:r>
                            <m:rPr>
                              <m:sty m:val="b"/>
                            </m:rPr>
                            <a:rPr lang="en-US" altLang="zh-CN" sz="2800" b="1" kern="100">
                              <a:effectLst/>
                              <a:latin typeface="Cambria Math" panose="02040503050406030204" pitchFamily="18" charset="0"/>
                              <a:ea typeface="黑体" panose="02010609060101010101" charset="-122"/>
                            </a:rPr>
                            <m:t>/</m:t>
                          </m:r>
                          <m:r>
                            <m:rPr>
                              <m:sty m:val="b"/>
                            </m:rPr>
                            <a:rPr lang="en-US" altLang="zh-CN" sz="2800" b="1" kern="100">
                              <a:effectLst/>
                              <a:latin typeface="Cambria Math" panose="02040503050406030204" pitchFamily="18" charset="0"/>
                              <a:ea typeface="黑体" panose="02010609060101010101" charset="-122"/>
                            </a:rPr>
                            <m:t>𝐬</m:t>
                          </m:r>
                        </m:e>
                        <m:sup>
                          <m:r>
                            <m:rPr>
                              <m:sty m:val="b"/>
                            </m:rPr>
                            <a:rPr lang="en-US" altLang="zh-CN" sz="2800" b="1" kern="100">
                              <a:effectLst/>
                              <a:latin typeface="Cambria Math" panose="02040503050406030204" pitchFamily="18" charset="0"/>
                              <a:ea typeface="黑体" panose="02010609060101010101" charset="-122"/>
                            </a:rPr>
                            <m:t>𝟐</m:t>
                          </m:r>
                        </m:sup>
                      </m:sSup>
                    </m:oMath>
                  </m:oMathPara>
                </a14:m>
                <a:r>
                  <a:rPr lang="zh-CN" altLang="zh-CN" sz="2800" b="1" kern="100">
                    <a:effectLst/>
                    <a:latin typeface="Times New Roman" panose="02020603050405020304" charset="0"/>
                    <a:ea typeface="黑体" panose="02010609060101010101" charset="-122"/>
                  </a:rPr>
                  <a:t>。关于热气球在运动中的受力情况，以下说法正确的是（　　）</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263906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．运动过程中所受浮力大小为</a:t>
                </a:r>
                <a:r>
                  <a:rPr lang="en-US" altLang="zh-CN" sz="2800" b="1" kern="100">
                    <a:effectLst/>
                    <a:latin typeface="Times New Roman" panose="02020603050405020304" charset="0"/>
                    <a:ea typeface="黑体" panose="02010609060101010101" charset="-122"/>
                  </a:rPr>
                  <a:t>2100N	</a:t>
                </a:r>
                <a:endParaRPr lang="en-US" altLang="zh-CN" sz="2800" b="1" kern="100">
                  <a:effectLst/>
                  <a:latin typeface="Times New Roman" panose="02020603050405020304" charset="0"/>
                  <a:ea typeface="黑体" panose="02010609060101010101" charset="-122"/>
                </a:endParaRPr>
              </a:p>
              <a:p>
                <a:pPr marL="190500" algn="l">
                  <a:lnSpc>
                    <a:spcPct val="150000"/>
                  </a:lnSpc>
                  <a:tabLst>
                    <a:tab pos="2639060"/>
                  </a:tabLst>
                </a:pP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．加速上升过程中所受空气阻力大小不变</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2639060"/>
                  </a:tabLst>
                </a:pP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．加速上升过程一共需要用时</a:t>
                </a:r>
                <a:r>
                  <a:rPr lang="en-US" altLang="zh-CN" sz="2800" b="1" kern="100">
                    <a:effectLst/>
                    <a:latin typeface="Times New Roman" panose="02020603050405020304" charset="0"/>
                    <a:ea typeface="黑体" panose="02010609060101010101" charset="-122"/>
                  </a:rPr>
                  <a:t>30s	</a:t>
                </a:r>
                <a:endParaRPr lang="en-US" altLang="zh-CN" sz="2800" b="1" kern="100">
                  <a:effectLst/>
                  <a:latin typeface="Times New Roman" panose="02020603050405020304" charset="0"/>
                  <a:ea typeface="黑体" panose="02010609060101010101" charset="-122"/>
                </a:endParaRPr>
              </a:p>
              <a:p>
                <a:pPr marL="190500" algn="l">
                  <a:lnSpc>
                    <a:spcPct val="150000"/>
                  </a:lnSpc>
                  <a:tabLst>
                    <a:tab pos="2639060"/>
                  </a:tabLst>
                </a:pP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．匀速上升时所受空气阻力大小为</a:t>
                </a:r>
                <a:r>
                  <a:rPr lang="en-US" altLang="zh-CN" sz="2800" b="1" kern="100">
                    <a:effectLst/>
                    <a:latin typeface="Times New Roman" panose="02020603050405020304" charset="0"/>
                    <a:ea typeface="黑体" panose="02010609060101010101" charset="-122"/>
                  </a:rPr>
                  <a:t>200N</a:t>
                </a:r>
                <a:endParaRPr lang="zh-CN" altLang="zh-CN" sz="2800" kern="100">
                  <a:effectLst/>
                  <a:latin typeface="Times New Roman" panose="02020603050405020304" charset="0"/>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custDataLst>
                  <p:tags r:id="rId4"/>
                </p:custDataLst>
              </p:nvPr>
            </p:nvSpPr>
            <p:spPr>
              <a:xfrm>
                <a:off x="241101" y="199786"/>
                <a:ext cx="11574662" cy="6059736"/>
              </a:xfrm>
              <a:prstGeom prst="rect">
                <a:avLst/>
              </a:prstGeom>
              <a:blipFill rotWithShape="1">
                <a:blip r:embed="rId5"/>
                <a:stretch>
                  <a:fillRect l="-4" t="-7" r="3" b="-37"/>
                </a:stretch>
              </a:blipFill>
            </p:spPr>
            <p:txBody>
              <a:bodyPr/>
              <a:lstStyle/>
              <a:p>
                <a:r>
                  <a:rPr lang="zh-CN" altLang="en-US">
                    <a:noFill/>
                  </a:rPr>
                  <a:t> </a:t>
                </a:r>
              </a:p>
            </p:txBody>
          </p:sp>
        </mc:Fallback>
      </mc:AlternateContent>
      <p:sp>
        <p:nvSpPr>
          <p:cNvPr id="7" name="文本框 6" title=""/>
          <p:cNvSpPr txBox="1"/>
          <p:nvPr>
            <p:custDataLst>
              <p:tags r:id="rId6"/>
            </p:custDataLst>
          </p:nvPr>
        </p:nvSpPr>
        <p:spPr>
          <a:xfrm>
            <a:off x="7251224" y="3074035"/>
            <a:ext cx="719455" cy="551815"/>
          </a:xfrm>
          <a:prstGeom prst="rect">
            <a:avLst/>
          </a:prstGeom>
          <a:noFill/>
        </p:spPr>
        <p:txBody>
          <a:bodyPr wrap="square" rtlCol="0">
            <a:noAutofit/>
          </a:bodyPr>
          <a:lstStyle/>
          <a:p>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A</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8"/>
            </p:custDataLst>
          </p:nvPr>
        </p:nvPicPr>
        <p:blipFill>
          <a:blip r:embed="rId7"/>
          <a:stretch>
            <a:fillRect/>
          </a:stretch>
        </p:blipFill>
        <p:spPr>
          <a:xfrm>
            <a:off x="9629775" y="3781425"/>
            <a:ext cx="2084399" cy="2162175"/>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319682" y="296155"/>
                <a:ext cx="11524655" cy="4697889"/>
              </a:xfrm>
              <a:prstGeom prst="rect">
                <a:avLst/>
              </a:prstGeom>
              <a:noFill/>
            </p:spPr>
            <p:txBody>
              <a:bodyPr wrap="square">
                <a:spAutoFit/>
              </a:bodyPr>
              <a:lstStyle/>
              <a:p>
                <a:pPr algn="l">
                  <a:lnSpc>
                    <a:spcPct val="150000"/>
                  </a:lnSpc>
                </a:pPr>
                <a:r>
                  <a:rPr lang="zh-CN" altLang="zh-CN" sz="2400" b="1" kern="100">
                    <a:effectLst/>
                    <a:latin typeface="Times New Roman" panose="02020603050405020304" charset="0"/>
                    <a:ea typeface="黑体" panose="02010609060101010101" charset="-122"/>
                  </a:rPr>
                  <a:t>【答案】</a:t>
                </a:r>
                <a:r>
                  <a:rPr lang="en-US" altLang="zh-CN" sz="2400" b="1" kern="100">
                    <a:effectLst/>
                    <a:latin typeface="Times New Roman" panose="02020603050405020304" charset="0"/>
                    <a:ea typeface="黑体" panose="02010609060101010101" charset="-122"/>
                  </a:rPr>
                  <a:t>A</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zh-CN" altLang="zh-CN" sz="2400" b="1" kern="100">
                    <a:effectLst/>
                    <a:latin typeface="Times New Roman" panose="02020603050405020304" charset="0"/>
                    <a:ea typeface="黑体" panose="02010609060101010101" charset="-122"/>
                  </a:rPr>
                  <a:t>【详解】</a:t>
                </a:r>
                <a:r>
                  <a:rPr lang="en-US" altLang="zh-CN" sz="2400" b="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．从地面刚开始竖直上升时，速度为零，故阻力为零，气球受重力和浮力，根据牛顿第二定律，有</a:t>
                </a:r>
                <a:r>
                  <a:rPr lang="en-US" altLang="zh-CN" sz="2400" b="1" i="1" kern="100">
                    <a:effectLst/>
                    <a:latin typeface="Times New Roman" panose="02020603050405020304" charset="0"/>
                    <a:ea typeface="黑体" panose="02010609060101010101" charset="-122"/>
                  </a:rPr>
                  <a:t>F</a:t>
                </a:r>
                <a:r>
                  <a:rPr lang="zh-CN" altLang="zh-CN" sz="2400" b="1" i="1" kern="100" baseline="-25000">
                    <a:effectLst/>
                    <a:latin typeface="Times New Roman" panose="02020603050405020304" charset="0"/>
                    <a:ea typeface="黑体" panose="02010609060101010101" charset="-122"/>
                  </a:rPr>
                  <a:t>浮</a:t>
                </a:r>
                <a:r>
                  <a:rPr lang="en-US" altLang="zh-CN" sz="2400" b="1" kern="100">
                    <a:effectLst/>
                    <a:latin typeface="Times New Roman" panose="02020603050405020304" charset="0"/>
                    <a:ea typeface="黑体" panose="02010609060101010101" charset="-122"/>
                  </a:rPr>
                  <a:t>-</a:t>
                </a:r>
                <a:r>
                  <a:rPr lang="en-US" altLang="zh-CN" sz="2400" b="1" i="1" kern="100">
                    <a:effectLst/>
                    <a:latin typeface="Times New Roman" panose="02020603050405020304" charset="0"/>
                    <a:ea typeface="黑体" panose="02010609060101010101" charset="-122"/>
                  </a:rPr>
                  <a:t>mg</a:t>
                </a:r>
                <a:r>
                  <a:rPr lang="en-US" altLang="zh-CN" sz="2400" b="1" kern="100">
                    <a:effectLst/>
                    <a:latin typeface="Times New Roman" panose="02020603050405020304" charset="0"/>
                    <a:ea typeface="黑体" panose="02010609060101010101" charset="-122"/>
                  </a:rPr>
                  <a:t>=</a:t>
                </a:r>
                <a:r>
                  <a:rPr lang="en-US" altLang="zh-CN" sz="2400" b="1" i="1" kern="100">
                    <a:effectLst/>
                    <a:latin typeface="Times New Roman" panose="02020603050405020304" charset="0"/>
                    <a:ea typeface="黑体" panose="02010609060101010101" charset="-122"/>
                  </a:rPr>
                  <a:t>ma</a:t>
                </a:r>
                <a:r>
                  <a:rPr lang="zh-CN" altLang="zh-CN" sz="2400" b="1" kern="100">
                    <a:effectLst/>
                    <a:latin typeface="Times New Roman" panose="02020603050405020304" charset="0"/>
                    <a:ea typeface="黑体" panose="02010609060101010101" charset="-122"/>
                  </a:rPr>
                  <a:t>解得</a:t>
                </a:r>
                <a:r>
                  <a:rPr lang="en-US" altLang="zh-CN" sz="2400" b="1" i="1" kern="100">
                    <a:effectLst/>
                    <a:latin typeface="Times New Roman" panose="02020603050405020304" charset="0"/>
                    <a:ea typeface="黑体" panose="02010609060101010101" charset="-122"/>
                  </a:rPr>
                  <a:t>F</a:t>
                </a:r>
                <a:r>
                  <a:rPr lang="zh-CN" altLang="zh-CN" sz="2400" b="1" i="1" kern="100" baseline="-25000">
                    <a:effectLst/>
                    <a:latin typeface="Times New Roman" panose="02020603050405020304" charset="0"/>
                    <a:ea typeface="黑体" panose="02010609060101010101" charset="-122"/>
                  </a:rPr>
                  <a:t>浮</a:t>
                </a:r>
                <a:r>
                  <a:rPr lang="en-US" altLang="zh-CN" sz="2400" b="1" kern="100">
                    <a:effectLst/>
                    <a:latin typeface="Times New Roman" panose="02020603050405020304" charset="0"/>
                    <a:ea typeface="黑体" panose="02010609060101010101" charset="-122"/>
                  </a:rPr>
                  <a:t>=</a:t>
                </a:r>
                <a:r>
                  <a:rPr lang="en-US" altLang="zh-CN" sz="2400" b="1" i="1" kern="100">
                    <a:effectLst/>
                    <a:latin typeface="Times New Roman" panose="02020603050405020304" charset="0"/>
                    <a:ea typeface="黑体" panose="02010609060101010101" charset="-122"/>
                  </a:rPr>
                  <a:t>m</a:t>
                </a:r>
                <a:r>
                  <a:rPr lang="zh-CN" altLang="zh-CN" sz="2400" b="1" kern="100">
                    <a:effectLst/>
                    <a:latin typeface="Times New Roman" panose="02020603050405020304" charset="0"/>
                    <a:ea typeface="黑体" panose="02010609060101010101" charset="-122"/>
                  </a:rPr>
                  <a:t>（</a:t>
                </a:r>
                <a:r>
                  <a:rPr lang="en-US" altLang="zh-CN" sz="2400" b="1" i="1" kern="100" err="1">
                    <a:effectLst/>
                    <a:latin typeface="Times New Roman" panose="02020603050405020304" charset="0"/>
                    <a:ea typeface="黑体" panose="02010609060101010101" charset="-122"/>
                  </a:rPr>
                  <a:t>g</a:t>
                </a:r>
                <a:r>
                  <a:rPr lang="en-US" altLang="zh-CN" sz="2400" b="1" kern="100" err="1">
                    <a:effectLst/>
                    <a:latin typeface="Times New Roman" panose="02020603050405020304" charset="0"/>
                    <a:ea typeface="黑体" panose="02010609060101010101" charset="-122"/>
                  </a:rPr>
                  <a:t>+</a:t>
                </a:r>
                <a:r>
                  <a:rPr lang="en-US" altLang="zh-CN" sz="2400" b="1" i="1" kern="100" err="1">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a:t>
                </a:r>
                <a:r>
                  <a:rPr lang="en-US" altLang="zh-CN" sz="2400" b="1" kern="100">
                    <a:effectLst/>
                    <a:latin typeface="Times New Roman" panose="02020603050405020304" charset="0"/>
                    <a:ea typeface="黑体" panose="02010609060101010101" charset="-122"/>
                  </a:rPr>
                  <a:t>=200×</a:t>
                </a:r>
                <a:r>
                  <a:rPr lang="zh-CN" altLang="zh-CN" sz="2400" b="1" kern="100">
                    <a:effectLst/>
                    <a:latin typeface="Times New Roman" panose="02020603050405020304" charset="0"/>
                    <a:ea typeface="黑体" panose="02010609060101010101" charset="-122"/>
                  </a:rPr>
                  <a:t>（</a:t>
                </a:r>
                <a:r>
                  <a:rPr lang="en-US" altLang="zh-CN" sz="2400" b="1" kern="100">
                    <a:effectLst/>
                    <a:latin typeface="Times New Roman" panose="02020603050405020304" charset="0"/>
                    <a:ea typeface="黑体" panose="02010609060101010101" charset="-122"/>
                  </a:rPr>
                  <a:t>10+0.5</a:t>
                </a:r>
                <a:r>
                  <a:rPr lang="zh-CN" altLang="zh-CN" sz="2400" b="1" kern="100">
                    <a:effectLst/>
                    <a:latin typeface="Times New Roman" panose="02020603050405020304" charset="0"/>
                    <a:ea typeface="黑体" panose="02010609060101010101" charset="-122"/>
                  </a:rPr>
                  <a:t>）</a:t>
                </a:r>
                <a:r>
                  <a:rPr lang="en-US" altLang="zh-CN" sz="2400" b="1" kern="100">
                    <a:effectLst/>
                    <a:latin typeface="Times New Roman" panose="02020603050405020304" charset="0"/>
                    <a:ea typeface="黑体" panose="02010609060101010101" charset="-122"/>
                  </a:rPr>
                  <a:t>N=2100N</a:t>
                </a:r>
                <a:r>
                  <a:rPr lang="zh-CN" altLang="zh-CN" sz="2400" b="1" kern="100">
                    <a:effectLst/>
                    <a:latin typeface="Times New Roman" panose="02020603050405020304" charset="0"/>
                    <a:ea typeface="黑体" panose="02010609060101010101" charset="-122"/>
                  </a:rPr>
                  <a:t>浮力保持不变，运动过程中所受浮力大小为</a:t>
                </a:r>
                <a:r>
                  <a:rPr lang="en-US" altLang="zh-CN" sz="2400" b="1" kern="100">
                    <a:effectLst/>
                    <a:latin typeface="Times New Roman" panose="02020603050405020304" charset="0"/>
                    <a:ea typeface="黑体" panose="02010609060101010101" charset="-122"/>
                  </a:rPr>
                  <a:t>2100N</a:t>
                </a:r>
                <a:r>
                  <a:rPr lang="zh-CN" altLang="zh-CN" sz="2400" b="1" kern="100">
                    <a:effectLst/>
                    <a:latin typeface="Times New Roman" panose="02020603050405020304" charset="0"/>
                    <a:ea typeface="黑体" panose="02010609060101010101" charset="-122"/>
                  </a:rPr>
                  <a:t>。故</a:t>
                </a:r>
                <a:r>
                  <a:rPr lang="en-US" altLang="zh-CN" sz="2400" b="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正确；</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en-US" altLang="zh-CN" sz="2400" b="1" kern="100">
                    <a:effectLst/>
                    <a:latin typeface="Times New Roman" panose="02020603050405020304" charset="0"/>
                    <a:ea typeface="黑体" panose="02010609060101010101" charset="-122"/>
                  </a:rPr>
                  <a:t>B</a:t>
                </a:r>
                <a:r>
                  <a:rPr lang="zh-CN" altLang="zh-CN" sz="2400" b="1" kern="100">
                    <a:effectLst/>
                    <a:latin typeface="Times New Roman" panose="02020603050405020304" charset="0"/>
                    <a:ea typeface="黑体" panose="02010609060101010101" charset="-122"/>
                  </a:rPr>
                  <a:t>．加速上升过程中，所受空气阻力随速度增大而增大，故</a:t>
                </a:r>
                <a:r>
                  <a:rPr lang="en-US" altLang="zh-CN" sz="2400" b="1" kern="100">
                    <a:effectLst/>
                    <a:latin typeface="Times New Roman" panose="02020603050405020304" charset="0"/>
                    <a:ea typeface="黑体" panose="02010609060101010101" charset="-122"/>
                  </a:rPr>
                  <a:t>B</a:t>
                </a:r>
                <a:r>
                  <a:rPr lang="zh-CN" altLang="zh-CN" sz="2400" b="1" kern="100">
                    <a:effectLst/>
                    <a:latin typeface="Times New Roman" panose="02020603050405020304" charset="0"/>
                    <a:ea typeface="黑体" panose="02010609060101010101" charset="-122"/>
                  </a:rPr>
                  <a:t>错误；</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en-US" altLang="zh-CN" sz="2400" b="1" kern="100">
                    <a:effectLst/>
                    <a:latin typeface="Times New Roman" panose="02020603050405020304" charset="0"/>
                    <a:ea typeface="黑体" panose="02010609060101010101" charset="-122"/>
                  </a:rPr>
                  <a:t>C</a:t>
                </a:r>
                <a:r>
                  <a:rPr lang="zh-CN" altLang="zh-CN" sz="2400" b="1" kern="100">
                    <a:effectLst/>
                    <a:latin typeface="Times New Roman" panose="02020603050405020304" charset="0"/>
                    <a:ea typeface="黑体" panose="02010609060101010101" charset="-122"/>
                  </a:rPr>
                  <a:t>．热气球以</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m:rPr>
                              <m:sty m:val="b"/>
                            </m:rPr>
                            <a:rPr lang="en-US" altLang="zh-CN" sz="2400" b="1" kern="100">
                              <a:effectLst/>
                              <a:latin typeface="Cambria Math" panose="02040503050406030204" pitchFamily="18" charset="0"/>
                              <a:ea typeface="黑体" panose="02010609060101010101" charset="-122"/>
                            </a:rPr>
                            <m:t>𝐦</m:t>
                          </m:r>
                          <m:r>
                            <m:rPr>
                              <m:sty m:val="b"/>
                            </m:rPr>
                            <a:rPr lang="en-US" altLang="zh-CN" sz="2400" b="1" kern="100">
                              <a:effectLst/>
                              <a:latin typeface="Cambria Math" panose="02040503050406030204" pitchFamily="18" charset="0"/>
                              <a:ea typeface="黑体" panose="02010609060101010101" charset="-122"/>
                            </a:rPr>
                            <m:t>/</m:t>
                          </m:r>
                          <m:r>
                            <m:rPr>
                              <m:sty m:val="b"/>
                            </m:rPr>
                            <a:rPr lang="en-US" altLang="zh-CN" sz="2400" b="1" kern="100">
                              <a:effectLst/>
                              <a:latin typeface="Cambria Math" panose="02040503050406030204" pitchFamily="18" charset="0"/>
                              <a:ea typeface="黑体" panose="02010609060101010101" charset="-122"/>
                            </a:rPr>
                            <m:t>𝐬</m:t>
                          </m:r>
                        </m:e>
                        <m:sup>
                          <m:r>
                            <m:rPr>
                              <m:sty m:val="b"/>
                            </m:rPr>
                            <a:rPr lang="en-US" altLang="zh-CN" sz="2400" b="1" kern="100">
                              <a:effectLst/>
                              <a:latin typeface="Cambria Math" panose="02040503050406030204" pitchFamily="18" charset="0"/>
                              <a:ea typeface="黑体" panose="02010609060101010101" charset="-122"/>
                            </a:rPr>
                            <m:t>𝟐</m:t>
                          </m:r>
                        </m:sup>
                      </m:sSup>
                    </m:oMath>
                  </m:oMathPara>
                </a14:m>
                <a:r>
                  <a:rPr lang="zh-CN" altLang="zh-CN" sz="2400" b="1" kern="100">
                    <a:effectLst/>
                    <a:latin typeface="Times New Roman" panose="02020603050405020304" charset="0"/>
                    <a:ea typeface="黑体" panose="02010609060101010101" charset="-122"/>
                  </a:rPr>
                  <a:t>匀加速上升时，由</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𝒙</m:t>
                      </m:r>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r>
                            <m:rPr>
                              <m:sty m:val="bi"/>
                            </m:rPr>
                            <a:rPr lang="en-US" altLang="zh-CN" sz="2400" b="1" i="1" kern="100">
                              <a:effectLst/>
                              <a:latin typeface="Cambria Math" panose="02040503050406030204" pitchFamily="18" charset="0"/>
                              <a:ea typeface="黑体" panose="02010609060101010101" charset="-122"/>
                            </a:rPr>
                            <m:t>𝟏</m:t>
                          </m:r>
                        </m:num>
                        <m:den>
                          <m:r>
                            <m:rPr>
                              <m:sty m:val="bi"/>
                            </m:rPr>
                            <a:rPr lang="en-US" altLang="zh-CN" sz="2400" b="1" i="1" kern="100">
                              <a:effectLst/>
                              <a:latin typeface="Cambria Math" panose="02040503050406030204" pitchFamily="18" charset="0"/>
                              <a:ea typeface="黑体" panose="02010609060101010101" charset="-122"/>
                            </a:rPr>
                            <m:t>𝟐</m:t>
                          </m:r>
                        </m:den>
                      </m:f>
                      <m:r>
                        <m:rPr>
                          <m:sty m:val="bi"/>
                        </m:rPr>
                        <a:rPr lang="en-US" altLang="zh-CN" sz="2400" b="1" i="1" kern="100">
                          <a:effectLst/>
                          <a:latin typeface="Cambria Math" panose="02040503050406030204" pitchFamily="18" charset="0"/>
                          <a:ea typeface="黑体" panose="02010609060101010101" charset="-122"/>
                        </a:rPr>
                        <m:t>𝒂</m:t>
                      </m:r>
                      <m:sSup>
                        <m:sSupPr>
                          <m:ctrlPr>
                            <a:rPr lang="zh-CN" altLang="zh-CN" sz="2400" b="1" i="1" kern="100">
                              <a:effectLst/>
                              <a:latin typeface="Cambria Math" panose="02040503050406030204" pitchFamily="18" charset="0"/>
                              <a:ea typeface="Cambria Math" panose="02040503050406030204" pitchFamily="18" charset="0"/>
                            </a:rPr>
                          </m:ctrlPr>
                        </m:sSupPr>
                        <m:e>
                          <m:r>
                            <m:rPr>
                              <m:sty m:val="bi"/>
                            </m:rPr>
                            <a:rPr lang="en-US" altLang="zh-CN" sz="2400" b="1" i="1" kern="100">
                              <a:effectLst/>
                              <a:latin typeface="Cambria Math" panose="02040503050406030204" pitchFamily="18" charset="0"/>
                              <a:ea typeface="黑体" panose="02010609060101010101" charset="-122"/>
                            </a:rPr>
                            <m:t>𝒕</m:t>
                          </m:r>
                        </m:e>
                        <m:sup>
                          <m:r>
                            <m:rPr>
                              <m:sty m:val="bi"/>
                            </m:rPr>
                            <a:rPr lang="en-US" altLang="zh-CN" sz="2400" b="1" i="1" kern="100">
                              <a:effectLst/>
                              <a:latin typeface="Cambria Math" panose="02040503050406030204" pitchFamily="18" charset="0"/>
                              <a:ea typeface="黑体" panose="02010609060101010101" charset="-122"/>
                            </a:rPr>
                            <m:t>𝟐</m:t>
                          </m:r>
                        </m:sup>
                      </m:sSup>
                    </m:oMath>
                  </m:oMathPara>
                </a14:m>
                <a:r>
                  <a:rPr lang="zh-CN" altLang="zh-CN" sz="2400" b="1" kern="100">
                    <a:effectLst/>
                    <a:latin typeface="Times New Roman" panose="02020603050405020304" charset="0"/>
                    <a:ea typeface="黑体" panose="02010609060101010101" charset="-122"/>
                  </a:rPr>
                  <a:t>解得</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𝒕</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𝟑𝟎</m:t>
                      </m:r>
                      <m:r>
                        <m:rPr>
                          <m:sty m:val="b"/>
                        </m:rPr>
                        <a:rPr lang="en-US" altLang="zh-CN" sz="2400" b="1" kern="100">
                          <a:effectLst/>
                          <a:latin typeface="Cambria Math" panose="02040503050406030204" pitchFamily="18" charset="0"/>
                          <a:ea typeface="黑体" panose="02010609060101010101" charset="-122"/>
                        </a:rPr>
                        <m:t>𝐬</m:t>
                      </m:r>
                    </m:oMath>
                  </m:oMathPara>
                </a14:m>
                <a:r>
                  <a:rPr lang="zh-CN" altLang="zh-CN" sz="2400" b="1" kern="100">
                    <a:effectLst/>
                    <a:latin typeface="Times New Roman" panose="02020603050405020304" charset="0"/>
                    <a:ea typeface="黑体" panose="02010609060101010101" charset="-122"/>
                  </a:rPr>
                  <a:t>加速上升过程中，所受空气阻力随速度增大而增大，热气球做加速度减小的加速运动，故</a:t>
                </a:r>
                <a:r>
                  <a:rPr lang="en-US" altLang="zh-CN" sz="2400" b="1" kern="100">
                    <a:effectLst/>
                    <a:latin typeface="Times New Roman" panose="02020603050405020304" charset="0"/>
                    <a:ea typeface="黑体" panose="02010609060101010101" charset="-122"/>
                  </a:rPr>
                  <a:t>C</a:t>
                </a:r>
                <a:r>
                  <a:rPr lang="zh-CN" altLang="zh-CN" sz="2400" b="1" kern="100">
                    <a:effectLst/>
                    <a:latin typeface="Times New Roman" panose="02020603050405020304" charset="0"/>
                    <a:ea typeface="黑体" panose="02010609060101010101" charset="-122"/>
                  </a:rPr>
                  <a:t>错误；</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en-US" altLang="zh-CN" sz="2400" b="1" kern="100">
                    <a:effectLst/>
                    <a:latin typeface="Times New Roman" panose="02020603050405020304" charset="0"/>
                    <a:ea typeface="黑体" panose="02010609060101010101" charset="-122"/>
                  </a:rPr>
                  <a:t>D</a:t>
                </a:r>
                <a:r>
                  <a:rPr lang="zh-CN" altLang="zh-CN" sz="2400" b="1" kern="100">
                    <a:effectLst/>
                    <a:latin typeface="Times New Roman" panose="02020603050405020304" charset="0"/>
                    <a:ea typeface="黑体" panose="02010609060101010101" charset="-122"/>
                  </a:rPr>
                  <a:t>．以</a:t>
                </a:r>
                <a:r>
                  <a:rPr lang="en-US" altLang="zh-CN" sz="2400" b="1" kern="100">
                    <a:effectLst/>
                    <a:latin typeface="Times New Roman" panose="02020603050405020304" charset="0"/>
                    <a:ea typeface="黑体" panose="02010609060101010101" charset="-122"/>
                  </a:rPr>
                  <a:t>5m/s</a:t>
                </a:r>
                <a:r>
                  <a:rPr lang="zh-CN" altLang="zh-CN" sz="2400" b="1" kern="100">
                    <a:effectLst/>
                    <a:latin typeface="Times New Roman" panose="02020603050405020304" charset="0"/>
                    <a:ea typeface="黑体" panose="02010609060101010101" charset="-122"/>
                  </a:rPr>
                  <a:t>匀速上升时，根据平衡条件，有</a:t>
                </a:r>
                <a:r>
                  <a:rPr lang="en-US" altLang="zh-CN" sz="2400" b="1" i="1" kern="100">
                    <a:effectLst/>
                    <a:latin typeface="Times New Roman" panose="02020603050405020304" charset="0"/>
                    <a:ea typeface="黑体" panose="02010609060101010101" charset="-122"/>
                  </a:rPr>
                  <a:t>F</a:t>
                </a:r>
                <a:r>
                  <a:rPr lang="zh-CN" altLang="zh-CN" sz="2400" b="1" i="1" kern="100" baseline="-25000">
                    <a:effectLst/>
                    <a:latin typeface="Times New Roman" panose="02020603050405020304" charset="0"/>
                    <a:ea typeface="黑体" panose="02010609060101010101" charset="-122"/>
                  </a:rPr>
                  <a:t>浮</a:t>
                </a:r>
                <a:r>
                  <a:rPr lang="en-US" altLang="zh-CN" sz="2400" b="1" kern="100">
                    <a:effectLst/>
                    <a:latin typeface="Times New Roman" panose="02020603050405020304" charset="0"/>
                    <a:ea typeface="黑体" panose="02010609060101010101" charset="-122"/>
                  </a:rPr>
                  <a:t>=</a:t>
                </a:r>
                <a:r>
                  <a:rPr lang="en-US" altLang="zh-CN" sz="2400" b="1" i="1" kern="100" err="1">
                    <a:effectLst/>
                    <a:latin typeface="Times New Roman" panose="02020603050405020304" charset="0"/>
                    <a:ea typeface="黑体" panose="02010609060101010101" charset="-122"/>
                  </a:rPr>
                  <a:t>mg</a:t>
                </a:r>
                <a:r>
                  <a:rPr lang="en-US" altLang="zh-CN" sz="2400" b="1" kern="100" err="1">
                    <a:effectLst/>
                    <a:latin typeface="Times New Roman" panose="02020603050405020304" charset="0"/>
                    <a:ea typeface="黑体" panose="02010609060101010101" charset="-122"/>
                  </a:rPr>
                  <a:t>+</a:t>
                </a:r>
                <a:r>
                  <a:rPr lang="en-US" altLang="zh-CN" sz="2400" b="1" i="1" kern="100" err="1">
                    <a:effectLst/>
                    <a:latin typeface="Times New Roman" panose="02020603050405020304" charset="0"/>
                    <a:ea typeface="黑体" panose="02010609060101010101" charset="-122"/>
                  </a:rPr>
                  <a:t>f</a:t>
                </a:r>
                <a:r>
                  <a:rPr lang="zh-CN" altLang="zh-CN" sz="2400" b="1" kern="100">
                    <a:effectLst/>
                    <a:latin typeface="Times New Roman" panose="02020603050405020304" charset="0"/>
                    <a:ea typeface="黑体" panose="02010609060101010101" charset="-122"/>
                  </a:rPr>
                  <a:t>解得</a:t>
                </a:r>
                <a:r>
                  <a:rPr lang="en-US" altLang="zh-CN" sz="2400" b="1" i="1" kern="100">
                    <a:effectLst/>
                    <a:latin typeface="Times New Roman" panose="02020603050405020304" charset="0"/>
                    <a:ea typeface="黑体" panose="02010609060101010101" charset="-122"/>
                  </a:rPr>
                  <a:t>f</a:t>
                </a:r>
                <a:r>
                  <a:rPr lang="en-US" altLang="zh-CN" sz="2400" b="1" kern="100">
                    <a:effectLst/>
                    <a:latin typeface="Times New Roman" panose="02020603050405020304" charset="0"/>
                    <a:ea typeface="黑体" panose="02010609060101010101" charset="-122"/>
                  </a:rPr>
                  <a:t>=100N</a:t>
                </a:r>
                <a:r>
                  <a:rPr lang="zh-CN" altLang="zh-CN" sz="2400" b="1" kern="100">
                    <a:effectLst/>
                    <a:latin typeface="Times New Roman" panose="02020603050405020304" charset="0"/>
                    <a:ea typeface="黑体" panose="02010609060101010101" charset="-122"/>
                  </a:rPr>
                  <a:t>故</a:t>
                </a:r>
                <a:r>
                  <a:rPr lang="en-US" altLang="zh-CN" sz="2400" b="1" kern="100">
                    <a:effectLst/>
                    <a:latin typeface="Times New Roman" panose="02020603050405020304" charset="0"/>
                    <a:ea typeface="黑体" panose="02010609060101010101" charset="-122"/>
                  </a:rPr>
                  <a:t>D</a:t>
                </a:r>
                <a:r>
                  <a:rPr lang="zh-CN" altLang="zh-CN" sz="2400" b="1" kern="100">
                    <a:effectLst/>
                    <a:latin typeface="Times New Roman" panose="02020603050405020304" charset="0"/>
                    <a:ea typeface="黑体" panose="02010609060101010101" charset="-122"/>
                  </a:rPr>
                  <a:t>错误；故选</a:t>
                </a:r>
                <a:r>
                  <a:rPr lang="en-US" altLang="zh-CN" sz="2400" b="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a:t>
                </a:r>
                <a:endParaRPr lang="zh-CN" altLang="zh-CN" sz="24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319682" y="296155"/>
                <a:ext cx="11524655" cy="4697889"/>
              </a:xfrm>
              <a:prstGeom prst="rect">
                <a:avLst/>
              </a:prstGeom>
              <a:blipFill rotWithShape="1">
                <a:blip r:embed="rId5"/>
                <a:stretch>
                  <a:fillRect l="-2" t="-5" r="-967" b="-667"/>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4" name="文本框 3" title=""/>
          <p:cNvSpPr txBox="1"/>
          <p:nvPr>
            <p:custDataLst>
              <p:tags r:id="rId3"/>
            </p:custDataLst>
          </p:nvPr>
        </p:nvSpPr>
        <p:spPr>
          <a:xfrm>
            <a:off x="226812" y="268954"/>
            <a:ext cx="11538943" cy="4534831"/>
          </a:xfrm>
          <a:prstGeom prst="rect">
            <a:avLst/>
          </a:prstGeom>
          <a:noFill/>
        </p:spPr>
        <p:txBody>
          <a:bodyPr wrap="square">
            <a:spAutoFit/>
          </a:bodyPr>
          <a:lstStyle/>
          <a:p>
            <a:pPr algn="l">
              <a:lnSpc>
                <a:spcPct val="150000"/>
              </a:lnSpc>
            </a:pPr>
            <a:r>
              <a:rPr lang="en-US" altLang="zh-CN" sz="2800" b="1" kern="100">
                <a:effectLst/>
                <a:latin typeface="Times New Roman" panose="02020603050405020304" charset="0"/>
                <a:ea typeface="黑体" panose="02010609060101010101" charset="-122"/>
              </a:rPr>
              <a:t>3</a:t>
            </a:r>
            <a:r>
              <a:rPr lang="zh-CN" altLang="zh-CN" sz="2800" b="1" kern="100">
                <a:effectLst/>
                <a:latin typeface="Times New Roman" panose="02020603050405020304" charset="0"/>
                <a:ea typeface="黑体" panose="02010609060101010101" charset="-122"/>
              </a:rPr>
              <a:t>．一质量为</a:t>
            </a:r>
            <a:r>
              <a:rPr lang="en-US" altLang="zh-CN" sz="2800" b="1" kern="100">
                <a:effectLst/>
                <a:latin typeface="Times New Roman" panose="02020603050405020304" charset="0"/>
                <a:ea typeface="黑体" panose="02010609060101010101" charset="-122"/>
              </a:rPr>
              <a:t>1kg</a:t>
            </a:r>
            <a:r>
              <a:rPr lang="zh-CN" altLang="zh-CN" sz="2800" b="1" kern="100">
                <a:effectLst/>
                <a:latin typeface="Times New Roman" panose="02020603050405020304" charset="0"/>
                <a:ea typeface="黑体" panose="02010609060101010101" charset="-122"/>
              </a:rPr>
              <a:t>的物块在粗糙水平面上以</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en-US" altLang="zh-CN" sz="2800" b="1" kern="100">
                <a:effectLst/>
                <a:latin typeface="Times New Roman" panose="02020603050405020304" charset="0"/>
                <a:ea typeface="黑体" panose="02010609060101010101" charset="-122"/>
              </a:rPr>
              <a:t>=8m/s</a:t>
            </a:r>
            <a:r>
              <a:rPr lang="zh-CN" altLang="zh-CN" sz="2800" b="1" kern="100">
                <a:effectLst/>
                <a:latin typeface="Times New Roman" panose="02020603050405020304" charset="0"/>
                <a:ea typeface="黑体" panose="02010609060101010101" charset="-122"/>
              </a:rPr>
              <a:t>的速度向左运动，现对其施加一水平向右的恒力</a:t>
            </a:r>
            <a:r>
              <a:rPr lang="en-US" altLang="zh-CN" sz="2800" b="1" i="1" kern="100">
                <a:effectLst/>
                <a:latin typeface="Times New Roman" panose="02020603050405020304" charset="0"/>
                <a:ea typeface="黑体" panose="02010609060101010101" charset="-122"/>
              </a:rPr>
              <a:t>F</a:t>
            </a:r>
            <a:r>
              <a:rPr lang="en-US" altLang="zh-CN" sz="2800" b="1" kern="100">
                <a:effectLst/>
                <a:latin typeface="Times New Roman" panose="02020603050405020304" charset="0"/>
                <a:ea typeface="黑体" panose="02010609060101010101" charset="-122"/>
              </a:rPr>
              <a:t>=2N</a:t>
            </a:r>
            <a:r>
              <a:rPr lang="zh-CN" altLang="zh-CN" sz="2800" b="1" kern="100">
                <a:effectLst/>
                <a:latin typeface="Times New Roman" panose="02020603050405020304" charset="0"/>
                <a:ea typeface="黑体" panose="02010609060101010101" charset="-122"/>
              </a:rPr>
              <a:t>，已知物块与地面间的动摩擦因数</a:t>
            </a:r>
            <a:r>
              <a:rPr lang="en-US" altLang="zh-CN" sz="2800" b="1" i="1" kern="100">
                <a:effectLst/>
                <a:latin typeface="Times New Roman" panose="02020603050405020304" charset="0"/>
                <a:ea typeface="黑体" panose="02010609060101010101" charset="-122"/>
              </a:rPr>
              <a:t>μ</a:t>
            </a:r>
            <a:r>
              <a:rPr lang="en-US" altLang="zh-CN" sz="2800" b="1" kern="100">
                <a:effectLst/>
                <a:latin typeface="Times New Roman" panose="02020603050405020304" charset="0"/>
                <a:ea typeface="黑体" panose="02010609060101010101" charset="-122"/>
              </a:rPr>
              <a:t>=0.2</a:t>
            </a:r>
            <a:r>
              <a:rPr lang="zh-CN" altLang="zh-CN" sz="2800" b="1" kern="100">
                <a:effectLst/>
                <a:latin typeface="Times New Roman" panose="02020603050405020304" charset="0"/>
                <a:ea typeface="黑体" panose="02010609060101010101" charset="-122"/>
              </a:rPr>
              <a:t>，则下列说法正确的是（　　）</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．此时物块所受合力为零，将做匀速直线运动</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．此时物块所受摩擦力大小为</a:t>
            </a:r>
            <a:r>
              <a:rPr lang="en-US" altLang="zh-CN" sz="2800" b="1" kern="100">
                <a:effectLst/>
                <a:latin typeface="Times New Roman" panose="02020603050405020304" charset="0"/>
                <a:ea typeface="黑体" panose="02010609060101010101" charset="-122"/>
              </a:rPr>
              <a:t>2N</a:t>
            </a:r>
            <a:r>
              <a:rPr lang="zh-CN" altLang="zh-CN" sz="2800" b="1" kern="100">
                <a:effectLst/>
                <a:latin typeface="Times New Roman" panose="02020603050405020304" charset="0"/>
                <a:ea typeface="黑体" panose="02010609060101010101" charset="-122"/>
              </a:rPr>
              <a:t>，方向水平向左</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．此时仅将</a:t>
            </a:r>
            <a:r>
              <a:rPr lang="en-US" altLang="zh-CN" sz="2800" b="1" i="1" kern="100">
                <a:effectLst/>
                <a:latin typeface="Times New Roman" panose="02020603050405020304" charset="0"/>
                <a:ea typeface="黑体" panose="02010609060101010101" charset="-122"/>
              </a:rPr>
              <a:t>F</a:t>
            </a:r>
            <a:r>
              <a:rPr lang="zh-CN" altLang="zh-CN" sz="2800" b="1" kern="100">
                <a:effectLst/>
                <a:latin typeface="Times New Roman" panose="02020603050405020304" charset="0"/>
                <a:ea typeface="黑体" panose="02010609060101010101" charset="-122"/>
              </a:rPr>
              <a:t>方向反向，物块将做匀速直线运动</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a:t>
            </a:r>
            <a:r>
              <a:rPr lang="en-US" altLang="zh-CN" sz="2800" b="1" i="1" kern="100">
                <a:effectLst/>
                <a:latin typeface="Times New Roman" panose="02020603050405020304" charset="0"/>
                <a:ea typeface="黑体" panose="02010609060101010101" charset="-122"/>
              </a:rPr>
              <a:t>F</a:t>
            </a:r>
            <a:r>
              <a:rPr lang="zh-CN" altLang="zh-CN" sz="2800" b="1" kern="100">
                <a:effectLst/>
                <a:latin typeface="Times New Roman" panose="02020603050405020304" charset="0"/>
                <a:ea typeface="黑体" panose="02010609060101010101" charset="-122"/>
              </a:rPr>
              <a:t>作用</a:t>
            </a:r>
            <a:r>
              <a:rPr lang="en-US" altLang="zh-CN" sz="2800" b="1" kern="100">
                <a:effectLst/>
                <a:latin typeface="Times New Roman" panose="02020603050405020304" charset="0"/>
                <a:ea typeface="黑体" panose="02010609060101010101" charset="-122"/>
              </a:rPr>
              <a:t>5s</a:t>
            </a:r>
            <a:r>
              <a:rPr lang="zh-CN" altLang="zh-CN" sz="2800" b="1" kern="100">
                <a:effectLst/>
                <a:latin typeface="Times New Roman" panose="02020603050405020304" charset="0"/>
                <a:ea typeface="黑体" panose="02010609060101010101" charset="-122"/>
              </a:rPr>
              <a:t>后，物块将以</a:t>
            </a:r>
            <a:r>
              <a:rPr lang="en-US" altLang="zh-CN" sz="2800" b="1" kern="100">
                <a:effectLst/>
                <a:latin typeface="Times New Roman" panose="02020603050405020304" charset="0"/>
                <a:ea typeface="黑体" panose="02010609060101010101" charset="-122"/>
              </a:rPr>
              <a:t>12m/s</a:t>
            </a:r>
            <a:r>
              <a:rPr lang="zh-CN" altLang="zh-CN" sz="2800" b="1" kern="100">
                <a:effectLst/>
                <a:latin typeface="Times New Roman" panose="02020603050405020304" charset="0"/>
                <a:ea typeface="黑体" panose="02010609060101010101" charset="-122"/>
              </a:rPr>
              <a:t>的速度向右运动</a:t>
            </a:r>
            <a:endParaRPr lang="zh-CN" altLang="zh-CN" sz="2800" kern="100">
              <a:effectLst/>
              <a:latin typeface="Times New Roman" panose="02020603050405020304" charset="0"/>
              <a:ea typeface="宋体" panose="02010600030101010101" pitchFamily="2" charset="-122"/>
            </a:endParaRPr>
          </a:p>
        </p:txBody>
      </p:sp>
      <p:sp>
        <p:nvSpPr>
          <p:cNvPr id="7" name="文本框 6" title=""/>
          <p:cNvSpPr txBox="1"/>
          <p:nvPr>
            <p:custDataLst>
              <p:tags r:id="rId4"/>
            </p:custDataLst>
          </p:nvPr>
        </p:nvSpPr>
        <p:spPr>
          <a:xfrm>
            <a:off x="3981291" y="1670526"/>
            <a:ext cx="719455" cy="551815"/>
          </a:xfrm>
          <a:prstGeom prst="rect">
            <a:avLst/>
          </a:prstGeom>
          <a:noFill/>
        </p:spPr>
        <p:txBody>
          <a:bodyPr wrap="square" rtlCol="0">
            <a:noAutofit/>
          </a:bodyPr>
          <a:lstStyle/>
          <a:p>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C</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6"/>
            </p:custDataLst>
          </p:nvPr>
        </p:nvPicPr>
        <p:blipFill>
          <a:blip r:embed="rId5"/>
          <a:stretch>
            <a:fillRect/>
          </a:stretch>
        </p:blipFill>
        <p:spPr>
          <a:xfrm>
            <a:off x="8565721" y="3129300"/>
            <a:ext cx="3399467" cy="1199812"/>
          </a:xfrm>
          <a:prstGeom prst="rect">
            <a:avLst/>
          </a:prstGeom>
        </p:spPr>
      </p:pic>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241101" y="238338"/>
                <a:ext cx="11624668" cy="6363280"/>
              </a:xfrm>
              <a:prstGeom prst="rect">
                <a:avLst/>
              </a:prstGeom>
              <a:noFill/>
            </p:spPr>
            <p:txBody>
              <a:bodyPr wrap="square">
                <a:spAutoFit/>
              </a:bodyPr>
              <a:lstStyle/>
              <a:p>
                <a:pPr algn="l">
                  <a:lnSpc>
                    <a:spcPct val="150000"/>
                  </a:lnSpc>
                </a:pPr>
                <a:r>
                  <a:rPr lang="zh-CN" altLang="zh-CN" sz="2800" b="1" kern="100">
                    <a:effectLst/>
                    <a:latin typeface="Times New Roman" panose="02020603050405020304" charset="0"/>
                    <a:ea typeface="黑体" panose="02010609060101010101" charset="-122"/>
                  </a:rPr>
                  <a:t>【答案】</a:t>
                </a:r>
                <a:r>
                  <a:rPr lang="en-US" altLang="zh-CN" sz="2800" b="1" kern="100">
                    <a:effectLst/>
                    <a:latin typeface="Times New Roman" panose="02020603050405020304" charset="0"/>
                    <a:ea typeface="黑体" panose="02010609060101010101" charset="-122"/>
                  </a:rPr>
                  <a:t>C</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zh-CN" altLang="zh-CN" sz="2800" b="1" kern="100">
                    <a:effectLst/>
                    <a:latin typeface="Times New Roman" panose="02020603050405020304" charset="0"/>
                    <a:ea typeface="黑体" panose="02010609060101010101" charset="-122"/>
                  </a:rPr>
                  <a:t>【详解】</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．物块在粗糙水平面上以</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en-US" altLang="zh-CN" sz="2800" b="1" kern="100">
                    <a:effectLst/>
                    <a:latin typeface="Times New Roman" panose="02020603050405020304" charset="0"/>
                    <a:ea typeface="黑体" panose="02010609060101010101" charset="-122"/>
                  </a:rPr>
                  <a:t>=8m/s</a:t>
                </a:r>
                <a:r>
                  <a:rPr lang="zh-CN" altLang="zh-CN" sz="2800" b="1" kern="100">
                    <a:effectLst/>
                    <a:latin typeface="Times New Roman" panose="02020603050405020304" charset="0"/>
                    <a:ea typeface="黑体" panose="02010609060101010101" charset="-122"/>
                  </a:rPr>
                  <a:t>的速度向左运动，受向右的摩擦力，有</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𝒇</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r>
                        <m:rPr>
                          <m:sty m:val="b"/>
                        </m:rPr>
                        <a:rPr lang="en-US" altLang="zh-CN" sz="2800" b="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
                        </m:rPr>
                        <a:rPr lang="en-US" altLang="zh-CN" sz="2800" b="1" kern="100">
                          <a:effectLst/>
                          <a:latin typeface="Cambria Math" panose="02040503050406030204" pitchFamily="18" charset="0"/>
                          <a:ea typeface="黑体" panose="02010609060101010101" charset="-122"/>
                        </a:rPr>
                        <m:t>𝐍</m:t>
                      </m:r>
                    </m:oMath>
                  </m:oMathPara>
                </a14:m>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错误；</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．此时物块所受合力合力</a:t>
                </a:r>
                <a14:m>
                  <m:oMathPara>
                    <m:oMathParaPr>
                      <m:jc/>
                    </m:oMathParaPr>
                    <m:oMath>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𝑭</m:t>
                          </m:r>
                        </m:e>
                        <m:sub>
                          <m:r>
                            <m:rPr>
                              <m:sty m:val="b"/>
                            </m:rPr>
                            <a:rPr lang="zh-CN" altLang="zh-CN" sz="2800" b="1" kern="100">
                              <a:effectLst/>
                              <a:latin typeface="Cambria Math" panose="02040503050406030204" pitchFamily="18" charset="0"/>
                              <a:ea typeface="黑体" panose="02010609060101010101" charset="-122"/>
                            </a:rPr>
                            <m:t>合</m:t>
                          </m:r>
                        </m:sub>
                      </m:sSub>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𝑭</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r>
                        <m:rPr>
                          <m:sty m:val="b"/>
                        </m:rPr>
                        <a:rPr lang="en-US" altLang="zh-CN" sz="2800" b="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𝟒</m:t>
                      </m:r>
                      <m:r>
                        <m:rPr>
                          <m:sty m:val="b"/>
                        </m:rPr>
                        <a:rPr lang="en-US" altLang="zh-CN" sz="2800" b="1" kern="100">
                          <a:effectLst/>
                          <a:latin typeface="Cambria Math" panose="02040503050406030204" pitchFamily="18" charset="0"/>
                          <a:ea typeface="黑体" panose="02010609060101010101" charset="-122"/>
                        </a:rPr>
                        <m:t>𝐍</m:t>
                      </m:r>
                    </m:oMath>
                  </m:oMathPara>
                </a14:m>
                <a:r>
                  <a:rPr lang="zh-CN" altLang="zh-CN" sz="2800" b="1" kern="100">
                    <a:effectLst/>
                    <a:latin typeface="Times New Roman" panose="02020603050405020304" charset="0"/>
                    <a:ea typeface="黑体" panose="02010609060101010101" charset="-122"/>
                  </a:rPr>
                  <a:t>方向水平向右，物块将做匀减速直线运动，</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错误；</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．根据牛顿定律有</a:t>
                </a:r>
                <a14:m>
                  <m:oMathPara>
                    <m:oMathParaPr>
                      <m:jc/>
                    </m:oMathParaPr>
                    <m:oMath>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𝑭</m:t>
                          </m:r>
                        </m:e>
                        <m:sub>
                          <m:r>
                            <m:rPr>
                              <m:sty m:val="b"/>
                            </m:rPr>
                            <a:rPr lang="zh-CN" altLang="zh-CN" sz="2800" b="1" kern="100">
                              <a:effectLst/>
                              <a:latin typeface="Cambria Math" panose="02040503050406030204" pitchFamily="18" charset="0"/>
                              <a:ea typeface="黑体" panose="02010609060101010101" charset="-122"/>
                            </a:rPr>
                            <m:t>合</m:t>
                          </m:r>
                        </m:sub>
                      </m:sSub>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𝒎𝒂</m:t>
                      </m:r>
                    </m:oMath>
                  </m:oMathPara>
                </a14:m>
                <a:r>
                  <a:rPr lang="zh-CN" altLang="zh-CN" sz="2800" b="1" kern="100">
                    <a:effectLst/>
                    <a:latin typeface="Times New Roman" panose="02020603050405020304" charset="0"/>
                    <a:ea typeface="黑体" panose="02010609060101010101" charset="-122"/>
                  </a:rPr>
                  <a:t>解得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𝒂</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𝟒</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𝐦</m:t>
                          </m:r>
                          <m:r>
                            <m:rPr>
                              <m:sty m:val="b"/>
                            </m:rPr>
                            <a:rPr lang="en-US" altLang="zh-CN" sz="2800" b="1" kern="100">
                              <a:effectLst/>
                              <a:latin typeface="Cambria Math" panose="02040503050406030204" pitchFamily="18" charset="0"/>
                              <a:ea typeface="黑体" panose="02010609060101010101" charset="-122"/>
                            </a:rPr>
                            <m:t>/</m:t>
                          </m:r>
                          <m:r>
                            <m:rPr>
                              <m:sty m:val="b"/>
                            </m:rPr>
                            <a:rPr lang="en-US" altLang="zh-CN" sz="2800" b="1" kern="100">
                              <a:effectLst/>
                              <a:latin typeface="Cambria Math" panose="02040503050406030204" pitchFamily="18" charset="0"/>
                              <a:ea typeface="黑体" panose="02010609060101010101" charset="-122"/>
                            </a:rPr>
                            <m:t>𝐬</m:t>
                          </m:r>
                        </m:e>
                        <m:sup>
                          <m:r>
                            <m:rPr>
                              <m:sty m:val="b"/>
                            </m:rPr>
                            <a:rPr lang="en-US" altLang="zh-CN" sz="2800" b="1" kern="100">
                              <a:effectLst/>
                              <a:latin typeface="Cambria Math" panose="02040503050406030204" pitchFamily="18" charset="0"/>
                              <a:ea typeface="黑体" panose="02010609060101010101" charset="-122"/>
                            </a:rPr>
                            <m:t>𝟐</m:t>
                          </m:r>
                        </m:sup>
                      </m:sSup>
                    </m:oMath>
                  </m:oMathPara>
                </a14:m>
                <a:r>
                  <a:rPr lang="zh-CN" altLang="zh-CN" sz="2800" b="1" kern="100">
                    <a:effectLst/>
                    <a:latin typeface="Times New Roman" panose="02020603050405020304" charset="0"/>
                    <a:ea typeface="黑体" panose="02010609060101010101" charset="-122"/>
                  </a:rPr>
                  <a:t>物块减速到</a:t>
                </a:r>
                <a:r>
                  <a:rPr lang="en-US" altLang="zh-CN" sz="2800" b="1" kern="100">
                    <a:effectLst/>
                    <a:latin typeface="Times New Roman" panose="02020603050405020304" charset="0"/>
                    <a:ea typeface="黑体" panose="02010609060101010101" charset="-122"/>
                  </a:rPr>
                  <a:t>0</a:t>
                </a:r>
                <a:r>
                  <a:rPr lang="zh-CN" altLang="zh-CN" sz="2800" b="1" kern="100">
                    <a:effectLst/>
                    <a:latin typeface="Times New Roman" panose="02020603050405020304" charset="0"/>
                    <a:ea typeface="黑体" panose="02010609060101010101" charset="-122"/>
                  </a:rPr>
                  <a:t>的时间</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𝒕</m:t>
                      </m:r>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𝒗</m:t>
                          </m:r>
                        </m:num>
                        <m:den>
                          <m:r>
                            <m:rPr>
                              <m:sty m:val="bi"/>
                            </m:rPr>
                            <a:rPr lang="en-US" altLang="zh-CN" sz="2800" b="1" i="1" kern="100">
                              <a:effectLst/>
                              <a:latin typeface="Cambria Math" panose="02040503050406030204" pitchFamily="18" charset="0"/>
                              <a:ea typeface="黑体" panose="02010609060101010101" charset="-122"/>
                            </a:rPr>
                            <m:t>𝒂</m:t>
                          </m:r>
                        </m:den>
                      </m:f>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
                        </m:rPr>
                        <a:rPr lang="en-US" altLang="zh-CN" sz="2800" b="1" kern="100">
                          <a:effectLst/>
                          <a:latin typeface="Cambria Math" panose="02040503050406030204" pitchFamily="18" charset="0"/>
                          <a:ea typeface="黑体" panose="02010609060101010101" charset="-122"/>
                        </a:rPr>
                        <m:t>𝐬</m:t>
                      </m:r>
                    </m:oMath>
                  </m:oMathPara>
                </a14:m>
                <a:r>
                  <a:rPr lang="zh-CN" altLang="zh-CN" sz="2800" b="1" kern="100">
                    <a:effectLst/>
                    <a:latin typeface="Times New Roman" panose="02020603050405020304" charset="0"/>
                    <a:ea typeface="黑体" panose="02010609060101010101" charset="-122"/>
                  </a:rPr>
                  <a:t>由于</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𝑭</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𝒇</m:t>
                      </m:r>
                      <m:r>
                        <m:rPr>
                          <m:sty m:val="bi"/>
                        </m:rPr>
                        <a:rPr lang="en-US" altLang="zh-CN" sz="2800" b="1" i="1" kern="100">
                          <a:effectLst/>
                          <a:latin typeface="Cambria Math" panose="02040503050406030204" pitchFamily="18" charset="0"/>
                          <a:ea typeface="黑体" panose="02010609060101010101"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𝒇</m:t>
                          </m:r>
                        </m:e>
                        <m:sub>
                          <m:r>
                            <m:rPr>
                              <m:sty m:val="bi"/>
                            </m:rPr>
                            <a:rPr lang="en-US" altLang="zh-CN" sz="2800" b="1" i="1" kern="100">
                              <a:effectLst/>
                              <a:latin typeface="Cambria Math" panose="02040503050406030204" pitchFamily="18" charset="0"/>
                              <a:ea typeface="黑体" panose="02010609060101010101" charset="-122"/>
                            </a:rPr>
                            <m:t>𝒎𝒂𝒙</m:t>
                          </m:r>
                        </m:sub>
                      </m:sSub>
                    </m:oMath>
                  </m:oMathPara>
                </a14:m>
                <a:r>
                  <a:rPr lang="zh-CN" altLang="zh-CN" sz="2800" b="1" kern="100">
                    <a:effectLst/>
                    <a:latin typeface="Times New Roman" panose="02020603050405020304" charset="0"/>
                    <a:ea typeface="黑体" panose="02010609060101010101" charset="-122"/>
                  </a:rPr>
                  <a:t>之后物块静止，</a:t>
                </a: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错误；</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．若此时仅将</a:t>
                </a:r>
                <a:r>
                  <a:rPr lang="en-US" altLang="zh-CN" sz="2800" b="1" i="1" kern="100">
                    <a:effectLst/>
                    <a:latin typeface="Times New Roman" panose="02020603050405020304" charset="0"/>
                    <a:ea typeface="黑体" panose="02010609060101010101" charset="-122"/>
                  </a:rPr>
                  <a:t>F</a:t>
                </a:r>
                <a:r>
                  <a:rPr lang="zh-CN" altLang="zh-CN" sz="2800" b="1" kern="100">
                    <a:effectLst/>
                    <a:latin typeface="Times New Roman" panose="02020603050405020304" charset="0"/>
                    <a:ea typeface="黑体" panose="02010609060101010101" charset="-122"/>
                  </a:rPr>
                  <a:t>方向反向，则</a:t>
                </a:r>
                <a14:m>
                  <m:oMathPara>
                    <m:oMathParaPr>
                      <m:jc/>
                    </m:oMathParaPr>
                    <m:oMath>
                      <m:sSup>
                        <m:sSupPr>
                          <m:ctrlPr>
                            <a:rPr lang="zh-CN" altLang="zh-CN" sz="2800" b="1" i="1" kern="100">
                              <a:effectLst/>
                              <a:latin typeface="Cambria Math" panose="02040503050406030204" pitchFamily="18" charset="0"/>
                              <a:ea typeface="Cambria Math" panose="02040503050406030204" pitchFamily="18" charset="0"/>
                            </a:rPr>
                          </m:ctrlPr>
                        </m:sSupPr>
                        <m:e>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𝑭</m:t>
                              </m:r>
                            </m:e>
                            <m:sub>
                              <m:r>
                                <m:rPr>
                                  <m:sty m:val="b"/>
                                </m:rPr>
                                <a:rPr lang="zh-CN" altLang="zh-CN" sz="2800" b="1" kern="100">
                                  <a:effectLst/>
                                  <a:latin typeface="Cambria Math" panose="02040503050406030204" pitchFamily="18" charset="0"/>
                                  <a:ea typeface="黑体" panose="02010609060101010101" charset="-122"/>
                                </a:rPr>
                                <m:t>合</m:t>
                              </m:r>
                            </m:sub>
                          </m:sSub>
                        </m:e>
                        <m:sup>
                          <m:r>
                            <m:rPr>
                              <m:sty m:val="bi"/>
                            </m:rPr>
                            <a:rPr lang="en-US" altLang="zh-CN" sz="2800" b="1" i="1" kern="100">
                              <a:effectLst/>
                              <a:latin typeface="Cambria Math" panose="02040503050406030204" pitchFamily="18" charset="0"/>
                              <a:ea typeface="黑体" panose="02010609060101010101" charset="-122"/>
                            </a:rPr>
                            <m:t>′</m:t>
                          </m:r>
                        </m:sup>
                      </m:sSup>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𝟎</m:t>
                      </m:r>
                    </m:oMath>
                  </m:oMathPara>
                </a14:m>
                <a:r>
                  <a:rPr lang="zh-CN" altLang="zh-CN" sz="2800" b="1" kern="100">
                    <a:effectLst/>
                    <a:latin typeface="Times New Roman" panose="02020603050405020304" charset="0"/>
                    <a:ea typeface="黑体" panose="02010609060101010101" charset="-122"/>
                  </a:rPr>
                  <a:t>物块将做匀速直线运动，</a:t>
                </a: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正确。故选</a:t>
                </a: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a:t>
                </a:r>
                <a:endParaRPr lang="zh-CN" altLang="zh-CN" sz="28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241101" y="238338"/>
                <a:ext cx="11624668" cy="6363280"/>
              </a:xfrm>
              <a:prstGeom prst="rect">
                <a:avLst/>
              </a:prstGeom>
              <a:blipFill rotWithShape="1">
                <a:blip r:embed="rId5"/>
                <a:stretch>
                  <a:fillRect l="-4" t="-3" r="1" b="2"/>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5" name="文本框 4" title=""/>
              <p:cNvSpPr txBox="1"/>
              <p:nvPr>
                <p:custDataLst>
                  <p:tags r:id="rId3"/>
                </p:custDataLst>
              </p:nvPr>
            </p:nvSpPr>
            <p:spPr>
              <a:xfrm>
                <a:off x="191095" y="178696"/>
                <a:ext cx="11724680" cy="4242636"/>
              </a:xfrm>
              <a:prstGeom prst="rect">
                <a:avLst/>
              </a:prstGeom>
              <a:noFill/>
            </p:spPr>
            <p:txBody>
              <a:bodyPr wrap="square">
                <a:spAutoFit/>
              </a:bodyPr>
              <a:lstStyle/>
              <a:p>
                <a:pPr algn="l">
                  <a:lnSpc>
                    <a:spcPct val="150000"/>
                  </a:lnSpc>
                </a:pPr>
                <a:r>
                  <a:rPr lang="en-US" altLang="zh-CN" sz="2800" b="1" kern="100">
                    <a:effectLst/>
                    <a:latin typeface="Times New Roman" panose="02020603050405020304" charset="0"/>
                    <a:ea typeface="黑体" panose="02010609060101010101" charset="-122"/>
                  </a:rPr>
                  <a:t>4</a:t>
                </a:r>
                <a:r>
                  <a:rPr lang="zh-CN" altLang="zh-CN" sz="2800" b="1" kern="100">
                    <a:effectLst/>
                    <a:latin typeface="Times New Roman" panose="02020603050405020304" charset="0"/>
                    <a:ea typeface="黑体" panose="02010609060101010101" charset="-122"/>
                  </a:rPr>
                  <a:t>．充气火箭是一种操作非常简单的玩具，只需要踩一下气囊，小火箭就会飞起来。某次游玩时，同学将火箭竖直向上摆放，发射后测量发现火箭到达最高点和从最高点下落回地面的时间之比约为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𝟏</m:t>
                      </m:r>
                      <m:r>
                        <m:rPr>
                          <m:sty m:val="bi"/>
                        </m:rPr>
                        <a:rPr lang="en-US" altLang="zh-CN" sz="2800" b="1" i="1" kern="100">
                          <a:effectLst/>
                          <a:latin typeface="Cambria Math" panose="02040503050406030204" pitchFamily="18" charset="0"/>
                          <a:ea typeface="黑体" panose="02010609060101010101" charset="-122"/>
                        </a:rPr>
                        <m:t>:</m:t>
                      </m:r>
                      <m:rad>
                        <m:radPr>
                          <m:degHide m:val="on"/>
                          <m:ctrlPr>
                            <a:rPr lang="zh-CN" altLang="zh-CN" sz="2800" b="1" i="1" kern="100">
                              <a:effectLst/>
                              <a:latin typeface="Cambria Math" panose="02040503050406030204" pitchFamily="18" charset="0"/>
                              <a:ea typeface="Cambria Math" panose="02040503050406030204" pitchFamily="18" charset="0"/>
                            </a:rPr>
                          </m:ctrlPr>
                        </m:radPr>
                        <m:deg/>
                        <m:e>
                          <m:r>
                            <m:rPr>
                              <m:sty m:val="bi"/>
                            </m:rPr>
                            <a:rPr lang="en-US" altLang="zh-CN" sz="2800" b="1" i="1" kern="100">
                              <a:effectLst/>
                              <a:latin typeface="Cambria Math" panose="02040503050406030204" pitchFamily="18" charset="0"/>
                              <a:ea typeface="黑体" panose="02010609060101010101" charset="-122"/>
                            </a:rPr>
                            <m:t>𝟐</m:t>
                          </m:r>
                        </m:e>
                      </m:rad>
                    </m:oMath>
                  </m:oMathPara>
                </a14:m>
                <a:r>
                  <a:rPr lang="zh-CN" altLang="zh-CN" sz="2800" b="1" kern="100">
                    <a:effectLst/>
                    <a:latin typeface="Times New Roman" panose="02020603050405020304" charset="0"/>
                    <a:ea typeface="黑体" panose="02010609060101010101" charset="-122"/>
                  </a:rPr>
                  <a:t>，火箭的运动视为只在竖直方向上，上升和下落的过程中小火箭所受阻力大小不变，则可估算小火箭受到的阻力大小约为（</a:t>
                </a:r>
                <a:r>
                  <a:rPr lang="en-US" altLang="zh-CN" sz="2800" b="1" kern="0">
                    <a:effectLst/>
                    <a:latin typeface="Times New Roman" panose="02020603050405020304" charset="0"/>
                    <a:ea typeface="黑体" panose="02010609060101010101" charset="-122"/>
                  </a:rPr>
                  <a:t>      </a:t>
                </a:r>
                <a:r>
                  <a:rPr lang="zh-CN" altLang="zh-CN" sz="2800" b="1" kern="100">
                    <a:effectLst/>
                    <a:latin typeface="Times New Roman" panose="02020603050405020304" charset="0"/>
                    <a:ea typeface="黑体" panose="02010609060101010101" charset="-122"/>
                  </a:rPr>
                  <a:t>）</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m:t>
                          </m:r>
                        </m:num>
                        <m:den>
                          <m:r>
                            <m:rPr>
                              <m:sty m:val="bi"/>
                            </m:rPr>
                            <a:rPr lang="en-US" altLang="zh-CN" sz="2800" b="1" i="1" kern="100">
                              <a:effectLst/>
                              <a:latin typeface="Cambria Math" panose="02040503050406030204" pitchFamily="18" charset="0"/>
                              <a:ea typeface="黑体" panose="02010609060101010101" charset="-122"/>
                            </a:rPr>
                            <m:t>𝟑</m:t>
                          </m:r>
                        </m:den>
                      </m:f>
                      <m:r>
                        <m:rPr>
                          <m:sty m:val="bi"/>
                        </m:rPr>
                        <a:rPr lang="en-US" altLang="zh-CN" sz="2800" b="1" i="1" kern="100">
                          <a:effectLst/>
                          <a:latin typeface="Cambria Math" panose="02040503050406030204" pitchFamily="18" charset="0"/>
                          <a:ea typeface="黑体" panose="02010609060101010101" charset="-122"/>
                        </a:rPr>
                        <m:t>𝒎𝒈</m:t>
                      </m:r>
                    </m:oMath>
                  </m:oMathPara>
                </a14:m>
                <a:r>
                  <a:rPr lang="en-US" altLang="zh-CN" sz="2800" b="1" kern="100">
                    <a:effectLst/>
                    <a:latin typeface="Times New Roman" panose="02020603050405020304" charset="0"/>
                    <a:ea typeface="黑体" panose="02010609060101010101" charset="-122"/>
                  </a:rPr>
                  <a:t>	B</a:t>
                </a:r>
                <a:r>
                  <a:rPr lang="zh-CN" altLang="zh-CN" sz="2800" b="1" kern="100">
                    <a:effectLst/>
                    <a:latin typeface="Times New Roman" panose="02020603050405020304" charset="0"/>
                    <a:ea typeface="黑体" panose="02010609060101010101" charset="-122"/>
                  </a:rPr>
                  <a:t>．</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m:t>
                          </m:r>
                        </m:num>
                        <m:den>
                          <m:r>
                            <m:rPr>
                              <m:sty m:val="bi"/>
                            </m:rPr>
                            <a:rPr lang="en-US" altLang="zh-CN" sz="2800" b="1" i="1" kern="100">
                              <a:effectLst/>
                              <a:latin typeface="Cambria Math" panose="02040503050406030204" pitchFamily="18" charset="0"/>
                              <a:ea typeface="黑体" panose="02010609060101010101" charset="-122"/>
                            </a:rPr>
                            <m:t>𝟐</m:t>
                          </m:r>
                        </m:den>
                      </m:f>
                      <m:r>
                        <m:rPr>
                          <m:sty m:val="bi"/>
                        </m:rPr>
                        <a:rPr lang="en-US" altLang="zh-CN" sz="2800" b="1" i="1" kern="100">
                          <a:effectLst/>
                          <a:latin typeface="Cambria Math" panose="02040503050406030204" pitchFamily="18" charset="0"/>
                          <a:ea typeface="黑体" panose="02010609060101010101" charset="-122"/>
                        </a:rPr>
                        <m:t>𝒎𝒈</m:t>
                      </m:r>
                    </m:oMath>
                  </m:oMathPara>
                </a14:m>
                <a:r>
                  <a:rPr lang="en-US" altLang="zh-CN" sz="2800" b="1" kern="100">
                    <a:effectLst/>
                    <a:latin typeface="Times New Roman" panose="02020603050405020304" charset="0"/>
                    <a:ea typeface="黑体" panose="02010609060101010101" charset="-122"/>
                  </a:rPr>
                  <a:t>	C</a:t>
                </a:r>
                <a:r>
                  <a:rPr lang="zh-CN" altLang="zh-CN" sz="2800" b="1" kern="100">
                    <a:effectLst/>
                    <a:latin typeface="Times New Roman" panose="02020603050405020304" charset="0"/>
                    <a:ea typeface="黑体" panose="02010609060101010101" charset="-122"/>
                  </a:rPr>
                  <a:t>．</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𝟑</m:t>
                          </m:r>
                        </m:num>
                        <m:den>
                          <m:r>
                            <m:rPr>
                              <m:sty m:val="bi"/>
                            </m:rPr>
                            <a:rPr lang="en-US" altLang="zh-CN" sz="2800" b="1" i="1" kern="100">
                              <a:effectLst/>
                              <a:latin typeface="Cambria Math" panose="02040503050406030204" pitchFamily="18" charset="0"/>
                              <a:ea typeface="黑体" panose="02010609060101010101" charset="-122"/>
                            </a:rPr>
                            <m:t>𝟒</m:t>
                          </m:r>
                        </m:den>
                      </m:f>
                      <m:r>
                        <m:rPr>
                          <m:sty m:val="bi"/>
                        </m:rPr>
                        <a:rPr lang="en-US" altLang="zh-CN" sz="2800" b="1" i="1" kern="100">
                          <a:effectLst/>
                          <a:latin typeface="Cambria Math" panose="02040503050406030204" pitchFamily="18" charset="0"/>
                          <a:ea typeface="黑体" panose="02010609060101010101" charset="-122"/>
                        </a:rPr>
                        <m:t>𝒎𝒈</m:t>
                      </m:r>
                    </m:oMath>
                  </m:oMathPara>
                </a14:m>
                <a:r>
                  <a:rPr lang="en-US" altLang="zh-CN" sz="2800" b="1" kern="100">
                    <a:effectLst/>
                    <a:latin typeface="Times New Roman" panose="02020603050405020304" charset="0"/>
                    <a:ea typeface="黑体" panose="02010609060101010101" charset="-122"/>
                  </a:rPr>
                  <a:t>	D</a:t>
                </a:r>
                <a:r>
                  <a:rPr lang="zh-CN" altLang="zh-CN" sz="2800" b="1" kern="100">
                    <a:effectLst/>
                    <a:latin typeface="Times New Roman" panose="02020603050405020304" charset="0"/>
                    <a:ea typeface="黑体" panose="02010609060101010101" charset="-122"/>
                  </a:rPr>
                  <a:t>．</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m:t>
                          </m:r>
                        </m:num>
                        <m:den>
                          <m:r>
                            <m:rPr>
                              <m:sty m:val="bi"/>
                            </m:rPr>
                            <a:rPr lang="en-US" altLang="zh-CN" sz="2800" b="1" i="1" kern="100">
                              <a:effectLst/>
                              <a:latin typeface="Cambria Math" panose="02040503050406030204" pitchFamily="18" charset="0"/>
                              <a:ea typeface="黑体" panose="02010609060101010101" charset="-122"/>
                            </a:rPr>
                            <m:t>𝟒</m:t>
                          </m:r>
                        </m:den>
                      </m:f>
                      <m:r>
                        <m:rPr>
                          <m:sty m:val="bi"/>
                        </m:rPr>
                        <a:rPr lang="en-US" altLang="zh-CN" sz="2800" b="1" i="1" kern="100">
                          <a:effectLst/>
                          <a:latin typeface="Cambria Math" panose="02040503050406030204" pitchFamily="18" charset="0"/>
                          <a:ea typeface="黑体" panose="02010609060101010101" charset="-122"/>
                        </a:rPr>
                        <m:t>𝒎𝒈</m:t>
                      </m:r>
                    </m:oMath>
                  </m:oMathPara>
                </a14:m>
                <a:endParaRPr lang="zh-CN" altLang="zh-CN" sz="2800" kern="100">
                  <a:effectLst/>
                  <a:latin typeface="Times New Roman" panose="02020603050405020304" charset="0"/>
                  <a:ea typeface="宋体" panose="02010600030101010101" pitchFamily="2" charset="-122"/>
                </a:endParaRPr>
              </a:p>
            </p:txBody>
          </p:sp>
        </mc:Choice>
        <mc:Fallback>
          <p:sp>
            <p:nvSpPr>
              <p:cNvPr id="5" name="文本框 4"/>
              <p:cNvSpPr txBox="1">
                <a:spLocks noRot="1" noChangeAspect="1" noMove="1" noResize="1" noEditPoints="1" noAdjustHandles="1" noChangeArrowheads="1" noChangeShapeType="1" noTextEdit="1"/>
              </p:cNvSpPr>
              <p:nvPr>
                <p:custDataLst>
                  <p:tags r:id="rId4"/>
                </p:custDataLst>
              </p:nvPr>
            </p:nvSpPr>
            <p:spPr>
              <a:xfrm>
                <a:off x="191095" y="178696"/>
                <a:ext cx="11724680" cy="4242636"/>
              </a:xfrm>
              <a:prstGeom prst="rect">
                <a:avLst/>
              </a:prstGeom>
              <a:blipFill rotWithShape="1">
                <a:blip r:embed="rId5"/>
                <a:stretch>
                  <a:fillRect l="-5" t="-6" r="0" b="11"/>
                </a:stretch>
              </a:blipFill>
            </p:spPr>
            <p:txBody>
              <a:bodyPr/>
              <a:lstStyle/>
              <a:p>
                <a:r>
                  <a:rPr lang="zh-CN" altLang="en-US">
                    <a:noFill/>
                  </a:rPr>
                  <a:t> </a:t>
                </a:r>
              </a:p>
            </p:txBody>
          </p:sp>
        </mc:Fallback>
      </mc:AlternateContent>
      <p:sp>
        <p:nvSpPr>
          <p:cNvPr id="3" name="文本框 2" title=""/>
          <p:cNvSpPr txBox="1"/>
          <p:nvPr>
            <p:custDataLst>
              <p:tags r:id="rId6"/>
            </p:custDataLst>
          </p:nvPr>
        </p:nvSpPr>
        <p:spPr>
          <a:xfrm>
            <a:off x="5010765" y="2921635"/>
            <a:ext cx="1042670" cy="507365"/>
          </a:xfrm>
          <a:prstGeom prst="rect">
            <a:avLst/>
          </a:prstGeom>
          <a:noFill/>
        </p:spPr>
        <p:txBody>
          <a:bodyPr wrap="square" rtlCol="0">
            <a:noAutofit/>
          </a:bodyPr>
          <a:lstStyle/>
          <a:p>
            <a:pPr algn="ctr"/>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A</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8"/>
            </p:custDataLst>
          </p:nvPr>
        </p:nvPicPr>
        <p:blipFill>
          <a:blip r:embed="rId7"/>
          <a:stretch>
            <a:fillRect/>
          </a:stretch>
        </p:blipFill>
        <p:spPr>
          <a:xfrm>
            <a:off x="9344024" y="2921635"/>
            <a:ext cx="2481202" cy="2443321"/>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219669" y="291901"/>
                <a:ext cx="11803261" cy="2770759"/>
              </a:xfrm>
              <a:prstGeom prst="rect">
                <a:avLst/>
              </a:prstGeom>
              <a:noFill/>
            </p:spPr>
            <p:txBody>
              <a:bodyPr wrap="square">
                <a:spAutoFit/>
              </a:bodyPr>
              <a:lstStyle/>
              <a:p>
                <a:pPr algn="l">
                  <a:lnSpc>
                    <a:spcPct val="150000"/>
                  </a:lnSpc>
                </a:pPr>
                <a:r>
                  <a:rPr lang="zh-CN" altLang="zh-CN" sz="2400" b="1" kern="100">
                    <a:effectLst/>
                    <a:latin typeface="Times New Roman" panose="02020603050405020304" charset="0"/>
                    <a:ea typeface="黑体" panose="02010609060101010101" charset="-122"/>
                  </a:rPr>
                  <a:t>【答案】</a:t>
                </a:r>
                <a:r>
                  <a:rPr lang="en-US" altLang="zh-CN" sz="2400" b="1" kern="100">
                    <a:effectLst/>
                    <a:latin typeface="Times New Roman" panose="02020603050405020304" charset="0"/>
                    <a:ea typeface="黑体" panose="02010609060101010101" charset="-122"/>
                  </a:rPr>
                  <a:t>A</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zh-CN" altLang="zh-CN" sz="2400" b="1" kern="100">
                    <a:effectLst/>
                    <a:latin typeface="Times New Roman" panose="02020603050405020304" charset="0"/>
                    <a:ea typeface="黑体" panose="02010609060101010101" charset="-122"/>
                  </a:rPr>
                  <a:t>【详解】将上升过程看做是反向的匀加速运动，则根据</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𝒉</m:t>
                      </m:r>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r>
                            <m:rPr>
                              <m:sty m:val="bi"/>
                            </m:rPr>
                            <a:rPr lang="en-US" altLang="zh-CN" sz="2400" b="1" i="1" kern="100">
                              <a:effectLst/>
                              <a:latin typeface="Cambria Math" panose="02040503050406030204" pitchFamily="18" charset="0"/>
                              <a:ea typeface="黑体" panose="02010609060101010101" charset="-122"/>
                            </a:rPr>
                            <m:t>𝟏</m:t>
                          </m:r>
                        </m:num>
                        <m:den>
                          <m:r>
                            <m:rPr>
                              <m:sty m:val="bi"/>
                            </m:rPr>
                            <a:rPr lang="en-US" altLang="zh-CN" sz="2400" b="1" i="1" kern="100">
                              <a:effectLst/>
                              <a:latin typeface="Cambria Math" panose="02040503050406030204" pitchFamily="18" charset="0"/>
                              <a:ea typeface="黑体" panose="02010609060101010101" charset="-122"/>
                            </a:rPr>
                            <m:t>𝟐</m:t>
                          </m:r>
                        </m:den>
                      </m:f>
                      <m:r>
                        <m:rPr>
                          <m:sty m:val="bi"/>
                        </m:rPr>
                        <a:rPr lang="en-US" altLang="zh-CN" sz="2400" b="1" i="1" kern="100">
                          <a:effectLst/>
                          <a:latin typeface="Cambria Math" panose="02040503050406030204" pitchFamily="18" charset="0"/>
                          <a:ea typeface="黑体" panose="02010609060101010101" charset="-122"/>
                        </a:rPr>
                        <m:t>𝒂</m:t>
                      </m:r>
                      <m:sSup>
                        <m:sSupPr>
                          <m:ctrlPr>
                            <a:rPr lang="zh-CN" altLang="zh-CN" sz="2400" b="1" i="1" kern="100">
                              <a:effectLst/>
                              <a:latin typeface="Cambria Math" panose="02040503050406030204" pitchFamily="18" charset="0"/>
                              <a:ea typeface="Cambria Math" panose="02040503050406030204" pitchFamily="18" charset="0"/>
                            </a:rPr>
                          </m:ctrlPr>
                        </m:sSupPr>
                        <m:e>
                          <m:r>
                            <m:rPr>
                              <m:sty m:val="bi"/>
                            </m:rPr>
                            <a:rPr lang="en-US" altLang="zh-CN" sz="2400" b="1" i="1" kern="100">
                              <a:effectLst/>
                              <a:latin typeface="Cambria Math" panose="02040503050406030204" pitchFamily="18" charset="0"/>
                              <a:ea typeface="黑体" panose="02010609060101010101" charset="-122"/>
                            </a:rPr>
                            <m:t>𝒕</m:t>
                          </m:r>
                        </m:e>
                        <m:sup>
                          <m:r>
                            <m:rPr>
                              <m:sty m:val="bi"/>
                            </m:rPr>
                            <a:rPr lang="en-US" altLang="zh-CN" sz="2400" b="1" i="1" kern="100">
                              <a:effectLst/>
                              <a:latin typeface="Cambria Math" panose="02040503050406030204" pitchFamily="18" charset="0"/>
                              <a:ea typeface="黑体" panose="02010609060101010101" charset="-122"/>
                            </a:rPr>
                            <m:t>𝟐</m:t>
                          </m:r>
                        </m:sup>
                      </m:sSup>
                    </m:oMath>
                  </m:oMathPara>
                </a14:m>
                <a:r>
                  <a:rPr lang="zh-CN" altLang="zh-CN" sz="2400" b="1" kern="100">
                    <a:effectLst/>
                    <a:latin typeface="Times New Roman" panose="02020603050405020304" charset="0"/>
                    <a:ea typeface="黑体" panose="02010609060101010101" charset="-122"/>
                  </a:rPr>
                  <a:t>可得</a:t>
                </a:r>
                <a14:m>
                  <m:oMathPara>
                    <m:oMathParaPr>
                      <m:jc/>
                    </m:oMathParaPr>
                    <m:oMath>
                      <m:f>
                        <m:fPr>
                          <m:type m:val="bar"/>
                          <m:ctrlPr>
                            <a:rPr lang="zh-CN" altLang="zh-CN" sz="2400" b="1" i="1" kern="100">
                              <a:effectLst/>
                              <a:latin typeface="Cambria Math" panose="02040503050406030204" pitchFamily="18" charset="0"/>
                              <a:ea typeface="Cambria Math" panose="02040503050406030204" pitchFamily="18" charset="0"/>
                            </a:rPr>
                          </m:ctrlPr>
                        </m:fPr>
                        <m:num>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
                                </m:rPr>
                                <a:rPr lang="zh-CN" altLang="zh-CN" sz="2400" b="1" kern="100">
                                  <a:effectLst/>
                                  <a:latin typeface="Cambria Math" panose="02040503050406030204" pitchFamily="18" charset="0"/>
                                  <a:ea typeface="黑体" panose="02010609060101010101" charset="-122"/>
                                </a:rPr>
                                <m:t>上</m:t>
                              </m:r>
                            </m:sub>
                          </m:sSub>
                        </m:num>
                        <m:den>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
                                </m:rPr>
                                <a:rPr lang="zh-CN" altLang="zh-CN" sz="2400" b="1" kern="100">
                                  <a:effectLst/>
                                  <a:latin typeface="Cambria Math" panose="02040503050406030204" pitchFamily="18" charset="0"/>
                                  <a:ea typeface="黑体" panose="02010609060101010101" charset="-122"/>
                                </a:rPr>
                                <m:t>下</m:t>
                              </m:r>
                            </m:sub>
                          </m:sSub>
                        </m:den>
                      </m:f>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sSubSup>
                            <m:sSubSupPr>
                              <m:alnScr m:val="off"/>
                              <m:ctrlPr>
                                <a:rPr lang="zh-CN" altLang="zh-CN" sz="2400" b="1" i="1" kern="100">
                                  <a:effectLst/>
                                  <a:latin typeface="Cambria Math" panose="02040503050406030204" pitchFamily="18" charset="0"/>
                                  <a:ea typeface="Cambria Math" panose="02040503050406030204" pitchFamily="18" charset="0"/>
                                </a:rPr>
                              </m:ctrlPr>
                            </m:sSubSupPr>
                            <m:e>
                              <m:r>
                                <m:rPr>
                                  <m:sty m:val="bi"/>
                                </m:rPr>
                                <a:rPr lang="en-US" altLang="zh-CN" sz="2400" b="1" i="1" kern="100">
                                  <a:effectLst/>
                                  <a:latin typeface="Cambria Math" panose="02040503050406030204" pitchFamily="18" charset="0"/>
                                  <a:ea typeface="黑体" panose="02010609060101010101" charset="-122"/>
                                </a:rPr>
                                <m:t>𝒕</m:t>
                              </m:r>
                            </m:e>
                            <m:sub>
                              <m:r>
                                <m:rPr>
                                  <m:sty m:val="b"/>
                                </m:rPr>
                                <a:rPr lang="zh-CN" altLang="zh-CN" sz="2400" b="1" kern="100">
                                  <a:effectLst/>
                                  <a:latin typeface="Cambria Math" panose="02040503050406030204" pitchFamily="18" charset="0"/>
                                  <a:ea typeface="黑体" panose="02010609060101010101" charset="-122"/>
                                </a:rPr>
                                <m:t>下</m:t>
                              </m:r>
                            </m:sub>
                            <m:sup>
                              <m:r>
                                <m:rPr>
                                  <m:sty m:val="bi"/>
                                </m:rPr>
                                <a:rPr lang="en-US" altLang="zh-CN" sz="2400" b="1" i="1" kern="100">
                                  <a:effectLst/>
                                  <a:latin typeface="Cambria Math" panose="02040503050406030204" pitchFamily="18" charset="0"/>
                                  <a:ea typeface="黑体" panose="02010609060101010101" charset="-122"/>
                                </a:rPr>
                                <m:t>𝟐</m:t>
                              </m:r>
                            </m:sup>
                          </m:sSubSup>
                        </m:num>
                        <m:den>
                          <m:sSubSup>
                            <m:sSubSupPr>
                              <m:alnScr m:val="off"/>
                              <m:ctrlPr>
                                <a:rPr lang="zh-CN" altLang="zh-CN" sz="2400" b="1" i="1" kern="100">
                                  <a:effectLst/>
                                  <a:latin typeface="Cambria Math" panose="02040503050406030204" pitchFamily="18" charset="0"/>
                                  <a:ea typeface="Cambria Math" panose="02040503050406030204" pitchFamily="18" charset="0"/>
                                </a:rPr>
                              </m:ctrlPr>
                            </m:sSubSupPr>
                            <m:e>
                              <m:r>
                                <m:rPr>
                                  <m:sty m:val="bi"/>
                                </m:rPr>
                                <a:rPr lang="en-US" altLang="zh-CN" sz="2400" b="1" i="1" kern="100">
                                  <a:effectLst/>
                                  <a:latin typeface="Cambria Math" panose="02040503050406030204" pitchFamily="18" charset="0"/>
                                  <a:ea typeface="黑体" panose="02010609060101010101" charset="-122"/>
                                </a:rPr>
                                <m:t>𝒕</m:t>
                              </m:r>
                            </m:e>
                            <m:sub>
                              <m:r>
                                <m:rPr>
                                  <m:sty m:val="b"/>
                                </m:rPr>
                                <a:rPr lang="zh-CN" altLang="zh-CN" sz="2400" b="1" kern="100">
                                  <a:effectLst/>
                                  <a:latin typeface="Cambria Math" panose="02040503050406030204" pitchFamily="18" charset="0"/>
                                  <a:ea typeface="黑体" panose="02010609060101010101" charset="-122"/>
                                </a:rPr>
                                <m:t>上</m:t>
                              </m:r>
                            </m:sub>
                            <m:sup>
                              <m:r>
                                <m:rPr>
                                  <m:sty m:val="bi"/>
                                </m:rPr>
                                <a:rPr lang="en-US" altLang="zh-CN" sz="2400" b="1" i="1" kern="100">
                                  <a:effectLst/>
                                  <a:latin typeface="Cambria Math" panose="02040503050406030204" pitchFamily="18" charset="0"/>
                                  <a:ea typeface="黑体" panose="02010609060101010101" charset="-122"/>
                                </a:rPr>
                                <m:t>𝟐</m:t>
                              </m:r>
                            </m:sup>
                          </m:sSubSup>
                        </m:den>
                      </m:f>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𝟐</m:t>
                      </m:r>
                    </m:oMath>
                  </m:oMathPara>
                </a14:m>
                <a:r>
                  <a:rPr lang="zh-CN" altLang="zh-CN" sz="2400" b="1" kern="100">
                    <a:effectLst/>
                    <a:latin typeface="Times New Roman" panose="02020603050405020304" charset="0"/>
                    <a:ea typeface="黑体" panose="02010609060101010101" charset="-122"/>
                  </a:rPr>
                  <a:t>上升过程</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𝒎</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
                            </m:rPr>
                            <a:rPr lang="zh-CN" altLang="zh-CN" sz="2400" b="1" kern="100">
                              <a:effectLst/>
                              <a:latin typeface="Cambria Math" panose="02040503050406030204" pitchFamily="18" charset="0"/>
                              <a:ea typeface="黑体" panose="02010609060101010101" charset="-122"/>
                            </a:rPr>
                            <m:t>上</m:t>
                          </m:r>
                        </m:sub>
                      </m:sSub>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𝒎𝒈</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𝒇</m:t>
                      </m:r>
                    </m:oMath>
                  </m:oMathPara>
                </a14:m>
                <a:r>
                  <a:rPr lang="zh-CN" altLang="zh-CN" sz="2400" b="1" kern="100">
                    <a:effectLst/>
                    <a:latin typeface="Times New Roman" panose="02020603050405020304" charset="0"/>
                    <a:ea typeface="黑体" panose="02010609060101010101" charset="-122"/>
                  </a:rPr>
                  <a:t>下降过程</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𝒎</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
                            </m:rPr>
                            <a:rPr lang="zh-CN" altLang="zh-CN" sz="2400" b="1" kern="100">
                              <a:effectLst/>
                              <a:latin typeface="Cambria Math" panose="02040503050406030204" pitchFamily="18" charset="0"/>
                              <a:ea typeface="黑体" panose="02010609060101010101" charset="-122"/>
                            </a:rPr>
                            <m:t>下</m:t>
                          </m:r>
                        </m:sub>
                      </m:sSub>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𝒎𝒈</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𝒇</m:t>
                      </m:r>
                    </m:oMath>
                  </m:oMathPara>
                </a14:m>
                <a:r>
                  <a:rPr lang="zh-CN" altLang="zh-CN" sz="2400" b="1" kern="100">
                    <a:effectLst/>
                    <a:latin typeface="Times New Roman" panose="02020603050405020304" charset="0"/>
                    <a:ea typeface="黑体" panose="02010609060101010101" charset="-122"/>
                  </a:rPr>
                  <a:t>可得</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𝒇</m:t>
                      </m:r>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r>
                            <m:rPr>
                              <m:sty m:val="bi"/>
                            </m:rPr>
                            <a:rPr lang="en-US" altLang="zh-CN" sz="2400" b="1" i="1" kern="100">
                              <a:effectLst/>
                              <a:latin typeface="Cambria Math" panose="02040503050406030204" pitchFamily="18" charset="0"/>
                              <a:ea typeface="黑体" panose="02010609060101010101" charset="-122"/>
                            </a:rPr>
                            <m:t>𝟏</m:t>
                          </m:r>
                        </m:num>
                        <m:den>
                          <m:r>
                            <m:rPr>
                              <m:sty m:val="bi"/>
                            </m:rPr>
                            <a:rPr lang="en-US" altLang="zh-CN" sz="2400" b="1" i="1" kern="100">
                              <a:effectLst/>
                              <a:latin typeface="Cambria Math" panose="02040503050406030204" pitchFamily="18" charset="0"/>
                              <a:ea typeface="黑体" panose="02010609060101010101" charset="-122"/>
                            </a:rPr>
                            <m:t>𝟑</m:t>
                          </m:r>
                        </m:den>
                      </m:f>
                      <m:r>
                        <m:rPr>
                          <m:sty m:val="bi"/>
                        </m:rPr>
                        <a:rPr lang="en-US" altLang="zh-CN" sz="2400" b="1" i="1" kern="100">
                          <a:effectLst/>
                          <a:latin typeface="Cambria Math" panose="02040503050406030204" pitchFamily="18" charset="0"/>
                          <a:ea typeface="黑体" panose="02010609060101010101" charset="-122"/>
                        </a:rPr>
                        <m:t>��𝒈</m:t>
                      </m:r>
                    </m:oMath>
                  </m:oMathPara>
                </a14:m>
                <a:r>
                  <a:rPr lang="zh-CN" altLang="zh-CN" sz="2400" b="1" kern="100">
                    <a:effectLst/>
                    <a:latin typeface="Times New Roman" panose="02020603050405020304" charset="0"/>
                    <a:ea typeface="黑体" panose="02010609060101010101" charset="-122"/>
                  </a:rPr>
                  <a:t>故选</a:t>
                </a:r>
                <a:r>
                  <a:rPr lang="en-US" altLang="zh-CN" sz="2400" b="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a:t>
                </a:r>
                <a:endParaRPr lang="zh-CN" altLang="zh-CN" sz="24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219669" y="291901"/>
                <a:ext cx="11803261" cy="2770759"/>
              </a:xfrm>
              <a:prstGeom prst="rect">
                <a:avLst/>
              </a:prstGeom>
              <a:blipFill rotWithShape="1">
                <a:blip r:embed="rId5"/>
                <a:stretch>
                  <a:fillRect l="-5" t="-16" r="4" b="2"/>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5" name="文本框 4" title=""/>
          <p:cNvSpPr txBox="1"/>
          <p:nvPr>
            <p:custDataLst>
              <p:tags r:id="rId3"/>
            </p:custDataLst>
          </p:nvPr>
        </p:nvSpPr>
        <p:spPr>
          <a:xfrm>
            <a:off x="298252" y="219975"/>
            <a:ext cx="11531798" cy="4534831"/>
          </a:xfrm>
          <a:prstGeom prst="rect">
            <a:avLst/>
          </a:prstGeom>
          <a:noFill/>
        </p:spPr>
        <p:txBody>
          <a:bodyPr wrap="square">
            <a:spAutoFit/>
          </a:bodyPr>
          <a:lstStyle/>
          <a:p>
            <a:pPr algn="l">
              <a:lnSpc>
                <a:spcPct val="150000"/>
              </a:lnSpc>
            </a:pPr>
            <a:r>
              <a:rPr lang="en-US" altLang="zh-CN" sz="2800" b="1" kern="100">
                <a:effectLst/>
                <a:latin typeface="Times New Roman" panose="02020603050405020304" charset="0"/>
                <a:ea typeface="黑体" panose="02010609060101010101" charset="-122"/>
              </a:rPr>
              <a:t>5</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2023</a:t>
            </a:r>
            <a:r>
              <a:rPr lang="zh-CN" altLang="zh-CN" sz="2800" b="1" kern="100">
                <a:effectLst/>
                <a:latin typeface="Times New Roman" panose="02020603050405020304" charset="0"/>
                <a:ea typeface="黑体" panose="02010609060101010101" charset="-122"/>
              </a:rPr>
              <a:t>年</a:t>
            </a:r>
            <a:r>
              <a:rPr lang="en-US" altLang="zh-CN" sz="2800" b="1" kern="100">
                <a:effectLst/>
                <a:latin typeface="Times New Roman" panose="02020603050405020304" charset="0"/>
                <a:ea typeface="黑体" panose="02010609060101010101" charset="-122"/>
              </a:rPr>
              <a:t>12</a:t>
            </a:r>
            <a:r>
              <a:rPr lang="zh-CN" altLang="zh-CN" sz="2800" b="1" kern="100">
                <a:effectLst/>
                <a:latin typeface="Times New Roman" panose="02020603050405020304" charset="0"/>
                <a:ea typeface="黑体" panose="02010609060101010101" charset="-122"/>
              </a:rPr>
              <a:t>月</a:t>
            </a:r>
            <a:r>
              <a:rPr lang="en-US" altLang="zh-CN" sz="2800" b="1" kern="100">
                <a:effectLst/>
                <a:latin typeface="Times New Roman" panose="02020603050405020304" charset="0"/>
                <a:ea typeface="黑体" panose="02010609060101010101" charset="-122"/>
              </a:rPr>
              <a:t>15</a:t>
            </a:r>
            <a:r>
              <a:rPr lang="zh-CN" altLang="zh-CN" sz="2800" b="1" kern="100">
                <a:effectLst/>
                <a:latin typeface="Times New Roman" panose="02020603050405020304" charset="0"/>
                <a:ea typeface="黑体" panose="02010609060101010101" charset="-122"/>
              </a:rPr>
              <a:t>日，《青岛都市圈发展规划》中的重点项目</a:t>
            </a:r>
            <a:r>
              <a:rPr lang="en-US" altLang="zh-CN" sz="2800" b="1" kern="100">
                <a:effectLst/>
                <a:latin typeface="Times New Roman" panose="02020603050405020304" charset="0"/>
                <a:ea typeface="黑体" panose="02010609060101010101" charset="-122"/>
              </a:rPr>
              <a:t>“</a:t>
            </a:r>
            <a:r>
              <a:rPr lang="zh-CN" altLang="zh-CN" sz="2800" b="1" kern="100">
                <a:effectLst/>
                <a:latin typeface="Times New Roman" panose="02020603050405020304" charset="0"/>
                <a:ea typeface="黑体" panose="02010609060101010101" charset="-122"/>
              </a:rPr>
              <a:t>明董高速</a:t>
            </a:r>
            <a:r>
              <a:rPr lang="en-US" altLang="zh-CN" sz="2800" b="1" kern="100">
                <a:effectLst/>
                <a:latin typeface="Times New Roman" panose="02020603050405020304" charset="0"/>
                <a:ea typeface="黑体" panose="02010609060101010101" charset="-122"/>
              </a:rPr>
              <a:t>”</a:t>
            </a:r>
            <a:r>
              <a:rPr lang="zh-CN" altLang="zh-CN" sz="2800" b="1" kern="100">
                <a:effectLst/>
                <a:latin typeface="Times New Roman" panose="02020603050405020304" charset="0"/>
                <a:ea typeface="黑体" panose="02010609060101010101" charset="-122"/>
              </a:rPr>
              <a:t>建成通车，青岛高速公路通车里程增加到</a:t>
            </a:r>
            <a:r>
              <a:rPr lang="en-US" altLang="zh-CN" sz="2800" b="1" kern="100">
                <a:effectLst/>
                <a:latin typeface="Times New Roman" panose="02020603050405020304" charset="0"/>
                <a:ea typeface="黑体" panose="02010609060101010101" charset="-122"/>
              </a:rPr>
              <a:t>919</a:t>
            </a:r>
            <a:r>
              <a:rPr lang="zh-CN" altLang="zh-CN" sz="2800" b="1" kern="100">
                <a:effectLst/>
                <a:latin typeface="Times New Roman" panose="02020603050405020304" charset="0"/>
                <a:ea typeface="黑体" panose="02010609060101010101" charset="-122"/>
              </a:rPr>
              <a:t>公里。为检测</a:t>
            </a:r>
            <a:r>
              <a:rPr lang="en-US" altLang="zh-CN" sz="2800" b="1" kern="100">
                <a:effectLst/>
                <a:latin typeface="Times New Roman" panose="02020603050405020304" charset="0"/>
                <a:ea typeface="黑体" panose="02010609060101010101" charset="-122"/>
              </a:rPr>
              <a:t>“</a:t>
            </a:r>
            <a:r>
              <a:rPr lang="zh-CN" altLang="zh-CN" sz="2800" b="1" kern="100">
                <a:effectLst/>
                <a:latin typeface="Times New Roman" panose="02020603050405020304" charset="0"/>
                <a:ea typeface="黑体" panose="02010609060101010101" charset="-122"/>
              </a:rPr>
              <a:t>明董高速</a:t>
            </a:r>
            <a:r>
              <a:rPr lang="en-US" altLang="zh-CN" sz="2800" b="1" kern="100">
                <a:effectLst/>
                <a:latin typeface="Times New Roman" panose="02020603050405020304" charset="0"/>
                <a:ea typeface="黑体" panose="02010609060101010101" charset="-122"/>
              </a:rPr>
              <a:t>”</a:t>
            </a:r>
            <a:r>
              <a:rPr lang="zh-CN" altLang="zh-CN" sz="2800" b="1" kern="100">
                <a:effectLst/>
                <a:latin typeface="Times New Roman" panose="02020603050405020304" charset="0"/>
                <a:ea typeface="黑体" panose="02010609060101010101" charset="-122"/>
              </a:rPr>
              <a:t>路面与汽车轮胎之间的动摩擦因数，让测试汽车在该公路水平直道上以</a:t>
            </a:r>
            <a:r>
              <a:rPr lang="en-US" altLang="zh-CN" sz="2800" b="1" kern="100">
                <a:effectLst/>
                <a:latin typeface="Times New Roman" panose="02020603050405020304" charset="0"/>
                <a:ea typeface="黑体" panose="02010609060101010101" charset="-122"/>
              </a:rPr>
              <a:t>72km/h</a:t>
            </a:r>
            <a:r>
              <a:rPr lang="zh-CN" altLang="zh-CN" sz="2800" b="1" kern="100">
                <a:effectLst/>
                <a:latin typeface="Times New Roman" panose="02020603050405020304" charset="0"/>
                <a:ea typeface="黑体" panose="02010609060101010101" charset="-122"/>
              </a:rPr>
              <a:t>的速度行驶，某时刻紧急刹车导致车轮抱死，测得车轮在公路上留下的痕迹长度为</a:t>
            </a:r>
            <a:r>
              <a:rPr lang="en-US" altLang="zh-CN" sz="2800" b="1" kern="100">
                <a:effectLst/>
                <a:latin typeface="Times New Roman" panose="02020603050405020304" charset="0"/>
                <a:ea typeface="黑体" panose="02010609060101010101" charset="-122"/>
              </a:rPr>
              <a:t>40m</a:t>
            </a:r>
            <a:r>
              <a:rPr lang="zh-CN" altLang="zh-CN" sz="2800" b="1" kern="100">
                <a:effectLst/>
                <a:latin typeface="Times New Roman" panose="02020603050405020304" charset="0"/>
                <a:ea typeface="黑体" panose="02010609060101010101" charset="-122"/>
              </a:rPr>
              <a:t>。已知重力加速度</a:t>
            </a:r>
            <a:r>
              <a:rPr lang="en-US" altLang="zh-CN" sz="2800" b="1" i="1" kern="100">
                <a:effectLst/>
                <a:latin typeface="Times New Roman" panose="02020603050405020304" charset="0"/>
                <a:ea typeface="黑体" panose="02010609060101010101" charset="-122"/>
              </a:rPr>
              <a:t>g</a:t>
            </a:r>
            <a:r>
              <a:rPr lang="en-US" altLang="zh-CN" sz="2800" b="1" kern="100">
                <a:effectLst/>
                <a:latin typeface="Times New Roman" panose="02020603050405020304" charset="0"/>
                <a:ea typeface="黑体" panose="02010609060101010101" charset="-122"/>
              </a:rPr>
              <a:t>=10m/s</a:t>
            </a:r>
            <a:r>
              <a:rPr lang="en-US" altLang="zh-CN" sz="2800" b="1" kern="100" baseline="30000">
                <a:effectLst/>
                <a:latin typeface="Times New Roman" panose="02020603050405020304" charset="0"/>
                <a:ea typeface="黑体" panose="02010609060101010101" charset="-122"/>
              </a:rPr>
              <a:t>2</a:t>
            </a:r>
            <a:r>
              <a:rPr lang="zh-CN" altLang="zh-CN" sz="2800" b="1" kern="100">
                <a:effectLst/>
                <a:latin typeface="Times New Roman" panose="02020603050405020304" charset="0"/>
                <a:ea typeface="黑体" panose="02010609060101010101" charset="-122"/>
              </a:rPr>
              <a:t>，路面与汽车轮胎之间的动摩擦因数为（</a:t>
            </a:r>
            <a:r>
              <a:rPr lang="en-US" altLang="zh-CN" sz="2800" b="1" kern="0">
                <a:effectLst/>
                <a:latin typeface="Times New Roman" panose="02020603050405020304" charset="0"/>
                <a:ea typeface="黑体" panose="02010609060101010101" charset="-122"/>
              </a:rPr>
              <a:t>    </a:t>
            </a:r>
            <a:r>
              <a:rPr lang="zh-CN" altLang="zh-CN" sz="2800" b="1" kern="100">
                <a:effectLst/>
                <a:latin typeface="Times New Roman" panose="02020603050405020304" charset="0"/>
                <a:ea typeface="黑体" panose="02010609060101010101" charset="-122"/>
              </a:rPr>
              <a:t>）</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0.2	B</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0.4	C</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0.5	D</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0.6</a:t>
            </a:r>
            <a:endParaRPr lang="zh-CN" altLang="zh-CN" sz="2800" kern="100">
              <a:effectLst/>
              <a:latin typeface="Times New Roman" panose="02020603050405020304" charset="0"/>
              <a:ea typeface="宋体" panose="02010600030101010101" pitchFamily="2" charset="-122"/>
            </a:endParaRPr>
          </a:p>
        </p:txBody>
      </p:sp>
      <p:sp>
        <p:nvSpPr>
          <p:cNvPr id="3" name="文本框 2" title=""/>
          <p:cNvSpPr txBox="1"/>
          <p:nvPr>
            <p:custDataLst>
              <p:tags r:id="rId4"/>
            </p:custDataLst>
          </p:nvPr>
        </p:nvSpPr>
        <p:spPr>
          <a:xfrm>
            <a:off x="2945766" y="3581008"/>
            <a:ext cx="1042670" cy="507365"/>
          </a:xfrm>
          <a:prstGeom prst="rect">
            <a:avLst/>
          </a:prstGeom>
          <a:noFill/>
        </p:spPr>
        <p:txBody>
          <a:bodyPr wrap="square" rtlCol="0">
            <a:noAutofit/>
          </a:bodyPr>
          <a:lstStyle/>
          <a:p>
            <a:pPr algn="ctr"/>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C</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6"/>
            </p:custDataLst>
          </p:nvPr>
        </p:nvPicPr>
        <p:blipFill>
          <a:blip r:embed="rId5"/>
          <a:stretch>
            <a:fillRect/>
          </a:stretch>
        </p:blipFill>
        <p:spPr>
          <a:xfrm>
            <a:off x="7767637" y="4002647"/>
            <a:ext cx="3481165" cy="1869515"/>
          </a:xfrm>
          <a:prstGeom prst="rect">
            <a:avLst/>
          </a:prstGeom>
        </p:spPr>
      </p:pic>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162520" y="398002"/>
                <a:ext cx="11681818" cy="2333203"/>
              </a:xfrm>
              <a:prstGeom prst="rect">
                <a:avLst/>
              </a:prstGeom>
              <a:noFill/>
            </p:spPr>
            <p:txBody>
              <a:bodyPr wrap="square">
                <a:spAutoFit/>
              </a:bodyPr>
              <a:lstStyle/>
              <a:p>
                <a:pPr algn="l">
                  <a:lnSpc>
                    <a:spcPct val="150000"/>
                  </a:lnSpc>
                </a:pPr>
                <a:r>
                  <a:rPr lang="zh-CN" altLang="zh-CN" sz="2800" b="1" kern="100">
                    <a:effectLst/>
                    <a:latin typeface="Times New Roman" panose="02020603050405020304" charset="0"/>
                    <a:ea typeface="黑体" panose="02010609060101010101" charset="-122"/>
                  </a:rPr>
                  <a:t>【答案】</a:t>
                </a:r>
                <a:r>
                  <a:rPr lang="en-US" altLang="zh-CN" sz="2800" b="1" kern="100">
                    <a:effectLst/>
                    <a:latin typeface="Times New Roman" panose="02020603050405020304" charset="0"/>
                    <a:ea typeface="黑体" panose="02010609060101010101" charset="-122"/>
                  </a:rPr>
                  <a:t>C</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zh-CN" altLang="zh-CN" sz="2800" b="1" kern="100">
                    <a:effectLst/>
                    <a:latin typeface="Times New Roman" panose="02020603050405020304" charset="0"/>
                    <a:ea typeface="黑体" panose="02010609060101010101" charset="-122"/>
                  </a:rPr>
                  <a:t>【详解】汽车刹车的加速度为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𝒂</m:t>
                      </m:r>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𝒗</m:t>
                              </m:r>
                            </m:e>
                            <m:sup>
                              <m:r>
                                <m:rPr>
                                  <m:sty m:val="bi"/>
                                </m:rPr>
                                <a:rPr lang="en-US" altLang="zh-CN" sz="2800" b="1" i="1" kern="100">
                                  <a:effectLst/>
                                  <a:latin typeface="Cambria Math" panose="02040503050406030204" pitchFamily="18" charset="0"/>
                                  <a:ea typeface="黑体" panose="02010609060101010101" charset="-122"/>
                                </a:rPr>
                                <m:t>𝟐</m:t>
                              </m:r>
                            </m:sup>
                          </m:sSup>
                        </m:num>
                        <m:den>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𝒙</m:t>
                          </m:r>
                        </m:den>
                      </m:f>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sSup>
                            <m:sSupPr>
                              <m:ctrlPr>
                                <a:rPr lang="zh-CN" altLang="zh-CN" sz="2800" b="1" i="1" kern="100">
                                  <a:effectLst/>
                                  <a:latin typeface="Cambria Math" panose="02040503050406030204" pitchFamily="18" charset="0"/>
                                  <a:ea typeface="Cambria Math" panose="02040503050406030204" pitchFamily="18" charset="0"/>
                                </a:rPr>
                              </m:ctrlPr>
                            </m:sSupPr>
                            <m:e>
                              <m:r>
                                <m:rPr>
                                  <m:sty m:val="bi"/>
                                </m:rPr>
                                <a:rPr lang="en-US" altLang="zh-CN" sz="2800" b="1" i="1" kern="100">
                                  <a:effectLst/>
                                  <a:latin typeface="Cambria Math" panose="02040503050406030204" pitchFamily="18" charset="0"/>
                                  <a:ea typeface="黑体" panose="02010609060101010101" charset="-122"/>
                                </a:rPr>
                                <m:t>𝟐𝟎</m:t>
                              </m:r>
                            </m:e>
                            <m:sup>
                              <m:r>
                                <m:rPr>
                                  <m:sty m:val="bi"/>
                                </m:rPr>
                                <a:rPr lang="en-US" altLang="zh-CN" sz="2800" b="1" i="1" kern="100">
                                  <a:effectLst/>
                                  <a:latin typeface="Cambria Math" panose="02040503050406030204" pitchFamily="18" charset="0"/>
                                  <a:ea typeface="黑体" panose="02010609060101010101" charset="-122"/>
                                </a:rPr>
                                <m:t>𝟐</m:t>
                              </m:r>
                            </m:sup>
                          </m:sSup>
                        </m:num>
                        <m:den>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𝟒𝟎</m:t>
                          </m:r>
                        </m:den>
                      </m:f>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𝐦</m:t>
                          </m:r>
                          <m:r>
                            <m:rPr>
                              <m:sty m:val="b"/>
                            </m:rPr>
                            <a:rPr lang="en-US" altLang="zh-CN" sz="2800" b="1" kern="100">
                              <a:effectLst/>
                              <a:latin typeface="Cambria Math" panose="02040503050406030204" pitchFamily="18" charset="0"/>
                              <a:ea typeface="黑体" panose="02010609060101010101" charset="-122"/>
                            </a:rPr>
                            <m:t>/</m:t>
                          </m:r>
                          <m:r>
                            <m:rPr>
                              <m:sty m:val="b"/>
                            </m:rPr>
                            <a:rPr lang="en-US" altLang="zh-CN" sz="2800" b="1" kern="100">
                              <a:effectLst/>
                              <a:latin typeface="Cambria Math" panose="02040503050406030204" pitchFamily="18" charset="0"/>
                              <a:ea typeface="黑体" panose="02010609060101010101" charset="-122"/>
                            </a:rPr>
                            <m:t>𝐬</m:t>
                          </m:r>
                        </m:e>
                        <m:sup>
                          <m:r>
                            <m:rPr>
                              <m:sty m:val="b"/>
                            </m:rPr>
                            <a:rPr lang="en-US" altLang="zh-CN" sz="2800" b="1" kern="100">
                              <a:effectLst/>
                              <a:latin typeface="Cambria Math" panose="02040503050406030204" pitchFamily="18" charset="0"/>
                              <a:ea typeface="黑体" panose="02010609060101010101" charset="-122"/>
                            </a:rPr>
                            <m:t>𝟐</m:t>
                          </m:r>
                        </m:sup>
                      </m:sSup>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𝟓</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𝐦</m:t>
                          </m:r>
                          <m:r>
                            <m:rPr>
                              <m:sty m:val="b"/>
                            </m:rPr>
                            <a:rPr lang="en-US" altLang="zh-CN" sz="2800" b="1" kern="100">
                              <a:effectLst/>
                              <a:latin typeface="Cambria Math" panose="02040503050406030204" pitchFamily="18" charset="0"/>
                              <a:ea typeface="黑体" panose="02010609060101010101" charset="-122"/>
                            </a:rPr>
                            <m:t>/</m:t>
                          </m:r>
                          <m:r>
                            <m:rPr>
                              <m:sty m:val="b"/>
                            </m:rPr>
                            <a:rPr lang="en-US" altLang="zh-CN" sz="2800" b="1" kern="100">
                              <a:effectLst/>
                              <a:latin typeface="Cambria Math" panose="02040503050406030204" pitchFamily="18" charset="0"/>
                              <a:ea typeface="黑体" panose="02010609060101010101" charset="-122"/>
                            </a:rPr>
                            <m:t>𝐬</m:t>
                          </m:r>
                        </m:e>
                        <m:sup>
                          <m:r>
                            <m:rPr>
                              <m:sty m:val="b"/>
                            </m:rPr>
                            <a:rPr lang="en-US" altLang="zh-CN" sz="2800" b="1" kern="100">
                              <a:effectLst/>
                              <a:latin typeface="Cambria Math" panose="02040503050406030204" pitchFamily="18" charset="0"/>
                              <a:ea typeface="黑体" panose="02010609060101010101" charset="-122"/>
                            </a:rPr>
                            <m:t>𝟐</m:t>
                          </m:r>
                        </m:sup>
                      </m:sSup>
                    </m:oMath>
                  </m:oMathPara>
                </a14:m>
                <a:r>
                  <a:rPr lang="zh-CN" altLang="zh-CN" sz="2800" b="1" kern="100">
                    <a:effectLst/>
                    <a:latin typeface="Times New Roman" panose="02020603050405020304" charset="0"/>
                    <a:ea typeface="黑体" panose="02010609060101010101" charset="-122"/>
                  </a:rPr>
                  <a:t>根据牛顿第二定律</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𝒎𝒂</m:t>
                      </m:r>
                    </m:oMath>
                  </m:oMathPara>
                </a14:m>
                <a:r>
                  <a:rPr lang="zh-CN" altLang="zh-CN" sz="2800" b="1" kern="100">
                    <a:effectLst/>
                    <a:latin typeface="Times New Roman" panose="02020603050405020304" charset="0"/>
                    <a:ea typeface="黑体" panose="02010609060101010101" charset="-122"/>
                  </a:rPr>
                  <a:t>可得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𝟎</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𝟓</m:t>
                      </m:r>
                    </m:oMath>
                  </m:oMathPara>
                </a14:m>
                <a:r>
                  <a:rPr lang="zh-CN" altLang="zh-CN" sz="2800" b="1" kern="100">
                    <a:effectLst/>
                    <a:latin typeface="Times New Roman" panose="02020603050405020304" charset="0"/>
                    <a:ea typeface="黑体" panose="02010609060101010101" charset="-122"/>
                  </a:rPr>
                  <a:t>故选</a:t>
                </a: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a:t>
                </a:r>
                <a:endParaRPr lang="zh-CN" altLang="zh-CN" sz="28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162520" y="398002"/>
                <a:ext cx="11681818" cy="2333203"/>
              </a:xfrm>
              <a:prstGeom prst="rect">
                <a:avLst/>
              </a:prstGeom>
              <a:blipFill rotWithShape="1">
                <a:blip r:embed="rId5"/>
                <a:stretch>
                  <a:fillRect l="-5" t="-21" r="3" b="3"/>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13" name="文本框 12" title=""/>
          <p:cNvSpPr txBox="1"/>
          <p:nvPr>
            <p:custDataLst>
              <p:tags r:id="rId3"/>
            </p:custDataLst>
          </p:nvPr>
        </p:nvSpPr>
        <p:spPr>
          <a:xfrm>
            <a:off x="2823845" y="2679065"/>
            <a:ext cx="7023100" cy="1079500"/>
          </a:xfrm>
          <a:prstGeom prst="rect">
            <a:avLst/>
          </a:prstGeom>
          <a:noFill/>
        </p:spPr>
        <p:txBody>
          <a:bodyPr wrap="square" rtlCol="0">
            <a:noAutofit/>
          </a:bodyPr>
          <a:lstStyle/>
          <a:p>
            <a:pPr indent="0" algn="ctr" fontAlgn="auto"/>
            <a:r>
              <a:rPr lang="zh-CN" altLang="en-US"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rPr>
              <a:t>本节结束</a:t>
            </a:r>
            <a:r>
              <a:rPr lang="en-US" altLang="zh-CN"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rPr>
              <a:t> </a:t>
            </a:r>
            <a:r>
              <a:rPr lang="zh-CN" altLang="en-US"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rPr>
              <a:t>谢谢观看</a:t>
            </a:r>
            <a:endParaRPr lang="zh-CN" altLang="en-US"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endParaRPr>
          </a:p>
        </p:txBody>
      </p:sp>
    </p:spTree>
    <p:custDataLst>
      <p:tags r:id="rId4"/>
    </p:custDataLst>
  </p:cSld>
  <p:clrMapOvr>
    <a:masterClrMapping/>
  </p:clrMapOvr>
  <p:transition/>
  <p:timing/>
</p:sld>
</file>

<file path=ppt/tags/tag1.xml><?xml version="1.0" encoding="utf-8"?>
<p:tagLst xmlns:p="http://schemas.openxmlformats.org/presentationml/2006/main">
  <p:tag name="AS_UNIQUEID" val="6206"/>
</p:tagLst>
</file>

<file path=ppt/tags/tag2.xml><?xml version="1.0" encoding="utf-8"?>
<p:tagLst xmlns:p="http://schemas.openxmlformats.org/presentationml/2006/main">
  <p:tag name="AS_UNIQUEID" val="6207"/>
</p:tagLst>
</file>

<file path=ppt/tags/tag3.xml><?xml version="1.0" encoding="utf-8"?>
<p:tagLst xmlns:p="http://schemas.openxmlformats.org/presentationml/2006/main">
  <p:tag name="AS_UNIQUEID" val="6208"/>
</p:tagLst>
</file>

<file path=ppt/tags/tag4.xml><?xml version="1.0" encoding="utf-8"?>
<p:tagLst xmlns:p="http://schemas.openxmlformats.org/presentationml/2006/main">
  <p:tag name="AS_UNIQUEID" val="6209"/>
</p:tagLst>
</file>

<file path=ppt/tags/tag5.xml><?xml version="1.0" encoding="utf-8"?>
<p:tagLst xmlns:p="http://schemas.openxmlformats.org/presentationml/2006/main">
  <p:tag name="AS_UNIQUEID" val="6210"/>
</p:tagLst>
</file>

<file path=ppt/tags/tag6.xml><?xml version="1.0" encoding="utf-8"?>
<p:tagLst xmlns:p="http://schemas.openxmlformats.org/presentationml/2006/main">
  <p:tag name="AS_UNIQUEID" val="6211"/>
</p:tagLst>
</file>

<file path=ppt/tags/tag7.xml><?xml version="1.0" encoding="utf-8"?>
<p:tagLst xmlns:p="http://schemas.openxmlformats.org/presentationml/2006/main">
  <p:tag name="AS_UNIQUEID" val="6212"/>
</p:tagLst>
</file>

<file path=ppt/tags/tag8.xml><?xml version="1.0" encoding="utf-8"?>
<p:tagLst xmlns:p="http://schemas.openxmlformats.org/presentationml/2006/main">
  <p:tag name="AS_UNIQUEID" val="6213"/>
</p:tagLst>
</file>

<file path=ppt/tags/tag9.xml><?xml version="1.0" encoding="utf-8"?>
<p:tagLst xmlns:p="http://schemas.openxmlformats.org/presentationml/2006/main">
  <p:tag name="AS_UNIQUEID" val="6214"/>
</p:tagLst>
</file>

<file path=ppt/tags/tag10.xml><?xml version="1.0" encoding="utf-8"?>
<p:tagLst xmlns:p="http://schemas.openxmlformats.org/presentationml/2006/main">
  <p:tag name="AS_UNIQUEID" val="6215"/>
</p:tagLst>
</file>

<file path=ppt/tags/tag11.xml><?xml version="1.0" encoding="utf-8"?>
<p:tagLst xmlns:p="http://schemas.openxmlformats.org/presentationml/2006/main">
  <p:tag name="AS_UNIQUEID" val="6216"/>
</p:tagLst>
</file>

<file path=ppt/tags/tag12.xml><?xml version="1.0" encoding="utf-8"?>
<p:tagLst xmlns:p="http://schemas.openxmlformats.org/presentationml/2006/main">
  <p:tag name="AS_UNIQUEID" val="6217"/>
</p:tagLst>
</file>

<file path=ppt/tags/tag13.xml><?xml version="1.0" encoding="utf-8"?>
<p:tagLst xmlns:p="http://schemas.openxmlformats.org/presentationml/2006/main">
  <p:tag name="AS_UNIQUEID" val="6218"/>
</p:tagLst>
</file>

<file path=ppt/tags/tag14.xml><?xml version="1.0" encoding="utf-8"?>
<p:tagLst xmlns:p="http://schemas.openxmlformats.org/presentationml/2006/main">
  <p:tag name="AS_UNIQUEID" val="6219"/>
</p:tagLst>
</file>

<file path=ppt/tags/tag15.xml><?xml version="1.0" encoding="utf-8"?>
<p:tagLst xmlns:p="http://schemas.openxmlformats.org/presentationml/2006/main">
  <p:tag name="AS_UNIQUEID" val="6220"/>
</p:tagLst>
</file>

<file path=ppt/tags/tag16.xml><?xml version="1.0" encoding="utf-8"?>
<p:tagLst xmlns:p="http://schemas.openxmlformats.org/presentationml/2006/main">
  <p:tag name="AS_UNIQUEID" val="6221"/>
</p:tagLst>
</file>

<file path=ppt/tags/tag17.xml><?xml version="1.0" encoding="utf-8"?>
<p:tagLst xmlns:p="http://schemas.openxmlformats.org/presentationml/2006/main">
  <p:tag name="AS_UNIQUEID" val="6222"/>
</p:tagLst>
</file>

<file path=ppt/tags/tag18.xml><?xml version="1.0" encoding="utf-8"?>
<p:tagLst xmlns:p="http://schemas.openxmlformats.org/presentationml/2006/main">
  <p:tag name="AS_UNIQUEID" val="6223"/>
</p:tagLst>
</file>

<file path=ppt/tags/tag19.xml><?xml version="1.0" encoding="utf-8"?>
<p:tagLst xmlns:p="http://schemas.openxmlformats.org/presentationml/2006/main">
  <p:tag name="AS_UNIQUEID" val="6224"/>
</p:tagLst>
</file>

<file path=ppt/tags/tag20.xml><?xml version="1.0" encoding="utf-8"?>
<p:tagLst xmlns:p="http://schemas.openxmlformats.org/presentationml/2006/main">
  <p:tag name="AS_UNIQUEID" val="6225"/>
</p:tagLst>
</file>

<file path=ppt/tags/tag21.xml><?xml version="1.0" encoding="utf-8"?>
<p:tagLst xmlns:p="http://schemas.openxmlformats.org/presentationml/2006/main">
  <p:tag name="AS_UNIQUEID" val="6226"/>
</p:tagLst>
</file>

<file path=ppt/tags/tag22.xml><?xml version="1.0" encoding="utf-8"?>
<p:tagLst xmlns:p="http://schemas.openxmlformats.org/presentationml/2006/main">
  <p:tag name="AS_UNIQUEID" val="6227"/>
</p:tagLst>
</file>

<file path=ppt/tags/tag23.xml><?xml version="1.0" encoding="utf-8"?>
<p:tagLst xmlns:p="http://schemas.openxmlformats.org/presentationml/2006/main">
  <p:tag name="AS_UNIQUEID" val="6228"/>
</p:tagLst>
</file>

<file path=ppt/tags/tag24.xml><?xml version="1.0" encoding="utf-8"?>
<p:tagLst xmlns:p="http://schemas.openxmlformats.org/presentationml/2006/main">
  <p:tag name="AS_UNIQUEID" val="6229"/>
</p:tagLst>
</file>

<file path=ppt/tags/tag25.xml><?xml version="1.0" encoding="utf-8"?>
<p:tagLst xmlns:p="http://schemas.openxmlformats.org/presentationml/2006/main">
  <p:tag name="AS_UNIQUEID" val="6230"/>
</p:tagLst>
</file>

<file path=ppt/tags/tag26.xml><?xml version="1.0" encoding="utf-8"?>
<p:tagLst xmlns:p="http://schemas.openxmlformats.org/presentationml/2006/main">
  <p:tag name="AS_UNIQUEID" val="6231"/>
</p:tagLst>
</file>

<file path=ppt/tags/tag27.xml><?xml version="1.0" encoding="utf-8"?>
<p:tagLst xmlns:p="http://schemas.openxmlformats.org/presentationml/2006/main">
  <p:tag name="AS_UNIQUEID" val="6232"/>
</p:tagLst>
</file>

<file path=ppt/tags/tag28.xml><?xml version="1.0" encoding="utf-8"?>
<p:tagLst xmlns:p="http://schemas.openxmlformats.org/presentationml/2006/main">
  <p:tag name="AS_UNIQUEID" val="6233"/>
</p:tagLst>
</file>

<file path=ppt/tags/tag29.xml><?xml version="1.0" encoding="utf-8"?>
<p:tagLst xmlns:p="http://schemas.openxmlformats.org/presentationml/2006/main">
  <p:tag name="AS_UNIQUEID" val="6234"/>
</p:tagLst>
</file>

<file path=ppt/tags/tag30.xml><?xml version="1.0" encoding="utf-8"?>
<p:tagLst xmlns:p="http://schemas.openxmlformats.org/presentationml/2006/main">
  <p:tag name="AS_UNIQUEID" val="6235"/>
</p:tagLst>
</file>

<file path=ppt/tags/tag31.xml><?xml version="1.0" encoding="utf-8"?>
<p:tagLst xmlns:p="http://schemas.openxmlformats.org/presentationml/2006/main">
  <p:tag name="AS_UNIQUEID" val="6236"/>
</p:tagLst>
</file>

<file path=ppt/tags/tag32.xml><?xml version="1.0" encoding="utf-8"?>
<p:tagLst xmlns:p="http://schemas.openxmlformats.org/presentationml/2006/main">
  <p:tag name="AS_UNIQUEID" val="6237"/>
</p:tagLst>
</file>

<file path=ppt/tags/tag33.xml><?xml version="1.0" encoding="utf-8"?>
<p:tagLst xmlns:p="http://schemas.openxmlformats.org/presentationml/2006/main">
  <p:tag name="AS_UNIQUEID" val="6238"/>
</p:tagLst>
</file>

<file path=ppt/tags/tag34.xml><?xml version="1.0" encoding="utf-8"?>
<p:tagLst xmlns:p="http://schemas.openxmlformats.org/presentationml/2006/main">
  <p:tag name="AS_UNIQUEID" val="6239"/>
</p:tagLst>
</file>

<file path=ppt/tags/tag35.xml><?xml version="1.0" encoding="utf-8"?>
<p:tagLst xmlns:p="http://schemas.openxmlformats.org/presentationml/2006/main">
  <p:tag name="AS_UNIQUEID" val="6240"/>
</p:tagLst>
</file>

<file path=ppt/tags/tag36.xml><?xml version="1.0" encoding="utf-8"?>
<p:tagLst xmlns:p="http://schemas.openxmlformats.org/presentationml/2006/main">
  <p:tag name="AS_UNIQUEID" val="6241"/>
</p:tagLst>
</file>

<file path=ppt/tags/tag37.xml><?xml version="1.0" encoding="utf-8"?>
<p:tagLst xmlns:p="http://schemas.openxmlformats.org/presentationml/2006/main">
  <p:tag name="AS_UNIQUEID" val="6242"/>
</p:tagLst>
</file>

<file path=ppt/tags/tag38.xml><?xml version="1.0" encoding="utf-8"?>
<p:tagLst xmlns:p="http://schemas.openxmlformats.org/presentationml/2006/main">
  <p:tag name="AS_UNIQUEID" val="6243"/>
</p:tagLst>
</file>

<file path=ppt/tags/tag39.xml><?xml version="1.0" encoding="utf-8"?>
<p:tagLst xmlns:p="http://schemas.openxmlformats.org/presentationml/2006/main">
  <p:tag name="AS_UNIQUEID" val="6244"/>
</p:tagLst>
</file>

<file path=ppt/tags/tag40.xml><?xml version="1.0" encoding="utf-8"?>
<p:tagLst xmlns:p="http://schemas.openxmlformats.org/presentationml/2006/main">
  <p:tag name="AS_UNIQUEID" val="6245"/>
</p:tagLst>
</file>

<file path=ppt/tags/tag41.xml><?xml version="1.0" encoding="utf-8"?>
<p:tagLst xmlns:p="http://schemas.openxmlformats.org/presentationml/2006/main">
  <p:tag name="AS_UNIQUEID" val="6246"/>
</p:tagLst>
</file>

<file path=ppt/tags/tag42.xml><?xml version="1.0" encoding="utf-8"?>
<p:tagLst xmlns:p="http://schemas.openxmlformats.org/presentationml/2006/main">
  <p:tag name="AS_UNIQUEID" val="6247"/>
</p:tagLst>
</file>

<file path=ppt/tags/tag43.xml><?xml version="1.0" encoding="utf-8"?>
<p:tagLst xmlns:p="http://schemas.openxmlformats.org/presentationml/2006/main">
  <p:tag name="AS_UNIQUEID" val="6248"/>
</p:tagLst>
</file>

<file path=ppt/tags/tag44.xml><?xml version="1.0" encoding="utf-8"?>
<p:tagLst xmlns:p="http://schemas.openxmlformats.org/presentationml/2006/main">
  <p:tag name="AS_UNIQUEID" val="6249"/>
</p:tagLst>
</file>

<file path=ppt/tags/tag45.xml><?xml version="1.0" encoding="utf-8"?>
<p:tagLst xmlns:p="http://schemas.openxmlformats.org/presentationml/2006/main">
  <p:tag name="AS_UNIQUEID" val="6250"/>
</p:tagLst>
</file>

<file path=ppt/tags/tag46.xml><?xml version="1.0" encoding="utf-8"?>
<p:tagLst xmlns:p="http://schemas.openxmlformats.org/presentationml/2006/main">
  <p:tag name="AS_UNIQUEID" val="6251"/>
</p:tagLst>
</file>

<file path=ppt/tags/tag47.xml><?xml version="1.0" encoding="utf-8"?>
<p:tagLst xmlns:p="http://schemas.openxmlformats.org/presentationml/2006/main">
  <p:tag name="AS_UNIQUEID" val="6252"/>
</p:tagLst>
</file>

<file path=ppt/tags/tag48.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9.xml><?xml version="1.0" encoding="utf-8"?>
<p:tagLst xmlns:p="http://schemas.openxmlformats.org/presentationml/2006/main">
  <p:tag name="AS_UNIQUEID" val="6253"/>
</p:tagLst>
</file>

<file path=ppt/tags/tag50.xml><?xml version="1.0" encoding="utf-8"?>
<p:tagLst xmlns:p="http://schemas.openxmlformats.org/presentationml/2006/main">
  <p:tag name="AS_UNIQUEID" val="6254"/>
</p:tagLst>
</file>

<file path=ppt/tags/tag51.xml><?xml version="1.0" encoding="utf-8"?>
<p:tagLst xmlns:p="http://schemas.openxmlformats.org/presentationml/2006/main">
  <p:tag name="AS_UNIQUEID" val="6255"/>
</p:tagLst>
</file>

<file path=ppt/tags/tag52.xml><?xml version="1.0" encoding="utf-8"?>
<p:tagLst xmlns:p="http://schemas.openxmlformats.org/presentationml/2006/main">
  <p:tag name="AS_UNIQUEID" val="6256"/>
</p:tagLst>
</file>

<file path=ppt/tags/tag53.xml><?xml version="1.0" encoding="utf-8"?>
<p:tagLst xmlns:p="http://schemas.openxmlformats.org/presentationml/2006/main">
  <p:tag name="AS_UNIQUEID" val="6257"/>
</p:tagLst>
</file>

<file path=ppt/tags/tag54.xml><?xml version="1.0" encoding="utf-8"?>
<p:tagLst xmlns:p="http://schemas.openxmlformats.org/presentationml/2006/main">
  <p:tag name="AS_UNIQUEID" val="6258"/>
</p:tagLst>
</file>

<file path=ppt/tags/tag55.xml><?xml version="1.0" encoding="utf-8"?>
<p:tagLst xmlns:p="http://schemas.openxmlformats.org/presentationml/2006/main">
  <p:tag name="AS_UNIQUEID" val="6259"/>
</p:tagLst>
</file>

<file path=ppt/tags/tag56.xml><?xml version="1.0" encoding="utf-8"?>
<p:tagLst xmlns:p="http://schemas.openxmlformats.org/presentationml/2006/main">
  <p:tag name="AS_UNIQUEID" val="6260"/>
</p:tagLst>
</file>

<file path=ppt/tags/tag57.xml><?xml version="1.0" encoding="utf-8"?>
<p:tagLst xmlns:p="http://schemas.openxmlformats.org/presentationml/2006/main">
  <p:tag name="AS_UNIQUEID" val="6261"/>
</p:tagLst>
</file>

<file path=ppt/tags/tag58.xml><?xml version="1.0" encoding="utf-8"?>
<p:tagLst xmlns:p="http://schemas.openxmlformats.org/presentationml/2006/main">
  <p:tag name="AS_UNIQUEID" val="6262"/>
</p:tagLst>
</file>

<file path=ppt/tags/tag59.xml><?xml version="1.0" encoding="utf-8"?>
<p:tagLst xmlns:p="http://schemas.openxmlformats.org/presentationml/2006/main">
  <p:tag name="AS_UNIQUEID" val="6263"/>
</p:tagLst>
</file>

<file path=ppt/tags/tag60.xml><?xml version="1.0" encoding="utf-8"?>
<p:tagLst xmlns:p="http://schemas.openxmlformats.org/presentationml/2006/main">
  <p:tag name="AS_UNIQUEID" val="6264"/>
</p:tagLst>
</file>

<file path=ppt/tags/tag61.xml><?xml version="1.0" encoding="utf-8"?>
<p:tagLst xmlns:p="http://schemas.openxmlformats.org/presentationml/2006/main">
  <p:tag name="AS_UNIQUEID" val="6265"/>
</p:tagLst>
</file>

<file path=ppt/tags/tag62.xml><?xml version="1.0" encoding="utf-8"?>
<p:tagLst xmlns:p="http://schemas.openxmlformats.org/presentationml/2006/main">
  <p:tag name="AS_UNIQUEID" val="6266"/>
</p:tagLst>
</file>

<file path=ppt/tags/tag63.xml><?xml version="1.0" encoding="utf-8"?>
<p:tagLst xmlns:p="http://schemas.openxmlformats.org/presentationml/2006/main">
  <p:tag name="AS_UNIQUEID" val="6267"/>
</p:tagLst>
</file>

<file path=ppt/tags/tag64.xml><?xml version="1.0" encoding="utf-8"?>
<p:tagLst xmlns:p="http://schemas.openxmlformats.org/presentationml/2006/main">
  <p:tag name="AS_UNIQUEID" val="6268"/>
</p:tagLst>
</file>

<file path=ppt/tags/tag65.xml><?xml version="1.0" encoding="utf-8"?>
<p:tagLst xmlns:p="http://schemas.openxmlformats.org/presentationml/2006/main">
  <p:tag name="AS_UNIQUEID" val="6269"/>
  <p:tag name="KSO_WM_BEAUTIFY_FLAG" val=""/>
</p:tagLst>
</file>

<file path=ppt/tags/tag66.xml><?xml version="1.0" encoding="utf-8"?>
<p:tagLst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67.xml><?xml version="1.0" encoding="utf-8"?>
<p:tagLst xmlns:p="http://schemas.openxmlformats.org/presentationml/2006/main">
  <p:tag name="AS_UNIQUEID" val="6270"/>
</p:tagLst>
</file>

<file path=ppt/tags/tag68.xml><?xml version="1.0" encoding="utf-8"?>
<p:tagLst xmlns:p="http://schemas.openxmlformats.org/presentationml/2006/main">
  <p:tag name="AS_UNIQUEID" val="6271"/>
</p:tagLst>
</file>

<file path=ppt/tags/tag69.xml><?xml version="1.0" encoding="utf-8"?>
<p:tagLst xmlns:p="http://schemas.openxmlformats.org/presentationml/2006/main">
  <p:tag name="AS_UNIQUEID" val="6272"/>
</p:tagLst>
</file>

<file path=ppt/tags/tag70.xml><?xml version="1.0" encoding="utf-8"?>
<p:tagLst xmlns:p="http://schemas.openxmlformats.org/presentationml/2006/main">
  <p:tag name="AS_UNIQUEID" val="6273"/>
</p:tagLst>
</file>

<file path=ppt/tags/tag71.xml><?xml version="1.0" encoding="utf-8"?>
<p:tagLst xmlns:p="http://schemas.openxmlformats.org/presentationml/2006/main">
  <p:tag name="AS_UNIQUEID" val="6274"/>
  <p:tag name="KSO_WM_DIAGRAM_VIRTUALLY_FRAME" val="{&quot;height&quot;:351.5,&quot;left&quot;:489.95,&quot;top&quot;:86.7,&quot;width&quot;:360.8}"/>
</p:tagLst>
</file>

<file path=ppt/tags/tag72.xml><?xml version="1.0" encoding="utf-8"?>
<p:tagLst xmlns:p="http://schemas.openxmlformats.org/presentationml/2006/main">
  <p:tag name="AS_UNIQUEID" val="6275"/>
  <p:tag name="KSO_WM_BEAUTIFY_FLAG" val=""/>
  <p:tag name="KSO_WM_DIAGRAM_VIRTUALLY_FRAME" val="{&quot;height&quot;:351.5,&quot;left&quot;:489.95,&quot;top&quot;:86.7,&quot;width&quot;:360.8}"/>
</p:tagLst>
</file>

<file path=ppt/tags/tag73.xml><?xml version="1.0" encoding="utf-8"?>
<p:tagLst xmlns:p="http://schemas.openxmlformats.org/presentationml/2006/main">
  <p:tag name="AS_UNIQUEID" val="6276"/>
  <p:tag name="KSO_WM_BEAUTIFY_FLAG" val=""/>
  <p:tag name="KSO_WM_DIAGRAM_VIRTUALLY_FRAME" val="{&quot;height&quot;:351.5,&quot;left&quot;:489.95,&quot;top&quot;:86.7,&quot;width&quot;:360.8}"/>
</p:tagLst>
</file>

<file path=ppt/tags/tag74.xml><?xml version="1.0" encoding="utf-8"?>
<p:tagLst xmlns:p="http://schemas.openxmlformats.org/presentationml/2006/main">
  <p:tag name="AS_UNIQUEID" val="6277"/>
  <p:tag name="KSO_WM_BEAUTIFY_FLAG" val=""/>
  <p:tag name="KSO_WM_DIAGRAM_VIRTUALLY_FRAME" val="{&quot;height&quot;:351.5,&quot;left&quot;:489.95,&quot;top&quot;:86.7,&quot;width&quot;:360.8}"/>
</p:tagLst>
</file>

<file path=ppt/tags/tag75.xml><?xml version="1.0" encoding="utf-8"?>
<p:tagLst xmlns:p="http://schemas.openxmlformats.org/presentationml/2006/main">
  <p:tag name="AS_UNIQUEID" val="6278"/>
  <p:tag name="KSO_WM_BEAUTIFY_FLAG" val=""/>
  <p:tag name="KSO_WM_DIAGRAM_VIRTUALLY_FRAME" val="{&quot;height&quot;:351.5,&quot;left&quot;:489.95,&quot;top&quot;:86.7,&quot;width&quot;:360.8}"/>
</p:tagLst>
</file>

<file path=ppt/tags/tag76.xml><?xml version="1.0" encoding="utf-8"?>
<p:tagLst xmlns:p="http://schemas.openxmlformats.org/presentationml/2006/main">
  <p:tag name="AS_UNIQUEID" val="6279"/>
  <p:tag name="KSO_WM_BEAUTIFY_FLAG" val=""/>
  <p:tag name="KSO_WM_DIAGRAM_VIRTUALLY_FRAME" val="{&quot;height&quot;:351.5,&quot;left&quot;:489.95,&quot;top&quot;:86.7,&quot;width&quot;:360.8}"/>
</p:tagLst>
</file>

<file path=ppt/tags/tag77.xml><?xml version="1.0" encoding="utf-8"?>
<p:tagLst xmlns:p="http://schemas.openxmlformats.org/presentationml/2006/main">
  <p:tag name="AS_UNIQUEID" val="6280"/>
  <p:tag name="KSO_WM_BEAUTIFY_FLAG" val=""/>
  <p:tag name="KSO_WM_DIAGRAM_VIRTUALLY_FRAME" val="{&quot;height&quot;:351.5,&quot;left&quot;:489.95,&quot;top&quot;:86.7,&quot;width&quot;:360.8}"/>
</p:tagLst>
</file>

<file path=ppt/tags/tag78.xml><?xml version="1.0" encoding="utf-8"?>
<p:tagLst xmlns:p="http://schemas.openxmlformats.org/presentationml/2006/main">
  <p:tag name="AS_UNIQUEID" val="6281"/>
  <p:tag name="KSO_WM_BEAUTIFY_FLAG" val=""/>
  <p:tag name="KSO_WM_DIAGRAM_VIRTUALLY_FRAME" val="{&quot;height&quot;:351.5,&quot;left&quot;:489.95,&quot;top&quot;:86.7,&quot;width&quot;:360.8}"/>
</p:tagLst>
</file>

<file path=ppt/tags/tag79.xml><?xml version="1.0" encoding="utf-8"?>
<p:tagLst xmlns:p="http://schemas.openxmlformats.org/presentationml/2006/main">
  <p:tag name="AS_UNIQUEID" val="6282"/>
  <p:tag name="KSO_WM_BEAUTIFY_FLAG" val=""/>
  <p:tag name="KSO_WM_DIAGRAM_VIRTUALLY_FRAME" val="{&quot;height&quot;:351.5,&quot;left&quot;:489.95,&quot;top&quot;:86.7,&quot;width&quot;:360.8}"/>
</p:tagLst>
</file>

<file path=ppt/tags/tag80.xml><?xml version="1.0" encoding="utf-8"?>
<p:tagLst xmlns:p="http://schemas.openxmlformats.org/presentationml/2006/main">
  <p:tag name="AS_UNIQUEID" val="6283"/>
  <p:tag name="KSO_WM_BEAUTIFY_FLAG" val=""/>
  <p:tag name="KSO_WM_DIAGRAM_VIRTUALLY_FRAME" val="{&quot;height&quot;:351.5,&quot;left&quot;:489.95,&quot;top&quot;:86.7,&quot;width&quot;:360.8}"/>
</p:tagLst>
</file>

<file path=ppt/tags/tag81.xml><?xml version="1.0" encoding="utf-8"?>
<p:tagLst xmlns:p="http://schemas.openxmlformats.org/presentationml/2006/main">
  <p:tag name="AS_UNIQUEID" val="6284"/>
  <p:tag name="KSO_WM_BEAUTIFY_FLAG" val=""/>
  <p:tag name="KSO_WM_DIAGRAM_VIRTUALLY_FRAME" val="{&quot;height&quot;:351.5,&quot;left&quot;:489.95,&quot;top&quot;:86.7,&quot;width&quot;:360.8}"/>
</p:tagLst>
</file>

<file path=ppt/tags/tag82.xml><?xml version="1.0" encoding="utf-8"?>
<p:tagLst xmlns:p="http://schemas.openxmlformats.org/presentationml/2006/main">
  <p:tag name="AS_UNIQUEID" val="6285"/>
  <p:tag name="KSO_WM_BEAUTIFY_FLAG" val=""/>
  <p:tag name="KSO_WM_DIAGRAM_VIRTUALLY_FRAME" val="{&quot;height&quot;:351.5,&quot;left&quot;:489.95,&quot;top&quot;:86.7,&quot;width&quot;:360.8}"/>
</p:tagLst>
</file>

<file path=ppt/tags/tag83.xml><?xml version="1.0" encoding="utf-8"?>
<p:tagLst xmlns:p="http://schemas.openxmlformats.org/presentationml/2006/main">
  <p:tag name="AS_UNIQUEID" val="6286"/>
  <p:tag name="KSO_WM_BEAUTIFY_FLAG" val=""/>
  <p:tag name="KSO_WM_DIAGRAM_VIRTUALLY_FRAME" val="{&quot;height&quot;:351.5,&quot;left&quot;:489.95,&quot;top&quot;:86.7,&quot;width&quot;:360.8}"/>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AS_UNIQUEID" val="6287"/>
</p:tagLst>
</file>

<file path=ppt/tags/tag86.xml><?xml version="1.0" encoding="utf-8"?>
<p:tagLst xmlns:p="http://schemas.openxmlformats.org/presentationml/2006/main">
  <p:tag name="AS_UNIQUEID" val="6288"/>
</p:tagLst>
</file>

<file path=ppt/tags/tag87.xml><?xml version="1.0" encoding="utf-8"?>
<p:tagLst xmlns:p="http://schemas.openxmlformats.org/presentationml/2006/main">
  <p:tag name="AS_UNIQUEID" val="6289"/>
</p:tagLst>
</file>

<file path=ppt/tags/tag88.xml><?xml version="1.0" encoding="utf-8"?>
<p:tagLst xmlns:p="http://schemas.openxmlformats.org/presentationml/2006/main">
  <p:tag name="AS_UNIQUEID" val="6290"/>
</p:tagLst>
</file>

<file path=ppt/tags/tag89.xml><?xml version="1.0" encoding="utf-8"?>
<p:tagLst xmlns:p="http://schemas.openxmlformats.org/presentationml/2006/main">
  <p:tag name="AS_UNIQUEID" val="6291"/>
</p:tagLst>
</file>

<file path=ppt/tags/tag90.xml><?xml version="1.0" encoding="utf-8"?>
<p:tagLst xmlns:p="http://schemas.openxmlformats.org/presentationml/2006/main">
  <p:tag name="KSO_WM_BEAUTIFY_FLAG" val="#wm#"/>
  <p:tag name="KSO_WM_TEMPLATE_CATEGORY" val="custom"/>
  <p:tag name="KSO_WM_TEMPLATE_INDEX" val="20205176"/>
</p:tagLst>
</file>

<file path=ppt/tags/tag91.xml><?xml version="1.0" encoding="utf-8"?>
<p:tagLst xmlns:p="http://schemas.openxmlformats.org/presentationml/2006/main">
  <p:tag name="AS_UNIQUEID" val="6292"/>
</p:tagLst>
</file>

<file path=ppt/tags/tag92.xml><?xml version="1.0" encoding="utf-8"?>
<p:tagLst xmlns:p="http://schemas.openxmlformats.org/presentationml/2006/main">
  <p:tag name="AS_UNIQUEID" val="6293"/>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93.xml><?xml version="1.0" encoding="utf-8"?>
<p:tagLst xmlns:p="http://schemas.openxmlformats.org/presentationml/2006/main">
  <p:tag name="AS_UNIQUEID" val="6294"/>
  <p:tag name="KSO_WM_BEAUTIFY_FLAG" val=""/>
</p:tagLst>
</file>

<file path=ppt/tags/tag94.xml><?xml version="1.0" encoding="utf-8"?>
<p:tagLst xmlns:p="http://schemas.openxmlformats.org/presentationml/2006/main">
  <p:tag name="AS_UNIQUEID" val="6295"/>
</p:tagLst>
</file>

<file path=ppt/tags/tag95.xml><?xml version="1.0" encoding="utf-8"?>
<p:tagLst xmlns:p="http://schemas.openxmlformats.org/presentationml/2006/main">
  <p:tag name="AS_UNIQUEID" val="6296"/>
</p:tagLst>
</file>

<file path=ppt/tags/tag96.xml><?xml version="1.0" encoding="utf-8"?>
<p:tagLst xmlns:p="http://schemas.openxmlformats.org/presentationml/2006/main">
  <p:tag name="AS_UNIQUEID" val="6297"/>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97.xml><?xml version="1.0" encoding="utf-8"?>
<p:tagLst xmlns:p="http://schemas.openxmlformats.org/presentationml/2006/main">
  <p:tag name="AS_UNIQUEID" val="6298"/>
  <p:tag name="KSO_WM_BEAUTIFY_FLAG" val=""/>
</p:tagLst>
</file>

<file path=ppt/tags/tag98.xml><?xml version="1.0" encoding="utf-8"?>
<p:tagLst xmlns:p="http://schemas.openxmlformats.org/presentationml/2006/main">
  <p:tag name="AS_UNIQUEID" val="6299"/>
</p:tagLst>
</file>

<file path=ppt/tags/tag99.xml><?xml version="1.0" encoding="utf-8"?>
<p:tagLst xmlns:p="http://schemas.openxmlformats.org/presentationml/2006/main">
  <p:tag name="AS_UNIQUEID" val="6300"/>
</p:tagLst>
</file>

<file path=ppt/tags/tag100.xml><?xml version="1.0" encoding="utf-8"?>
<p:tagLst xmlns:p="http://schemas.openxmlformats.org/presentationml/2006/main">
  <p:tag name="AS_UNIQUEID" val="6301"/>
</p:tagLst>
</file>

<file path=ppt/tags/tag101.xml><?xml version="1.0" encoding="utf-8"?>
<p:tagLst xmlns:p="http://schemas.openxmlformats.org/presentationml/2006/main">
  <p:tag name="AS_UNIQUEID" val="6302"/>
</p:tagLst>
</file>

<file path=ppt/tags/tag102.xml><?xml version="1.0" encoding="utf-8"?>
<p:tagLst xmlns:p="http://schemas.openxmlformats.org/presentationml/2006/main">
  <p:tag name="AS_UNIQUEID" val="6303"/>
</p:tagLst>
</file>

<file path=ppt/tags/tag103.xml><?xml version="1.0" encoding="utf-8"?>
<p:tagLst xmlns:p="http://schemas.openxmlformats.org/presentationml/2006/main">
  <p:tag name="AS_UNIQUEID" val="6304"/>
</p:tagLst>
</file>

<file path=ppt/tags/tag104.xml><?xml version="1.0" encoding="utf-8"?>
<p:tagLst xmlns:p="http://schemas.openxmlformats.org/presentationml/2006/main">
  <p:tag name="AS_UNIQUEID" val="6305"/>
</p:tagLst>
</file>

<file path=ppt/tags/tag105.xml><?xml version="1.0" encoding="utf-8"?>
<p:tagLst xmlns:p="http://schemas.openxmlformats.org/presentationml/2006/main">
  <p:tag name="AS_UNIQUEID" val="6306"/>
</p:tagLst>
</file>

<file path=ppt/tags/tag106.xml><?xml version="1.0" encoding="utf-8"?>
<p:tagLst xmlns:p="http://schemas.openxmlformats.org/presentationml/2006/main">
  <p:tag name="KSO_WM_BEAUTIFY_FLAG" val="#wm#"/>
  <p:tag name="KSO_WM_TEMPLATE_CATEGORY" val="custom"/>
  <p:tag name="KSO_WM_TEMPLATE_INDEX" val="20205176"/>
</p:tagLst>
</file>

<file path=ppt/tags/tag107.xml><?xml version="1.0" encoding="utf-8"?>
<p:tagLst xmlns:p="http://schemas.openxmlformats.org/presentationml/2006/main">
  <p:tag name="AS_UNIQUEID" val="6307"/>
</p:tagLst>
</file>

<file path=ppt/tags/tag108.xml><?xml version="1.0" encoding="utf-8"?>
<p:tagLst xmlns:p="http://schemas.openxmlformats.org/presentationml/2006/main">
  <p:tag name="AS_UNIQUEID" val="6308"/>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09.xml><?xml version="1.0" encoding="utf-8"?>
<p:tagLst xmlns:p="http://schemas.openxmlformats.org/presentationml/2006/main">
  <p:tag name="AS_UNIQUEID" val="1452"/>
  <p:tag name="KSO_WM_BEAUTIFY_FLAG" val=""/>
</p:tagLst>
</file>

<file path=ppt/tags/tag110.xml><?xml version="1.0" encoding="utf-8"?>
<p:tagLst xmlns:p="http://schemas.openxmlformats.org/presentationml/2006/main">
  <p:tag name="AS_UNIQUEID" val="6309"/>
  <p:tag name="KSO_WM_BEAUTIFY_FLAG" val=""/>
</p:tagLst>
</file>

<file path=ppt/tags/tag111.xml><?xml version="1.0" encoding="utf-8"?>
<p:tagLst xmlns:p="http://schemas.openxmlformats.org/presentationml/2006/main">
  <p:tag name="AS_UNIQUEID" val="6310"/>
</p:tagLst>
</file>

<file path=ppt/tags/tag112.xml><?xml version="1.0" encoding="utf-8"?>
<p:tagLst xmlns:p="http://schemas.openxmlformats.org/presentationml/2006/main">
  <p:tag name="AS_UNIQUEID" val="6311"/>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13.xml><?xml version="1.0" encoding="utf-8"?>
<p:tagLst xmlns:p="http://schemas.openxmlformats.org/presentationml/2006/main">
  <p:tag name="AS_UNIQUEID" val="6312"/>
</p:tagLst>
</file>

<file path=ppt/tags/tag114.xml><?xml version="1.0" encoding="utf-8"?>
<p:tagLst xmlns:p="http://schemas.openxmlformats.org/presentationml/2006/main">
  <p:tag name="AS_UNIQUEID" val="1452"/>
</p:tagLst>
</file>

<file path=ppt/tags/tag115.xml><?xml version="1.0" encoding="utf-8"?>
<p:tagLst xmlns:p="http://schemas.openxmlformats.org/presentationml/2006/main">
  <p:tag name="AS_UNIQUEID" val="34"/>
</p:tagLst>
</file>

<file path=ppt/tags/tag116.xml><?xml version="1.0" encoding="utf-8"?>
<p:tagLst xmlns:p="http://schemas.openxmlformats.org/presentationml/2006/main">
  <p:tag name="AS_UNIQUEID" val="38"/>
</p:tagLst>
</file>

<file path=ppt/tags/tag117.xml><?xml version="1.0" encoding="utf-8"?>
<p:tagLst xmlns:p="http://schemas.openxmlformats.org/presentationml/2006/main">
  <p:tag name="AS_UNIQUEID" val="39"/>
  <p:tag name="KSO_WM_BEAUTIFY_FLAG" val=""/>
</p:tagLst>
</file>

<file path=ppt/tags/tag118.xml><?xml version="1.0" encoding="utf-8"?>
<p:tagLst xmlns:p="http://schemas.openxmlformats.org/presentationml/2006/main">
  <p:tag name="AS_UNIQUEID" val="40"/>
  <p:tag name="KSO_WM_BEAUTIFY_FLAG" val=""/>
</p:tagLst>
</file>

<file path=ppt/tags/tag119.xml><?xml version="1.0" encoding="utf-8"?>
<p:tagLst xmlns:p="http://schemas.openxmlformats.org/presentationml/2006/main">
  <p:tag name="AS_UNIQUEID" val="41"/>
</p:tagLst>
</file>

<file path=ppt/tags/tag120.xml><?xml version="1.0" encoding="utf-8"?>
<p:tagLst xmlns:p="http://schemas.openxmlformats.org/presentationml/2006/main">
  <p:tag name="AS_UNIQUEID" val="42"/>
  <p:tag name="KSO_WM_BEAUTIFY_FLAG" val=""/>
</p:tagLst>
</file>

<file path=ppt/tags/tag121.xml><?xml version="1.0" encoding="utf-8"?>
<p:tagLst xmlns:p="http://schemas.openxmlformats.org/presentationml/2006/main">
  <p:tag name="AS_UNIQUEID" val="43"/>
  <p:tag name="KSO_WM_BEAUTIFY_FLAG" val=""/>
</p:tagLst>
</file>

<file path=ppt/tags/tag122.xml><?xml version="1.0" encoding="utf-8"?>
<p:tagLst xmlns:p="http://schemas.openxmlformats.org/presentationml/2006/main">
  <p:tag name="AS_UNIQUEID" val="44"/>
</p:tagLst>
</file>

<file path=ppt/tags/tag123.xml><?xml version="1.0" encoding="utf-8"?>
<p:tagLst xmlns:p="http://schemas.openxmlformats.org/presentationml/2006/main">
  <p:tag name="AS_UNIQUEID" val="45"/>
  <p:tag name="KSO_WM_BEAUTIFY_FLAG" val=""/>
</p:tagLst>
</file>

<file path=ppt/tags/tag124.xml><?xml version="1.0" encoding="utf-8"?>
<p:tagLst xmlns:p="http://schemas.openxmlformats.org/presentationml/2006/main">
  <p:tag name="AS_UNIQUEID" val="46"/>
  <p:tag name="KSO_WM_BEAUTIFY_FLAG" val=""/>
</p:tagLst>
</file>

<file path=ppt/tags/tag125.xml><?xml version="1.0" encoding="utf-8"?>
<p:tagLst xmlns:p="http://schemas.openxmlformats.org/presentationml/2006/main">
  <p:tag name="AS_UNIQUEID" val="52"/>
</p:tagLst>
</file>

<file path=ppt/tags/tag126.xml><?xml version="1.0" encoding="utf-8"?>
<p:tagLst xmlns:p="http://schemas.openxmlformats.org/presentationml/2006/main">
  <p:tag name="AS_UNIQUEID" val="55"/>
</p:tagLst>
</file>

<file path=ppt/tags/tag127.xml><?xml version="1.0" encoding="utf-8"?>
<p:tagLst xmlns:p="http://schemas.openxmlformats.org/presentationml/2006/main">
  <p:tag name="AS_UNIQUEID" val="60"/>
</p:tagLst>
</file>

<file path=ppt/tags/tag128.xml><?xml version="1.0" encoding="utf-8"?>
<p:tagLst xmlns:p="http://schemas.openxmlformats.org/presentationml/2006/main">
  <p:tag name="AS_UNIQUEID" val="6313"/>
</p:tagLst>
</file>

<file path=ppt/tags/tag129.xml><?xml version="1.0" encoding="utf-8"?>
<p:tagLst xmlns:p="http://schemas.openxmlformats.org/presentationml/2006/main">
  <p:tag name="AS_UNIQUEID" val="6314"/>
</p:tagLst>
</file>

<file path=ppt/tags/tag130.xml><?xml version="1.0" encoding="utf-8"?>
<p:tagLst xmlns:p="http://schemas.openxmlformats.org/presentationml/2006/main">
  <p:tag name="AS_UNIQUEID" val="6315"/>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31.xml><?xml version="1.0" encoding="utf-8"?>
<p:tagLst xmlns:p="http://schemas.openxmlformats.org/presentationml/2006/main">
  <p:tag name="AS_UNIQUEID" val="1452"/>
  <p:tag name="KSO_WM_BEAUTIFY_FLAG" val=""/>
</p:tagLst>
</file>

<file path=ppt/tags/tag132.xml><?xml version="1.0" encoding="utf-8"?>
<p:tagLst xmlns:p="http://schemas.openxmlformats.org/presentationml/2006/main">
  <p:tag name="AS_UNIQUEID" val="6316"/>
  <p:tag name="KSO_WM_BEAUTIFY_FLAG" val=""/>
</p:tagLst>
</file>

<file path=ppt/tags/tag133.xml><?xml version="1.0" encoding="utf-8"?>
<p:tagLst xmlns:p="http://schemas.openxmlformats.org/presentationml/2006/main">
  <p:tag name="AS_UNIQUEID" val="66"/>
  <p:tag name="KSO_WM_BEAUTIFY_FLAG" val=""/>
</p:tagLst>
</file>

<file path=ppt/tags/tag134.xml><?xml version="1.0" encoding="utf-8"?>
<p:tagLst xmlns:p="http://schemas.openxmlformats.org/presentationml/2006/main">
  <p:tag name="AS_UNIQUEID" val="67"/>
  <p:tag name="KSO_WM_BEAUTIFY_FLAG" val=""/>
</p:tagLst>
</file>

<file path=ppt/tags/tag135.xml><?xml version="1.0" encoding="utf-8"?>
<p:tagLst xmlns:p="http://schemas.openxmlformats.org/presentationml/2006/main">
  <p:tag name="AS_UNIQUEID" val="68"/>
  <p:tag name="KSO_WM_BEAUTIFY_FLAG" val=""/>
</p:tagLst>
</file>

<file path=ppt/tags/tag136.xml><?xml version="1.0" encoding="utf-8"?>
<p:tagLst xmlns:p="http://schemas.openxmlformats.org/presentationml/2006/main">
  <p:tag name="AS_UNIQUEID" val="69"/>
  <p:tag name="KSO_WM_BEAUTIFY_FLAG" val=""/>
</p:tagLst>
</file>

<file path=ppt/tags/tag137.xml><?xml version="1.0" encoding="utf-8"?>
<p:tagLst xmlns:p="http://schemas.openxmlformats.org/presentationml/2006/main">
  <p:tag name="AS_UNIQUEID" val="1470"/>
  <p:tag name="KSO_WM_BEAUTIFY_FLAG" val=""/>
</p:tagLst>
</file>

<file path=ppt/tags/tag138.xml><?xml version="1.0" encoding="utf-8"?>
<p:tagLst xmlns:p="http://schemas.openxmlformats.org/presentationml/2006/main">
  <p:tag name="AS_UNIQUEID" val="6317"/>
</p:tagLst>
</file>

<file path=ppt/tags/tag139.xml><?xml version="1.0" encoding="utf-8"?>
<p:tagLst xmlns:p="http://schemas.openxmlformats.org/presentationml/2006/main">
  <p:tag name="AS_UNIQUEID" val="6318"/>
</p:tagLst>
</file>

<file path=ppt/tags/tag140.xml><?xml version="1.0" encoding="utf-8"?>
<p:tagLst xmlns:p="http://schemas.openxmlformats.org/presentationml/2006/main">
  <p:tag name="AS_UNIQUEID" val="6319"/>
</p:tagLst>
</file>

<file path=ppt/tags/tag141.xml><?xml version="1.0" encoding="utf-8"?>
<p:tagLst xmlns:p="http://schemas.openxmlformats.org/presentationml/2006/main">
  <p:tag name="AS_UNIQUEID" val="6320"/>
</p:tagLst>
</file>

<file path=ppt/tags/tag142.xml><?xml version="1.0" encoding="utf-8"?>
<p:tagLst xmlns:p="http://schemas.openxmlformats.org/presentationml/2006/main">
  <p:tag name="AS_UNIQUEID" val="6321"/>
</p:tagLst>
</file>

<file path=ppt/tags/tag143.xml><?xml version="1.0" encoding="utf-8"?>
<p:tagLst xmlns:p="http://schemas.openxmlformats.org/presentationml/2006/main">
  <p:tag name="AS_UNIQUEID" val="6322"/>
</p:tagLst>
</file>

<file path=ppt/tags/tag144.xml><?xml version="1.0" encoding="utf-8"?>
<p:tagLst xmlns:p="http://schemas.openxmlformats.org/presentationml/2006/main">
  <p:tag name="KSO_WM_BEAUTIFY_FLAG" val="#wm#"/>
  <p:tag name="KSO_WM_TEMPLATE_CATEGORY" val="custom"/>
  <p:tag name="KSO_WM_TEMPLATE_INDEX" val="20205176"/>
</p:tagLst>
</file>

<file path=ppt/tags/tag145.xml><?xml version="1.0" encoding="utf-8"?>
<p:tagLst xmlns:p="http://schemas.openxmlformats.org/presentationml/2006/main">
  <p:tag name="AS_UNIQUEID" val="6323"/>
</p:tagLst>
</file>

<file path=ppt/tags/tag146.xml><?xml version="1.0" encoding="utf-8"?>
<p:tagLst xmlns:p="http://schemas.openxmlformats.org/presentationml/2006/main">
  <p:tag name="AS_UNIQUEID" val="6324"/>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47.xml><?xml version="1.0" encoding="utf-8"?>
<p:tagLst xmlns:p="http://schemas.openxmlformats.org/presentationml/2006/main">
  <p:tag name="AS_UNIQUEID" val="1488"/>
  <p:tag name="KSO_WM_BEAUTIFY_FLAG" val=""/>
</p:tagLst>
</file>

<file path=ppt/tags/tag148.xml><?xml version="1.0" encoding="utf-8"?>
<p:tagLst xmlns:p="http://schemas.openxmlformats.org/presentationml/2006/main">
  <p:tag name="AS_UNIQUEID" val="6325"/>
  <p:tag name="KSO_WM_BEAUTIFY_FLAG" val=""/>
</p:tagLst>
</file>

<file path=ppt/tags/tag149.xml><?xml version="1.0" encoding="utf-8"?>
<p:tagLst xmlns:p="http://schemas.openxmlformats.org/presentationml/2006/main">
  <p:tag name="AS_UNIQUEID" val="6326"/>
</p:tagLst>
</file>

<file path=ppt/tags/tag150.xml><?xml version="1.0" encoding="utf-8"?>
<p:tagLst xmlns:p="http://schemas.openxmlformats.org/presentationml/2006/main">
  <p:tag name="AS_UNIQUEID" val="6327"/>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51.xml><?xml version="1.0" encoding="utf-8"?>
<p:tagLst xmlns:p="http://schemas.openxmlformats.org/presentationml/2006/main">
  <p:tag name="AS_UNIQUEID" val="1505"/>
  <p:tag name="KSO_WM_BEAUTIFY_FLAG" val=""/>
</p:tagLst>
</file>

<file path=ppt/tags/tag152.xml><?xml version="1.0" encoding="utf-8"?>
<p:tagLst xmlns:p="http://schemas.openxmlformats.org/presentationml/2006/main">
  <p:tag name="AS_UNIQUEID" val="1495"/>
  <p:tag name="KSO_WM_BEAUTIFY_FLAG" val=""/>
</p:tagLst>
</file>

<file path=ppt/tags/tag153.xml><?xml version="1.0" encoding="utf-8"?>
<p:tagLst xmlns:p="http://schemas.openxmlformats.org/presentationml/2006/main">
  <p:tag name="AS_UNIQUEID" val="1496"/>
  <p:tag name="KSO_WM_BEAUTIFY_FLAG" val=""/>
</p:tagLst>
</file>

<file path=ppt/tags/tag154.xml><?xml version="1.0" encoding="utf-8"?>
<p:tagLst xmlns:p="http://schemas.openxmlformats.org/presentationml/2006/main">
  <p:tag name="AS_UNIQUEID" val="1497"/>
  <p:tag name="KSO_WM_BEAUTIFY_FLAG" val=""/>
</p:tagLst>
</file>

<file path=ppt/tags/tag155.xml><?xml version="1.0" encoding="utf-8"?>
<p:tagLst xmlns:p="http://schemas.openxmlformats.org/presentationml/2006/main">
  <p:tag name="AS_UNIQUEID" val="1498"/>
  <p:tag name="KSO_WM_BEAUTIFY_FLAG" val=""/>
</p:tagLst>
</file>

<file path=ppt/tags/tag156.xml><?xml version="1.0" encoding="utf-8"?>
<p:tagLst xmlns:p="http://schemas.openxmlformats.org/presentationml/2006/main">
  <p:tag name="AS_UNIQUEID" val="1499"/>
  <p:tag name="KSO_WM_BEAUTIFY_FLAG" val=""/>
</p:tagLst>
</file>

<file path=ppt/tags/tag157.xml><?xml version="1.0" encoding="utf-8"?>
<p:tagLst xmlns:p="http://schemas.openxmlformats.org/presentationml/2006/main">
  <p:tag name="AS_UNIQUEID" val="1500"/>
  <p:tag name="KSO_WM_BEAUTIFY_FLAG" val=""/>
</p:tagLst>
</file>

<file path=ppt/tags/tag158.xml><?xml version="1.0" encoding="utf-8"?>
<p:tagLst xmlns:p="http://schemas.openxmlformats.org/presentationml/2006/main">
  <p:tag name="AS_UNIQUEID" val="1501"/>
  <p:tag name="KSO_WM_BEAUTIFY_FLAG" val=""/>
</p:tagLst>
</file>

<file path=ppt/tags/tag159.xml><?xml version="1.0" encoding="utf-8"?>
<p:tagLst xmlns:p="http://schemas.openxmlformats.org/presentationml/2006/main">
  <p:tag name="AS_UNIQUEID" val="1502"/>
  <p:tag name="KSO_WM_BEAUTIFY_FLAG" val=""/>
</p:tagLst>
</file>

<file path=ppt/tags/tag160.xml><?xml version="1.0" encoding="utf-8"?>
<p:tagLst xmlns:p="http://schemas.openxmlformats.org/presentationml/2006/main">
  <p:tag name="AS_UNIQUEID" val="1503"/>
  <p:tag name="KSO_WM_BEAUTIFY_FLAG" val=""/>
</p:tagLst>
</file>

<file path=ppt/tags/tag161.xml><?xml version="1.0" encoding="utf-8"?>
<p:tagLst xmlns:p="http://schemas.openxmlformats.org/presentationml/2006/main">
  <p:tag name="AS_UNIQUEID" val="1504"/>
  <p:tag name="KSO_WM_BEAUTIFY_FLAG" val=""/>
</p:tagLst>
</file>

<file path=ppt/tags/tag162.xml><?xml version="1.0" encoding="utf-8"?>
<p:tagLst xmlns:p="http://schemas.openxmlformats.org/presentationml/2006/main">
  <p:tag name="AS_UNIQUEID" val="6328"/>
</p:tagLst>
</file>

<file path=ppt/tags/tag163.xml><?xml version="1.0" encoding="utf-8"?>
<p:tagLst xmlns:p="http://schemas.openxmlformats.org/presentationml/2006/main">
  <p:tag name="AS_UNIQUEID" val="6329"/>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64.xml><?xml version="1.0" encoding="utf-8"?>
<p:tagLst xmlns:p="http://schemas.openxmlformats.org/presentationml/2006/main">
  <p:tag name="AS_UNIQUEID" val="1516"/>
</p:tagLst>
</file>

<file path=ppt/tags/tag165.xml><?xml version="1.0" encoding="utf-8"?>
<p:tagLst xmlns:p="http://schemas.openxmlformats.org/presentationml/2006/main">
  <p:tag name="AS_UNIQUEID" val="1517"/>
  <p:tag name="KSO_WM_BEAUTIFY_FLAG" val=""/>
</p:tagLst>
</file>

<file path=ppt/tags/tag166.xml><?xml version="1.0" encoding="utf-8"?>
<p:tagLst xmlns:p="http://schemas.openxmlformats.org/presentationml/2006/main">
  <p:tag name="AS_UNIQUEID" val="1518"/>
  <p:tag name="KSO_WM_BEAUTIFY_FLAG" val=""/>
</p:tagLst>
</file>

<file path=ppt/tags/tag167.xml><?xml version="1.0" encoding="utf-8"?>
<p:tagLst xmlns:p="http://schemas.openxmlformats.org/presentationml/2006/main">
  <p:tag name="AS_UNIQUEID" val="1519"/>
  <p:tag name="KSO_WM_BEAUTIFY_FLAG" val=""/>
</p:tagLst>
</file>

<file path=ppt/tags/tag168.xml><?xml version="1.0" encoding="utf-8"?>
<p:tagLst xmlns:p="http://schemas.openxmlformats.org/presentationml/2006/main">
  <p:tag name="AS_UNIQUEID" val="1520"/>
  <p:tag name="KSO_WM_BEAUTIFY_FLAG" val=""/>
</p:tagLst>
</file>

<file path=ppt/tags/tag169.xml><?xml version="1.0" encoding="utf-8"?>
<p:tagLst xmlns:p="http://schemas.openxmlformats.org/presentationml/2006/main">
  <p:tag name="AS_UNIQUEID" val="1521"/>
  <p:tag name="KSO_WM_BEAUTIFY_FLAG" val=""/>
</p:tagLst>
</file>

<file path=ppt/tags/tag170.xml><?xml version="1.0" encoding="utf-8"?>
<p:tagLst xmlns:p="http://schemas.openxmlformats.org/presentationml/2006/main">
  <p:tag name="AS_UNIQUEID" val="1522"/>
  <p:tag name="KSO_WM_BEAUTIFY_FLAG" val=""/>
</p:tagLst>
</file>

<file path=ppt/tags/tag171.xml><?xml version="1.0" encoding="utf-8"?>
<p:tagLst xmlns:p="http://schemas.openxmlformats.org/presentationml/2006/main">
  <p:tag name="AS_UNIQUEID" val="1505"/>
  <p:tag name="KSO_WM_BEAUTIFY_FLAG" val=""/>
</p:tagLst>
</file>

<file path=ppt/tags/tag172.xml><?xml version="1.0" encoding="utf-8"?>
<p:tagLst xmlns:p="http://schemas.openxmlformats.org/presentationml/2006/main">
  <p:tag name="AS_UNIQUEID" val="6330"/>
</p:tagLst>
</file>

<file path=ppt/tags/tag173.xml><?xml version="1.0" encoding="utf-8"?>
<p:tagLst xmlns:p="http://schemas.openxmlformats.org/presentationml/2006/main">
  <p:tag name="AS_UNIQUEID" val="6331"/>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74.xml><?xml version="1.0" encoding="utf-8"?>
<p:tagLst xmlns:p="http://schemas.openxmlformats.org/presentationml/2006/main">
  <p:tag name="AS_UNIQUEID" val="6332"/>
  <p:tag name="KSO_WM_BEAUTIFY_FLAG" val=""/>
</p:tagLst>
</file>

<file path=ppt/tags/tag175.xml><?xml version="1.0" encoding="utf-8"?>
<p:tagLst xmlns:p="http://schemas.openxmlformats.org/presentationml/2006/main">
  <p:tag name="AS_UNIQUEID" val="6333"/>
</p:tagLst>
</file>

<file path=ppt/tags/tag176.xml><?xml version="1.0" encoding="utf-8"?>
<p:tagLst xmlns:p="http://schemas.openxmlformats.org/presentationml/2006/main">
  <p:tag name="AS_UNIQUEID" val="6334"/>
</p:tagLst>
</file>

<file path=ppt/tags/tag177.xml><?xml version="1.0" encoding="utf-8"?>
<p:tagLst xmlns:p="http://schemas.openxmlformats.org/presentationml/2006/main">
  <p:tag name="AS_UNIQUEID" val="6335"/>
</p:tagLst>
</file>

<file path=ppt/tags/tag178.xml><?xml version="1.0" encoding="utf-8"?>
<p:tagLst xmlns:p="http://schemas.openxmlformats.org/presentationml/2006/main">
  <p:tag name="AS_UNIQUEID" val="633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79.xml><?xml version="1.0" encoding="utf-8"?>
<p:tagLst xmlns:p="http://schemas.openxmlformats.org/presentationml/2006/main">
  <p:tag name="AS_UNIQUEID" val="6337"/>
  <p:tag name="KSO_WM_BEAUTIFY_FLAG" val=""/>
</p:tagLst>
</file>

<file path=ppt/tags/tag180.xml><?xml version="1.0" encoding="utf-8"?>
<p:tagLst xmlns:p="http://schemas.openxmlformats.org/presentationml/2006/main">
  <p:tag name="AS_UNIQUEID" val="6338"/>
</p:tagLst>
</file>

<file path=ppt/tags/tag181.xml><?xml version="1.0" encoding="utf-8"?>
<p:tagLst xmlns:p="http://schemas.openxmlformats.org/presentationml/2006/main">
  <p:tag name="AS_UNIQUEID" val="6339"/>
</p:tagLst>
</file>

<file path=ppt/tags/tag182.xml><?xml version="1.0" encoding="utf-8"?>
<p:tagLst xmlns:p="http://schemas.openxmlformats.org/presentationml/2006/main">
  <p:tag name="AS_UNIQUEID" val="6340"/>
</p:tagLst>
</file>

<file path=ppt/tags/tag183.xml><?xml version="1.0" encoding="utf-8"?>
<p:tagLst xmlns:p="http://schemas.openxmlformats.org/presentationml/2006/main">
  <p:tag name="AS_UNIQUEID" val="6341"/>
  <p:tag name="KSO_WM_BEAUTIFY_FLAG" val=""/>
</p:tagLst>
</file>

<file path=ppt/tags/tag184.xml><?xml version="1.0" encoding="utf-8"?>
<p:tagLst xmlns:p="http://schemas.openxmlformats.org/presentationml/2006/main">
  <p:tag name="AS_UNIQUEID" val="6342"/>
</p:tagLst>
</file>

<file path=ppt/tags/tag185.xml><?xml version="1.0" encoding="utf-8"?>
<p:tagLst xmlns:p="http://schemas.openxmlformats.org/presentationml/2006/main">
  <p:tag name="AS_UNIQUEID" val="6343"/>
</p:tagLst>
</file>

<file path=ppt/tags/tag186.xml><?xml version="1.0" encoding="utf-8"?>
<p:tagLst xmlns:p="http://schemas.openxmlformats.org/presentationml/2006/main">
  <p:tag name="AS_UNIQUEID" val="6344"/>
</p:tagLst>
</file>

<file path=ppt/tags/tag187.xml><?xml version="1.0" encoding="utf-8"?>
<p:tagLst xmlns:p="http://schemas.openxmlformats.org/presentationml/2006/main">
  <p:tag name="AS_UNIQUEID" val="6345"/>
</p:tagLst>
</file>

<file path=ppt/tags/tag188.xml><?xml version="1.0" encoding="utf-8"?>
<p:tagLst xmlns:p="http://schemas.openxmlformats.org/presentationml/2006/main">
  <p:tag name="AS_UNIQUEID" val="6346"/>
</p:tagLst>
</file>

<file path=ppt/tags/tag189.xml><?xml version="1.0" encoding="utf-8"?>
<p:tagLst xmlns:p="http://schemas.openxmlformats.org/presentationml/2006/main">
  <p:tag name="AS_UNIQUEID" val="6347"/>
</p:tagLst>
</file>

<file path=ppt/tags/tag190.xml><?xml version="1.0" encoding="utf-8"?>
<p:tagLst xmlns:p="http://schemas.openxmlformats.org/presentationml/2006/main">
  <p:tag name="AS_UNIQUEID" val="6420"/>
</p:tagLst>
</file>

<file path=ppt/tags/tag191.xml><?xml version="1.0" encoding="utf-8"?>
<p:tagLst xmlns:p="http://schemas.openxmlformats.org/presentationml/2006/main">
  <p:tag name="AS_UNIQUEID" val="6348"/>
</p:tagLst>
</file>

<file path=ppt/tags/tag192.xml><?xml version="1.0" encoding="utf-8"?>
<p:tagLst xmlns:p="http://schemas.openxmlformats.org/presentationml/2006/main">
  <p:tag name="AS_UNIQUEID" val="6349"/>
</p:tagLst>
</file>

<file path=ppt/tags/tag193.xml><?xml version="1.0" encoding="utf-8"?>
<p:tagLst xmlns:p="http://schemas.openxmlformats.org/presentationml/2006/main">
  <p:tag name="AS_UNIQUEID" val="6350"/>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94.xml><?xml version="1.0" encoding="utf-8"?>
<p:tagLst xmlns:p="http://schemas.openxmlformats.org/presentationml/2006/main">
  <p:tag name="AS_UNIQUEID" val="6351"/>
</p:tagLst>
</file>

<file path=ppt/tags/tag195.xml><?xml version="1.0" encoding="utf-8"?>
<p:tagLst xmlns:p="http://schemas.openxmlformats.org/presentationml/2006/main">
  <p:tag name="AS_UNIQUEID" val="6352"/>
</p:tagLst>
</file>

<file path=ppt/tags/tag196.xml><?xml version="1.0" encoding="utf-8"?>
<p:tagLst xmlns:p="http://schemas.openxmlformats.org/presentationml/2006/main">
  <p:tag name="AS_UNIQUEID" val="6353"/>
  <p:tag name="KSO_WM_BEAUTIFY_FLAG" val=""/>
</p:tagLst>
</file>

<file path=ppt/tags/tag197.xml><?xml version="1.0" encoding="utf-8"?>
<p:tagLst xmlns:p="http://schemas.openxmlformats.org/presentationml/2006/main">
  <p:tag name="AS_UNIQUEID" val="6354"/>
</p:tagLst>
</file>

<file path=ppt/tags/tag198.xml><?xml version="1.0" encoding="utf-8"?>
<p:tagLst xmlns:p="http://schemas.openxmlformats.org/presentationml/2006/main">
  <p:tag name="AS_UNIQUEID" val="6355"/>
</p:tagLst>
</file>

<file path=ppt/tags/tag199.xml><?xml version="1.0" encoding="utf-8"?>
<p:tagLst xmlns:p="http://schemas.openxmlformats.org/presentationml/2006/main">
  <p:tag name="AS_UNIQUEID" val="6356"/>
</p:tagLst>
</file>

<file path=ppt/tags/tag200.xml><?xml version="1.0" encoding="utf-8"?>
<p:tagLst xmlns:p="http://schemas.openxmlformats.org/presentationml/2006/main">
  <p:tag name="AS_UNIQUEID" val="6357"/>
  <p:tag name="KSO_WM_BEAUTIFY_FLAG" val=""/>
</p:tagLst>
</file>

<file path=ppt/tags/tag201.xml><?xml version="1.0" encoding="utf-8"?>
<p:tagLst xmlns:p="http://schemas.openxmlformats.org/presentationml/2006/main">
  <p:tag name="AS_UNIQUEID" val="6358"/>
  <p:tag name="KSO_WM_BEAUTIFY_FLAG" val=""/>
</p:tagLst>
</file>

<file path=ppt/tags/tag202.xml><?xml version="1.0" encoding="utf-8"?>
<p:tagLst xmlns:p="http://schemas.openxmlformats.org/presentationml/2006/main">
  <p:tag name="AS_UNIQUEID" val="6359"/>
</p:tagLst>
</file>

<file path=ppt/tags/tag203.xml><?xml version="1.0" encoding="utf-8"?>
<p:tagLst xmlns:p="http://schemas.openxmlformats.org/presentationml/2006/main">
  <p:tag name="AS_UNIQUEID" val="6360"/>
</p:tagLst>
</file>

<file path=ppt/tags/tag204.xml><?xml version="1.0" encoding="utf-8"?>
<p:tagLst xmlns:p="http://schemas.openxmlformats.org/presentationml/2006/main">
  <p:tag name="AS_UNIQUEID" val="6361"/>
</p:tagLst>
</file>

<file path=ppt/tags/tag205.xml><?xml version="1.0" encoding="utf-8"?>
<p:tagLst xmlns:p="http://schemas.openxmlformats.org/presentationml/2006/main">
  <p:tag name="AS_UNIQUEID" val="6362"/>
</p:tagLst>
</file>

<file path=ppt/tags/tag206.xml><?xml version="1.0" encoding="utf-8"?>
<p:tagLst xmlns:p="http://schemas.openxmlformats.org/presentationml/2006/main">
  <p:tag name="AS_UNIQUEID" val="6363"/>
  <p:tag name="KSO_WM_BEAUTIFY_FLAG" val=""/>
</p:tagLst>
</file>

<file path=ppt/tags/tag207.xml><?xml version="1.0" encoding="utf-8"?>
<p:tagLst xmlns:p="http://schemas.openxmlformats.org/presentationml/2006/main">
  <p:tag name="AS_UNIQUEID" val="6364"/>
  <p:tag name="KSO_WM_BEAUTIFY_FLAG" val=""/>
</p:tagLst>
</file>

<file path=ppt/tags/tag208.xml><?xml version="1.0" encoding="utf-8"?>
<p:tagLst xmlns:p="http://schemas.openxmlformats.org/presentationml/2006/main">
  <p:tag name="AS_UNIQUEID" val="6365"/>
</p:tagLst>
</file>

<file path=ppt/tags/tag209.xml><?xml version="1.0" encoding="utf-8"?>
<p:tagLst xmlns:p="http://schemas.openxmlformats.org/presentationml/2006/main">
  <p:tag name="AS_UNIQUEID" val="6366"/>
</p:tagLst>
</file>

<file path=ppt/tags/tag210.xml><?xml version="1.0" encoding="utf-8"?>
<p:tagLst xmlns:p="http://schemas.openxmlformats.org/presentationml/2006/main">
  <p:tag name="AS_UNIQUEID" val="6367"/>
  <p:tag name="KSO_WM_BEAUTIFY_FLAG" val=""/>
</p:tagLst>
</file>

<file path=ppt/tags/tag211.xml><?xml version="1.0" encoding="utf-8"?>
<p:tagLst xmlns:p="http://schemas.openxmlformats.org/presentationml/2006/main">
  <p:tag name="AS_UNIQUEID" val="6368"/>
  <p:tag name="KSO_WM_BEAUTIFY_FLAG" val=""/>
</p:tagLst>
</file>

<file path=ppt/tags/tag212.xml><?xml version="1.0" encoding="utf-8"?>
<p:tagLst xmlns:p="http://schemas.openxmlformats.org/presentationml/2006/main">
  <p:tag name="AS_UNIQUEID" val="6369"/>
  <p:tag name="KSO_WM_BEAUTIFY_FLAG" val=""/>
</p:tagLst>
</file>

<file path=ppt/tags/tag213.xml><?xml version="1.0" encoding="utf-8"?>
<p:tagLst xmlns:p="http://schemas.openxmlformats.org/presentationml/2006/main">
  <p:tag name="AS_UNIQUEID" val="6370"/>
</p:tagLst>
</file>

<file path=ppt/tags/tag214.xml><?xml version="1.0" encoding="utf-8"?>
<p:tagLst xmlns:p="http://schemas.openxmlformats.org/presentationml/2006/main">
  <p:tag name="AS_UNIQUEID" val="6371"/>
</p:tagLst>
</file>

<file path=ppt/tags/tag215.xml><?xml version="1.0" encoding="utf-8"?>
<p:tagLst xmlns:p="http://schemas.openxmlformats.org/presentationml/2006/main">
  <p:tag name="AS_UNIQUEID" val="6372"/>
  <p:tag name="KSO_WM_BEAUTIFY_FLAG" val=""/>
</p:tagLst>
</file>

<file path=ppt/tags/tag216.xml><?xml version="1.0" encoding="utf-8"?>
<p:tagLst xmlns:p="http://schemas.openxmlformats.org/presentationml/2006/main">
  <p:tag name="AS_UNIQUEID" val="6373"/>
</p:tagLst>
</file>

<file path=ppt/tags/tag217.xml><?xml version="1.0" encoding="utf-8"?>
<p:tagLst xmlns:p="http://schemas.openxmlformats.org/presentationml/2006/main">
  <p:tag name="AS_UNIQUEID" val="6374"/>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218.xml><?xml version="1.0" encoding="utf-8"?>
<p:tagLst xmlns:p="http://schemas.openxmlformats.org/presentationml/2006/main">
  <p:tag name="AS_UNIQUEID" val="6205"/>
  <p:tag name="KSO_WM_BEAUTIFY_FLAG" val=""/>
</p:tagLst>
</file>

<file path=ppt/tags/tag219.xml><?xml version="1.0" encoding="utf-8"?>
<p:tagLst xmlns:p="http://schemas.openxmlformats.org/presentationml/2006/main">
  <p:tag name="AS_UNIQUEID" val="6375"/>
  <p:tag name="KSO_WM_BEAUTIFY_FLAG" val=""/>
</p:tagLst>
</file>

<file path=ppt/tags/tag220.xml><?xml version="1.0" encoding="utf-8"?>
<p:tagLst xmlns:p="http://schemas.openxmlformats.org/presentationml/2006/main">
  <p:tag name="AS_UNIQUEID" val="6376"/>
</p:tagLst>
</file>

<file path=ppt/tags/tag221.xml><?xml version="1.0" encoding="utf-8"?>
<p:tagLst xmlns:p="http://schemas.openxmlformats.org/presentationml/2006/main">
  <p:tag name="AS_UNIQUEID" val="6377"/>
</p:tagLst>
</file>

<file path=ppt/tags/tag222.xml><?xml version="1.0" encoding="utf-8"?>
<p:tagLst xmlns:p="http://schemas.openxmlformats.org/presentationml/2006/main">
  <p:tag name="AS_UNIQUEID" val="6378"/>
</p:tagLst>
</file>

<file path=ppt/tags/tag223.xml><?xml version="1.0" encoding="utf-8"?>
<p:tagLst xmlns:p="http://schemas.openxmlformats.org/presentationml/2006/main">
  <p:tag name="AS_UNIQUEID" val="6379"/>
</p:tagLst>
</file>

<file path=ppt/tags/tag224.xml><?xml version="1.0" encoding="utf-8"?>
<p:tagLst xmlns:p="http://schemas.openxmlformats.org/presentationml/2006/main">
  <p:tag name="AS_UNIQUEID" val="6380"/>
</p:tagLst>
</file>

<file path=ppt/tags/tag225.xml><?xml version="1.0" encoding="utf-8"?>
<p:tagLst xmlns:p="http://schemas.openxmlformats.org/presentationml/2006/main">
  <p:tag name="KSO_WM_BEAUTIFY_FLAG" val="#wm#"/>
  <p:tag name="KSO_WM_TEMPLATE_CATEGORY" val="custom"/>
  <p:tag name="KSO_WM_TEMPLATE_INDEX" val="20205176"/>
</p:tagLst>
</file>

<file path=ppt/tags/tag226.xml><?xml version="1.0" encoding="utf-8"?>
<p:tagLst xmlns:p="http://schemas.openxmlformats.org/presentationml/2006/main">
  <p:tag name="AS_UNIQUEID" val="6381"/>
</p:tagLst>
</file>

<file path=ppt/tags/tag227.xml><?xml version="1.0" encoding="utf-8"?>
<p:tagLst xmlns:p="http://schemas.openxmlformats.org/presentationml/2006/main">
  <p:tag name="AS_UNIQUEID" val="6382"/>
</p:tagLst>
</file>

<file path=ppt/tags/tag228.xml><?xml version="1.0" encoding="utf-8"?>
<p:tagLst xmlns:p="http://schemas.openxmlformats.org/presentationml/2006/main">
  <p:tag name="AS_UNIQUEID" val="6383"/>
</p:tagLst>
</file>

<file path=ppt/tags/tag229.xml><?xml version="1.0" encoding="utf-8"?>
<p:tagLst xmlns:p="http://schemas.openxmlformats.org/presentationml/2006/main">
  <p:tag name="AS_UNIQUEID" val="6384"/>
  <p:tag name="KSO_WM_BEAUTIFY_FLAG" val=""/>
</p:tagLst>
</file>

<file path=ppt/tags/tag230.xml><?xml version="1.0" encoding="utf-8"?>
<p:tagLst xmlns:p="http://schemas.openxmlformats.org/presentationml/2006/main">
  <p:tag name="KSO_WM_BEAUTIFY_FLAG" val="#wm#"/>
  <p:tag name="KSO_WM_TEMPLATE_CATEGORY" val="custom"/>
  <p:tag name="KSO_WM_TEMPLATE_INDEX" val="20205176"/>
</p:tagLst>
</file>

<file path=ppt/tags/tag231.xml><?xml version="1.0" encoding="utf-8"?>
<p:tagLst xmlns:p="http://schemas.openxmlformats.org/presentationml/2006/main">
  <p:tag name="AS_UNIQUEID" val="6385"/>
</p:tagLst>
</file>

<file path=ppt/tags/tag232.xml><?xml version="1.0" encoding="utf-8"?>
<p:tagLst xmlns:p="http://schemas.openxmlformats.org/presentationml/2006/main">
  <p:tag name="AS_UNIQUEID" val="6386"/>
</p:tagLst>
</file>

<file path=ppt/tags/tag233.xml><?xml version="1.0" encoding="utf-8"?>
<p:tagLst xmlns:p="http://schemas.openxmlformats.org/presentationml/2006/main">
  <p:tag name="AS_UNIQUEID" val="6387"/>
</p:tagLst>
</file>

<file path=ppt/tags/tag234.xml><?xml version="1.0" encoding="utf-8"?>
<p:tagLst xmlns:p="http://schemas.openxmlformats.org/presentationml/2006/main">
  <p:tag name="KSO_WM_BEAUTIFY_FLAG" val="#wm#"/>
  <p:tag name="KSO_WM_TEMPLATE_CATEGORY" val="custom"/>
  <p:tag name="KSO_WM_TEMPLATE_INDEX" val="20205176"/>
</p:tagLst>
</file>

<file path=ppt/tags/tag235.xml><?xml version="1.0" encoding="utf-8"?>
<p:tagLst xmlns:p="http://schemas.openxmlformats.org/presentationml/2006/main">
  <p:tag name="AS_UNIQUEID" val="6388"/>
</p:tagLst>
</file>

<file path=ppt/tags/tag236.xml><?xml version="1.0" encoding="utf-8"?>
<p:tagLst xmlns:p="http://schemas.openxmlformats.org/presentationml/2006/main">
  <p:tag name="AS_UNIQUEID" val="6389"/>
</p:tagLst>
</file>

<file path=ppt/tags/tag237.xml><?xml version="1.0" encoding="utf-8"?>
<p:tagLst xmlns:p="http://schemas.openxmlformats.org/presentationml/2006/main">
  <p:tag name="AS_UNIQUEID" val="6390"/>
</p:tagLst>
</file>

<file path=ppt/tags/tag238.xml><?xml version="1.0" encoding="utf-8"?>
<p:tagLst xmlns:p="http://schemas.openxmlformats.org/presentationml/2006/main">
  <p:tag name="AS_UNIQUEID" val="6391"/>
  <p:tag name="KSO_WM_BEAUTIFY_FLAG" val=""/>
</p:tagLst>
</file>

<file path=ppt/tags/tag239.xml><?xml version="1.0" encoding="utf-8"?>
<p:tagLst xmlns:p="http://schemas.openxmlformats.org/presentationml/2006/main">
  <p:tag name="AS_UNIQUEID" val="6392"/>
</p:tagLst>
</file>

<file path=ppt/tags/tag240.xml><?xml version="1.0" encoding="utf-8"?>
<p:tagLst xmlns:p="http://schemas.openxmlformats.org/presentationml/2006/main">
  <p:tag name="KSO_WM_BEAUTIFY_FLAG" val="#wm#"/>
  <p:tag name="KSO_WM_TEMPLATE_CATEGORY" val="custom"/>
  <p:tag name="KSO_WM_TEMPLATE_INDEX" val="20205176"/>
</p:tagLst>
</file>

<file path=ppt/tags/tag241.xml><?xml version="1.0" encoding="utf-8"?>
<p:tagLst xmlns:p="http://schemas.openxmlformats.org/presentationml/2006/main">
  <p:tag name="AS_UNIQUEID" val="6393"/>
</p:tagLst>
</file>

<file path=ppt/tags/tag242.xml><?xml version="1.0" encoding="utf-8"?>
<p:tagLst xmlns:p="http://schemas.openxmlformats.org/presentationml/2006/main">
  <p:tag name="AS_UNIQUEID" val="6394"/>
</p:tagLst>
</file>

<file path=ppt/tags/tag243.xml><?xml version="1.0" encoding="utf-8"?>
<p:tagLst xmlns:p="http://schemas.openxmlformats.org/presentationml/2006/main">
  <p:tag name="AS_UNIQUEID" val="6395"/>
</p:tagLst>
</file>

<file path=ppt/tags/tag244.xml><?xml version="1.0" encoding="utf-8"?>
<p:tagLst xmlns:p="http://schemas.openxmlformats.org/presentationml/2006/main">
  <p:tag name="KSO_WM_BEAUTIFY_FLAG" val="#wm#"/>
  <p:tag name="KSO_WM_TEMPLATE_CATEGORY" val="custom"/>
  <p:tag name="KSO_WM_TEMPLATE_INDEX" val="20205176"/>
</p:tagLst>
</file>

<file path=ppt/tags/tag245.xml><?xml version="1.0" encoding="utf-8"?>
<p:tagLst xmlns:p="http://schemas.openxmlformats.org/presentationml/2006/main">
  <p:tag name="AS_UNIQUEID" val="6396"/>
</p:tagLst>
</file>

<file path=ppt/tags/tag246.xml><?xml version="1.0" encoding="utf-8"?>
<p:tagLst xmlns:p="http://schemas.openxmlformats.org/presentationml/2006/main">
  <p:tag name="AS_UNIQUEID" val="6397"/>
</p:tagLst>
</file>

<file path=ppt/tags/tag247.xml><?xml version="1.0" encoding="utf-8"?>
<p:tagLst xmlns:p="http://schemas.openxmlformats.org/presentationml/2006/main">
  <p:tag name="AS_UNIQUEID" val="6398"/>
  <p:tag name="KSO_WM_BEAUTIFY_FLAG" val=""/>
</p:tagLst>
</file>

<file path=ppt/tags/tag248.xml><?xml version="1.0" encoding="utf-8"?>
<p:tagLst xmlns:p="http://schemas.openxmlformats.org/presentationml/2006/main">
  <p:tag name="AS_UNIQUEID" val="6399"/>
</p:tagLst>
</file>

<file path=ppt/tags/tag249.xml><?xml version="1.0" encoding="utf-8"?>
<p:tagLst xmlns:p="http://schemas.openxmlformats.org/presentationml/2006/main">
  <p:tag name="KSO_WM_BEAUTIFY_FLAG" val="#wm#"/>
  <p:tag name="KSO_WM_TEMPLATE_CATEGORY" val="custom"/>
  <p:tag name="KSO_WM_TEMPLATE_INDEX" val="20205176"/>
</p:tagLst>
</file>

<file path=ppt/tags/tag250.xml><?xml version="1.0" encoding="utf-8"?>
<p:tagLst xmlns:p="http://schemas.openxmlformats.org/presentationml/2006/main">
  <p:tag name="AS_UNIQUEID" val="6400"/>
</p:tagLst>
</file>

<file path=ppt/tags/tag251.xml><?xml version="1.0" encoding="utf-8"?>
<p:tagLst xmlns:p="http://schemas.openxmlformats.org/presentationml/2006/main">
  <p:tag name="AS_UNIQUEID" val="6401"/>
</p:tagLst>
</file>

<file path=ppt/tags/tag252.xml><?xml version="1.0" encoding="utf-8"?>
<p:tagLst xmlns:p="http://schemas.openxmlformats.org/presentationml/2006/main">
  <p:tag name="AS_UNIQUEID" val="6402"/>
</p:tagLst>
</file>

<file path=ppt/tags/tag253.xml><?xml version="1.0" encoding="utf-8"?>
<p:tagLst xmlns:p="http://schemas.openxmlformats.org/presentationml/2006/main">
  <p:tag name="KSO_WM_BEAUTIFY_FLAG" val="#wm#"/>
  <p:tag name="KSO_WM_TEMPLATE_CATEGORY" val="custom"/>
  <p:tag name="KSO_WM_TEMPLATE_INDEX" val="20205176"/>
</p:tagLst>
</file>

<file path=ppt/tags/tag254.xml><?xml version="1.0" encoding="utf-8"?>
<p:tagLst xmlns:p="http://schemas.openxmlformats.org/presentationml/2006/main">
  <p:tag name="AS_UNIQUEID" val="6403"/>
</p:tagLst>
</file>

<file path=ppt/tags/tag255.xml><?xml version="1.0" encoding="utf-8"?>
<p:tagLst xmlns:p="http://schemas.openxmlformats.org/presentationml/2006/main">
  <p:tag name="AS_UNIQUEID" val="6404"/>
</p:tagLst>
</file>

<file path=ppt/tags/tag256.xml><?xml version="1.0" encoding="utf-8"?>
<p:tagLst xmlns:p="http://schemas.openxmlformats.org/presentationml/2006/main">
  <p:tag name="AS_UNIQUEID" val="6405"/>
</p:tagLst>
</file>

<file path=ppt/tags/tag257.xml><?xml version="1.0" encoding="utf-8"?>
<p:tagLst xmlns:p="http://schemas.openxmlformats.org/presentationml/2006/main">
  <p:tag name="AS_UNIQUEID" val="6406"/>
  <p:tag name="KSO_WM_BEAUTIFY_FLAG" val=""/>
</p:tagLst>
</file>

<file path=ppt/tags/tag258.xml><?xml version="1.0" encoding="utf-8"?>
<p:tagLst xmlns:p="http://schemas.openxmlformats.org/presentationml/2006/main">
  <p:tag name="AS_UNIQUEID" val="6407"/>
</p:tagLst>
</file>

<file path=ppt/tags/tag259.xml><?xml version="1.0" encoding="utf-8"?>
<p:tagLst xmlns:p="http://schemas.openxmlformats.org/presentationml/2006/main">
  <p:tag name="KSO_WM_BEAUTIFY_FLAG" val="#wm#"/>
  <p:tag name="KSO_WM_TEMPLATE_CATEGORY" val="custom"/>
  <p:tag name="KSO_WM_TEMPLATE_INDEX" val="20205176"/>
</p:tagLst>
</file>

<file path=ppt/tags/tag260.xml><?xml version="1.0" encoding="utf-8"?>
<p:tagLst xmlns:p="http://schemas.openxmlformats.org/presentationml/2006/main">
  <p:tag name="AS_UNIQUEID" val="6408"/>
</p:tagLst>
</file>

<file path=ppt/tags/tag261.xml><?xml version="1.0" encoding="utf-8"?>
<p:tagLst xmlns:p="http://schemas.openxmlformats.org/presentationml/2006/main">
  <p:tag name="AS_UNIQUEID" val="6409"/>
</p:tagLst>
</file>

<file path=ppt/tags/tag262.xml><?xml version="1.0" encoding="utf-8"?>
<p:tagLst xmlns:p="http://schemas.openxmlformats.org/presentationml/2006/main">
  <p:tag name="AS_UNIQUEID" val="6410"/>
</p:tagLst>
</file>

<file path=ppt/tags/tag263.xml><?xml version="1.0" encoding="utf-8"?>
<p:tagLst xmlns:p="http://schemas.openxmlformats.org/presentationml/2006/main">
  <p:tag name="KSO_WM_BEAUTIFY_FLAG" val="#wm#"/>
  <p:tag name="KSO_WM_TEMPLATE_CATEGORY" val="custom"/>
  <p:tag name="KSO_WM_TEMPLATE_INDEX" val="20205176"/>
</p:tagLst>
</file>

<file path=ppt/tags/tag264.xml><?xml version="1.0" encoding="utf-8"?>
<p:tagLst xmlns:p="http://schemas.openxmlformats.org/presentationml/2006/main">
  <p:tag name="AS_UNIQUEID" val="6411"/>
</p:tagLst>
</file>

<file path=ppt/tags/tag265.xml><?xml version="1.0" encoding="utf-8"?>
<p:tagLst xmlns:p="http://schemas.openxmlformats.org/presentationml/2006/main">
  <p:tag name="AS_UNIQUEID" val="6412"/>
</p:tagLst>
</file>

<file path=ppt/tags/tag266.xml><?xml version="1.0" encoding="utf-8"?>
<p:tagLst xmlns:p="http://schemas.openxmlformats.org/presentationml/2006/main">
  <p:tag name="AS_UNIQUEID" val="6413"/>
  <p:tag name="KSO_WM_BEAUTIFY_FLAG" val=""/>
</p:tagLst>
</file>

<file path=ppt/tags/tag267.xml><?xml version="1.0" encoding="utf-8"?>
<p:tagLst xmlns:p="http://schemas.openxmlformats.org/presentationml/2006/main">
  <p:tag name="AS_UNIQUEID" val="6414"/>
</p:tagLst>
</file>

<file path=ppt/tags/tag268.xml><?xml version="1.0" encoding="utf-8"?>
<p:tagLst xmlns:p="http://schemas.openxmlformats.org/presentationml/2006/main">
  <p:tag name="KSO_WM_BEAUTIFY_FLAG" val="#wm#"/>
  <p:tag name="KSO_WM_TEMPLATE_CATEGORY" val="custom"/>
  <p:tag name="KSO_WM_TEMPLATE_INDEX" val="20205176"/>
</p:tagLst>
</file>

<file path=ppt/tags/tag269.xml><?xml version="1.0" encoding="utf-8"?>
<p:tagLst xmlns:p="http://schemas.openxmlformats.org/presentationml/2006/main">
  <p:tag name="AS_UNIQUEID" val="6415"/>
</p:tagLst>
</file>

<file path=ppt/tags/tag270.xml><?xml version="1.0" encoding="utf-8"?>
<p:tagLst xmlns:p="http://schemas.openxmlformats.org/presentationml/2006/main">
  <p:tag name="AS_UNIQUEID" val="6416"/>
</p:tagLst>
</file>

<file path=ppt/tags/tag271.xml><?xml version="1.0" encoding="utf-8"?>
<p:tagLst xmlns:p="http://schemas.openxmlformats.org/presentationml/2006/main">
  <p:tag name="AS_UNIQUEID" val="6417"/>
</p:tagLst>
</file>

<file path=ppt/tags/tag272.xml><?xml version="1.0" encoding="utf-8"?>
<p:tagLst xmlns:p="http://schemas.openxmlformats.org/presentationml/2006/main">
  <p:tag name="KSO_WM_BEAUTIFY_FLAG" val="#wm#"/>
  <p:tag name="KSO_WM_TEMPLATE_CATEGORY" val="custom"/>
  <p:tag name="KSO_WM_TEMPLATE_INDEX" val="20205176"/>
</p:tagLst>
</file>

<file path=ppt/tags/tag273.xml><?xml version="1.0" encoding="utf-8"?>
<p:tagLst xmlns:p="http://schemas.openxmlformats.org/presentationml/2006/main">
  <p:tag name="AS_UNIQUEID" val="6418"/>
</p:tagLst>
</file>

<file path=ppt/tags/tag274.xml><?xml version="1.0" encoding="utf-8"?>
<p:tagLst xmlns:p="http://schemas.openxmlformats.org/presentationml/2006/main">
  <p:tag name="AS_UNIQUEID" val="6419"/>
</p:tagLst>
</file>

<file path=ppt/tags/tag275.xml><?xml version="1.0" encoding="utf-8"?>
<p:tagLst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276.xml><?xml version="1.0" encoding="utf-8"?>
<p:tagLst xmlns:p="http://schemas.openxmlformats.org/presentationml/2006/main">
  <p:tag name="AS_OS" val="Unix 3.10 unknown"/>
  <p:tag name="AS_RELEASE_DATE" val="2023.03.31"/>
  <p:tag name="AS_TITLE" val="Aspose.Slides for Java"/>
  <p:tag name="AS_VERSION" val="23.3"/>
  <p:tag name="COMMONDATA" val="eyJjb3VudCI6NjMsImhkaWQiOiJlNjMzOGEyODcyNTQ1YzE2MzZhNThkYWY1MWFiYTkwYSIsInVzZXJDb3VudCI6MX0="/>
</p:tagLst>
</file>

<file path=ppt/theme/theme1.xml><?xml version="1.0" encoding="utf-8"?>
<a:theme xmlns:r="http://schemas.openxmlformats.org/officeDocument/2006/relationships"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宋韵朗黑W"/>
        <a:ea typeface="汉仪宋韵朗黑W"/>
        <a:cs typeface="Arial"/>
      </a:majorFont>
      <a:minorFont>
        <a:latin typeface="汉仪宋韵朗黑W"/>
        <a:ea typeface="汉仪宋韵朗黑W"/>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汉仪宋韵朗黑W"/>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宋韵朗黑W"/>
        <a:ea typeface="汉仪宋韵朗黑W"/>
        <a:cs typeface="Arial"/>
        <a:font script="Jpan" typeface="ＭＳ Ｐゴシック"/>
        <a:font script="Hang" typeface="맑은 고딕"/>
        <a:font script="Hans" typeface="汉仪宋韵朗黑W"/>
        <a:font script="Hant" typeface="新細明體"/>
        <a:font script="Arab" typeface="汉仪宋韵朗黑W"/>
        <a:font script="Hebr" typeface="汉仪宋韵朗黑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宋韵朗黑W"/>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汉仪宋韵朗黑W"/>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宋韵朗黑W"/>
        <a:ea typeface="汉仪宋韵朗黑W"/>
        <a:cs typeface="Arial"/>
        <a:font script="Jpan" typeface="ＭＳ Ｐゴシック"/>
        <a:font script="Hang" typeface="맑은 고딕"/>
        <a:font script="Hans" typeface="汉仪宋韵朗黑W"/>
        <a:font script="Hant" typeface="新細明體"/>
        <a:font script="Arab" typeface="汉仪宋韵朗黑W"/>
        <a:font script="Hebr" typeface="汉仪宋韵朗黑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宋韵朗黑W"/>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134</Paragraphs>
  <Slides>29</Slides>
  <Notes>0</Notes>
  <TotalTime>0</TotalTime>
  <HiddenSlides>0</HiddenSlides>
  <MMClips>0</MMClips>
  <ScaleCrop>0</ScaleCrop>
  <HeadingPairs>
    <vt:vector baseType="variant" size="6">
      <vt:variant>
        <vt:lpstr>Fonts used</vt:lpstr>
      </vt:variant>
      <vt:variant>
        <vt:i4>10</vt:i4>
      </vt:variant>
      <vt:variant>
        <vt:lpstr>Theme</vt:lpstr>
      </vt:variant>
      <vt:variant>
        <vt:i4>1</vt:i4>
      </vt:variant>
      <vt:variant>
        <vt:lpstr>Slide Titles</vt:lpstr>
      </vt:variant>
      <vt:variant>
        <vt:i4>29</vt:i4>
      </vt:variant>
    </vt:vector>
  </HeadingPairs>
  <TitlesOfParts>
    <vt:vector baseType="lpstr" size="40">
      <vt:lpstr>Arial</vt:lpstr>
      <vt:lpstr>汉仪宋韵朗黑W</vt:lpstr>
      <vt:lpstr>Wingdings</vt:lpstr>
      <vt:lpstr>Calibri Light</vt:lpstr>
      <vt:lpstr>黑体</vt:lpstr>
      <vt:lpstr>Times New Roman</vt:lpstr>
      <vt:lpstr>思源黑体 CN Bold</vt:lpstr>
      <vt:lpstr>阿里巴巴普惠体 B</vt:lpstr>
      <vt:lpstr>宋体</vt:lpstr>
      <vt:lpstr>思源黑体 CN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2024-10-11T11:49:49.112</cp:lastPrinted>
  <dcterms:created xsi:type="dcterms:W3CDTF">2024-10-11T11:49:49Z</dcterms:created>
  <dcterms:modified xsi:type="dcterms:W3CDTF">2024-10-11T03:49:49Z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