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4.xml" ContentType="application/vnd.openxmlformats-officedocument.them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heme/theme5.xml" ContentType="application/vnd.openxmlformats-officedocument.them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4474" r:id="rId1"/>
    <p:sldMasterId id="2147484526" r:id="rId2"/>
    <p:sldMasterId id="2147484624" r:id="rId3"/>
  </p:sldMasterIdLst>
  <p:notesMasterIdLst>
    <p:notesMasterId r:id="rId61"/>
  </p:notesMasterIdLst>
  <p:handoutMasterIdLst>
    <p:handoutMasterId r:id="rId62"/>
  </p:handoutMasterIdLst>
  <p:sldIdLst>
    <p:sldId id="5747" r:id="rId4"/>
    <p:sldId id="5595" r:id="rId5"/>
    <p:sldId id="261" r:id="rId6"/>
    <p:sldId id="6164" r:id="rId7"/>
    <p:sldId id="4932" r:id="rId8"/>
    <p:sldId id="6330" r:id="rId9"/>
    <p:sldId id="5205" r:id="rId10"/>
    <p:sldId id="5774" r:id="rId11"/>
    <p:sldId id="6167" r:id="rId12"/>
    <p:sldId id="6314" r:id="rId13"/>
    <p:sldId id="5163" r:id="rId14"/>
    <p:sldId id="5797" r:id="rId15"/>
    <p:sldId id="5164" r:id="rId16"/>
    <p:sldId id="6311" r:id="rId17"/>
    <p:sldId id="6312" r:id="rId18"/>
    <p:sldId id="6327" r:id="rId19"/>
    <p:sldId id="6257" r:id="rId20"/>
    <p:sldId id="5794" r:id="rId21"/>
    <p:sldId id="6260" r:id="rId22"/>
    <p:sldId id="6212" r:id="rId23"/>
    <p:sldId id="6258" r:id="rId24"/>
    <p:sldId id="6259" r:id="rId25"/>
    <p:sldId id="6262" r:id="rId26"/>
    <p:sldId id="6263" r:id="rId27"/>
    <p:sldId id="6264" r:id="rId28"/>
    <p:sldId id="6265" r:id="rId29"/>
    <p:sldId id="5609" r:id="rId30"/>
    <p:sldId id="6315" r:id="rId31"/>
    <p:sldId id="6318" r:id="rId32"/>
    <p:sldId id="6316" r:id="rId33"/>
    <p:sldId id="5587" r:id="rId34"/>
    <p:sldId id="6328" r:id="rId35"/>
    <p:sldId id="6301" r:id="rId36"/>
    <p:sldId id="5620" r:id="rId37"/>
    <p:sldId id="5862" r:id="rId38"/>
    <p:sldId id="6302" r:id="rId39"/>
    <p:sldId id="6303" r:id="rId40"/>
    <p:sldId id="6179" r:id="rId41"/>
    <p:sldId id="6304" r:id="rId42"/>
    <p:sldId id="5855" r:id="rId43"/>
    <p:sldId id="6305" r:id="rId44"/>
    <p:sldId id="6306" r:id="rId45"/>
    <p:sldId id="6325" r:id="rId46"/>
    <p:sldId id="6319" r:id="rId47"/>
    <p:sldId id="6323" r:id="rId48"/>
    <p:sldId id="5654" r:id="rId49"/>
    <p:sldId id="6322" r:id="rId50"/>
    <p:sldId id="5892" r:id="rId51"/>
    <p:sldId id="6320" r:id="rId52"/>
    <p:sldId id="6321" r:id="rId53"/>
    <p:sldId id="6329" r:id="rId54"/>
    <p:sldId id="6309" r:id="rId55"/>
    <p:sldId id="5176" r:id="rId56"/>
    <p:sldId id="6307" r:id="rId57"/>
    <p:sldId id="5894" r:id="rId58"/>
    <p:sldId id="5898" r:id="rId59"/>
    <p:sldId id="5896" r:id="rId60"/>
  </p:sldIdLst>
  <p:sldSz cx="9144000" cy="5130800"/>
  <p:notesSz cx="6858000" cy="9144000"/>
  <p:custDataLst>
    <p:tags r:id="rId63"/>
  </p:custDataLst>
  <p:defaultTextStyle>
    <a:defPPr>
      <a:defRPr lang="zh-CN"/>
    </a:defPPr>
    <a:lvl1pPr marL="0" algn="l" defTabSz="685160" rtl="0" eaLnBrk="1" latinLnBrk="0" hangingPunct="1">
      <a:defRPr sz="1349" kern="1200">
        <a:solidFill>
          <a:schemeClr val="tx1"/>
        </a:solidFill>
        <a:latin typeface="+mn-lt"/>
        <a:ea typeface="+mn-ea"/>
        <a:cs typeface="+mn-cs"/>
      </a:defRPr>
    </a:lvl1pPr>
    <a:lvl2pPr marL="342580" algn="l" defTabSz="685160" rtl="0" eaLnBrk="1" latinLnBrk="0" hangingPunct="1">
      <a:defRPr sz="1349" kern="1200">
        <a:solidFill>
          <a:schemeClr val="tx1"/>
        </a:solidFill>
        <a:latin typeface="+mn-lt"/>
        <a:ea typeface="+mn-ea"/>
        <a:cs typeface="+mn-cs"/>
      </a:defRPr>
    </a:lvl2pPr>
    <a:lvl3pPr marL="685160" algn="l" defTabSz="685160" rtl="0" eaLnBrk="1" latinLnBrk="0" hangingPunct="1">
      <a:defRPr sz="1349" kern="1200">
        <a:solidFill>
          <a:schemeClr val="tx1"/>
        </a:solidFill>
        <a:latin typeface="+mn-lt"/>
        <a:ea typeface="+mn-ea"/>
        <a:cs typeface="+mn-cs"/>
      </a:defRPr>
    </a:lvl3pPr>
    <a:lvl4pPr marL="1027740" algn="l" defTabSz="685160" rtl="0" eaLnBrk="1" latinLnBrk="0" hangingPunct="1">
      <a:defRPr sz="1349" kern="1200">
        <a:solidFill>
          <a:schemeClr val="tx1"/>
        </a:solidFill>
        <a:latin typeface="+mn-lt"/>
        <a:ea typeface="+mn-ea"/>
        <a:cs typeface="+mn-cs"/>
      </a:defRPr>
    </a:lvl4pPr>
    <a:lvl5pPr marL="1370320" algn="l" defTabSz="685160" rtl="0" eaLnBrk="1" latinLnBrk="0" hangingPunct="1">
      <a:defRPr sz="1349" kern="1200">
        <a:solidFill>
          <a:schemeClr val="tx1"/>
        </a:solidFill>
        <a:latin typeface="+mn-lt"/>
        <a:ea typeface="+mn-ea"/>
        <a:cs typeface="+mn-cs"/>
      </a:defRPr>
    </a:lvl5pPr>
    <a:lvl6pPr marL="1712900" algn="l" defTabSz="685160" rtl="0" eaLnBrk="1" latinLnBrk="0" hangingPunct="1">
      <a:defRPr sz="1349" kern="1200">
        <a:solidFill>
          <a:schemeClr val="tx1"/>
        </a:solidFill>
        <a:latin typeface="+mn-lt"/>
        <a:ea typeface="+mn-ea"/>
        <a:cs typeface="+mn-cs"/>
      </a:defRPr>
    </a:lvl6pPr>
    <a:lvl7pPr marL="2055480" algn="l" defTabSz="685160" rtl="0" eaLnBrk="1" latinLnBrk="0" hangingPunct="1">
      <a:defRPr sz="1349" kern="1200">
        <a:solidFill>
          <a:schemeClr val="tx1"/>
        </a:solidFill>
        <a:latin typeface="+mn-lt"/>
        <a:ea typeface="+mn-ea"/>
        <a:cs typeface="+mn-cs"/>
      </a:defRPr>
    </a:lvl7pPr>
    <a:lvl8pPr marL="2398060" algn="l" defTabSz="685160" rtl="0" eaLnBrk="1" latinLnBrk="0" hangingPunct="1">
      <a:defRPr sz="1349" kern="1200">
        <a:solidFill>
          <a:schemeClr val="tx1"/>
        </a:solidFill>
        <a:latin typeface="+mn-lt"/>
        <a:ea typeface="+mn-ea"/>
        <a:cs typeface="+mn-cs"/>
      </a:defRPr>
    </a:lvl8pPr>
    <a:lvl9pPr marL="2740640" algn="l" defTabSz="685160" rtl="0" eaLnBrk="1" latinLnBrk="0" hangingPunct="1">
      <a:defRPr sz="1349"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1" autoAdjust="0"/>
    <p:restoredTop sz="85678" autoAdjust="0"/>
  </p:normalViewPr>
  <p:slideViewPr>
    <p:cSldViewPr snapToGrid="0">
      <p:cViewPr varScale="1">
        <p:scale>
          <a:sx n="116" d="100"/>
          <a:sy n="116" d="100"/>
        </p:scale>
        <p:origin x="72" y="78"/>
      </p:cViewPr>
      <p:guideLst/>
    </p:cSldViewPr>
  </p:slideViewPr>
  <p:notesTextViewPr>
    <p:cViewPr>
      <p:scale>
        <a:sx n="1" d="1"/>
        <a:sy n="1" d="1"/>
      </p:scale>
      <p:origin x="0" y="0"/>
    </p:cViewPr>
  </p:notesTextViewPr>
  <p:notesViewPr>
    <p:cSldViewPr snapToGrid="0">
      <p:cViewPr varScale="1">
        <p:scale>
          <a:sx n="64" d="100"/>
          <a:sy n="64" d="100"/>
        </p:scale>
        <p:origin x="3192" y="67"/>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theme" Target="theme/theme1.xml"/><Relationship Id="rId5" Type="http://schemas.openxmlformats.org/officeDocument/2006/relationships/slide" Target="slides/slide2.xml"/><Relationship Id="rId61" Type="http://schemas.openxmlformats.org/officeDocument/2006/relationships/notesMaster" Target="notesMasters/notesMaster1.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heme" Target="../theme/theme5.xml"/><Relationship Id="rId5" Type="http://schemas.openxmlformats.org/officeDocument/2006/relationships/tags" Target="../tags/tag102.xml"/><Relationship Id="rId4" Type="http://schemas.openxmlformats.org/officeDocument/2006/relationships/tags" Target="../tags/tag10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43A13C89-B6F5-49B0-B9DE-0D9BD4FB96BA}" type="datetimeFigureOut">
              <a:rPr lang="zh-CN" altLang="en-US" smtClean="0"/>
              <a:t>2024/11/5</a:t>
            </a:fld>
            <a:endParaRPr lang="zh-CN" altLang="en-US"/>
          </a:p>
        </p:txBody>
      </p:sp>
      <p:sp>
        <p:nvSpPr>
          <p:cNvPr id="4" name="页脚占位符 3"/>
          <p:cNvSpPr>
            <a:spLocks noGrp="1"/>
          </p:cNvSpPr>
          <p:nvPr>
            <p:ph type="ftr" sz="quarter" idx="2"/>
            <p:custDataLst>
              <p:tags r:id="rId4"/>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custDataLst>
              <p:tags r:id="rId5"/>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48C3207B-AC42-46AC-A731-F0573EC81F7E}" type="slidenum">
              <a:rPr lang="zh-CN" altLang="en-US" smtClean="0"/>
              <a:t>‹#›</a:t>
            </a:fld>
            <a:endParaRPr lang="zh-CN" altLang="en-US"/>
          </a:p>
        </p:txBody>
      </p:sp>
    </p:spTree>
    <p:extLst>
      <p:ext uri="{BB962C8B-B14F-4D97-AF65-F5344CB8AC3E}">
        <p14:creationId xmlns:p14="http://schemas.microsoft.com/office/powerpoint/2010/main" val="30772003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tags" Target="../tags/tag98.xml"/><Relationship Id="rId2" Type="http://schemas.openxmlformats.org/officeDocument/2006/relationships/tags" Target="../tags/tag93.xml"/><Relationship Id="rId1" Type="http://schemas.openxmlformats.org/officeDocument/2006/relationships/theme" Target="../theme/theme4.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BFC8F875-FDEB-4EEC-A50C-3C82807C40BF}" type="datetimeFigureOut">
              <a:rPr lang="zh-CN" altLang="en-US" smtClean="0"/>
              <a:t>2024/11/5</a:t>
            </a:fld>
            <a:endParaRPr lang="zh-CN" altLang="en-US"/>
          </a:p>
        </p:txBody>
      </p:sp>
      <p:sp>
        <p:nvSpPr>
          <p:cNvPr id="4" name="幻灯片图像占位符 3"/>
          <p:cNvSpPr>
            <a:spLocks noGrp="1" noRot="1" noChangeAspect="1"/>
          </p:cNvSpPr>
          <p:nvPr>
            <p:ph type="sldImg" idx="2"/>
            <p:custDataLst>
              <p:tags r:id="rId4"/>
            </p:custDataLst>
          </p:nvPr>
        </p:nvSpPr>
        <p:spPr>
          <a:xfrm>
            <a:off x="679450" y="1143000"/>
            <a:ext cx="54991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5A7D1BDE-9668-41E5-BE0D-87E202F9152C}" type="slidenum">
              <a:rPr lang="zh-CN" altLang="en-US" smtClean="0"/>
              <a:t>‹#›</a:t>
            </a:fld>
            <a:endParaRPr lang="zh-CN" altLang="en-US"/>
          </a:p>
        </p:txBody>
      </p:sp>
    </p:spTree>
    <p:extLst>
      <p:ext uri="{BB962C8B-B14F-4D97-AF65-F5344CB8AC3E}">
        <p14:creationId xmlns:p14="http://schemas.microsoft.com/office/powerpoint/2010/main" val="1127983855"/>
      </p:ext>
    </p:extLst>
  </p:cSld>
  <p:clrMap bg1="lt1" tx1="dk1" bg2="lt2" tx2="dk2" accent1="accent1" accent2="accent2" accent3="accent3" accent4="accent4" accent5="accent5" accent6="accent6" hlink="hlink" folHlink="folHlink"/>
  <p:notesStyle>
    <a:lvl1pPr marL="0" algn="l" defTabSz="685160" rtl="0" eaLnBrk="1" latinLnBrk="0" hangingPunct="1">
      <a:defRPr sz="899" kern="1200">
        <a:solidFill>
          <a:schemeClr val="tx1"/>
        </a:solidFill>
        <a:latin typeface="+mn-lt"/>
        <a:ea typeface="+mn-ea"/>
        <a:cs typeface="+mn-cs"/>
      </a:defRPr>
    </a:lvl1pPr>
    <a:lvl2pPr marL="342580" algn="l" defTabSz="685160" rtl="0" eaLnBrk="1" latinLnBrk="0" hangingPunct="1">
      <a:defRPr sz="899" kern="1200">
        <a:solidFill>
          <a:schemeClr val="tx1"/>
        </a:solidFill>
        <a:latin typeface="+mn-lt"/>
        <a:ea typeface="+mn-ea"/>
        <a:cs typeface="+mn-cs"/>
      </a:defRPr>
    </a:lvl2pPr>
    <a:lvl3pPr marL="685160" algn="l" defTabSz="685160" rtl="0" eaLnBrk="1" latinLnBrk="0" hangingPunct="1">
      <a:defRPr sz="899" kern="1200">
        <a:solidFill>
          <a:schemeClr val="tx1"/>
        </a:solidFill>
        <a:latin typeface="+mn-lt"/>
        <a:ea typeface="+mn-ea"/>
        <a:cs typeface="+mn-cs"/>
      </a:defRPr>
    </a:lvl3pPr>
    <a:lvl4pPr marL="1027740" algn="l" defTabSz="685160" rtl="0" eaLnBrk="1" latinLnBrk="0" hangingPunct="1">
      <a:defRPr sz="899" kern="1200">
        <a:solidFill>
          <a:schemeClr val="tx1"/>
        </a:solidFill>
        <a:latin typeface="+mn-lt"/>
        <a:ea typeface="+mn-ea"/>
        <a:cs typeface="+mn-cs"/>
      </a:defRPr>
    </a:lvl4pPr>
    <a:lvl5pPr marL="1370320" algn="l" defTabSz="685160" rtl="0" eaLnBrk="1" latinLnBrk="0" hangingPunct="1">
      <a:defRPr sz="899" kern="1200">
        <a:solidFill>
          <a:schemeClr val="tx1"/>
        </a:solidFill>
        <a:latin typeface="+mn-lt"/>
        <a:ea typeface="+mn-ea"/>
        <a:cs typeface="+mn-cs"/>
      </a:defRPr>
    </a:lvl5pPr>
    <a:lvl6pPr marL="1712900" algn="l" defTabSz="685160" rtl="0" eaLnBrk="1" latinLnBrk="0" hangingPunct="1">
      <a:defRPr sz="899" kern="1200">
        <a:solidFill>
          <a:schemeClr val="tx1"/>
        </a:solidFill>
        <a:latin typeface="+mn-lt"/>
        <a:ea typeface="+mn-ea"/>
        <a:cs typeface="+mn-cs"/>
      </a:defRPr>
    </a:lvl6pPr>
    <a:lvl7pPr marL="2055480" algn="l" defTabSz="685160" rtl="0" eaLnBrk="1" latinLnBrk="0" hangingPunct="1">
      <a:defRPr sz="899" kern="1200">
        <a:solidFill>
          <a:schemeClr val="tx1"/>
        </a:solidFill>
        <a:latin typeface="+mn-lt"/>
        <a:ea typeface="+mn-ea"/>
        <a:cs typeface="+mn-cs"/>
      </a:defRPr>
    </a:lvl7pPr>
    <a:lvl8pPr marL="2398060" algn="l" defTabSz="685160" rtl="0" eaLnBrk="1" latinLnBrk="0" hangingPunct="1">
      <a:defRPr sz="899" kern="1200">
        <a:solidFill>
          <a:schemeClr val="tx1"/>
        </a:solidFill>
        <a:latin typeface="+mn-lt"/>
        <a:ea typeface="+mn-ea"/>
        <a:cs typeface="+mn-cs"/>
      </a:defRPr>
    </a:lvl8pPr>
    <a:lvl9pPr marL="2740640" algn="l" defTabSz="685160" rtl="0" eaLnBrk="1" latinLnBrk="0" hangingPunct="1">
      <a:defRPr sz="899"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7" Type="http://schemas.openxmlformats.org/officeDocument/2006/relationships/image" Target="../media/image2.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tags" Target="../tags/tag1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4"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tags" Target="../tags/tag24.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4"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slideMaster" Target="../slideMasters/slideMaster3.xml"/><Relationship Id="rId5" Type="http://schemas.openxmlformats.org/officeDocument/2006/relationships/tags" Target="../tags/tag39.xml"/><Relationship Id="rId4" Type="http://schemas.openxmlformats.org/officeDocument/2006/relationships/tags" Target="../tags/tag38.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slideMaster" Target="../slideMasters/slideMaster3.xml"/><Relationship Id="rId5" Type="http://schemas.openxmlformats.org/officeDocument/2006/relationships/tags" Target="../tags/tag44.xml"/><Relationship Id="rId4" Type="http://schemas.openxmlformats.org/officeDocument/2006/relationships/tags" Target="../tags/tag43.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slideMaster" Target="../slideMasters/slideMaster3.xml"/><Relationship Id="rId5" Type="http://schemas.openxmlformats.org/officeDocument/2006/relationships/tags" Target="../tags/tag49.xml"/><Relationship Id="rId4" Type="http://schemas.openxmlformats.org/officeDocument/2006/relationships/tags" Target="../tags/tag48.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2.xml"/><Relationship Id="rId7" Type="http://schemas.openxmlformats.org/officeDocument/2006/relationships/slideMaster" Target="../slideMasters/slideMaster3.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63.xml"/><Relationship Id="rId3" Type="http://schemas.openxmlformats.org/officeDocument/2006/relationships/tags" Target="../tags/tag58.xml"/><Relationship Id="rId7" Type="http://schemas.openxmlformats.org/officeDocument/2006/relationships/tags" Target="../tags/tag62.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9"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Master" Target="../slideMasters/slideMaster3.xml"/><Relationship Id="rId4" Type="http://schemas.openxmlformats.org/officeDocument/2006/relationships/tags" Target="../tags/tag67.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2.png"/><Relationship Id="rId4"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73.xml"/><Relationship Id="rId7" Type="http://schemas.openxmlformats.org/officeDocument/2006/relationships/slideMaster" Target="../slideMasters/slideMaster3.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79.xml"/><Relationship Id="rId7" Type="http://schemas.openxmlformats.org/officeDocument/2006/relationships/slideMaster" Target="../slideMasters/slideMaster3.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slideMaster" Target="../slideMasters/slideMaster3.xml"/><Relationship Id="rId5" Type="http://schemas.openxmlformats.org/officeDocument/2006/relationships/tags" Target="../tags/tag87.xml"/><Relationship Id="rId4" Type="http://schemas.openxmlformats.org/officeDocument/2006/relationships/tags" Target="../tags/tag86.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slideMaster" Target="../slideMasters/slideMaster3.xml"/><Relationship Id="rId5" Type="http://schemas.openxmlformats.org/officeDocument/2006/relationships/tags" Target="../tags/tag92.xml"/><Relationship Id="rId4" Type="http://schemas.openxmlformats.org/officeDocument/2006/relationships/tags" Target="../tags/tag9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73D3C718-AFF0-41C9-B665-EDC0BAA676F2}"/>
              </a:ext>
            </a:extLst>
          </p:cNvPr>
          <p:cNvSpPr/>
          <p:nvPr userDrawn="1">
            <p:custDataLst>
              <p:tags r:id="rId1"/>
            </p:custDataLst>
          </p:nvPr>
        </p:nvSpPr>
        <p:spPr>
          <a:xfrm>
            <a:off x="0" y="0"/>
            <a:ext cx="9144000" cy="385618"/>
          </a:xfrm>
          <a:prstGeom prst="rect">
            <a:avLst/>
          </a:prstGeom>
          <a:solidFill>
            <a:srgbClr val="4372C3"/>
          </a:solidFill>
          <a:ln>
            <a:noFill/>
          </a:ln>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200000"/>
              </a:lnSpc>
            </a:pPr>
            <a:r>
              <a:rPr lang="zh-CN" altLang="en-US" sz="1122">
                <a:solidFill>
                  <a:srgbClr val="4472C4">
                    <a:lumMod val="75000"/>
                  </a:srgbClr>
                </a:solidFill>
                <a:latin typeface="微软雅黑" panose="020B0503020204020204" pitchFamily="34" charset="-122"/>
              </a:rPr>
              <a:t>        </a:t>
            </a:r>
            <a:endParaRPr kumimoji="1" lang="zh-CN" altLang="en-US" sz="1122">
              <a:solidFill>
                <a:srgbClr val="4472C4">
                  <a:lumMod val="75000"/>
                </a:srgbClr>
              </a:solidFill>
              <a:latin typeface="微软雅黑" panose="020B0503020204020204" pitchFamily="34" charset="-122"/>
            </a:endParaRPr>
          </a:p>
        </p:txBody>
      </p:sp>
      <p:pic>
        <p:nvPicPr>
          <p:cNvPr id="12" name="图片 11">
            <a:extLst>
              <a:ext uri="{FF2B5EF4-FFF2-40B4-BE49-F238E27FC236}">
                <a16:creationId xmlns:a16="http://schemas.microsoft.com/office/drawing/2014/main" id="{262E2213-4F30-4349-B41C-628AC0E0433A}"/>
              </a:ext>
            </a:extLst>
          </p:cNvPr>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pic>
        <p:nvPicPr>
          <p:cNvPr id="8" name="图片 7">
            <a:extLst>
              <a:ext uri="{FF2B5EF4-FFF2-40B4-BE49-F238E27FC236}">
                <a16:creationId xmlns:a16="http://schemas.microsoft.com/office/drawing/2014/main" id="{C775FFD7-8A10-4390-B1AF-F3EAB3C6583C}"/>
              </a:ext>
            </a:extLst>
          </p:cNvPr>
          <p:cNvPicPr>
            <a:picLocks noChangeAspect="1"/>
          </p:cNvPicPr>
          <p:nvPr userDrawn="1">
            <p:custDataLst>
              <p:tags r:id="rId3"/>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pic>
        <p:nvPicPr>
          <p:cNvPr id="11" name="图片 10">
            <a:extLst>
              <a:ext uri="{FF2B5EF4-FFF2-40B4-BE49-F238E27FC236}">
                <a16:creationId xmlns:a16="http://schemas.microsoft.com/office/drawing/2014/main" id="{878E633E-FAA4-43B5-AE45-CA4FA5575CC1}"/>
              </a:ext>
            </a:extLst>
          </p:cNvPr>
          <p:cNvPicPr>
            <a:picLocks noChangeAspect="1"/>
          </p:cNvPicPr>
          <p:nvPr userDrawn="1">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8350829" y="77551"/>
            <a:ext cx="636805" cy="216228"/>
          </a:xfrm>
          <a:prstGeom prst="rect">
            <a:avLst/>
          </a:prstGeom>
        </p:spPr>
      </p:pic>
      <p:sp>
        <p:nvSpPr>
          <p:cNvPr id="9" name="Title Placeholder 1">
            <a:extLst>
              <a:ext uri="{FF2B5EF4-FFF2-40B4-BE49-F238E27FC236}">
                <a16:creationId xmlns:a16="http://schemas.microsoft.com/office/drawing/2014/main" id="{CC38C67A-5C9C-422C-95C7-B5D6ACE47355}"/>
              </a:ext>
            </a:extLst>
          </p:cNvPr>
          <p:cNvSpPr>
            <a:spLocks noGrp="1"/>
          </p:cNvSpPr>
          <p:nvPr>
            <p:ph type="title" hasCustomPrompt="1"/>
            <p:custDataLst>
              <p:tags r:id="rId5"/>
            </p:custDataLst>
          </p:nvPr>
        </p:nvSpPr>
        <p:spPr>
          <a:xfrm>
            <a:off x="1957797" y="77550"/>
            <a:ext cx="2860862" cy="238275"/>
          </a:xfrm>
          <a:prstGeom prst="rect">
            <a:avLst/>
          </a:prstGeom>
          <a:ln>
            <a:noFill/>
          </a:ln>
        </p:spPr>
        <p:txBody>
          <a:bodyPr vert="horz" lIns="91440" tIns="45720" rIns="91440" bIns="45720" rtlCol="0" anchor="ctr">
            <a:normAutofit/>
          </a:bodyPr>
          <a:lstStyle>
            <a:lvl1pPr>
              <a:defRPr sz="1800">
                <a:solidFill>
                  <a:schemeClr val="bg1"/>
                </a:solidFill>
              </a:defRPr>
            </a:lvl1pPr>
          </a:lstStyle>
          <a:p>
            <a:r>
              <a:rPr lang="zh-CN" altLang="en-US"/>
              <a:t>      第十二章    简单机械</a:t>
            </a:r>
            <a:endParaRPr lang="en-US"/>
          </a:p>
        </p:txBody>
      </p:sp>
    </p:spTree>
    <p:extLst>
      <p:ext uri="{BB962C8B-B14F-4D97-AF65-F5344CB8AC3E}">
        <p14:creationId xmlns:p14="http://schemas.microsoft.com/office/powerpoint/2010/main" val="5817014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7CCA493-AEAE-ED9E-6F0B-3A8D4FB13837}"/>
              </a:ext>
            </a:extLst>
          </p:cNvPr>
          <p:cNvSpPr/>
          <p:nvPr userDrawn="1">
            <p:custDataLst>
              <p:tags r:id="rId1"/>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3" name="直接连接符 2">
            <a:extLst>
              <a:ext uri="{FF2B5EF4-FFF2-40B4-BE49-F238E27FC236}">
                <a16:creationId xmlns:a16="http://schemas.microsoft.com/office/drawing/2014/main" id="{78BE74D0-8AF5-387B-3C60-2CCED92EAE00}"/>
              </a:ext>
            </a:extLst>
          </p:cNvPr>
          <p:cNvCxnSpPr/>
          <p:nvPr userDrawn="1">
            <p:custDataLst>
              <p:tags r:id="rId2"/>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6897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2_标题幻灯片">
    <p:bg>
      <p:bgPr>
        <a:solidFill>
          <a:schemeClr val="bg1"/>
        </a:solidFill>
        <a:effectLst/>
      </p:bgPr>
    </p:bg>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501CCEFE-AE4C-4F41-9D38-E587A95936E2}"/>
              </a:ext>
            </a:extLst>
          </p:cNvPr>
          <p:cNvSpPr txBox="1"/>
          <p:nvPr userDrawn="1">
            <p:custDataLst>
              <p:tags r:id="rId1"/>
            </p:custDataLst>
          </p:nvPr>
        </p:nvSpPr>
        <p:spPr>
          <a:xfrm>
            <a:off x="718169" y="1716373"/>
            <a:ext cx="4739641" cy="430887"/>
          </a:xfrm>
          <a:prstGeom prst="rect">
            <a:avLst/>
          </a:prstGeom>
          <a:no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0" lang="zh-CN" altLang="en-US" sz="22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Helvetica" pitchFamily="34" charset="0"/>
                <a:sym typeface="Arial" panose="020B0604020202020204" pitchFamily="34" charset="0"/>
              </a:rPr>
              <a:t>一、测量一枚回形针的质量</a:t>
            </a:r>
          </a:p>
        </p:txBody>
      </p:sp>
      <p:sp>
        <p:nvSpPr>
          <p:cNvPr id="2" name="矩形 1">
            <a:extLst>
              <a:ext uri="{FF2B5EF4-FFF2-40B4-BE49-F238E27FC236}">
                <a16:creationId xmlns:a16="http://schemas.microsoft.com/office/drawing/2014/main" id="{929C7CF8-0E4D-4355-D3C9-CD9B7974D217}"/>
              </a:ext>
            </a:extLst>
          </p:cNvPr>
          <p:cNvSpPr/>
          <p:nvPr userDrawn="1">
            <p:custDataLst>
              <p:tags r:id="rId2"/>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3" name="直接连接符 2">
            <a:extLst>
              <a:ext uri="{FF2B5EF4-FFF2-40B4-BE49-F238E27FC236}">
                <a16:creationId xmlns:a16="http://schemas.microsoft.com/office/drawing/2014/main" id="{1958E60F-F2A3-D47E-1033-6E761D9037F7}"/>
              </a:ext>
            </a:extLst>
          </p:cNvPr>
          <p:cNvCxnSpPr/>
          <p:nvPr userDrawn="1">
            <p:custDataLst>
              <p:tags r:id="rId3"/>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364029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bg>
      <p:bgRef idx="1001">
        <a:schemeClr val="bg1"/>
      </p:bgRef>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06F9D0F0-6282-997E-2195-63780DEEB094}"/>
              </a:ext>
            </a:extLst>
          </p:cNvPr>
          <p:cNvSpPr/>
          <p:nvPr userDrawn="1">
            <p:custDataLst>
              <p:tags r:id="rId1"/>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6" name="直接连接符 5">
            <a:extLst>
              <a:ext uri="{FF2B5EF4-FFF2-40B4-BE49-F238E27FC236}">
                <a16:creationId xmlns:a16="http://schemas.microsoft.com/office/drawing/2014/main" id="{A7B2EE24-8F42-7073-EC1C-795FCF3D0132}"/>
              </a:ext>
            </a:extLst>
          </p:cNvPr>
          <p:cNvCxnSpPr/>
          <p:nvPr userDrawn="1">
            <p:custDataLst>
              <p:tags r:id="rId2"/>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8650473"/>
      </p:ext>
    </p:extLst>
  </p:cSld>
  <p:clrMapOvr>
    <a:overrideClrMapping bg1="lt1" tx1="dk1" bg2="lt2" tx2="dk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303706AB-7768-4239-93C0-28F2AC35B71A}"/>
              </a:ext>
            </a:extLst>
          </p:cNvPr>
          <p:cNvCxnSpPr/>
          <p:nvPr userDrawn="1">
            <p:custDataLst>
              <p:tags r:id="rId1"/>
            </p:custDataLst>
          </p:nvPr>
        </p:nvCxnSpPr>
        <p:spPr>
          <a:xfrm>
            <a:off x="552587" y="1439898"/>
            <a:ext cx="2160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矩形 3">
            <a:extLst>
              <a:ext uri="{FF2B5EF4-FFF2-40B4-BE49-F238E27FC236}">
                <a16:creationId xmlns:a16="http://schemas.microsoft.com/office/drawing/2014/main" id="{4FC84E4C-B32E-31F0-D8EB-A1E8E91C603E}"/>
              </a:ext>
            </a:extLst>
          </p:cNvPr>
          <p:cNvSpPr/>
          <p:nvPr userDrawn="1">
            <p:custDataLst>
              <p:tags r:id="rId2"/>
            </p:custDataLst>
          </p:nvPr>
        </p:nvSpPr>
        <p:spPr>
          <a:xfrm>
            <a:off x="1" y="2"/>
            <a:ext cx="9144000" cy="503999"/>
          </a:xfrm>
          <a:prstGeom prst="rect">
            <a:avLst/>
          </a:prstGeom>
          <a:solidFill>
            <a:srgbClr val="0070C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09">
              <a:solidFill>
                <a:schemeClr val="lt1">
                  <a:alpha val="54000"/>
                </a:schemeClr>
              </a:solidFill>
            </a:endParaRPr>
          </a:p>
        </p:txBody>
      </p:sp>
      <p:cxnSp>
        <p:nvCxnSpPr>
          <p:cNvPr id="5" name="直接连接符 4">
            <a:extLst>
              <a:ext uri="{FF2B5EF4-FFF2-40B4-BE49-F238E27FC236}">
                <a16:creationId xmlns:a16="http://schemas.microsoft.com/office/drawing/2014/main" id="{80B4BC62-18A7-04B1-4DDC-35A99A6FC8DF}"/>
              </a:ext>
            </a:extLst>
          </p:cNvPr>
          <p:cNvCxnSpPr/>
          <p:nvPr userDrawn="1">
            <p:custDataLst>
              <p:tags r:id="rId3"/>
            </p:custDataLst>
          </p:nvPr>
        </p:nvCxnSpPr>
        <p:spPr>
          <a:xfrm>
            <a:off x="0" y="470917"/>
            <a:ext cx="914399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6183348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43001" y="839696"/>
            <a:ext cx="6858000" cy="1786279"/>
          </a:xfrm>
        </p:spPr>
        <p:txBody>
          <a:bodyPr anchor="b"/>
          <a:lstStyle>
            <a:lvl1pPr algn="ctr">
              <a:defRPr sz="4489"/>
            </a:lvl1pPr>
          </a:lstStyle>
          <a:p>
            <a:r>
              <a:rPr lang="zh-CN" altLang="en-US"/>
              <a:t>单击此处编辑母版标题样式</a:t>
            </a:r>
            <a:endParaRPr lang="en-US"/>
          </a:p>
        </p:txBody>
      </p:sp>
      <p:sp>
        <p:nvSpPr>
          <p:cNvPr id="3" name="Subtitle 2"/>
          <p:cNvSpPr>
            <a:spLocks noGrp="1"/>
          </p:cNvSpPr>
          <p:nvPr>
            <p:ph type="subTitle" idx="1"/>
            <p:custDataLst>
              <p:tags r:id="rId2"/>
            </p:custDataLst>
          </p:nvPr>
        </p:nvSpPr>
        <p:spPr>
          <a:xfrm>
            <a:off x="1143001" y="2694860"/>
            <a:ext cx="6858000" cy="1238755"/>
          </a:xfrm>
        </p:spPr>
        <p:txBody>
          <a:bodyPr/>
          <a:lstStyle>
            <a:lvl1pPr marL="0" indent="0" algn="ctr">
              <a:buNone/>
              <a:defRPr sz="1795"/>
            </a:lvl1pPr>
            <a:lvl2pPr marL="342029" indent="0" algn="ctr">
              <a:buNone/>
              <a:defRPr sz="1496"/>
            </a:lvl2pPr>
            <a:lvl3pPr marL="684059" indent="0" algn="ctr">
              <a:buNone/>
              <a:defRPr sz="1347"/>
            </a:lvl3pPr>
            <a:lvl4pPr marL="1026088" indent="0" algn="ctr">
              <a:buNone/>
              <a:defRPr sz="1197"/>
            </a:lvl4pPr>
            <a:lvl5pPr marL="1368118" indent="0" algn="ctr">
              <a:buNone/>
              <a:defRPr sz="1197"/>
            </a:lvl5pPr>
            <a:lvl6pPr marL="1710148" indent="0" algn="ctr">
              <a:buNone/>
              <a:defRPr sz="1197"/>
            </a:lvl6pPr>
            <a:lvl7pPr marL="2052176" indent="0" algn="ctr">
              <a:buNone/>
              <a:defRPr sz="1197"/>
            </a:lvl7pPr>
            <a:lvl8pPr marL="2394205" indent="0" algn="ctr">
              <a:buNone/>
              <a:defRPr sz="1197"/>
            </a:lvl8pPr>
            <a:lvl9pPr marL="2736235" indent="0" algn="ctr">
              <a:buNone/>
              <a:defRPr sz="1197"/>
            </a:lvl9pPr>
          </a:lstStyle>
          <a:p>
            <a:r>
              <a:rPr lang="zh-CN" altLang="en-US"/>
              <a:t>单击以编辑母版副标题样式</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1898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Content Placeholder 2"/>
          <p:cNvSpPr>
            <a:spLocks noGrp="1"/>
          </p:cNvSpPr>
          <p:nvPr>
            <p:ph idx="1"/>
            <p:custDataLst>
              <p:tags r:id="rId2"/>
            </p:custDataLst>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552295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3889" y="1279138"/>
            <a:ext cx="7886700" cy="2134270"/>
          </a:xfrm>
        </p:spPr>
        <p:txBody>
          <a:bodyPr anchor="b"/>
          <a:lstStyle>
            <a:lvl1pPr>
              <a:defRPr sz="4489"/>
            </a:lvl1pPr>
          </a:lstStyle>
          <a:p>
            <a:r>
              <a:rPr lang="zh-CN" altLang="en-US"/>
              <a:t>单击此处编辑母版标题样式</a:t>
            </a:r>
            <a:endParaRPr lang="en-US"/>
          </a:p>
        </p:txBody>
      </p:sp>
      <p:sp>
        <p:nvSpPr>
          <p:cNvPr id="3" name="Text Placeholder 2"/>
          <p:cNvSpPr>
            <a:spLocks noGrp="1"/>
          </p:cNvSpPr>
          <p:nvPr>
            <p:ph type="body" idx="1"/>
            <p:custDataLst>
              <p:tags r:id="rId2"/>
            </p:custDataLst>
          </p:nvPr>
        </p:nvSpPr>
        <p:spPr>
          <a:xfrm>
            <a:off x="623889" y="3433599"/>
            <a:ext cx="7886700" cy="1122362"/>
          </a:xfrm>
        </p:spPr>
        <p:txBody>
          <a:bodyPr/>
          <a:lstStyle>
            <a:lvl1pPr marL="0" indent="0">
              <a:buNone/>
              <a:defRPr sz="1795">
                <a:solidFill>
                  <a:schemeClr val="tx1">
                    <a:tint val="75000"/>
                  </a:schemeClr>
                </a:solidFill>
              </a:defRPr>
            </a:lvl1pPr>
            <a:lvl2pPr marL="342029" indent="0">
              <a:buNone/>
              <a:defRPr sz="1496">
                <a:solidFill>
                  <a:schemeClr val="tx1">
                    <a:tint val="75000"/>
                  </a:schemeClr>
                </a:solidFill>
              </a:defRPr>
            </a:lvl2pPr>
            <a:lvl3pPr marL="684059" indent="0">
              <a:buNone/>
              <a:defRPr sz="1347">
                <a:solidFill>
                  <a:schemeClr val="tx1">
                    <a:tint val="75000"/>
                  </a:schemeClr>
                </a:solidFill>
              </a:defRPr>
            </a:lvl3pPr>
            <a:lvl4pPr marL="1026088" indent="0">
              <a:buNone/>
              <a:defRPr sz="1197">
                <a:solidFill>
                  <a:schemeClr val="tx1">
                    <a:tint val="75000"/>
                  </a:schemeClr>
                </a:solidFill>
              </a:defRPr>
            </a:lvl4pPr>
            <a:lvl5pPr marL="1368118" indent="0">
              <a:buNone/>
              <a:defRPr sz="1197">
                <a:solidFill>
                  <a:schemeClr val="tx1">
                    <a:tint val="75000"/>
                  </a:schemeClr>
                </a:solidFill>
              </a:defRPr>
            </a:lvl5pPr>
            <a:lvl6pPr marL="1710148" indent="0">
              <a:buNone/>
              <a:defRPr sz="1197">
                <a:solidFill>
                  <a:schemeClr val="tx1">
                    <a:tint val="75000"/>
                  </a:schemeClr>
                </a:solidFill>
              </a:defRPr>
            </a:lvl6pPr>
            <a:lvl7pPr marL="2052176" indent="0">
              <a:buNone/>
              <a:defRPr sz="1197">
                <a:solidFill>
                  <a:schemeClr val="tx1">
                    <a:tint val="75000"/>
                  </a:schemeClr>
                </a:solidFill>
              </a:defRPr>
            </a:lvl7pPr>
            <a:lvl8pPr marL="2394205" indent="0">
              <a:buNone/>
              <a:defRPr sz="1197">
                <a:solidFill>
                  <a:schemeClr val="tx1">
                    <a:tint val="75000"/>
                  </a:schemeClr>
                </a:solidFill>
              </a:defRPr>
            </a:lvl8pPr>
            <a:lvl9pPr marL="2736235" indent="0">
              <a:buNone/>
              <a:defRPr sz="1197">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052881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Content Placeholder 2"/>
          <p:cNvSpPr>
            <a:spLocks noGrp="1"/>
          </p:cNvSpPr>
          <p:nvPr>
            <p:ph sz="half" idx="1"/>
            <p:custDataLst>
              <p:tags r:id="rId2"/>
            </p:custDataLst>
          </p:nvPr>
        </p:nvSpPr>
        <p:spPr>
          <a:xfrm>
            <a:off x="628650" y="1365840"/>
            <a:ext cx="3886200" cy="325544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Content Placeholder 3"/>
          <p:cNvSpPr>
            <a:spLocks noGrp="1"/>
          </p:cNvSpPr>
          <p:nvPr>
            <p:ph sz="half" idx="2"/>
            <p:custDataLst>
              <p:tags r:id="rId3"/>
            </p:custDataLst>
          </p:nvPr>
        </p:nvSpPr>
        <p:spPr>
          <a:xfrm>
            <a:off x="4629150" y="1365840"/>
            <a:ext cx="3886200" cy="325544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97979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273168"/>
            <a:ext cx="7886700" cy="991718"/>
          </a:xfrm>
        </p:spPr>
        <p:txBody>
          <a:bodyPr/>
          <a:lstStyle/>
          <a:p>
            <a:r>
              <a:rPr lang="zh-CN" altLang="en-US"/>
              <a:t>单击此处编辑母版标题样式</a:t>
            </a:r>
            <a:endParaRPr lang="en-US"/>
          </a:p>
        </p:txBody>
      </p:sp>
      <p:sp>
        <p:nvSpPr>
          <p:cNvPr id="3" name="Text Placeholder 2"/>
          <p:cNvSpPr>
            <a:spLocks noGrp="1"/>
          </p:cNvSpPr>
          <p:nvPr>
            <p:ph type="body" idx="1"/>
            <p:custDataLst>
              <p:tags r:id="rId2"/>
            </p:custDataLst>
          </p:nvPr>
        </p:nvSpPr>
        <p:spPr>
          <a:xfrm>
            <a:off x="629842" y="1257759"/>
            <a:ext cx="3868340" cy="616408"/>
          </a:xfrm>
        </p:spPr>
        <p:txBody>
          <a:bodyPr anchor="b"/>
          <a:lstStyle>
            <a:lvl1pPr marL="0" indent="0">
              <a:buNone/>
              <a:defRPr sz="1795" b="1"/>
            </a:lvl1pPr>
            <a:lvl2pPr marL="342029" indent="0">
              <a:buNone/>
              <a:defRPr sz="1496" b="1"/>
            </a:lvl2pPr>
            <a:lvl3pPr marL="684059" indent="0">
              <a:buNone/>
              <a:defRPr sz="1347" b="1"/>
            </a:lvl3pPr>
            <a:lvl4pPr marL="1026088" indent="0">
              <a:buNone/>
              <a:defRPr sz="1197" b="1"/>
            </a:lvl4pPr>
            <a:lvl5pPr marL="1368118" indent="0">
              <a:buNone/>
              <a:defRPr sz="1197" b="1"/>
            </a:lvl5pPr>
            <a:lvl6pPr marL="1710148" indent="0">
              <a:buNone/>
              <a:defRPr sz="1197" b="1"/>
            </a:lvl6pPr>
            <a:lvl7pPr marL="2052176" indent="0">
              <a:buNone/>
              <a:defRPr sz="1197" b="1"/>
            </a:lvl7pPr>
            <a:lvl8pPr marL="2394205" indent="0">
              <a:buNone/>
              <a:defRPr sz="1197" b="1"/>
            </a:lvl8pPr>
            <a:lvl9pPr marL="2736235" indent="0">
              <a:buNone/>
              <a:defRPr sz="1197" b="1"/>
            </a:lvl9pPr>
          </a:lstStyle>
          <a:p>
            <a:pPr lvl="0"/>
            <a:r>
              <a:rPr lang="zh-CN" altLang="en-US"/>
              <a:t>编辑母版文本样式</a:t>
            </a:r>
          </a:p>
        </p:txBody>
      </p:sp>
      <p:sp>
        <p:nvSpPr>
          <p:cNvPr id="4" name="Content Placeholder 3"/>
          <p:cNvSpPr>
            <a:spLocks noGrp="1"/>
          </p:cNvSpPr>
          <p:nvPr>
            <p:ph sz="half" idx="2"/>
            <p:custDataLst>
              <p:tags r:id="rId3"/>
            </p:custDataLst>
          </p:nvPr>
        </p:nvSpPr>
        <p:spPr>
          <a:xfrm>
            <a:off x="629842" y="1874167"/>
            <a:ext cx="3868340" cy="275661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Text Placeholder 4"/>
          <p:cNvSpPr>
            <a:spLocks noGrp="1"/>
          </p:cNvSpPr>
          <p:nvPr>
            <p:ph type="body" sz="quarter" idx="3"/>
            <p:custDataLst>
              <p:tags r:id="rId4"/>
            </p:custDataLst>
          </p:nvPr>
        </p:nvSpPr>
        <p:spPr>
          <a:xfrm>
            <a:off x="4629150" y="1257759"/>
            <a:ext cx="3887391" cy="616408"/>
          </a:xfrm>
        </p:spPr>
        <p:txBody>
          <a:bodyPr anchor="b"/>
          <a:lstStyle>
            <a:lvl1pPr marL="0" indent="0">
              <a:buNone/>
              <a:defRPr sz="1795" b="1"/>
            </a:lvl1pPr>
            <a:lvl2pPr marL="342029" indent="0">
              <a:buNone/>
              <a:defRPr sz="1496" b="1"/>
            </a:lvl2pPr>
            <a:lvl3pPr marL="684059" indent="0">
              <a:buNone/>
              <a:defRPr sz="1347" b="1"/>
            </a:lvl3pPr>
            <a:lvl4pPr marL="1026088" indent="0">
              <a:buNone/>
              <a:defRPr sz="1197" b="1"/>
            </a:lvl4pPr>
            <a:lvl5pPr marL="1368118" indent="0">
              <a:buNone/>
              <a:defRPr sz="1197" b="1"/>
            </a:lvl5pPr>
            <a:lvl6pPr marL="1710148" indent="0">
              <a:buNone/>
              <a:defRPr sz="1197" b="1"/>
            </a:lvl6pPr>
            <a:lvl7pPr marL="2052176" indent="0">
              <a:buNone/>
              <a:defRPr sz="1197" b="1"/>
            </a:lvl7pPr>
            <a:lvl8pPr marL="2394205" indent="0">
              <a:buNone/>
              <a:defRPr sz="1197" b="1"/>
            </a:lvl8pPr>
            <a:lvl9pPr marL="2736235" indent="0">
              <a:buNone/>
              <a:defRPr sz="1197" b="1"/>
            </a:lvl9pPr>
          </a:lstStyle>
          <a:p>
            <a:pPr lvl="0"/>
            <a:r>
              <a:rPr lang="zh-CN" altLang="en-US"/>
              <a:t>编辑母版文本样式</a:t>
            </a:r>
          </a:p>
        </p:txBody>
      </p:sp>
      <p:sp>
        <p:nvSpPr>
          <p:cNvPr id="6" name="Content Placeholder 5"/>
          <p:cNvSpPr>
            <a:spLocks noGrp="1"/>
          </p:cNvSpPr>
          <p:nvPr>
            <p:ph sz="quarter" idx="4"/>
            <p:custDataLst>
              <p:tags r:id="rId5"/>
            </p:custDataLst>
          </p:nvPr>
        </p:nvSpPr>
        <p:spPr>
          <a:xfrm>
            <a:off x="4629150" y="1874167"/>
            <a:ext cx="3887391" cy="275661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Date Placeholder 6"/>
          <p:cNvSpPr>
            <a:spLocks noGrp="1"/>
          </p:cNvSpPr>
          <p:nvPr>
            <p:ph type="dt" sz="half" idx="10"/>
            <p:custDataLst>
              <p:tags r:id="rId6"/>
            </p:custDataLst>
          </p:nvPr>
        </p:nvSpPr>
        <p:spPr/>
        <p:txBody>
          <a:bodyPr/>
          <a:lstStyle/>
          <a:p>
            <a:fld id="{969B5D01-B081-4BB0-9700-FF02A45578ED}" type="datetimeFigureOut">
              <a:rPr lang="zh-CN" altLang="en-US" smtClean="0"/>
              <a:t>2024/11/5</a:t>
            </a:fld>
            <a:endParaRPr lang="zh-CN" altLang="en-US"/>
          </a:p>
        </p:txBody>
      </p:sp>
      <p:sp>
        <p:nvSpPr>
          <p:cNvPr id="8" name="Footer Placeholder 7"/>
          <p:cNvSpPr>
            <a:spLocks noGrp="1"/>
          </p:cNvSpPr>
          <p:nvPr>
            <p:ph type="ftr" sz="quarter" idx="11"/>
            <p:custDataLst>
              <p:tags r:id="rId7"/>
            </p:custDataLst>
          </p:nvPr>
        </p:nvSpPr>
        <p:spPr/>
        <p:txBody>
          <a:bodyPr/>
          <a:lstStyle/>
          <a:p>
            <a:endParaRPr lang="zh-CN" altLang="en-US"/>
          </a:p>
        </p:txBody>
      </p:sp>
      <p:sp>
        <p:nvSpPr>
          <p:cNvPr id="9" name="Slide Number Placeholder 8"/>
          <p:cNvSpPr>
            <a:spLocks noGrp="1"/>
          </p:cNvSpPr>
          <p:nvPr>
            <p:ph type="sldNum" sz="quarter" idx="12"/>
            <p:custDataLst>
              <p:tags r:id="rId8"/>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17650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Date Placeholder 2"/>
          <p:cNvSpPr>
            <a:spLocks noGrp="1"/>
          </p:cNvSpPr>
          <p:nvPr>
            <p:ph type="dt" sz="half" idx="10"/>
            <p:custDataLst>
              <p:tags r:id="rId2"/>
            </p:custDataLst>
          </p:nvPr>
        </p:nvSpPr>
        <p:spPr/>
        <p:txBody>
          <a:bodyPr/>
          <a:lstStyle/>
          <a:p>
            <a:fld id="{969B5D01-B081-4BB0-9700-FF02A45578ED}" type="datetimeFigureOut">
              <a:rPr lang="zh-CN" altLang="en-US" smtClean="0"/>
              <a:t>2024/11/5</a:t>
            </a:fld>
            <a:endParaRPr lang="zh-CN" altLang="en-US"/>
          </a:p>
        </p:txBody>
      </p:sp>
      <p:sp>
        <p:nvSpPr>
          <p:cNvPr id="4" name="Footer Placeholder 3"/>
          <p:cNvSpPr>
            <a:spLocks noGrp="1"/>
          </p:cNvSpPr>
          <p:nvPr>
            <p:ph type="ftr" sz="quarter" idx="11"/>
            <p:custDataLst>
              <p:tags r:id="rId3"/>
            </p:custDataLst>
          </p:nvPr>
        </p:nvSpPr>
        <p:spPr/>
        <p:txBody>
          <a:bodyPr/>
          <a:lstStyle/>
          <a:p>
            <a:endParaRPr lang="zh-CN" altLang="en-US"/>
          </a:p>
        </p:txBody>
      </p:sp>
      <p:sp>
        <p:nvSpPr>
          <p:cNvPr id="5" name="Slide Number Placeholder 4"/>
          <p:cNvSpPr>
            <a:spLocks noGrp="1"/>
          </p:cNvSpPr>
          <p:nvPr>
            <p:ph type="sldNum" sz="quarter" idx="12"/>
            <p:custDataLst>
              <p:tags r:id="rId4"/>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916069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1AC1F3A-AD4F-D6FE-5E1B-666BC0D82F4F}"/>
              </a:ext>
            </a:extLst>
          </p:cNvPr>
          <p:cNvSpPr/>
          <p:nvPr userDrawn="1">
            <p:custDataLst>
              <p:tags r:id="rId1"/>
            </p:custDataLst>
          </p:nvPr>
        </p:nvSpPr>
        <p:spPr>
          <a:xfrm>
            <a:off x="0" y="-1206"/>
            <a:ext cx="9144000" cy="580326"/>
          </a:xfrm>
          <a:prstGeom prst="rect">
            <a:avLst/>
          </a:prstGeom>
          <a:solidFill>
            <a:srgbClr val="1BA0C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4063" rtl="0" eaLnBrk="1" fontAlgn="auto" latinLnBrk="0" hangingPunct="1">
              <a:lnSpc>
                <a:spcPct val="100000"/>
              </a:lnSpc>
              <a:spcBef>
                <a:spcPct val="0"/>
              </a:spcBef>
              <a:spcAft>
                <a:spcPct val="0"/>
              </a:spcAft>
              <a:buClrTx/>
              <a:buSzTx/>
              <a:buFontTx/>
              <a:buNone/>
              <a:defRPr/>
            </a:pPr>
            <a:endParaRPr kumimoji="0" lang="zh-CN" altLang="en-US" sz="1347" b="0" i="0" u="none" strike="noStrike" kern="1200" cap="none" spc="0" normalizeH="0" baseline="0" noProof="0">
              <a:ln>
                <a:noFill/>
              </a:ln>
              <a:solidFill>
                <a:prstClr val="white"/>
              </a:solidFill>
              <a:effectLst/>
              <a:uLnTx/>
              <a:uFillTx/>
              <a:latin typeface="等线"/>
              <a:ea typeface="等线" panose="02010600030101010101" pitchFamily="2" charset="-122"/>
              <a:cs typeface="+mn-cs"/>
            </a:endParaRPr>
          </a:p>
        </p:txBody>
      </p:sp>
      <p:pic>
        <p:nvPicPr>
          <p:cNvPr id="6" name="图片 5">
            <a:extLst>
              <a:ext uri="{FF2B5EF4-FFF2-40B4-BE49-F238E27FC236}">
                <a16:creationId xmlns:a16="http://schemas.microsoft.com/office/drawing/2014/main" id="{C6285D66-A23A-6C4C-4D68-ADE7A7FC1051}"/>
              </a:ext>
            </a:extLst>
          </p:cNvPr>
          <p:cNvPicPr>
            <a:picLocks noChangeAspect="1"/>
          </p:cNvPicPr>
          <p:nvPr userDrawn="1">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8226502" y="99298"/>
            <a:ext cx="693978" cy="267704"/>
          </a:xfrm>
          <a:prstGeom prst="rect">
            <a:avLst/>
          </a:prstGeom>
        </p:spPr>
      </p:pic>
      <p:cxnSp>
        <p:nvCxnSpPr>
          <p:cNvPr id="8" name="直接连接符 7">
            <a:extLst>
              <a:ext uri="{FF2B5EF4-FFF2-40B4-BE49-F238E27FC236}">
                <a16:creationId xmlns:a16="http://schemas.microsoft.com/office/drawing/2014/main" id="{8AC3818F-AF92-2173-C9AD-2ABCC8D445D6}"/>
              </a:ext>
            </a:extLst>
          </p:cNvPr>
          <p:cNvCxnSpPr/>
          <p:nvPr userDrawn="1">
            <p:custDataLst>
              <p:tags r:id="rId3"/>
            </p:custDataLst>
          </p:nvPr>
        </p:nvCxnSpPr>
        <p:spPr>
          <a:xfrm>
            <a:off x="0" y="529040"/>
            <a:ext cx="9144000" cy="0"/>
          </a:xfrm>
          <a:prstGeom prst="line">
            <a:avLst/>
          </a:prstGeom>
          <a:ln>
            <a:solidFill>
              <a:srgbClr val="D2DEE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5633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342055"/>
            <a:ext cx="2949178" cy="1197187"/>
          </a:xfrm>
        </p:spPr>
        <p:txBody>
          <a:bodyPr anchor="b"/>
          <a:lstStyle>
            <a:lvl1pPr>
              <a:defRPr sz="2394"/>
            </a:lvl1pPr>
          </a:lstStyle>
          <a:p>
            <a:r>
              <a:rPr lang="zh-CN" altLang="en-US"/>
              <a:t>单击此处编辑母版标题样式</a:t>
            </a:r>
            <a:endParaRPr lang="en-US"/>
          </a:p>
        </p:txBody>
      </p:sp>
      <p:sp>
        <p:nvSpPr>
          <p:cNvPr id="3" name="Content Placeholder 2"/>
          <p:cNvSpPr>
            <a:spLocks noGrp="1"/>
          </p:cNvSpPr>
          <p:nvPr>
            <p:ph idx="1"/>
            <p:custDataLst>
              <p:tags r:id="rId2"/>
            </p:custDataLst>
          </p:nvPr>
        </p:nvSpPr>
        <p:spPr>
          <a:xfrm>
            <a:off x="3887391" y="738740"/>
            <a:ext cx="4629150" cy="3646194"/>
          </a:xfrm>
        </p:spPr>
        <p:txBody>
          <a:bodyPr/>
          <a:lstStyle>
            <a:lvl1pPr>
              <a:defRPr sz="2394"/>
            </a:lvl1pPr>
            <a:lvl2pPr>
              <a:defRPr sz="2095"/>
            </a:lvl2pPr>
            <a:lvl3pPr>
              <a:defRPr sz="1795"/>
            </a:lvl3pPr>
            <a:lvl4pPr>
              <a:defRPr sz="1496"/>
            </a:lvl4pPr>
            <a:lvl5pPr>
              <a:defRPr sz="1496"/>
            </a:lvl5pPr>
            <a:lvl6pPr>
              <a:defRPr sz="1496"/>
            </a:lvl6pPr>
            <a:lvl7pPr>
              <a:defRPr sz="1496"/>
            </a:lvl7pPr>
            <a:lvl8pPr>
              <a:defRPr sz="1496"/>
            </a:lvl8pPr>
            <a:lvl9pPr>
              <a:defRPr sz="1496"/>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Text Placeholder 3"/>
          <p:cNvSpPr>
            <a:spLocks noGrp="1"/>
          </p:cNvSpPr>
          <p:nvPr>
            <p:ph type="body" sz="half" idx="2"/>
            <p:custDataLst>
              <p:tags r:id="rId3"/>
            </p:custDataLst>
          </p:nvPr>
        </p:nvSpPr>
        <p:spPr>
          <a:xfrm>
            <a:off x="629841" y="1539242"/>
            <a:ext cx="2949178" cy="2851633"/>
          </a:xfrm>
        </p:spPr>
        <p:txBody>
          <a:bodyPr/>
          <a:lstStyle>
            <a:lvl1pPr marL="0" indent="0">
              <a:buNone/>
              <a:defRPr sz="1197"/>
            </a:lvl1pPr>
            <a:lvl2pPr marL="342029" indent="0">
              <a:buNone/>
              <a:defRPr sz="1047"/>
            </a:lvl2pPr>
            <a:lvl3pPr marL="684059" indent="0">
              <a:buNone/>
              <a:defRPr sz="898"/>
            </a:lvl3pPr>
            <a:lvl4pPr marL="1026088" indent="0">
              <a:buNone/>
              <a:defRPr sz="748"/>
            </a:lvl4pPr>
            <a:lvl5pPr marL="1368118" indent="0">
              <a:buNone/>
              <a:defRPr sz="748"/>
            </a:lvl5pPr>
            <a:lvl6pPr marL="1710148" indent="0">
              <a:buNone/>
              <a:defRPr sz="748"/>
            </a:lvl6pPr>
            <a:lvl7pPr marL="2052176" indent="0">
              <a:buNone/>
              <a:defRPr sz="748"/>
            </a:lvl7pPr>
            <a:lvl8pPr marL="2394205" indent="0">
              <a:buNone/>
              <a:defRPr sz="748"/>
            </a:lvl8pPr>
            <a:lvl9pPr marL="2736235" indent="0">
              <a:buNone/>
              <a:defRPr sz="748"/>
            </a:lvl9pPr>
          </a:lstStyle>
          <a:p>
            <a:pPr lvl="0"/>
            <a:r>
              <a:rPr lang="zh-CN" altLang="en-US"/>
              <a:t>编辑母版文本样式</a:t>
            </a:r>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3895683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29841" y="342055"/>
            <a:ext cx="2949178" cy="1197187"/>
          </a:xfrm>
        </p:spPr>
        <p:txBody>
          <a:bodyPr anchor="b"/>
          <a:lstStyle>
            <a:lvl1pPr>
              <a:defRPr sz="2394"/>
            </a:lvl1pPr>
          </a:lstStyle>
          <a:p>
            <a:r>
              <a:rPr lang="zh-CN" altLang="en-US"/>
              <a:t>单击此处编辑母版标题样式</a:t>
            </a:r>
            <a:endParaRPr lang="en-US"/>
          </a:p>
        </p:txBody>
      </p:sp>
      <p:sp>
        <p:nvSpPr>
          <p:cNvPr id="3" name="Picture Placeholder 2"/>
          <p:cNvSpPr>
            <a:spLocks noGrp="1" noChangeAspect="1"/>
          </p:cNvSpPr>
          <p:nvPr>
            <p:ph type="pic" idx="1"/>
            <p:custDataLst>
              <p:tags r:id="rId2"/>
            </p:custDataLst>
          </p:nvPr>
        </p:nvSpPr>
        <p:spPr>
          <a:xfrm>
            <a:off x="3887391" y="738740"/>
            <a:ext cx="4629150" cy="3646194"/>
          </a:xfrm>
        </p:spPr>
        <p:txBody>
          <a:bodyPr anchor="t"/>
          <a:lstStyle>
            <a:lvl1pPr marL="0" indent="0">
              <a:buNone/>
              <a:defRPr sz="2394"/>
            </a:lvl1pPr>
            <a:lvl2pPr marL="342029" indent="0">
              <a:buNone/>
              <a:defRPr sz="2095"/>
            </a:lvl2pPr>
            <a:lvl3pPr marL="684059" indent="0">
              <a:buNone/>
              <a:defRPr sz="1795"/>
            </a:lvl3pPr>
            <a:lvl4pPr marL="1026088" indent="0">
              <a:buNone/>
              <a:defRPr sz="1496"/>
            </a:lvl4pPr>
            <a:lvl5pPr marL="1368118" indent="0">
              <a:buNone/>
              <a:defRPr sz="1496"/>
            </a:lvl5pPr>
            <a:lvl6pPr marL="1710148" indent="0">
              <a:buNone/>
              <a:defRPr sz="1496"/>
            </a:lvl6pPr>
            <a:lvl7pPr marL="2052176" indent="0">
              <a:buNone/>
              <a:defRPr sz="1496"/>
            </a:lvl7pPr>
            <a:lvl8pPr marL="2394205" indent="0">
              <a:buNone/>
              <a:defRPr sz="1496"/>
            </a:lvl8pPr>
            <a:lvl9pPr marL="2736235" indent="0">
              <a:buNone/>
              <a:defRPr sz="1496"/>
            </a:lvl9pPr>
          </a:lstStyle>
          <a:p>
            <a:r>
              <a:rPr lang="zh-CN" altLang="en-US"/>
              <a:t>单击图标添加图片</a:t>
            </a:r>
            <a:endParaRPr lang="en-US"/>
          </a:p>
        </p:txBody>
      </p:sp>
      <p:sp>
        <p:nvSpPr>
          <p:cNvPr id="4" name="Text Placeholder 3"/>
          <p:cNvSpPr>
            <a:spLocks noGrp="1"/>
          </p:cNvSpPr>
          <p:nvPr>
            <p:ph type="body" sz="half" idx="2"/>
            <p:custDataLst>
              <p:tags r:id="rId3"/>
            </p:custDataLst>
          </p:nvPr>
        </p:nvSpPr>
        <p:spPr>
          <a:xfrm>
            <a:off x="629841" y="1539242"/>
            <a:ext cx="2949178" cy="2851633"/>
          </a:xfrm>
        </p:spPr>
        <p:txBody>
          <a:bodyPr/>
          <a:lstStyle>
            <a:lvl1pPr marL="0" indent="0">
              <a:buNone/>
              <a:defRPr sz="1197"/>
            </a:lvl1pPr>
            <a:lvl2pPr marL="342029" indent="0">
              <a:buNone/>
              <a:defRPr sz="1047"/>
            </a:lvl2pPr>
            <a:lvl3pPr marL="684059" indent="0">
              <a:buNone/>
              <a:defRPr sz="898"/>
            </a:lvl3pPr>
            <a:lvl4pPr marL="1026088" indent="0">
              <a:buNone/>
              <a:defRPr sz="748"/>
            </a:lvl4pPr>
            <a:lvl5pPr marL="1368118" indent="0">
              <a:buNone/>
              <a:defRPr sz="748"/>
            </a:lvl5pPr>
            <a:lvl6pPr marL="1710148" indent="0">
              <a:buNone/>
              <a:defRPr sz="748"/>
            </a:lvl6pPr>
            <a:lvl7pPr marL="2052176" indent="0">
              <a:buNone/>
              <a:defRPr sz="748"/>
            </a:lvl7pPr>
            <a:lvl8pPr marL="2394205" indent="0">
              <a:buNone/>
              <a:defRPr sz="748"/>
            </a:lvl8pPr>
            <a:lvl9pPr marL="2736235" indent="0">
              <a:buNone/>
              <a:defRPr sz="748"/>
            </a:lvl9pPr>
          </a:lstStyle>
          <a:p>
            <a:pPr lvl="0"/>
            <a:r>
              <a:rPr lang="zh-CN" altLang="en-US"/>
              <a:t>编辑母版文本样式</a:t>
            </a:r>
          </a:p>
        </p:txBody>
      </p:sp>
      <p:sp>
        <p:nvSpPr>
          <p:cNvPr id="5" name="Date Placeholder 4"/>
          <p:cNvSpPr>
            <a:spLocks noGrp="1"/>
          </p:cNvSpPr>
          <p:nvPr>
            <p:ph type="dt" sz="half" idx="10"/>
            <p:custDataLst>
              <p:tags r:id="rId4"/>
            </p:custDataLst>
          </p:nvPr>
        </p:nvSpPr>
        <p:spPr/>
        <p:txBody>
          <a:bodyPr/>
          <a:lstStyle/>
          <a:p>
            <a:fld id="{969B5D01-B081-4BB0-9700-FF02A45578ED}" type="datetimeFigureOut">
              <a:rPr lang="zh-CN" altLang="en-US" smtClean="0"/>
              <a:t>2024/11/5</a:t>
            </a:fld>
            <a:endParaRPr lang="zh-CN" altLang="en-US"/>
          </a:p>
        </p:txBody>
      </p:sp>
      <p:sp>
        <p:nvSpPr>
          <p:cNvPr id="6" name="Footer Placeholder 5"/>
          <p:cNvSpPr>
            <a:spLocks noGrp="1"/>
          </p:cNvSpPr>
          <p:nvPr>
            <p:ph type="ftr" sz="quarter" idx="11"/>
            <p:custDataLst>
              <p:tags r:id="rId5"/>
            </p:custDataLst>
          </p:nvPr>
        </p:nvSpPr>
        <p:spPr/>
        <p:txBody>
          <a:bodyPr/>
          <a:lstStyle/>
          <a:p>
            <a:endParaRPr lang="zh-CN" altLang="en-US"/>
          </a:p>
        </p:txBody>
      </p:sp>
      <p:sp>
        <p:nvSpPr>
          <p:cNvPr id="7" name="Slide Number Placeholder 6"/>
          <p:cNvSpPr>
            <a:spLocks noGrp="1"/>
          </p:cNvSpPr>
          <p:nvPr>
            <p:ph type="sldNum" sz="quarter" idx="12"/>
            <p:custDataLst>
              <p:tags r:id="rId6"/>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2742359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custDataLst>
              <p:tags r:id="rId2"/>
            </p:custDataLst>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495418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6543676" y="273168"/>
            <a:ext cx="1971675" cy="4348116"/>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custDataLst>
              <p:tags r:id="rId2"/>
            </p:custDataLst>
          </p:nvPr>
        </p:nvSpPr>
        <p:spPr>
          <a:xfrm>
            <a:off x="628651" y="273168"/>
            <a:ext cx="5800725" cy="4348116"/>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10"/>
            <p:custDataLst>
              <p:tags r:id="rId3"/>
            </p:custDataLst>
          </p:nvPr>
        </p:nvSpPr>
        <p:spPr/>
        <p:txBody>
          <a:body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11"/>
            <p:custDataLst>
              <p:tags r:id="rId4"/>
            </p:custDataLst>
          </p:nvPr>
        </p:nvSpPr>
        <p:spPr/>
        <p:txBody>
          <a:bodyPr/>
          <a:lstStyle/>
          <a:p>
            <a:endParaRPr lang="zh-CN" altLang="en-US"/>
          </a:p>
        </p:txBody>
      </p:sp>
      <p:sp>
        <p:nvSpPr>
          <p:cNvPr id="6" name="Slide Number Placeholder 5"/>
          <p:cNvSpPr>
            <a:spLocks noGrp="1"/>
          </p:cNvSpPr>
          <p:nvPr>
            <p:ph type="sldNum" sz="quarter" idx="12"/>
            <p:custDataLst>
              <p:tags r:id="rId5"/>
            </p:custDataLst>
          </p:nvPr>
        </p:nvSpPr>
        <p:spPr/>
        <p:txBody>
          <a:bodyPr/>
          <a:lstStyle/>
          <a:p>
            <a:fld id="{EFF864F4-FD91-4101-9B71-D6947279B948}" type="slidenum">
              <a:rPr lang="zh-CN" altLang="en-US" smtClean="0"/>
              <a:t>‹#›</a:t>
            </a:fld>
            <a:endParaRPr lang="zh-CN" altLang="en-US"/>
          </a:p>
        </p:txBody>
      </p:sp>
    </p:spTree>
    <p:extLst>
      <p:ext uri="{BB962C8B-B14F-4D97-AF65-F5344CB8AC3E}">
        <p14:creationId xmlns:p14="http://schemas.microsoft.com/office/powerpoint/2010/main" val="1967088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tags" Target="../tags/tag2.xml"/><Relationship Id="rId7" Type="http://schemas.openxmlformats.org/officeDocument/2006/relationships/tags" Target="../tags/tag6.xm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tags" Target="../tags/tag5.xml"/><Relationship Id="rId5" Type="http://schemas.openxmlformats.org/officeDocument/2006/relationships/tags" Target="../tags/tag4.xml"/><Relationship Id="rId10" Type="http://schemas.openxmlformats.org/officeDocument/2006/relationships/image" Target="file:///D:\qq&#25991;&#20214;\712321467\Image\C2C\Image2\%7b75232B38-A165-1FB7-499C-2E1C792CACB5%7d.png" TargetMode="External"/><Relationship Id="rId4" Type="http://schemas.openxmlformats.org/officeDocument/2006/relationships/tags" Target="../tags/tag3.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image" Target="file:///D:\qq&#25991;&#20214;\712321467\Image\C2C\Image2\%7b75232B38-A165-1FB7-499C-2E1C792CACB5%7d.png" TargetMode="External"/><Relationship Id="rId3" Type="http://schemas.openxmlformats.org/officeDocument/2006/relationships/slideLayout" Target="../slideLayouts/slideLayout4.xml"/><Relationship Id="rId7" Type="http://schemas.openxmlformats.org/officeDocument/2006/relationships/tags" Target="../tags/tag14.xml"/><Relationship Id="rId12"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heme" Target="../theme/theme2.xml"/><Relationship Id="rId10" Type="http://schemas.openxmlformats.org/officeDocument/2006/relationships/tags" Target="../tags/tag17.xml"/><Relationship Id="rId4" Type="http://schemas.openxmlformats.org/officeDocument/2006/relationships/slideLayout" Target="../slideLayouts/slideLayout5.xml"/><Relationship Id="rId9" Type="http://schemas.openxmlformats.org/officeDocument/2006/relationships/tags" Target="../tags/tag1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ags" Target="../tags/tag29.xml"/><Relationship Id="rId18" Type="http://schemas.openxmlformats.org/officeDocument/2006/relationships/tags" Target="../tags/tag34.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3.xml"/><Relationship Id="rId17" Type="http://schemas.openxmlformats.org/officeDocument/2006/relationships/tags" Target="../tags/tag33.xml"/><Relationship Id="rId2" Type="http://schemas.openxmlformats.org/officeDocument/2006/relationships/slideLayout" Target="../slideLayouts/slideLayout7.xml"/><Relationship Id="rId16" Type="http://schemas.openxmlformats.org/officeDocument/2006/relationships/tags" Target="../tags/tag32.xml"/><Relationship Id="rId20" Type="http://schemas.openxmlformats.org/officeDocument/2006/relationships/image" Target="file:///D:\qq&#25991;&#20214;\712321467\Image\C2C\Image2\%7b75232B38-A165-1FB7-499C-2E1C792CACB5%7d.png" TargetMode="Externa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tags" Target="../tags/tag31.xml"/><Relationship Id="rId10" Type="http://schemas.openxmlformats.org/officeDocument/2006/relationships/slideLayout" Target="../slideLayouts/slideLayout15.xml"/><Relationship Id="rId19" Type="http://schemas.openxmlformats.org/officeDocument/2006/relationships/image" Target="../media/image1.png"/><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tags" Target="../tags/tag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3"/>
            </p:custDataLst>
          </p:nvPr>
        </p:nvSpPr>
        <p:spPr>
          <a:xfrm>
            <a:off x="628650"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4"/>
            </p:custDataLst>
          </p:nvPr>
        </p:nvSpPr>
        <p:spPr>
          <a:xfrm>
            <a:off x="628650" y="1365838"/>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5"/>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6"/>
            </p:custDataLst>
          </p:nvPr>
        </p:nvSpPr>
        <p:spPr>
          <a:xfrm>
            <a:off x="3028950"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7"/>
            </p:custDataLst>
          </p:nvPr>
        </p:nvSpPr>
        <p:spPr>
          <a:xfrm>
            <a:off x="6457950"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8"/>
            </p:custDataLst>
          </p:nvPr>
        </p:nvPicPr>
        <p:blipFill>
          <a:blip r:embed="rId9" r:link="rId10"/>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2560853877"/>
      </p:ext>
    </p:extLst>
  </p:cSld>
  <p:clrMap bg1="lt1" tx1="dk1" bg2="lt2" tx2="dk2" accent1="accent1" accent2="accent2" accent3="accent3" accent4="accent4" accent5="accent5" accent6="accent6" hlink="hlink" folHlink="folHlink"/>
  <p:sldLayoutIdLst>
    <p:sldLayoutId id="2147484475" r:id="rId1"/>
  </p:sldLayoutIdLst>
  <p:transition/>
  <p:txStyles>
    <p:titleStyle>
      <a:lvl1pPr algn="l" defTabSz="684063"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63" rtl="0" eaLnBrk="1" latinLnBrk="0" hangingPunct="1">
        <a:defRPr sz="1347" kern="1200">
          <a:solidFill>
            <a:schemeClr val="tx1"/>
          </a:solidFill>
          <a:latin typeface="+mn-lt"/>
          <a:ea typeface="+mn-ea"/>
          <a:cs typeface="+mn-cs"/>
        </a:defRPr>
      </a:lvl1pPr>
      <a:lvl2pPr marL="342031" algn="l" defTabSz="684063" rtl="0" eaLnBrk="1" latinLnBrk="0" hangingPunct="1">
        <a:defRPr sz="1347" kern="1200">
          <a:solidFill>
            <a:schemeClr val="tx1"/>
          </a:solidFill>
          <a:latin typeface="+mn-lt"/>
          <a:ea typeface="+mn-ea"/>
          <a:cs typeface="+mn-cs"/>
        </a:defRPr>
      </a:lvl2pPr>
      <a:lvl3pPr marL="684063" algn="l" defTabSz="684063" rtl="0" eaLnBrk="1" latinLnBrk="0" hangingPunct="1">
        <a:defRPr sz="1347" kern="1200">
          <a:solidFill>
            <a:schemeClr val="tx1"/>
          </a:solidFill>
          <a:latin typeface="+mn-lt"/>
          <a:ea typeface="+mn-ea"/>
          <a:cs typeface="+mn-cs"/>
        </a:defRPr>
      </a:lvl3pPr>
      <a:lvl4pPr marL="1026094" algn="l" defTabSz="684063" rtl="0" eaLnBrk="1" latinLnBrk="0" hangingPunct="1">
        <a:defRPr sz="1347" kern="1200">
          <a:solidFill>
            <a:schemeClr val="tx1"/>
          </a:solidFill>
          <a:latin typeface="+mn-lt"/>
          <a:ea typeface="+mn-ea"/>
          <a:cs typeface="+mn-cs"/>
        </a:defRPr>
      </a:lvl4pPr>
      <a:lvl5pPr marL="1368125" algn="l" defTabSz="684063" rtl="0" eaLnBrk="1" latinLnBrk="0" hangingPunct="1">
        <a:defRPr sz="1347" kern="1200">
          <a:solidFill>
            <a:schemeClr val="tx1"/>
          </a:solidFill>
          <a:latin typeface="+mn-lt"/>
          <a:ea typeface="+mn-ea"/>
          <a:cs typeface="+mn-cs"/>
        </a:defRPr>
      </a:lvl5pPr>
      <a:lvl6pPr marL="1710157" algn="l" defTabSz="684063" rtl="0" eaLnBrk="1" latinLnBrk="0" hangingPunct="1">
        <a:defRPr sz="1347" kern="1200">
          <a:solidFill>
            <a:schemeClr val="tx1"/>
          </a:solidFill>
          <a:latin typeface="+mn-lt"/>
          <a:ea typeface="+mn-ea"/>
          <a:cs typeface="+mn-cs"/>
        </a:defRPr>
      </a:lvl6pPr>
      <a:lvl7pPr marL="2052188" algn="l" defTabSz="684063" rtl="0" eaLnBrk="1" latinLnBrk="0" hangingPunct="1">
        <a:defRPr sz="1347" kern="1200">
          <a:solidFill>
            <a:schemeClr val="tx1"/>
          </a:solidFill>
          <a:latin typeface="+mn-lt"/>
          <a:ea typeface="+mn-ea"/>
          <a:cs typeface="+mn-cs"/>
        </a:defRPr>
      </a:lvl7pPr>
      <a:lvl8pPr marL="2394219" algn="l" defTabSz="684063" rtl="0" eaLnBrk="1" latinLnBrk="0" hangingPunct="1">
        <a:defRPr sz="1347" kern="1200">
          <a:solidFill>
            <a:schemeClr val="tx1"/>
          </a:solidFill>
          <a:latin typeface="+mn-lt"/>
          <a:ea typeface="+mn-ea"/>
          <a:cs typeface="+mn-cs"/>
        </a:defRPr>
      </a:lvl8pPr>
      <a:lvl9pPr marL="2736251" algn="l" defTabSz="684063" rtl="0" eaLnBrk="1" latinLnBrk="0" hangingPunct="1">
        <a:defRPr sz="1347"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6"/>
            </p:custDataLst>
          </p:nvPr>
        </p:nvSpPr>
        <p:spPr>
          <a:xfrm>
            <a:off x="628650"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7"/>
            </p:custDataLst>
          </p:nvPr>
        </p:nvSpPr>
        <p:spPr>
          <a:xfrm>
            <a:off x="628650" y="1365838"/>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8"/>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9"/>
            </p:custDataLst>
          </p:nvPr>
        </p:nvSpPr>
        <p:spPr>
          <a:xfrm>
            <a:off x="3028950"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10"/>
            </p:custDataLst>
          </p:nvPr>
        </p:nvSpPr>
        <p:spPr>
          <a:xfrm>
            <a:off x="6457950"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11"/>
            </p:custDataLst>
          </p:nvPr>
        </p:nvPicPr>
        <p:blipFill>
          <a:blip r:embed="rId12" r:link="rId13"/>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1228954949"/>
      </p:ext>
    </p:extLst>
  </p:cSld>
  <p:clrMap bg1="lt1" tx1="dk1" bg2="lt2" tx2="dk2" accent1="accent1" accent2="accent2" accent3="accent3" accent4="accent4" accent5="accent5" accent6="accent6" hlink="hlink" folHlink="folHlink"/>
  <p:sldLayoutIdLst>
    <p:sldLayoutId id="2147484527" r:id="rId1"/>
    <p:sldLayoutId id="2147484636" r:id="rId2"/>
    <p:sldLayoutId id="2147484637" r:id="rId3"/>
    <p:sldLayoutId id="2147484638" r:id="rId4"/>
  </p:sldLayoutIdLst>
  <p:transition/>
  <p:txStyles>
    <p:titleStyle>
      <a:lvl1pPr algn="l" defTabSz="684063"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63" rtl="0" eaLnBrk="1" latinLnBrk="0" hangingPunct="1">
        <a:defRPr sz="1347" kern="1200">
          <a:solidFill>
            <a:schemeClr val="tx1"/>
          </a:solidFill>
          <a:latin typeface="+mn-lt"/>
          <a:ea typeface="+mn-ea"/>
          <a:cs typeface="+mn-cs"/>
        </a:defRPr>
      </a:lvl1pPr>
      <a:lvl2pPr marL="342031" algn="l" defTabSz="684063" rtl="0" eaLnBrk="1" latinLnBrk="0" hangingPunct="1">
        <a:defRPr sz="1347" kern="1200">
          <a:solidFill>
            <a:schemeClr val="tx1"/>
          </a:solidFill>
          <a:latin typeface="+mn-lt"/>
          <a:ea typeface="+mn-ea"/>
          <a:cs typeface="+mn-cs"/>
        </a:defRPr>
      </a:lvl2pPr>
      <a:lvl3pPr marL="684063" algn="l" defTabSz="684063" rtl="0" eaLnBrk="1" latinLnBrk="0" hangingPunct="1">
        <a:defRPr sz="1347" kern="1200">
          <a:solidFill>
            <a:schemeClr val="tx1"/>
          </a:solidFill>
          <a:latin typeface="+mn-lt"/>
          <a:ea typeface="+mn-ea"/>
          <a:cs typeface="+mn-cs"/>
        </a:defRPr>
      </a:lvl3pPr>
      <a:lvl4pPr marL="1026094" algn="l" defTabSz="684063" rtl="0" eaLnBrk="1" latinLnBrk="0" hangingPunct="1">
        <a:defRPr sz="1347" kern="1200">
          <a:solidFill>
            <a:schemeClr val="tx1"/>
          </a:solidFill>
          <a:latin typeface="+mn-lt"/>
          <a:ea typeface="+mn-ea"/>
          <a:cs typeface="+mn-cs"/>
        </a:defRPr>
      </a:lvl4pPr>
      <a:lvl5pPr marL="1368125" algn="l" defTabSz="684063" rtl="0" eaLnBrk="1" latinLnBrk="0" hangingPunct="1">
        <a:defRPr sz="1347" kern="1200">
          <a:solidFill>
            <a:schemeClr val="tx1"/>
          </a:solidFill>
          <a:latin typeface="+mn-lt"/>
          <a:ea typeface="+mn-ea"/>
          <a:cs typeface="+mn-cs"/>
        </a:defRPr>
      </a:lvl5pPr>
      <a:lvl6pPr marL="1710157" algn="l" defTabSz="684063" rtl="0" eaLnBrk="1" latinLnBrk="0" hangingPunct="1">
        <a:defRPr sz="1347" kern="1200">
          <a:solidFill>
            <a:schemeClr val="tx1"/>
          </a:solidFill>
          <a:latin typeface="+mn-lt"/>
          <a:ea typeface="+mn-ea"/>
          <a:cs typeface="+mn-cs"/>
        </a:defRPr>
      </a:lvl6pPr>
      <a:lvl7pPr marL="2052188" algn="l" defTabSz="684063" rtl="0" eaLnBrk="1" latinLnBrk="0" hangingPunct="1">
        <a:defRPr sz="1347" kern="1200">
          <a:solidFill>
            <a:schemeClr val="tx1"/>
          </a:solidFill>
          <a:latin typeface="+mn-lt"/>
          <a:ea typeface="+mn-ea"/>
          <a:cs typeface="+mn-cs"/>
        </a:defRPr>
      </a:lvl7pPr>
      <a:lvl8pPr marL="2394219" algn="l" defTabSz="684063" rtl="0" eaLnBrk="1" latinLnBrk="0" hangingPunct="1">
        <a:defRPr sz="1347" kern="1200">
          <a:solidFill>
            <a:schemeClr val="tx1"/>
          </a:solidFill>
          <a:latin typeface="+mn-lt"/>
          <a:ea typeface="+mn-ea"/>
          <a:cs typeface="+mn-cs"/>
        </a:defRPr>
      </a:lvl8pPr>
      <a:lvl9pPr marL="2736251" algn="l" defTabSz="684063" rtl="0" eaLnBrk="1" latinLnBrk="0" hangingPunct="1">
        <a:defRPr sz="1347"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28651" y="273168"/>
            <a:ext cx="7886700" cy="991718"/>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custDataLst>
              <p:tags r:id="rId14"/>
            </p:custDataLst>
          </p:nvPr>
        </p:nvSpPr>
        <p:spPr>
          <a:xfrm>
            <a:off x="628651" y="1365840"/>
            <a:ext cx="7886700" cy="3255445"/>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Date Placeholder 3"/>
          <p:cNvSpPr>
            <a:spLocks noGrp="1"/>
          </p:cNvSpPr>
          <p:nvPr>
            <p:ph type="dt" sz="half" idx="2"/>
            <p:custDataLst>
              <p:tags r:id="rId15"/>
            </p:custDataLst>
          </p:nvPr>
        </p:nvSpPr>
        <p:spPr>
          <a:xfrm>
            <a:off x="628650" y="4755492"/>
            <a:ext cx="2057400" cy="273168"/>
          </a:xfrm>
          <a:prstGeom prst="rect">
            <a:avLst/>
          </a:prstGeom>
        </p:spPr>
        <p:txBody>
          <a:bodyPr vert="horz" lIns="91440" tIns="45720" rIns="91440" bIns="45720" rtlCol="0" anchor="ctr"/>
          <a:lstStyle>
            <a:lvl1pPr algn="l">
              <a:defRPr sz="898">
                <a:solidFill>
                  <a:schemeClr val="tx1">
                    <a:tint val="75000"/>
                  </a:schemeClr>
                </a:solidFill>
              </a:defRPr>
            </a:lvl1pPr>
          </a:lstStyle>
          <a:p>
            <a:fld id="{969B5D01-B081-4BB0-9700-FF02A45578ED}" type="datetimeFigureOut">
              <a:rPr lang="zh-CN" altLang="en-US" smtClean="0"/>
              <a:t>2024/11/5</a:t>
            </a:fld>
            <a:endParaRPr lang="zh-CN" altLang="en-US"/>
          </a:p>
        </p:txBody>
      </p:sp>
      <p:sp>
        <p:nvSpPr>
          <p:cNvPr id="5" name="Footer Placeholder 4"/>
          <p:cNvSpPr>
            <a:spLocks noGrp="1"/>
          </p:cNvSpPr>
          <p:nvPr>
            <p:ph type="ftr" sz="quarter" idx="3"/>
            <p:custDataLst>
              <p:tags r:id="rId16"/>
            </p:custDataLst>
          </p:nvPr>
        </p:nvSpPr>
        <p:spPr>
          <a:xfrm>
            <a:off x="3028951" y="4755492"/>
            <a:ext cx="3086100" cy="273168"/>
          </a:xfrm>
          <a:prstGeom prst="rect">
            <a:avLst/>
          </a:prstGeom>
        </p:spPr>
        <p:txBody>
          <a:bodyPr vert="horz" lIns="91440" tIns="45720" rIns="91440" bIns="45720" rtlCol="0" anchor="ctr"/>
          <a:lstStyle>
            <a:lvl1pPr algn="ctr">
              <a:defRPr sz="898">
                <a:solidFill>
                  <a:schemeClr val="tx1">
                    <a:tint val="75000"/>
                  </a:schemeClr>
                </a:solidFill>
              </a:defRPr>
            </a:lvl1pPr>
          </a:lstStyle>
          <a:p>
            <a:endParaRPr lang="zh-CN" altLang="en-US"/>
          </a:p>
        </p:txBody>
      </p:sp>
      <p:sp>
        <p:nvSpPr>
          <p:cNvPr id="6" name="Slide Number Placeholder 5"/>
          <p:cNvSpPr>
            <a:spLocks noGrp="1"/>
          </p:cNvSpPr>
          <p:nvPr>
            <p:ph type="sldNum" sz="quarter" idx="4"/>
            <p:custDataLst>
              <p:tags r:id="rId17"/>
            </p:custDataLst>
          </p:nvPr>
        </p:nvSpPr>
        <p:spPr>
          <a:xfrm>
            <a:off x="6457951" y="4755492"/>
            <a:ext cx="2057400" cy="273168"/>
          </a:xfrm>
          <a:prstGeom prst="rect">
            <a:avLst/>
          </a:prstGeom>
        </p:spPr>
        <p:txBody>
          <a:bodyPr vert="horz" lIns="91440" tIns="45720" rIns="91440" bIns="45720" rtlCol="0" anchor="ctr"/>
          <a:lstStyle>
            <a:lvl1pPr algn="r">
              <a:defRPr sz="898">
                <a:solidFill>
                  <a:schemeClr val="tx1">
                    <a:tint val="75000"/>
                  </a:schemeClr>
                </a:solidFill>
              </a:defRPr>
            </a:lvl1pPr>
          </a:lstStyle>
          <a:p>
            <a:fld id="{EFF864F4-FD91-4101-9B71-D6947279B948}" type="slidenum">
              <a:rPr lang="zh-CN" altLang="en-US" smtClean="0"/>
              <a:t>‹#›</a:t>
            </a:fld>
            <a:endParaRPr lang="zh-CN" altLang="en-US"/>
          </a:p>
        </p:txBody>
      </p:sp>
      <p:pic>
        <p:nvPicPr>
          <p:cNvPr id="7" name="图片 1073743875" descr="学科网 zxxk.com"/>
          <p:cNvPicPr>
            <a:picLocks noChangeAspect="1"/>
          </p:cNvPicPr>
          <p:nvPr>
            <p:custDataLst>
              <p:tags r:id="rId18"/>
            </p:custDataLst>
          </p:nvPr>
        </p:nvPicPr>
        <p:blipFill>
          <a:blip r:embed="rId19" r:link="rId20"/>
          <a:stretch>
            <a:fillRect/>
          </a:stretch>
        </p:blipFill>
        <p:spPr>
          <a:xfrm>
            <a:off x="838200" y="365125"/>
            <a:ext cx="9525" cy="9525"/>
          </a:xfrm>
          <a:prstGeom prst="rect">
            <a:avLst/>
          </a:prstGeom>
          <a:noFill/>
          <a:ln>
            <a:noFill/>
            <a:miter lim="800000"/>
          </a:ln>
        </p:spPr>
      </p:pic>
    </p:spTree>
    <p:extLst>
      <p:ext uri="{BB962C8B-B14F-4D97-AF65-F5344CB8AC3E}">
        <p14:creationId xmlns:p14="http://schemas.microsoft.com/office/powerpoint/2010/main" val="874543700"/>
      </p:ext>
    </p:extLst>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 id="2147484634" r:id="rId10"/>
    <p:sldLayoutId id="2147484635" r:id="rId11"/>
  </p:sldLayoutIdLst>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xStyles>
    <p:titleStyle>
      <a:lvl1pPr algn="l" defTabSz="684059" rtl="0" eaLnBrk="1" latinLnBrk="0" hangingPunct="1">
        <a:lnSpc>
          <a:spcPct val="90000"/>
        </a:lnSpc>
        <a:spcBef>
          <a:spcPct val="0"/>
        </a:spcBef>
        <a:buNone/>
        <a:defRPr sz="3292" kern="1200">
          <a:solidFill>
            <a:schemeClr val="tx1"/>
          </a:solidFill>
          <a:latin typeface="+mj-lt"/>
          <a:ea typeface="+mj-ea"/>
          <a:cs typeface="+mj-cs"/>
        </a:defRPr>
      </a:lvl1pPr>
    </p:titleStyle>
    <p:bodyStyle>
      <a:lvl1pPr marL="171015" indent="-171015" algn="l" defTabSz="684059"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4" indent="-171015" algn="l" defTabSz="684059"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3" indent="-171015" algn="l" defTabSz="684059"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03"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32"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61"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191"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20"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50" indent="-171015" algn="l" defTabSz="684059"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p:bodyStyle>
    <p:otherStyle>
      <a:defPPr>
        <a:defRPr lang="en-US"/>
      </a:defPPr>
      <a:lvl1pPr marL="0" algn="l" defTabSz="684059" rtl="0" eaLnBrk="1" latinLnBrk="0" hangingPunct="1">
        <a:defRPr sz="1347" kern="1200">
          <a:solidFill>
            <a:schemeClr val="tx1"/>
          </a:solidFill>
          <a:latin typeface="+mn-lt"/>
          <a:ea typeface="+mn-ea"/>
          <a:cs typeface="+mn-cs"/>
        </a:defRPr>
      </a:lvl1pPr>
      <a:lvl2pPr marL="342029" algn="l" defTabSz="684059" rtl="0" eaLnBrk="1" latinLnBrk="0" hangingPunct="1">
        <a:defRPr sz="1347" kern="1200">
          <a:solidFill>
            <a:schemeClr val="tx1"/>
          </a:solidFill>
          <a:latin typeface="+mn-lt"/>
          <a:ea typeface="+mn-ea"/>
          <a:cs typeface="+mn-cs"/>
        </a:defRPr>
      </a:lvl2pPr>
      <a:lvl3pPr marL="684059" algn="l" defTabSz="684059" rtl="0" eaLnBrk="1" latinLnBrk="0" hangingPunct="1">
        <a:defRPr sz="1347" kern="1200">
          <a:solidFill>
            <a:schemeClr val="tx1"/>
          </a:solidFill>
          <a:latin typeface="+mn-lt"/>
          <a:ea typeface="+mn-ea"/>
          <a:cs typeface="+mn-cs"/>
        </a:defRPr>
      </a:lvl3pPr>
      <a:lvl4pPr marL="1026088" algn="l" defTabSz="684059" rtl="0" eaLnBrk="1" latinLnBrk="0" hangingPunct="1">
        <a:defRPr sz="1347" kern="1200">
          <a:solidFill>
            <a:schemeClr val="tx1"/>
          </a:solidFill>
          <a:latin typeface="+mn-lt"/>
          <a:ea typeface="+mn-ea"/>
          <a:cs typeface="+mn-cs"/>
        </a:defRPr>
      </a:lvl4pPr>
      <a:lvl5pPr marL="1368118" algn="l" defTabSz="684059" rtl="0" eaLnBrk="1" latinLnBrk="0" hangingPunct="1">
        <a:defRPr sz="1347" kern="1200">
          <a:solidFill>
            <a:schemeClr val="tx1"/>
          </a:solidFill>
          <a:latin typeface="+mn-lt"/>
          <a:ea typeface="+mn-ea"/>
          <a:cs typeface="+mn-cs"/>
        </a:defRPr>
      </a:lvl5pPr>
      <a:lvl6pPr marL="1710148" algn="l" defTabSz="684059" rtl="0" eaLnBrk="1" latinLnBrk="0" hangingPunct="1">
        <a:defRPr sz="1347" kern="1200">
          <a:solidFill>
            <a:schemeClr val="tx1"/>
          </a:solidFill>
          <a:latin typeface="+mn-lt"/>
          <a:ea typeface="+mn-ea"/>
          <a:cs typeface="+mn-cs"/>
        </a:defRPr>
      </a:lvl6pPr>
      <a:lvl7pPr marL="2052176" algn="l" defTabSz="684059" rtl="0" eaLnBrk="1" latinLnBrk="0" hangingPunct="1">
        <a:defRPr sz="1347" kern="1200">
          <a:solidFill>
            <a:schemeClr val="tx1"/>
          </a:solidFill>
          <a:latin typeface="+mn-lt"/>
          <a:ea typeface="+mn-ea"/>
          <a:cs typeface="+mn-cs"/>
        </a:defRPr>
      </a:lvl7pPr>
      <a:lvl8pPr marL="2394205" algn="l" defTabSz="684059" rtl="0" eaLnBrk="1" latinLnBrk="0" hangingPunct="1">
        <a:defRPr sz="1347" kern="1200">
          <a:solidFill>
            <a:schemeClr val="tx1"/>
          </a:solidFill>
          <a:latin typeface="+mn-lt"/>
          <a:ea typeface="+mn-ea"/>
          <a:cs typeface="+mn-cs"/>
        </a:defRPr>
      </a:lvl8pPr>
      <a:lvl9pPr marL="2736235" algn="l" defTabSz="684059" rtl="0" eaLnBrk="1" latinLnBrk="0" hangingPunct="1">
        <a:defRPr sz="134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image" Target="../media/image3.png"/><Relationship Id="rId18" Type="http://schemas.openxmlformats.org/officeDocument/2006/relationships/image" Target="../media/image6.png"/><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slideLayout" Target="../slideLayouts/slideLayout12.xml"/><Relationship Id="rId17" Type="http://schemas.openxmlformats.org/officeDocument/2006/relationships/image" Target="../media/image5.png"/><Relationship Id="rId2" Type="http://schemas.openxmlformats.org/officeDocument/2006/relationships/tags" Target="../tags/tag104.xml"/><Relationship Id="rId16" Type="http://schemas.microsoft.com/office/2007/relationships/hdphoto" Target="../media/hdphoto2.wdp"/><Relationship Id="rId20" Type="http://schemas.openxmlformats.org/officeDocument/2006/relationships/image" Target="../media/image7.png"/><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image" Target="../media/image4.png"/><Relationship Id="rId10" Type="http://schemas.openxmlformats.org/officeDocument/2006/relationships/tags" Target="../tags/tag112.xml"/><Relationship Id="rId19" Type="http://schemas.microsoft.com/office/2007/relationships/hdphoto" Target="../media/hdphoto3.wdp"/><Relationship Id="rId4" Type="http://schemas.openxmlformats.org/officeDocument/2006/relationships/tags" Target="../tags/tag106.xml"/><Relationship Id="rId9" Type="http://schemas.openxmlformats.org/officeDocument/2006/relationships/tags" Target="../tags/tag111.xml"/><Relationship Id="rId14" Type="http://schemas.microsoft.com/office/2007/relationships/hdphoto" Target="../media/hdphoto1.wdp"/></Relationships>
</file>

<file path=ppt/slides/_rels/slide2.xml.rels><?xml version="1.0" encoding="UTF-8" standalone="yes"?>
<Relationships xmlns="http://schemas.openxmlformats.org/package/2006/relationships"><Relationship Id="rId8" Type="http://schemas.openxmlformats.org/officeDocument/2006/relationships/tags" Target="../tags/tag121.xml"/><Relationship Id="rId13" Type="http://schemas.openxmlformats.org/officeDocument/2006/relationships/tags" Target="../tags/tag126.xml"/><Relationship Id="rId18" Type="http://schemas.openxmlformats.org/officeDocument/2006/relationships/tags" Target="../tags/tag131.xml"/><Relationship Id="rId3" Type="http://schemas.openxmlformats.org/officeDocument/2006/relationships/tags" Target="../tags/tag116.xml"/><Relationship Id="rId21" Type="http://schemas.openxmlformats.org/officeDocument/2006/relationships/tags" Target="../tags/tag134.xml"/><Relationship Id="rId7" Type="http://schemas.openxmlformats.org/officeDocument/2006/relationships/tags" Target="../tags/tag120.xml"/><Relationship Id="rId12" Type="http://schemas.openxmlformats.org/officeDocument/2006/relationships/tags" Target="../tags/tag125.xml"/><Relationship Id="rId17" Type="http://schemas.openxmlformats.org/officeDocument/2006/relationships/tags" Target="../tags/tag130.xml"/><Relationship Id="rId25" Type="http://schemas.openxmlformats.org/officeDocument/2006/relationships/image" Target="../media/image7.png"/><Relationship Id="rId2" Type="http://schemas.openxmlformats.org/officeDocument/2006/relationships/tags" Target="../tags/tag115.xml"/><Relationship Id="rId16" Type="http://schemas.openxmlformats.org/officeDocument/2006/relationships/tags" Target="../tags/tag129.xml"/><Relationship Id="rId20" Type="http://schemas.openxmlformats.org/officeDocument/2006/relationships/tags" Target="../tags/tag133.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24" Type="http://schemas.openxmlformats.org/officeDocument/2006/relationships/slideLayout" Target="../slideLayouts/slideLayout12.xml"/><Relationship Id="rId5" Type="http://schemas.openxmlformats.org/officeDocument/2006/relationships/tags" Target="../tags/tag118.xml"/><Relationship Id="rId15" Type="http://schemas.openxmlformats.org/officeDocument/2006/relationships/tags" Target="../tags/tag128.xml"/><Relationship Id="rId23" Type="http://schemas.openxmlformats.org/officeDocument/2006/relationships/tags" Target="../tags/tag136.xml"/><Relationship Id="rId10" Type="http://schemas.openxmlformats.org/officeDocument/2006/relationships/tags" Target="../tags/tag123.xml"/><Relationship Id="rId19" Type="http://schemas.openxmlformats.org/officeDocument/2006/relationships/tags" Target="../tags/tag132.xml"/><Relationship Id="rId4" Type="http://schemas.openxmlformats.org/officeDocument/2006/relationships/tags" Target="../tags/tag117.xml"/><Relationship Id="rId9" Type="http://schemas.openxmlformats.org/officeDocument/2006/relationships/tags" Target="../tags/tag122.xml"/><Relationship Id="rId14" Type="http://schemas.openxmlformats.org/officeDocument/2006/relationships/tags" Target="../tags/tag127.xml"/><Relationship Id="rId22" Type="http://schemas.openxmlformats.org/officeDocument/2006/relationships/tags" Target="../tags/tag135.xml"/></Relationships>
</file>

<file path=ppt/slides/_rels/slide3.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3" Type="http://schemas.openxmlformats.org/officeDocument/2006/relationships/tags" Target="../tags/tag139.xml"/><Relationship Id="rId7" Type="http://schemas.openxmlformats.org/officeDocument/2006/relationships/tags" Target="../tags/tag143.xml"/><Relationship Id="rId12" Type="http://schemas.openxmlformats.org/officeDocument/2006/relationships/tags" Target="../tags/tag148.xml"/><Relationship Id="rId2" Type="http://schemas.openxmlformats.org/officeDocument/2006/relationships/tags" Target="../tags/tag138.xml"/><Relationship Id="rId16" Type="http://schemas.openxmlformats.org/officeDocument/2006/relationships/slideLayout" Target="../slideLayouts/slideLayout5.xml"/><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10" Type="http://schemas.openxmlformats.org/officeDocument/2006/relationships/tags" Target="../tags/tag146.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s>
</file>

<file path=ppt/slides/_rels/slide4.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tags" Target="../tags/tag164.xml"/><Relationship Id="rId18" Type="http://schemas.openxmlformats.org/officeDocument/2006/relationships/tags" Target="../tags/tag169.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17" Type="http://schemas.openxmlformats.org/officeDocument/2006/relationships/tags" Target="../tags/tag168.xml"/><Relationship Id="rId2" Type="http://schemas.openxmlformats.org/officeDocument/2006/relationships/tags" Target="../tags/tag153.xml"/><Relationship Id="rId16" Type="http://schemas.openxmlformats.org/officeDocument/2006/relationships/tags" Target="../tags/tag167.xml"/><Relationship Id="rId20" Type="http://schemas.openxmlformats.org/officeDocument/2006/relationships/slideLayout" Target="../slideLayouts/slideLayout4.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5" Type="http://schemas.openxmlformats.org/officeDocument/2006/relationships/tags" Target="../tags/tag166.xml"/><Relationship Id="rId10" Type="http://schemas.openxmlformats.org/officeDocument/2006/relationships/tags" Target="../tags/tag161.xml"/><Relationship Id="rId19" Type="http://schemas.openxmlformats.org/officeDocument/2006/relationships/tags" Target="../tags/tag170.xml"/><Relationship Id="rId4" Type="http://schemas.openxmlformats.org/officeDocument/2006/relationships/tags" Target="../tags/tag155.xml"/><Relationship Id="rId9" Type="http://schemas.openxmlformats.org/officeDocument/2006/relationships/tags" Target="../tags/tag160.xml"/><Relationship Id="rId14" Type="http://schemas.openxmlformats.org/officeDocument/2006/relationships/tags" Target="../tags/tag165.xml"/></Relationships>
</file>

<file path=ppt/slides/_rels/slide5.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3" Type="http://schemas.openxmlformats.org/officeDocument/2006/relationships/tags" Target="../tags/tag173.xml"/><Relationship Id="rId7" Type="http://schemas.openxmlformats.org/officeDocument/2006/relationships/tags" Target="../tags/tag177.xml"/><Relationship Id="rId12" Type="http://schemas.openxmlformats.org/officeDocument/2006/relationships/tags" Target="../tags/tag182.xml"/><Relationship Id="rId2" Type="http://schemas.openxmlformats.org/officeDocument/2006/relationships/tags" Target="../tags/tag172.xml"/><Relationship Id="rId16" Type="http://schemas.openxmlformats.org/officeDocument/2006/relationships/image" Target="../media/image8.jpeg"/><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slideLayout" Target="../slideLayouts/slideLayout2.xml"/><Relationship Id="rId10" Type="http://schemas.openxmlformats.org/officeDocument/2006/relationships/tags" Target="../tags/tag180.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6.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image" Target="../media/image9.gif"/><Relationship Id="rId5" Type="http://schemas.openxmlformats.org/officeDocument/2006/relationships/tags" Target="../tags/tag189.xml"/><Relationship Id="rId10" Type="http://schemas.openxmlformats.org/officeDocument/2006/relationships/slideLayout" Target="../slideLayouts/slideLayout2.xml"/><Relationship Id="rId4" Type="http://schemas.openxmlformats.org/officeDocument/2006/relationships/tags" Target="../tags/tag188.xml"/><Relationship Id="rId9" Type="http://schemas.openxmlformats.org/officeDocument/2006/relationships/tags" Target="../tags/tag193.xml"/></Relationships>
</file>

<file path=ppt/slides/_rels/slide7.xml.rels><?xml version="1.0" encoding="UTF-8" standalone="yes"?>
<Relationships xmlns="http://schemas.openxmlformats.org/package/2006/relationships"><Relationship Id="rId8" Type="http://schemas.openxmlformats.org/officeDocument/2006/relationships/tags" Target="../tags/tag201.xml"/><Relationship Id="rId13" Type="http://schemas.openxmlformats.org/officeDocument/2006/relationships/tags" Target="../tags/tag206.xml"/><Relationship Id="rId18" Type="http://schemas.openxmlformats.org/officeDocument/2006/relationships/tags" Target="../tags/tag211.xml"/><Relationship Id="rId3" Type="http://schemas.openxmlformats.org/officeDocument/2006/relationships/tags" Target="../tags/tag196.xml"/><Relationship Id="rId21" Type="http://schemas.openxmlformats.org/officeDocument/2006/relationships/tags" Target="../tags/tag214.xml"/><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tags" Target="../tags/tag210.xml"/><Relationship Id="rId2" Type="http://schemas.openxmlformats.org/officeDocument/2006/relationships/tags" Target="../tags/tag195.xml"/><Relationship Id="rId16" Type="http://schemas.openxmlformats.org/officeDocument/2006/relationships/tags" Target="../tags/tag209.xml"/><Relationship Id="rId20" Type="http://schemas.openxmlformats.org/officeDocument/2006/relationships/tags" Target="../tags/tag213.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24" Type="http://schemas.openxmlformats.org/officeDocument/2006/relationships/image" Target="../media/image11.png"/><Relationship Id="rId5" Type="http://schemas.openxmlformats.org/officeDocument/2006/relationships/tags" Target="../tags/tag198.xml"/><Relationship Id="rId15" Type="http://schemas.openxmlformats.org/officeDocument/2006/relationships/tags" Target="../tags/tag208.xml"/><Relationship Id="rId23" Type="http://schemas.openxmlformats.org/officeDocument/2006/relationships/image" Target="../media/image10.png"/><Relationship Id="rId10" Type="http://schemas.openxmlformats.org/officeDocument/2006/relationships/tags" Target="../tags/tag203.xml"/><Relationship Id="rId19" Type="http://schemas.openxmlformats.org/officeDocument/2006/relationships/tags" Target="../tags/tag212.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 Id="rId22"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tags" Target="../tags/tag232.xml"/><Relationship Id="rId26" Type="http://schemas.openxmlformats.org/officeDocument/2006/relationships/slideLayout" Target="../slideLayouts/slideLayout2.xml"/><Relationship Id="rId3" Type="http://schemas.openxmlformats.org/officeDocument/2006/relationships/tags" Target="../tags/tag217.xml"/><Relationship Id="rId21" Type="http://schemas.openxmlformats.org/officeDocument/2006/relationships/tags" Target="../tags/tag235.xml"/><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5" Type="http://schemas.openxmlformats.org/officeDocument/2006/relationships/tags" Target="../tags/tag239.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tags" Target="../tags/tag234.xml"/><Relationship Id="rId29" Type="http://schemas.microsoft.com/office/2007/relationships/hdphoto" Target="../media/hdphoto4.wdp"/><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24" Type="http://schemas.openxmlformats.org/officeDocument/2006/relationships/tags" Target="../tags/tag238.xml"/><Relationship Id="rId5" Type="http://schemas.openxmlformats.org/officeDocument/2006/relationships/tags" Target="../tags/tag219.xml"/><Relationship Id="rId15" Type="http://schemas.openxmlformats.org/officeDocument/2006/relationships/tags" Target="../tags/tag229.xml"/><Relationship Id="rId23" Type="http://schemas.openxmlformats.org/officeDocument/2006/relationships/tags" Target="../tags/tag237.xml"/><Relationship Id="rId28" Type="http://schemas.openxmlformats.org/officeDocument/2006/relationships/image" Target="../media/image13.png"/><Relationship Id="rId10" Type="http://schemas.openxmlformats.org/officeDocument/2006/relationships/tags" Target="../tags/tag224.xml"/><Relationship Id="rId19" Type="http://schemas.openxmlformats.org/officeDocument/2006/relationships/tags" Target="../tags/tag233.xml"/><Relationship Id="rId31" Type="http://schemas.microsoft.com/office/2007/relationships/hdphoto" Target="../media/hdphoto5.wdp"/><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 Id="rId22" Type="http://schemas.openxmlformats.org/officeDocument/2006/relationships/tags" Target="../tags/tag236.xml"/><Relationship Id="rId27" Type="http://schemas.openxmlformats.org/officeDocument/2006/relationships/image" Target="../media/image12.jpeg"/><Relationship Id="rId30"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tags" Target="../tags/tag242.xml"/><Relationship Id="rId2" Type="http://schemas.openxmlformats.org/officeDocument/2006/relationships/tags" Target="../tags/tag241.xml"/><Relationship Id="rId1" Type="http://schemas.openxmlformats.org/officeDocument/2006/relationships/tags" Target="../tags/tag240.xml"/><Relationship Id="rId5" Type="http://schemas.openxmlformats.org/officeDocument/2006/relationships/slideLayout" Target="../slideLayouts/slideLayout2.xml"/><Relationship Id="rId4" Type="http://schemas.openxmlformats.org/officeDocument/2006/relationships/tags" Target="../tags/tag243.xml"/></Relationships>
</file>

<file path=ppt/slides/_rels/slide10.xml.rels><?xml version="1.0" encoding="UTF-8" standalone="yes"?>
<Relationships xmlns="http://schemas.openxmlformats.org/package/2006/relationships"><Relationship Id="rId8" Type="http://schemas.openxmlformats.org/officeDocument/2006/relationships/tags" Target="../tags/tag251.xml"/><Relationship Id="rId13" Type="http://schemas.openxmlformats.org/officeDocument/2006/relationships/image" Target="../media/image15.png"/><Relationship Id="rId3" Type="http://schemas.openxmlformats.org/officeDocument/2006/relationships/tags" Target="../tags/tag246.xml"/><Relationship Id="rId7" Type="http://schemas.openxmlformats.org/officeDocument/2006/relationships/tags" Target="../tags/tag250.xml"/><Relationship Id="rId12" Type="http://schemas.openxmlformats.org/officeDocument/2006/relationships/slideLayout" Target="../slideLayouts/slideLayout2.xml"/><Relationship Id="rId2" Type="http://schemas.openxmlformats.org/officeDocument/2006/relationships/tags" Target="../tags/tag245.xml"/><Relationship Id="rId1" Type="http://schemas.openxmlformats.org/officeDocument/2006/relationships/tags" Target="../tags/tag244.xml"/><Relationship Id="rId6" Type="http://schemas.openxmlformats.org/officeDocument/2006/relationships/tags" Target="../tags/tag249.xml"/><Relationship Id="rId11" Type="http://schemas.openxmlformats.org/officeDocument/2006/relationships/tags" Target="../tags/tag254.xml"/><Relationship Id="rId5" Type="http://schemas.openxmlformats.org/officeDocument/2006/relationships/tags" Target="../tags/tag248.xml"/><Relationship Id="rId10" Type="http://schemas.openxmlformats.org/officeDocument/2006/relationships/tags" Target="../tags/tag253.xml"/><Relationship Id="rId4" Type="http://schemas.openxmlformats.org/officeDocument/2006/relationships/tags" Target="../tags/tag247.xml"/><Relationship Id="rId9" Type="http://schemas.openxmlformats.org/officeDocument/2006/relationships/tags" Target="../tags/tag252.xml"/><Relationship Id="rId14" Type="http://schemas.openxmlformats.org/officeDocument/2006/relationships/image" Target="../media/image16.png"/></Relationships>
</file>

<file path=ppt/slides/_rels/slide11.xml.rels><?xml version="1.0" encoding="UTF-8" standalone="yes"?>
<Relationships xmlns="http://schemas.openxmlformats.org/package/2006/relationships"><Relationship Id="rId8" Type="http://schemas.openxmlformats.org/officeDocument/2006/relationships/tags" Target="../tags/tag262.xml"/><Relationship Id="rId3" Type="http://schemas.openxmlformats.org/officeDocument/2006/relationships/tags" Target="../tags/tag257.xml"/><Relationship Id="rId7" Type="http://schemas.openxmlformats.org/officeDocument/2006/relationships/tags" Target="../tags/tag261.xml"/><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tags" Target="../tags/tag260.xml"/><Relationship Id="rId11" Type="http://schemas.openxmlformats.org/officeDocument/2006/relationships/image" Target="../media/image15.png"/><Relationship Id="rId5" Type="http://schemas.openxmlformats.org/officeDocument/2006/relationships/tags" Target="../tags/tag259.xml"/><Relationship Id="rId10" Type="http://schemas.openxmlformats.org/officeDocument/2006/relationships/slideLayout" Target="../slideLayouts/slideLayout2.xml"/><Relationship Id="rId4" Type="http://schemas.openxmlformats.org/officeDocument/2006/relationships/tags" Target="../tags/tag258.xml"/><Relationship Id="rId9" Type="http://schemas.openxmlformats.org/officeDocument/2006/relationships/tags" Target="../tags/tag263.xml"/></Relationships>
</file>

<file path=ppt/slides/_rels/slide12.xml.rels><?xml version="1.0" encoding="UTF-8" standalone="yes"?>
<Relationships xmlns="http://schemas.openxmlformats.org/package/2006/relationships"><Relationship Id="rId8" Type="http://schemas.openxmlformats.org/officeDocument/2006/relationships/tags" Target="../tags/tag271.xml"/><Relationship Id="rId3" Type="http://schemas.openxmlformats.org/officeDocument/2006/relationships/tags" Target="../tags/tag266.xml"/><Relationship Id="rId7" Type="http://schemas.openxmlformats.org/officeDocument/2006/relationships/tags" Target="../tags/tag270.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image" Target="../media/image17.png"/><Relationship Id="rId5" Type="http://schemas.openxmlformats.org/officeDocument/2006/relationships/tags" Target="../tags/tag268.xml"/><Relationship Id="rId10" Type="http://schemas.openxmlformats.org/officeDocument/2006/relationships/image" Target="../media/image15.png"/><Relationship Id="rId4" Type="http://schemas.openxmlformats.org/officeDocument/2006/relationships/tags" Target="../tags/tag267.xml"/><Relationship Id="rId9"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8" Type="http://schemas.openxmlformats.org/officeDocument/2006/relationships/tags" Target="../tags/tag279.xml"/><Relationship Id="rId13" Type="http://schemas.openxmlformats.org/officeDocument/2006/relationships/slideLayout" Target="../slideLayouts/slideLayout2.xml"/><Relationship Id="rId3" Type="http://schemas.openxmlformats.org/officeDocument/2006/relationships/tags" Target="../tags/tag274.xml"/><Relationship Id="rId7" Type="http://schemas.openxmlformats.org/officeDocument/2006/relationships/tags" Target="../tags/tag278.xml"/><Relationship Id="rId12" Type="http://schemas.openxmlformats.org/officeDocument/2006/relationships/tags" Target="../tags/tag283.xml"/><Relationship Id="rId2" Type="http://schemas.openxmlformats.org/officeDocument/2006/relationships/tags" Target="../tags/tag273.xml"/><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tags" Target="../tags/tag282.xml"/><Relationship Id="rId5" Type="http://schemas.openxmlformats.org/officeDocument/2006/relationships/tags" Target="../tags/tag276.xml"/><Relationship Id="rId10" Type="http://schemas.openxmlformats.org/officeDocument/2006/relationships/tags" Target="../tags/tag281.xml"/><Relationship Id="rId4" Type="http://schemas.openxmlformats.org/officeDocument/2006/relationships/tags" Target="../tags/tag275.xml"/><Relationship Id="rId9" Type="http://schemas.openxmlformats.org/officeDocument/2006/relationships/tags" Target="../tags/tag280.xml"/></Relationships>
</file>

<file path=ppt/slides/_rels/slide14.xml.rels><?xml version="1.0" encoding="UTF-8" standalone="yes"?>
<Relationships xmlns="http://schemas.openxmlformats.org/package/2006/relationships"><Relationship Id="rId8" Type="http://schemas.openxmlformats.org/officeDocument/2006/relationships/tags" Target="../tags/tag291.xml"/><Relationship Id="rId13" Type="http://schemas.openxmlformats.org/officeDocument/2006/relationships/tags" Target="../tags/tag296.xml"/><Relationship Id="rId3" Type="http://schemas.openxmlformats.org/officeDocument/2006/relationships/tags" Target="../tags/tag286.xml"/><Relationship Id="rId7" Type="http://schemas.openxmlformats.org/officeDocument/2006/relationships/tags" Target="../tags/tag290.xml"/><Relationship Id="rId12" Type="http://schemas.openxmlformats.org/officeDocument/2006/relationships/tags" Target="../tags/tag295.xml"/><Relationship Id="rId2" Type="http://schemas.openxmlformats.org/officeDocument/2006/relationships/tags" Target="../tags/tag285.xml"/><Relationship Id="rId1" Type="http://schemas.openxmlformats.org/officeDocument/2006/relationships/tags" Target="../tags/tag284.xml"/><Relationship Id="rId6" Type="http://schemas.openxmlformats.org/officeDocument/2006/relationships/tags" Target="../tags/tag289.xml"/><Relationship Id="rId11" Type="http://schemas.openxmlformats.org/officeDocument/2006/relationships/tags" Target="../tags/tag294.xml"/><Relationship Id="rId5" Type="http://schemas.openxmlformats.org/officeDocument/2006/relationships/tags" Target="../tags/tag288.xml"/><Relationship Id="rId15" Type="http://schemas.openxmlformats.org/officeDocument/2006/relationships/image" Target="../media/image15.png"/><Relationship Id="rId10" Type="http://schemas.openxmlformats.org/officeDocument/2006/relationships/tags" Target="../tags/tag293.xml"/><Relationship Id="rId4" Type="http://schemas.openxmlformats.org/officeDocument/2006/relationships/tags" Target="../tags/tag287.xml"/><Relationship Id="rId9" Type="http://schemas.openxmlformats.org/officeDocument/2006/relationships/tags" Target="../tags/tag292.xml"/><Relationship Id="rId1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304.xml"/><Relationship Id="rId13" Type="http://schemas.openxmlformats.org/officeDocument/2006/relationships/slideLayout" Target="../slideLayouts/slideLayout2.xml"/><Relationship Id="rId3" Type="http://schemas.openxmlformats.org/officeDocument/2006/relationships/tags" Target="../tags/tag299.xml"/><Relationship Id="rId7" Type="http://schemas.openxmlformats.org/officeDocument/2006/relationships/tags" Target="../tags/tag303.xml"/><Relationship Id="rId12" Type="http://schemas.openxmlformats.org/officeDocument/2006/relationships/tags" Target="../tags/tag308.xml"/><Relationship Id="rId2" Type="http://schemas.openxmlformats.org/officeDocument/2006/relationships/tags" Target="../tags/tag298.xml"/><Relationship Id="rId1" Type="http://schemas.openxmlformats.org/officeDocument/2006/relationships/tags" Target="../tags/tag297.xml"/><Relationship Id="rId6" Type="http://schemas.openxmlformats.org/officeDocument/2006/relationships/tags" Target="../tags/tag302.xml"/><Relationship Id="rId11" Type="http://schemas.openxmlformats.org/officeDocument/2006/relationships/tags" Target="../tags/tag307.xml"/><Relationship Id="rId5" Type="http://schemas.openxmlformats.org/officeDocument/2006/relationships/tags" Target="../tags/tag301.xml"/><Relationship Id="rId15" Type="http://schemas.openxmlformats.org/officeDocument/2006/relationships/image" Target="../media/image18.png"/><Relationship Id="rId10" Type="http://schemas.openxmlformats.org/officeDocument/2006/relationships/tags" Target="../tags/tag306.xml"/><Relationship Id="rId4" Type="http://schemas.openxmlformats.org/officeDocument/2006/relationships/tags" Target="../tags/tag300.xml"/><Relationship Id="rId9" Type="http://schemas.openxmlformats.org/officeDocument/2006/relationships/tags" Target="../tags/tag305.xml"/><Relationship Id="rId1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tags" Target="../tags/tag316.xml"/><Relationship Id="rId3" Type="http://schemas.openxmlformats.org/officeDocument/2006/relationships/tags" Target="../tags/tag311.xml"/><Relationship Id="rId7" Type="http://schemas.openxmlformats.org/officeDocument/2006/relationships/tags" Target="../tags/tag315.xml"/><Relationship Id="rId12" Type="http://schemas.openxmlformats.org/officeDocument/2006/relationships/slideLayout" Target="../slideLayouts/slideLayout5.xml"/><Relationship Id="rId2" Type="http://schemas.openxmlformats.org/officeDocument/2006/relationships/tags" Target="../tags/tag310.xml"/><Relationship Id="rId1" Type="http://schemas.openxmlformats.org/officeDocument/2006/relationships/tags" Target="../tags/tag309.xml"/><Relationship Id="rId6" Type="http://schemas.openxmlformats.org/officeDocument/2006/relationships/tags" Target="../tags/tag314.xml"/><Relationship Id="rId11" Type="http://schemas.openxmlformats.org/officeDocument/2006/relationships/tags" Target="../tags/tag319.xml"/><Relationship Id="rId5" Type="http://schemas.openxmlformats.org/officeDocument/2006/relationships/tags" Target="../tags/tag313.xml"/><Relationship Id="rId10" Type="http://schemas.openxmlformats.org/officeDocument/2006/relationships/tags" Target="../tags/tag318.xml"/><Relationship Id="rId4" Type="http://schemas.openxmlformats.org/officeDocument/2006/relationships/tags" Target="../tags/tag312.xml"/><Relationship Id="rId9" Type="http://schemas.openxmlformats.org/officeDocument/2006/relationships/tags" Target="../tags/tag317.xml"/></Relationships>
</file>

<file path=ppt/slides/_rels/slide17.xml.rels><?xml version="1.0" encoding="UTF-8" standalone="yes"?>
<Relationships xmlns="http://schemas.openxmlformats.org/package/2006/relationships"><Relationship Id="rId8" Type="http://schemas.openxmlformats.org/officeDocument/2006/relationships/tags" Target="../tags/tag327.xml"/><Relationship Id="rId13" Type="http://schemas.openxmlformats.org/officeDocument/2006/relationships/tags" Target="../tags/tag332.xml"/><Relationship Id="rId18" Type="http://schemas.openxmlformats.org/officeDocument/2006/relationships/tags" Target="../tags/tag337.xml"/><Relationship Id="rId3" Type="http://schemas.openxmlformats.org/officeDocument/2006/relationships/tags" Target="../tags/tag322.xml"/><Relationship Id="rId7" Type="http://schemas.openxmlformats.org/officeDocument/2006/relationships/tags" Target="../tags/tag326.xml"/><Relationship Id="rId12" Type="http://schemas.openxmlformats.org/officeDocument/2006/relationships/tags" Target="../tags/tag331.xml"/><Relationship Id="rId17" Type="http://schemas.openxmlformats.org/officeDocument/2006/relationships/tags" Target="../tags/tag336.xml"/><Relationship Id="rId2" Type="http://schemas.openxmlformats.org/officeDocument/2006/relationships/tags" Target="../tags/tag321.xml"/><Relationship Id="rId16" Type="http://schemas.openxmlformats.org/officeDocument/2006/relationships/tags" Target="../tags/tag335.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tags" Target="../tags/tag330.xml"/><Relationship Id="rId5" Type="http://schemas.openxmlformats.org/officeDocument/2006/relationships/tags" Target="../tags/tag324.xml"/><Relationship Id="rId15" Type="http://schemas.openxmlformats.org/officeDocument/2006/relationships/tags" Target="../tags/tag334.xml"/><Relationship Id="rId10" Type="http://schemas.openxmlformats.org/officeDocument/2006/relationships/tags" Target="../tags/tag329.xml"/><Relationship Id="rId19" Type="http://schemas.openxmlformats.org/officeDocument/2006/relationships/slideLayout" Target="../slideLayouts/slideLayout4.xml"/><Relationship Id="rId4" Type="http://schemas.openxmlformats.org/officeDocument/2006/relationships/tags" Target="../tags/tag323.xml"/><Relationship Id="rId9" Type="http://schemas.openxmlformats.org/officeDocument/2006/relationships/tags" Target="../tags/tag328.xml"/><Relationship Id="rId14" Type="http://schemas.openxmlformats.org/officeDocument/2006/relationships/tags" Target="../tags/tag333.xml"/></Relationships>
</file>

<file path=ppt/slides/_rels/slide18.xml.rels><?xml version="1.0" encoding="UTF-8" standalone="yes"?>
<Relationships xmlns="http://schemas.openxmlformats.org/package/2006/relationships"><Relationship Id="rId8" Type="http://schemas.openxmlformats.org/officeDocument/2006/relationships/tags" Target="../tags/tag345.xml"/><Relationship Id="rId13" Type="http://schemas.openxmlformats.org/officeDocument/2006/relationships/slideLayout" Target="../slideLayouts/slideLayout4.xml"/><Relationship Id="rId3" Type="http://schemas.openxmlformats.org/officeDocument/2006/relationships/tags" Target="../tags/tag340.xml"/><Relationship Id="rId7" Type="http://schemas.openxmlformats.org/officeDocument/2006/relationships/tags" Target="../tags/tag344.xml"/><Relationship Id="rId12" Type="http://schemas.openxmlformats.org/officeDocument/2006/relationships/tags" Target="../tags/tag349.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tags" Target="../tags/tag343.xml"/><Relationship Id="rId11" Type="http://schemas.openxmlformats.org/officeDocument/2006/relationships/tags" Target="../tags/tag348.xml"/><Relationship Id="rId5" Type="http://schemas.openxmlformats.org/officeDocument/2006/relationships/tags" Target="../tags/tag342.xml"/><Relationship Id="rId10" Type="http://schemas.openxmlformats.org/officeDocument/2006/relationships/tags" Target="../tags/tag347.xml"/><Relationship Id="rId4" Type="http://schemas.openxmlformats.org/officeDocument/2006/relationships/tags" Target="../tags/tag341.xml"/><Relationship Id="rId9" Type="http://schemas.openxmlformats.org/officeDocument/2006/relationships/tags" Target="../tags/tag346.xml"/></Relationships>
</file>

<file path=ppt/slides/_rels/slide19.xml.rels><?xml version="1.0" encoding="UTF-8" standalone="yes"?>
<Relationships xmlns="http://schemas.openxmlformats.org/package/2006/relationships"><Relationship Id="rId8" Type="http://schemas.openxmlformats.org/officeDocument/2006/relationships/tags" Target="../tags/tag357.xml"/><Relationship Id="rId13" Type="http://schemas.openxmlformats.org/officeDocument/2006/relationships/tags" Target="../tags/tag362.xml"/><Relationship Id="rId18" Type="http://schemas.openxmlformats.org/officeDocument/2006/relationships/tags" Target="../tags/tag367.xml"/><Relationship Id="rId3" Type="http://schemas.openxmlformats.org/officeDocument/2006/relationships/tags" Target="../tags/tag352.xml"/><Relationship Id="rId21" Type="http://schemas.openxmlformats.org/officeDocument/2006/relationships/image" Target="../media/image20.jpeg"/><Relationship Id="rId7" Type="http://schemas.openxmlformats.org/officeDocument/2006/relationships/tags" Target="../tags/tag356.xml"/><Relationship Id="rId12" Type="http://schemas.openxmlformats.org/officeDocument/2006/relationships/tags" Target="../tags/tag361.xml"/><Relationship Id="rId17" Type="http://schemas.openxmlformats.org/officeDocument/2006/relationships/tags" Target="../tags/tag366.xml"/><Relationship Id="rId2" Type="http://schemas.openxmlformats.org/officeDocument/2006/relationships/tags" Target="../tags/tag351.xml"/><Relationship Id="rId16" Type="http://schemas.openxmlformats.org/officeDocument/2006/relationships/tags" Target="../tags/tag365.xml"/><Relationship Id="rId20" Type="http://schemas.openxmlformats.org/officeDocument/2006/relationships/image" Target="../media/image19.jpeg"/><Relationship Id="rId1" Type="http://schemas.openxmlformats.org/officeDocument/2006/relationships/tags" Target="../tags/tag350.xml"/><Relationship Id="rId6" Type="http://schemas.openxmlformats.org/officeDocument/2006/relationships/tags" Target="../tags/tag355.xml"/><Relationship Id="rId11" Type="http://schemas.openxmlformats.org/officeDocument/2006/relationships/tags" Target="../tags/tag360.xml"/><Relationship Id="rId5" Type="http://schemas.openxmlformats.org/officeDocument/2006/relationships/tags" Target="../tags/tag354.xml"/><Relationship Id="rId15" Type="http://schemas.openxmlformats.org/officeDocument/2006/relationships/tags" Target="../tags/tag364.xml"/><Relationship Id="rId23" Type="http://schemas.openxmlformats.org/officeDocument/2006/relationships/image" Target="../media/image22.jpeg"/><Relationship Id="rId10" Type="http://schemas.openxmlformats.org/officeDocument/2006/relationships/tags" Target="../tags/tag359.xml"/><Relationship Id="rId19" Type="http://schemas.openxmlformats.org/officeDocument/2006/relationships/slideLayout" Target="../slideLayouts/slideLayout4.xml"/><Relationship Id="rId4" Type="http://schemas.openxmlformats.org/officeDocument/2006/relationships/tags" Target="../tags/tag353.xml"/><Relationship Id="rId9" Type="http://schemas.openxmlformats.org/officeDocument/2006/relationships/tags" Target="../tags/tag358.xml"/><Relationship Id="rId14" Type="http://schemas.openxmlformats.org/officeDocument/2006/relationships/tags" Target="../tags/tag363.xml"/><Relationship Id="rId22"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tags" Target="../tags/tag375.xml"/><Relationship Id="rId3" Type="http://schemas.openxmlformats.org/officeDocument/2006/relationships/tags" Target="../tags/tag370.xml"/><Relationship Id="rId7" Type="http://schemas.openxmlformats.org/officeDocument/2006/relationships/tags" Target="../tags/tag374.xml"/><Relationship Id="rId12" Type="http://schemas.openxmlformats.org/officeDocument/2006/relationships/image" Target="../media/image24.png"/><Relationship Id="rId2" Type="http://schemas.openxmlformats.org/officeDocument/2006/relationships/tags" Target="../tags/tag369.xml"/><Relationship Id="rId1" Type="http://schemas.openxmlformats.org/officeDocument/2006/relationships/tags" Target="../tags/tag368.xml"/><Relationship Id="rId6" Type="http://schemas.openxmlformats.org/officeDocument/2006/relationships/tags" Target="../tags/tag373.xml"/><Relationship Id="rId11" Type="http://schemas.microsoft.com/office/2007/relationships/hdphoto" Target="../media/hdphoto6.wdp"/><Relationship Id="rId5" Type="http://schemas.openxmlformats.org/officeDocument/2006/relationships/tags" Target="../tags/tag372.xml"/><Relationship Id="rId10" Type="http://schemas.openxmlformats.org/officeDocument/2006/relationships/image" Target="../media/image23.png"/><Relationship Id="rId4" Type="http://schemas.openxmlformats.org/officeDocument/2006/relationships/tags" Target="../tags/tag371.xml"/><Relationship Id="rId9"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8" Type="http://schemas.openxmlformats.org/officeDocument/2006/relationships/tags" Target="../tags/tag383.xml"/><Relationship Id="rId13" Type="http://schemas.openxmlformats.org/officeDocument/2006/relationships/tags" Target="../tags/tag388.xml"/><Relationship Id="rId3" Type="http://schemas.openxmlformats.org/officeDocument/2006/relationships/tags" Target="../tags/tag378.xml"/><Relationship Id="rId7" Type="http://schemas.openxmlformats.org/officeDocument/2006/relationships/tags" Target="../tags/tag382.xml"/><Relationship Id="rId12" Type="http://schemas.openxmlformats.org/officeDocument/2006/relationships/tags" Target="../tags/tag387.xml"/><Relationship Id="rId2" Type="http://schemas.openxmlformats.org/officeDocument/2006/relationships/tags" Target="../tags/tag377.xml"/><Relationship Id="rId16" Type="http://schemas.openxmlformats.org/officeDocument/2006/relationships/image" Target="../media/image25.png"/><Relationship Id="rId1" Type="http://schemas.openxmlformats.org/officeDocument/2006/relationships/tags" Target="../tags/tag376.xml"/><Relationship Id="rId6" Type="http://schemas.openxmlformats.org/officeDocument/2006/relationships/tags" Target="../tags/tag381.xml"/><Relationship Id="rId11" Type="http://schemas.openxmlformats.org/officeDocument/2006/relationships/tags" Target="../tags/tag386.xml"/><Relationship Id="rId5" Type="http://schemas.openxmlformats.org/officeDocument/2006/relationships/tags" Target="../tags/tag380.xml"/><Relationship Id="rId15" Type="http://schemas.openxmlformats.org/officeDocument/2006/relationships/slideLayout" Target="../slideLayouts/slideLayout4.xml"/><Relationship Id="rId10" Type="http://schemas.openxmlformats.org/officeDocument/2006/relationships/tags" Target="../tags/tag385.xml"/><Relationship Id="rId4" Type="http://schemas.openxmlformats.org/officeDocument/2006/relationships/tags" Target="../tags/tag379.xml"/><Relationship Id="rId9" Type="http://schemas.openxmlformats.org/officeDocument/2006/relationships/tags" Target="../tags/tag384.xml"/><Relationship Id="rId14" Type="http://schemas.openxmlformats.org/officeDocument/2006/relationships/tags" Target="../tags/tag389.xml"/></Relationships>
</file>

<file path=ppt/slides/_rels/slide22.xml.rels><?xml version="1.0" encoding="UTF-8" standalone="yes"?>
<Relationships xmlns="http://schemas.openxmlformats.org/package/2006/relationships"><Relationship Id="rId8" Type="http://schemas.openxmlformats.org/officeDocument/2006/relationships/tags" Target="../tags/tag397.xml"/><Relationship Id="rId3" Type="http://schemas.openxmlformats.org/officeDocument/2006/relationships/tags" Target="../tags/tag392.xml"/><Relationship Id="rId7" Type="http://schemas.openxmlformats.org/officeDocument/2006/relationships/tags" Target="../tags/tag396.xml"/><Relationship Id="rId2" Type="http://schemas.openxmlformats.org/officeDocument/2006/relationships/tags" Target="../tags/tag391.xml"/><Relationship Id="rId1" Type="http://schemas.openxmlformats.org/officeDocument/2006/relationships/tags" Target="../tags/tag390.xml"/><Relationship Id="rId6" Type="http://schemas.openxmlformats.org/officeDocument/2006/relationships/tags" Target="../tags/tag395.xml"/><Relationship Id="rId5" Type="http://schemas.openxmlformats.org/officeDocument/2006/relationships/tags" Target="../tags/tag394.xml"/><Relationship Id="rId10" Type="http://schemas.openxmlformats.org/officeDocument/2006/relationships/slideLayout" Target="../slideLayouts/slideLayout4.xml"/><Relationship Id="rId4" Type="http://schemas.openxmlformats.org/officeDocument/2006/relationships/tags" Target="../tags/tag393.xml"/><Relationship Id="rId9" Type="http://schemas.openxmlformats.org/officeDocument/2006/relationships/tags" Target="../tags/tag398.xml"/></Relationships>
</file>

<file path=ppt/slides/_rels/slide23.xml.rels><?xml version="1.0" encoding="UTF-8" standalone="yes"?>
<Relationships xmlns="http://schemas.openxmlformats.org/package/2006/relationships"><Relationship Id="rId13" Type="http://schemas.openxmlformats.org/officeDocument/2006/relationships/tags" Target="../tags/tag411.xml"/><Relationship Id="rId18" Type="http://schemas.openxmlformats.org/officeDocument/2006/relationships/tags" Target="../tags/tag416.xml"/><Relationship Id="rId26" Type="http://schemas.openxmlformats.org/officeDocument/2006/relationships/tags" Target="../tags/tag424.xml"/><Relationship Id="rId3" Type="http://schemas.openxmlformats.org/officeDocument/2006/relationships/tags" Target="../tags/tag401.xml"/><Relationship Id="rId21" Type="http://schemas.openxmlformats.org/officeDocument/2006/relationships/tags" Target="../tags/tag419.xml"/><Relationship Id="rId34" Type="http://schemas.microsoft.com/office/2007/relationships/hdphoto" Target="../media/hdphoto7.wdp"/><Relationship Id="rId7" Type="http://schemas.openxmlformats.org/officeDocument/2006/relationships/tags" Target="../tags/tag405.xml"/><Relationship Id="rId12" Type="http://schemas.openxmlformats.org/officeDocument/2006/relationships/tags" Target="../tags/tag410.xml"/><Relationship Id="rId17" Type="http://schemas.openxmlformats.org/officeDocument/2006/relationships/tags" Target="../tags/tag415.xml"/><Relationship Id="rId25" Type="http://schemas.openxmlformats.org/officeDocument/2006/relationships/tags" Target="../tags/tag423.xml"/><Relationship Id="rId33" Type="http://schemas.openxmlformats.org/officeDocument/2006/relationships/image" Target="../media/image26.png"/><Relationship Id="rId2" Type="http://schemas.openxmlformats.org/officeDocument/2006/relationships/tags" Target="../tags/tag400.xml"/><Relationship Id="rId16" Type="http://schemas.openxmlformats.org/officeDocument/2006/relationships/tags" Target="../tags/tag414.xml"/><Relationship Id="rId20" Type="http://schemas.openxmlformats.org/officeDocument/2006/relationships/tags" Target="../tags/tag418.xml"/><Relationship Id="rId29" Type="http://schemas.openxmlformats.org/officeDocument/2006/relationships/tags" Target="../tags/tag427.xml"/><Relationship Id="rId1" Type="http://schemas.openxmlformats.org/officeDocument/2006/relationships/tags" Target="../tags/tag399.xml"/><Relationship Id="rId6" Type="http://schemas.openxmlformats.org/officeDocument/2006/relationships/tags" Target="../tags/tag404.xml"/><Relationship Id="rId11" Type="http://schemas.openxmlformats.org/officeDocument/2006/relationships/tags" Target="../tags/tag409.xml"/><Relationship Id="rId24" Type="http://schemas.openxmlformats.org/officeDocument/2006/relationships/tags" Target="../tags/tag422.xml"/><Relationship Id="rId32" Type="http://schemas.openxmlformats.org/officeDocument/2006/relationships/slideLayout" Target="../slideLayouts/slideLayout4.xml"/><Relationship Id="rId5" Type="http://schemas.openxmlformats.org/officeDocument/2006/relationships/tags" Target="../tags/tag403.xml"/><Relationship Id="rId15" Type="http://schemas.openxmlformats.org/officeDocument/2006/relationships/tags" Target="../tags/tag413.xml"/><Relationship Id="rId23" Type="http://schemas.openxmlformats.org/officeDocument/2006/relationships/tags" Target="../tags/tag421.xml"/><Relationship Id="rId28" Type="http://schemas.openxmlformats.org/officeDocument/2006/relationships/tags" Target="../tags/tag426.xml"/><Relationship Id="rId36" Type="http://schemas.openxmlformats.org/officeDocument/2006/relationships/image" Target="../media/image28.png"/><Relationship Id="rId10" Type="http://schemas.openxmlformats.org/officeDocument/2006/relationships/tags" Target="../tags/tag408.xml"/><Relationship Id="rId19" Type="http://schemas.openxmlformats.org/officeDocument/2006/relationships/tags" Target="../tags/tag417.xml"/><Relationship Id="rId31" Type="http://schemas.openxmlformats.org/officeDocument/2006/relationships/tags" Target="../tags/tag429.xml"/><Relationship Id="rId4" Type="http://schemas.openxmlformats.org/officeDocument/2006/relationships/tags" Target="../tags/tag402.xml"/><Relationship Id="rId9" Type="http://schemas.openxmlformats.org/officeDocument/2006/relationships/tags" Target="../tags/tag407.xml"/><Relationship Id="rId14" Type="http://schemas.openxmlformats.org/officeDocument/2006/relationships/tags" Target="../tags/tag412.xml"/><Relationship Id="rId22" Type="http://schemas.openxmlformats.org/officeDocument/2006/relationships/tags" Target="../tags/tag420.xml"/><Relationship Id="rId27" Type="http://schemas.openxmlformats.org/officeDocument/2006/relationships/tags" Target="../tags/tag425.xml"/><Relationship Id="rId30" Type="http://schemas.openxmlformats.org/officeDocument/2006/relationships/tags" Target="../tags/tag428.xml"/><Relationship Id="rId35" Type="http://schemas.openxmlformats.org/officeDocument/2006/relationships/image" Target="../media/image27.jpeg"/><Relationship Id="rId8" Type="http://schemas.openxmlformats.org/officeDocument/2006/relationships/tags" Target="../tags/tag406.xml"/></Relationships>
</file>

<file path=ppt/slides/_rels/slide24.xml.rels><?xml version="1.0" encoding="UTF-8" standalone="yes"?>
<Relationships xmlns="http://schemas.openxmlformats.org/package/2006/relationships"><Relationship Id="rId8" Type="http://schemas.openxmlformats.org/officeDocument/2006/relationships/tags" Target="../tags/tag437.xml"/><Relationship Id="rId13" Type="http://schemas.openxmlformats.org/officeDocument/2006/relationships/tags" Target="../tags/tag442.xml"/><Relationship Id="rId18" Type="http://schemas.openxmlformats.org/officeDocument/2006/relationships/tags" Target="../tags/tag447.xml"/><Relationship Id="rId26" Type="http://schemas.openxmlformats.org/officeDocument/2006/relationships/slideLayout" Target="../slideLayouts/slideLayout4.xml"/><Relationship Id="rId3" Type="http://schemas.openxmlformats.org/officeDocument/2006/relationships/tags" Target="../tags/tag432.xml"/><Relationship Id="rId21" Type="http://schemas.openxmlformats.org/officeDocument/2006/relationships/tags" Target="../tags/tag450.xml"/><Relationship Id="rId7" Type="http://schemas.openxmlformats.org/officeDocument/2006/relationships/tags" Target="../tags/tag436.xml"/><Relationship Id="rId12" Type="http://schemas.openxmlformats.org/officeDocument/2006/relationships/tags" Target="../tags/tag441.xml"/><Relationship Id="rId17" Type="http://schemas.openxmlformats.org/officeDocument/2006/relationships/tags" Target="../tags/tag446.xml"/><Relationship Id="rId25" Type="http://schemas.openxmlformats.org/officeDocument/2006/relationships/tags" Target="../tags/tag454.xml"/><Relationship Id="rId2" Type="http://schemas.openxmlformats.org/officeDocument/2006/relationships/tags" Target="../tags/tag431.xml"/><Relationship Id="rId16" Type="http://schemas.openxmlformats.org/officeDocument/2006/relationships/tags" Target="../tags/tag445.xml"/><Relationship Id="rId20" Type="http://schemas.openxmlformats.org/officeDocument/2006/relationships/tags" Target="../tags/tag449.xml"/><Relationship Id="rId29" Type="http://schemas.openxmlformats.org/officeDocument/2006/relationships/image" Target="../media/image31.png"/><Relationship Id="rId1" Type="http://schemas.openxmlformats.org/officeDocument/2006/relationships/tags" Target="../tags/tag430.xml"/><Relationship Id="rId6" Type="http://schemas.openxmlformats.org/officeDocument/2006/relationships/tags" Target="../tags/tag435.xml"/><Relationship Id="rId11" Type="http://schemas.openxmlformats.org/officeDocument/2006/relationships/tags" Target="../tags/tag440.xml"/><Relationship Id="rId24" Type="http://schemas.openxmlformats.org/officeDocument/2006/relationships/tags" Target="../tags/tag453.xml"/><Relationship Id="rId5" Type="http://schemas.openxmlformats.org/officeDocument/2006/relationships/tags" Target="../tags/tag434.xml"/><Relationship Id="rId15" Type="http://schemas.openxmlformats.org/officeDocument/2006/relationships/tags" Target="../tags/tag444.xml"/><Relationship Id="rId23" Type="http://schemas.openxmlformats.org/officeDocument/2006/relationships/tags" Target="../tags/tag452.xml"/><Relationship Id="rId28" Type="http://schemas.openxmlformats.org/officeDocument/2006/relationships/image" Target="../media/image30.png"/><Relationship Id="rId10" Type="http://schemas.openxmlformats.org/officeDocument/2006/relationships/tags" Target="../tags/tag439.xml"/><Relationship Id="rId19" Type="http://schemas.openxmlformats.org/officeDocument/2006/relationships/tags" Target="../tags/tag448.xml"/><Relationship Id="rId4" Type="http://schemas.openxmlformats.org/officeDocument/2006/relationships/tags" Target="../tags/tag433.xml"/><Relationship Id="rId9" Type="http://schemas.openxmlformats.org/officeDocument/2006/relationships/tags" Target="../tags/tag438.xml"/><Relationship Id="rId14" Type="http://schemas.openxmlformats.org/officeDocument/2006/relationships/tags" Target="../tags/tag443.xml"/><Relationship Id="rId22" Type="http://schemas.openxmlformats.org/officeDocument/2006/relationships/tags" Target="../tags/tag451.xml"/><Relationship Id="rId27" Type="http://schemas.openxmlformats.org/officeDocument/2006/relationships/image" Target="../media/image29.png"/><Relationship Id="rId30"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457.xml"/><Relationship Id="rId7" Type="http://schemas.openxmlformats.org/officeDocument/2006/relationships/tags" Target="../tags/tag461.xml"/><Relationship Id="rId2" Type="http://schemas.openxmlformats.org/officeDocument/2006/relationships/tags" Target="../tags/tag456.xml"/><Relationship Id="rId1" Type="http://schemas.openxmlformats.org/officeDocument/2006/relationships/tags" Target="../tags/tag455.xml"/><Relationship Id="rId6" Type="http://schemas.openxmlformats.org/officeDocument/2006/relationships/tags" Target="../tags/tag460.xml"/><Relationship Id="rId5" Type="http://schemas.openxmlformats.org/officeDocument/2006/relationships/tags" Target="../tags/tag459.xml"/><Relationship Id="rId4" Type="http://schemas.openxmlformats.org/officeDocument/2006/relationships/tags" Target="../tags/tag458.xml"/><Relationship Id="rId9" Type="http://schemas.openxmlformats.org/officeDocument/2006/relationships/image" Target="../media/image33.png"/></Relationships>
</file>

<file path=ppt/slides/_rels/slide26.xml.rels><?xml version="1.0" encoding="UTF-8" standalone="yes"?>
<Relationships xmlns="http://schemas.openxmlformats.org/package/2006/relationships"><Relationship Id="rId8" Type="http://schemas.openxmlformats.org/officeDocument/2006/relationships/tags" Target="../tags/tag469.xml"/><Relationship Id="rId3" Type="http://schemas.openxmlformats.org/officeDocument/2006/relationships/tags" Target="../tags/tag464.xml"/><Relationship Id="rId7" Type="http://schemas.openxmlformats.org/officeDocument/2006/relationships/tags" Target="../tags/tag468.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tags" Target="../tags/tag467.xml"/><Relationship Id="rId5" Type="http://schemas.openxmlformats.org/officeDocument/2006/relationships/tags" Target="../tags/tag466.xml"/><Relationship Id="rId10" Type="http://schemas.openxmlformats.org/officeDocument/2006/relationships/slideLayout" Target="../slideLayouts/slideLayout3.xml"/><Relationship Id="rId4" Type="http://schemas.openxmlformats.org/officeDocument/2006/relationships/tags" Target="../tags/tag465.xml"/><Relationship Id="rId9" Type="http://schemas.openxmlformats.org/officeDocument/2006/relationships/tags" Target="../tags/tag470.xml"/></Relationships>
</file>

<file path=ppt/slides/_rels/slide27.xml.rels><?xml version="1.0" encoding="UTF-8" standalone="yes"?>
<Relationships xmlns="http://schemas.openxmlformats.org/package/2006/relationships"><Relationship Id="rId8" Type="http://schemas.openxmlformats.org/officeDocument/2006/relationships/tags" Target="../tags/tag478.xml"/><Relationship Id="rId3" Type="http://schemas.openxmlformats.org/officeDocument/2006/relationships/tags" Target="../tags/tag473.xml"/><Relationship Id="rId7" Type="http://schemas.openxmlformats.org/officeDocument/2006/relationships/tags" Target="../tags/tag477.xml"/><Relationship Id="rId2" Type="http://schemas.openxmlformats.org/officeDocument/2006/relationships/tags" Target="../tags/tag472.xml"/><Relationship Id="rId1" Type="http://schemas.openxmlformats.org/officeDocument/2006/relationships/tags" Target="../tags/tag471.xml"/><Relationship Id="rId6" Type="http://schemas.openxmlformats.org/officeDocument/2006/relationships/tags" Target="../tags/tag476.xml"/><Relationship Id="rId11" Type="http://schemas.openxmlformats.org/officeDocument/2006/relationships/image" Target="../media/image15.png"/><Relationship Id="rId5" Type="http://schemas.openxmlformats.org/officeDocument/2006/relationships/tags" Target="../tags/tag475.xml"/><Relationship Id="rId10" Type="http://schemas.openxmlformats.org/officeDocument/2006/relationships/slideLayout" Target="../slideLayouts/slideLayout3.xml"/><Relationship Id="rId4" Type="http://schemas.openxmlformats.org/officeDocument/2006/relationships/tags" Target="../tags/tag474.xml"/><Relationship Id="rId9" Type="http://schemas.openxmlformats.org/officeDocument/2006/relationships/tags" Target="../tags/tag479.xml"/></Relationships>
</file>

<file path=ppt/slides/_rels/slide28.xml.rels><?xml version="1.0" encoding="UTF-8" standalone="yes"?>
<Relationships xmlns="http://schemas.openxmlformats.org/package/2006/relationships"><Relationship Id="rId8" Type="http://schemas.openxmlformats.org/officeDocument/2006/relationships/tags" Target="../tags/tag487.xml"/><Relationship Id="rId13" Type="http://schemas.openxmlformats.org/officeDocument/2006/relationships/image" Target="../media/image15.png"/><Relationship Id="rId3" Type="http://schemas.openxmlformats.org/officeDocument/2006/relationships/tags" Target="../tags/tag482.xml"/><Relationship Id="rId7" Type="http://schemas.openxmlformats.org/officeDocument/2006/relationships/tags" Target="../tags/tag486.xml"/><Relationship Id="rId12" Type="http://schemas.openxmlformats.org/officeDocument/2006/relationships/slideLayout" Target="../slideLayouts/slideLayout3.xml"/><Relationship Id="rId2" Type="http://schemas.openxmlformats.org/officeDocument/2006/relationships/tags" Target="../tags/tag481.xml"/><Relationship Id="rId1" Type="http://schemas.openxmlformats.org/officeDocument/2006/relationships/tags" Target="../tags/tag480.xml"/><Relationship Id="rId6" Type="http://schemas.openxmlformats.org/officeDocument/2006/relationships/tags" Target="../tags/tag485.xml"/><Relationship Id="rId11" Type="http://schemas.openxmlformats.org/officeDocument/2006/relationships/tags" Target="../tags/tag490.xml"/><Relationship Id="rId5" Type="http://schemas.openxmlformats.org/officeDocument/2006/relationships/tags" Target="../tags/tag484.xml"/><Relationship Id="rId10" Type="http://schemas.openxmlformats.org/officeDocument/2006/relationships/tags" Target="../tags/tag489.xml"/><Relationship Id="rId4" Type="http://schemas.openxmlformats.org/officeDocument/2006/relationships/tags" Target="../tags/tag483.xml"/><Relationship Id="rId9" Type="http://schemas.openxmlformats.org/officeDocument/2006/relationships/tags" Target="../tags/tag488.xml"/><Relationship Id="rId14" Type="http://schemas.openxmlformats.org/officeDocument/2006/relationships/image" Target="../media/image34.png"/></Relationships>
</file>

<file path=ppt/slides/_rels/slide29.xml.rels><?xml version="1.0" encoding="UTF-8" standalone="yes"?>
<Relationships xmlns="http://schemas.openxmlformats.org/package/2006/relationships"><Relationship Id="rId8" Type="http://schemas.openxmlformats.org/officeDocument/2006/relationships/tags" Target="../tags/tag498.xml"/><Relationship Id="rId13" Type="http://schemas.openxmlformats.org/officeDocument/2006/relationships/tags" Target="../tags/tag503.xml"/><Relationship Id="rId18" Type="http://schemas.openxmlformats.org/officeDocument/2006/relationships/image" Target="../media/image37.png"/><Relationship Id="rId3" Type="http://schemas.openxmlformats.org/officeDocument/2006/relationships/tags" Target="../tags/tag493.xml"/><Relationship Id="rId21" Type="http://schemas.openxmlformats.org/officeDocument/2006/relationships/image" Target="../media/image39.png"/><Relationship Id="rId7" Type="http://schemas.openxmlformats.org/officeDocument/2006/relationships/tags" Target="../tags/tag497.xml"/><Relationship Id="rId12" Type="http://schemas.openxmlformats.org/officeDocument/2006/relationships/tags" Target="../tags/tag502.xml"/><Relationship Id="rId17" Type="http://schemas.openxmlformats.org/officeDocument/2006/relationships/image" Target="../media/image36.png"/><Relationship Id="rId2" Type="http://schemas.openxmlformats.org/officeDocument/2006/relationships/tags" Target="../tags/tag492.xml"/><Relationship Id="rId16" Type="http://schemas.openxmlformats.org/officeDocument/2006/relationships/image" Target="../media/image35.png"/><Relationship Id="rId20" Type="http://schemas.openxmlformats.org/officeDocument/2006/relationships/image" Target="../media/image38.png"/><Relationship Id="rId1" Type="http://schemas.openxmlformats.org/officeDocument/2006/relationships/tags" Target="../tags/tag491.xml"/><Relationship Id="rId6" Type="http://schemas.openxmlformats.org/officeDocument/2006/relationships/tags" Target="../tags/tag496.xml"/><Relationship Id="rId11" Type="http://schemas.openxmlformats.org/officeDocument/2006/relationships/tags" Target="../tags/tag501.xml"/><Relationship Id="rId24" Type="http://schemas.microsoft.com/office/2007/relationships/hdphoto" Target="../media/hdphoto9.wdp"/><Relationship Id="rId5" Type="http://schemas.openxmlformats.org/officeDocument/2006/relationships/tags" Target="../tags/tag495.xml"/><Relationship Id="rId15" Type="http://schemas.openxmlformats.org/officeDocument/2006/relationships/slideLayout" Target="../slideLayouts/slideLayout3.xml"/><Relationship Id="rId23" Type="http://schemas.openxmlformats.org/officeDocument/2006/relationships/image" Target="../media/image40.png"/><Relationship Id="rId10" Type="http://schemas.openxmlformats.org/officeDocument/2006/relationships/tags" Target="../tags/tag500.xml"/><Relationship Id="rId19" Type="http://schemas.openxmlformats.org/officeDocument/2006/relationships/image" Target="../media/image15.png"/><Relationship Id="rId4" Type="http://schemas.openxmlformats.org/officeDocument/2006/relationships/tags" Target="../tags/tag494.xml"/><Relationship Id="rId9" Type="http://schemas.openxmlformats.org/officeDocument/2006/relationships/tags" Target="../tags/tag499.xml"/><Relationship Id="rId14" Type="http://schemas.openxmlformats.org/officeDocument/2006/relationships/tags" Target="../tags/tag504.xml"/><Relationship Id="rId22" Type="http://schemas.microsoft.com/office/2007/relationships/hdphoto" Target="../media/hdphoto8.wdp"/></Relationships>
</file>

<file path=ppt/slides/_rels/slide30.xml.rels><?xml version="1.0" encoding="UTF-8" standalone="yes"?>
<Relationships xmlns="http://schemas.openxmlformats.org/package/2006/relationships"><Relationship Id="rId8" Type="http://schemas.openxmlformats.org/officeDocument/2006/relationships/tags" Target="../tags/tag512.xml"/><Relationship Id="rId3" Type="http://schemas.openxmlformats.org/officeDocument/2006/relationships/tags" Target="../tags/tag507.xml"/><Relationship Id="rId7" Type="http://schemas.openxmlformats.org/officeDocument/2006/relationships/tags" Target="../tags/tag511.xml"/><Relationship Id="rId2" Type="http://schemas.openxmlformats.org/officeDocument/2006/relationships/tags" Target="../tags/tag506.xml"/><Relationship Id="rId1" Type="http://schemas.openxmlformats.org/officeDocument/2006/relationships/tags" Target="../tags/tag505.xml"/><Relationship Id="rId6" Type="http://schemas.openxmlformats.org/officeDocument/2006/relationships/tags" Target="../tags/tag510.xml"/><Relationship Id="rId5" Type="http://schemas.openxmlformats.org/officeDocument/2006/relationships/tags" Target="../tags/tag509.xml"/><Relationship Id="rId10" Type="http://schemas.openxmlformats.org/officeDocument/2006/relationships/image" Target="../media/image41.png"/><Relationship Id="rId4" Type="http://schemas.openxmlformats.org/officeDocument/2006/relationships/tags" Target="../tags/tag508.xml"/><Relationship Id="rId9"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tags" Target="../tags/tag520.xml"/><Relationship Id="rId3" Type="http://schemas.openxmlformats.org/officeDocument/2006/relationships/tags" Target="../tags/tag515.xml"/><Relationship Id="rId7" Type="http://schemas.openxmlformats.org/officeDocument/2006/relationships/tags" Target="../tags/tag519.xml"/><Relationship Id="rId12" Type="http://schemas.openxmlformats.org/officeDocument/2006/relationships/image" Target="../media/image42.png"/><Relationship Id="rId2" Type="http://schemas.openxmlformats.org/officeDocument/2006/relationships/tags" Target="../tags/tag514.xml"/><Relationship Id="rId1" Type="http://schemas.openxmlformats.org/officeDocument/2006/relationships/tags" Target="../tags/tag513.xml"/><Relationship Id="rId6" Type="http://schemas.openxmlformats.org/officeDocument/2006/relationships/tags" Target="../tags/tag518.xml"/><Relationship Id="rId11" Type="http://schemas.openxmlformats.org/officeDocument/2006/relationships/slideLayout" Target="../slideLayouts/slideLayout3.xml"/><Relationship Id="rId5" Type="http://schemas.openxmlformats.org/officeDocument/2006/relationships/tags" Target="../tags/tag517.xml"/><Relationship Id="rId10" Type="http://schemas.openxmlformats.org/officeDocument/2006/relationships/tags" Target="../tags/tag522.xml"/><Relationship Id="rId4" Type="http://schemas.openxmlformats.org/officeDocument/2006/relationships/tags" Target="../tags/tag516.xml"/><Relationship Id="rId9" Type="http://schemas.openxmlformats.org/officeDocument/2006/relationships/tags" Target="../tags/tag521.xml"/></Relationships>
</file>

<file path=ppt/slides/_rels/slide32.xml.rels><?xml version="1.0" encoding="UTF-8" standalone="yes"?>
<Relationships xmlns="http://schemas.openxmlformats.org/package/2006/relationships"><Relationship Id="rId8" Type="http://schemas.openxmlformats.org/officeDocument/2006/relationships/tags" Target="../tags/tag530.xml"/><Relationship Id="rId13" Type="http://schemas.openxmlformats.org/officeDocument/2006/relationships/tags" Target="../tags/tag535.xml"/><Relationship Id="rId3" Type="http://schemas.openxmlformats.org/officeDocument/2006/relationships/tags" Target="../tags/tag525.xml"/><Relationship Id="rId7" Type="http://schemas.openxmlformats.org/officeDocument/2006/relationships/tags" Target="../tags/tag529.xml"/><Relationship Id="rId12" Type="http://schemas.openxmlformats.org/officeDocument/2006/relationships/tags" Target="../tags/tag534.xml"/><Relationship Id="rId2" Type="http://schemas.openxmlformats.org/officeDocument/2006/relationships/tags" Target="../tags/tag524.xml"/><Relationship Id="rId16" Type="http://schemas.openxmlformats.org/officeDocument/2006/relationships/slideLayout" Target="../slideLayouts/slideLayout5.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tags" Target="../tags/tag533.xml"/><Relationship Id="rId5" Type="http://schemas.openxmlformats.org/officeDocument/2006/relationships/tags" Target="../tags/tag527.xml"/><Relationship Id="rId15" Type="http://schemas.openxmlformats.org/officeDocument/2006/relationships/tags" Target="../tags/tag537.xml"/><Relationship Id="rId10" Type="http://schemas.openxmlformats.org/officeDocument/2006/relationships/tags" Target="../tags/tag532.xml"/><Relationship Id="rId4" Type="http://schemas.openxmlformats.org/officeDocument/2006/relationships/tags" Target="../tags/tag526.xml"/><Relationship Id="rId9" Type="http://schemas.openxmlformats.org/officeDocument/2006/relationships/tags" Target="../tags/tag531.xml"/><Relationship Id="rId14" Type="http://schemas.openxmlformats.org/officeDocument/2006/relationships/tags" Target="../tags/tag536.xml"/></Relationships>
</file>

<file path=ppt/slides/_rels/slide33.xml.rels><?xml version="1.0" encoding="UTF-8" standalone="yes"?>
<Relationships xmlns="http://schemas.openxmlformats.org/package/2006/relationships"><Relationship Id="rId13" Type="http://schemas.openxmlformats.org/officeDocument/2006/relationships/tags" Target="../tags/tag550.xml"/><Relationship Id="rId18" Type="http://schemas.openxmlformats.org/officeDocument/2006/relationships/tags" Target="../tags/tag555.xml"/><Relationship Id="rId26" Type="http://schemas.openxmlformats.org/officeDocument/2006/relationships/tags" Target="../tags/tag563.xml"/><Relationship Id="rId39" Type="http://schemas.openxmlformats.org/officeDocument/2006/relationships/tags" Target="../tags/tag576.xml"/><Relationship Id="rId21" Type="http://schemas.openxmlformats.org/officeDocument/2006/relationships/tags" Target="../tags/tag558.xml"/><Relationship Id="rId34" Type="http://schemas.openxmlformats.org/officeDocument/2006/relationships/tags" Target="../tags/tag571.xml"/><Relationship Id="rId42" Type="http://schemas.openxmlformats.org/officeDocument/2006/relationships/tags" Target="../tags/tag579.xml"/><Relationship Id="rId7" Type="http://schemas.openxmlformats.org/officeDocument/2006/relationships/tags" Target="../tags/tag544.xml"/><Relationship Id="rId2" Type="http://schemas.openxmlformats.org/officeDocument/2006/relationships/tags" Target="../tags/tag539.xml"/><Relationship Id="rId16" Type="http://schemas.openxmlformats.org/officeDocument/2006/relationships/tags" Target="../tags/tag553.xml"/><Relationship Id="rId29" Type="http://schemas.openxmlformats.org/officeDocument/2006/relationships/tags" Target="../tags/tag566.xml"/><Relationship Id="rId1" Type="http://schemas.openxmlformats.org/officeDocument/2006/relationships/tags" Target="../tags/tag538.xml"/><Relationship Id="rId6" Type="http://schemas.openxmlformats.org/officeDocument/2006/relationships/tags" Target="../tags/tag543.xml"/><Relationship Id="rId11" Type="http://schemas.openxmlformats.org/officeDocument/2006/relationships/tags" Target="../tags/tag548.xml"/><Relationship Id="rId24" Type="http://schemas.openxmlformats.org/officeDocument/2006/relationships/tags" Target="../tags/tag561.xml"/><Relationship Id="rId32" Type="http://schemas.openxmlformats.org/officeDocument/2006/relationships/tags" Target="../tags/tag569.xml"/><Relationship Id="rId37" Type="http://schemas.openxmlformats.org/officeDocument/2006/relationships/tags" Target="../tags/tag574.xml"/><Relationship Id="rId40" Type="http://schemas.openxmlformats.org/officeDocument/2006/relationships/tags" Target="../tags/tag577.xml"/><Relationship Id="rId45" Type="http://schemas.openxmlformats.org/officeDocument/2006/relationships/image" Target="../media/image43.png"/><Relationship Id="rId5" Type="http://schemas.openxmlformats.org/officeDocument/2006/relationships/tags" Target="../tags/tag542.xml"/><Relationship Id="rId15" Type="http://schemas.openxmlformats.org/officeDocument/2006/relationships/tags" Target="../tags/tag552.xml"/><Relationship Id="rId23" Type="http://schemas.openxmlformats.org/officeDocument/2006/relationships/tags" Target="../tags/tag560.xml"/><Relationship Id="rId28" Type="http://schemas.openxmlformats.org/officeDocument/2006/relationships/tags" Target="../tags/tag565.xml"/><Relationship Id="rId36" Type="http://schemas.openxmlformats.org/officeDocument/2006/relationships/tags" Target="../tags/tag573.xml"/><Relationship Id="rId10" Type="http://schemas.openxmlformats.org/officeDocument/2006/relationships/tags" Target="../tags/tag547.xml"/><Relationship Id="rId19" Type="http://schemas.openxmlformats.org/officeDocument/2006/relationships/tags" Target="../tags/tag556.xml"/><Relationship Id="rId31" Type="http://schemas.openxmlformats.org/officeDocument/2006/relationships/tags" Target="../tags/tag568.xml"/><Relationship Id="rId44" Type="http://schemas.openxmlformats.org/officeDocument/2006/relationships/slideLayout" Target="../slideLayouts/slideLayout4.xml"/><Relationship Id="rId4" Type="http://schemas.openxmlformats.org/officeDocument/2006/relationships/tags" Target="../tags/tag541.xml"/><Relationship Id="rId9" Type="http://schemas.openxmlformats.org/officeDocument/2006/relationships/tags" Target="../tags/tag546.xml"/><Relationship Id="rId14" Type="http://schemas.openxmlformats.org/officeDocument/2006/relationships/tags" Target="../tags/tag551.xml"/><Relationship Id="rId22" Type="http://schemas.openxmlformats.org/officeDocument/2006/relationships/tags" Target="../tags/tag559.xml"/><Relationship Id="rId27" Type="http://schemas.openxmlformats.org/officeDocument/2006/relationships/tags" Target="../tags/tag564.xml"/><Relationship Id="rId30" Type="http://schemas.openxmlformats.org/officeDocument/2006/relationships/tags" Target="../tags/tag567.xml"/><Relationship Id="rId35" Type="http://schemas.openxmlformats.org/officeDocument/2006/relationships/tags" Target="../tags/tag572.xml"/><Relationship Id="rId43" Type="http://schemas.openxmlformats.org/officeDocument/2006/relationships/tags" Target="../tags/tag580.xml"/><Relationship Id="rId8" Type="http://schemas.openxmlformats.org/officeDocument/2006/relationships/tags" Target="../tags/tag545.xml"/><Relationship Id="rId3" Type="http://schemas.openxmlformats.org/officeDocument/2006/relationships/tags" Target="../tags/tag540.xml"/><Relationship Id="rId12" Type="http://schemas.openxmlformats.org/officeDocument/2006/relationships/tags" Target="../tags/tag549.xml"/><Relationship Id="rId17" Type="http://schemas.openxmlformats.org/officeDocument/2006/relationships/tags" Target="../tags/tag554.xml"/><Relationship Id="rId25" Type="http://schemas.openxmlformats.org/officeDocument/2006/relationships/tags" Target="../tags/tag562.xml"/><Relationship Id="rId33" Type="http://schemas.openxmlformats.org/officeDocument/2006/relationships/tags" Target="../tags/tag570.xml"/><Relationship Id="rId38" Type="http://schemas.openxmlformats.org/officeDocument/2006/relationships/tags" Target="../tags/tag575.xml"/><Relationship Id="rId20" Type="http://schemas.openxmlformats.org/officeDocument/2006/relationships/tags" Target="../tags/tag557.xml"/><Relationship Id="rId41" Type="http://schemas.openxmlformats.org/officeDocument/2006/relationships/tags" Target="../tags/tag578.xml"/></Relationships>
</file>

<file path=ppt/slides/_rels/slide34.xml.rels><?xml version="1.0" encoding="UTF-8" standalone="yes"?>
<Relationships xmlns="http://schemas.openxmlformats.org/package/2006/relationships"><Relationship Id="rId8" Type="http://schemas.openxmlformats.org/officeDocument/2006/relationships/tags" Target="../tags/tag588.xml"/><Relationship Id="rId3" Type="http://schemas.openxmlformats.org/officeDocument/2006/relationships/tags" Target="../tags/tag583.xml"/><Relationship Id="rId7" Type="http://schemas.openxmlformats.org/officeDocument/2006/relationships/tags" Target="../tags/tag587.xml"/><Relationship Id="rId2" Type="http://schemas.openxmlformats.org/officeDocument/2006/relationships/tags" Target="../tags/tag582.xml"/><Relationship Id="rId1" Type="http://schemas.openxmlformats.org/officeDocument/2006/relationships/tags" Target="../tags/tag581.xml"/><Relationship Id="rId6" Type="http://schemas.openxmlformats.org/officeDocument/2006/relationships/tags" Target="../tags/tag586.xml"/><Relationship Id="rId5" Type="http://schemas.openxmlformats.org/officeDocument/2006/relationships/tags" Target="../tags/tag585.xml"/><Relationship Id="rId10" Type="http://schemas.openxmlformats.org/officeDocument/2006/relationships/image" Target="../media/image44.png"/><Relationship Id="rId4" Type="http://schemas.openxmlformats.org/officeDocument/2006/relationships/tags" Target="../tags/tag584.xml"/><Relationship Id="rId9"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8" Type="http://schemas.openxmlformats.org/officeDocument/2006/relationships/tags" Target="../tags/tag596.xml"/><Relationship Id="rId13" Type="http://schemas.openxmlformats.org/officeDocument/2006/relationships/image" Target="../media/image45.png"/><Relationship Id="rId3" Type="http://schemas.openxmlformats.org/officeDocument/2006/relationships/tags" Target="../tags/tag591.xml"/><Relationship Id="rId7" Type="http://schemas.openxmlformats.org/officeDocument/2006/relationships/tags" Target="../tags/tag595.xml"/><Relationship Id="rId12" Type="http://schemas.openxmlformats.org/officeDocument/2006/relationships/slideLayout" Target="../slideLayouts/slideLayout4.xml"/><Relationship Id="rId2" Type="http://schemas.openxmlformats.org/officeDocument/2006/relationships/tags" Target="../tags/tag590.xml"/><Relationship Id="rId1" Type="http://schemas.openxmlformats.org/officeDocument/2006/relationships/tags" Target="../tags/tag589.xml"/><Relationship Id="rId6" Type="http://schemas.openxmlformats.org/officeDocument/2006/relationships/tags" Target="../tags/tag594.xml"/><Relationship Id="rId11" Type="http://schemas.openxmlformats.org/officeDocument/2006/relationships/tags" Target="../tags/tag599.xml"/><Relationship Id="rId5" Type="http://schemas.openxmlformats.org/officeDocument/2006/relationships/tags" Target="../tags/tag593.xml"/><Relationship Id="rId10" Type="http://schemas.openxmlformats.org/officeDocument/2006/relationships/tags" Target="../tags/tag598.xml"/><Relationship Id="rId4" Type="http://schemas.openxmlformats.org/officeDocument/2006/relationships/tags" Target="../tags/tag592.xml"/><Relationship Id="rId9" Type="http://schemas.openxmlformats.org/officeDocument/2006/relationships/tags" Target="../tags/tag597.xml"/></Relationships>
</file>

<file path=ppt/slides/_rels/slide36.xml.rels><?xml version="1.0" encoding="UTF-8" standalone="yes"?>
<Relationships xmlns="http://schemas.openxmlformats.org/package/2006/relationships"><Relationship Id="rId3" Type="http://schemas.openxmlformats.org/officeDocument/2006/relationships/tags" Target="../tags/tag602.xml"/><Relationship Id="rId7" Type="http://schemas.openxmlformats.org/officeDocument/2006/relationships/slideLayout" Target="../slideLayouts/slideLayout4.xml"/><Relationship Id="rId2" Type="http://schemas.openxmlformats.org/officeDocument/2006/relationships/tags" Target="../tags/tag601.xml"/><Relationship Id="rId1" Type="http://schemas.openxmlformats.org/officeDocument/2006/relationships/tags" Target="../tags/tag600.xml"/><Relationship Id="rId6" Type="http://schemas.openxmlformats.org/officeDocument/2006/relationships/tags" Target="../tags/tag605.xml"/><Relationship Id="rId5" Type="http://schemas.openxmlformats.org/officeDocument/2006/relationships/tags" Target="../tags/tag604.xml"/><Relationship Id="rId4" Type="http://schemas.openxmlformats.org/officeDocument/2006/relationships/tags" Target="../tags/tag603.xml"/></Relationships>
</file>

<file path=ppt/slides/_rels/slide37.xml.rels><?xml version="1.0" encoding="UTF-8" standalone="yes"?>
<Relationships xmlns="http://schemas.openxmlformats.org/package/2006/relationships"><Relationship Id="rId8" Type="http://schemas.openxmlformats.org/officeDocument/2006/relationships/slideLayout" Target="../slideLayouts/slideLayout4.xml"/><Relationship Id="rId3" Type="http://schemas.openxmlformats.org/officeDocument/2006/relationships/tags" Target="../tags/tag608.xml"/><Relationship Id="rId7" Type="http://schemas.openxmlformats.org/officeDocument/2006/relationships/tags" Target="../tags/tag612.xml"/><Relationship Id="rId2" Type="http://schemas.openxmlformats.org/officeDocument/2006/relationships/tags" Target="../tags/tag607.xml"/><Relationship Id="rId1" Type="http://schemas.openxmlformats.org/officeDocument/2006/relationships/tags" Target="../tags/tag606.xml"/><Relationship Id="rId6" Type="http://schemas.openxmlformats.org/officeDocument/2006/relationships/tags" Target="../tags/tag611.xml"/><Relationship Id="rId5" Type="http://schemas.openxmlformats.org/officeDocument/2006/relationships/tags" Target="../tags/tag610.xml"/><Relationship Id="rId4" Type="http://schemas.openxmlformats.org/officeDocument/2006/relationships/tags" Target="../tags/tag609.xml"/></Relationships>
</file>

<file path=ppt/slides/_rels/slide38.xml.rels><?xml version="1.0" encoding="UTF-8" standalone="yes"?>
<Relationships xmlns="http://schemas.openxmlformats.org/package/2006/relationships"><Relationship Id="rId8" Type="http://schemas.openxmlformats.org/officeDocument/2006/relationships/tags" Target="../tags/tag620.xml"/><Relationship Id="rId13" Type="http://schemas.openxmlformats.org/officeDocument/2006/relationships/image" Target="../media/image47.png"/><Relationship Id="rId3" Type="http://schemas.openxmlformats.org/officeDocument/2006/relationships/tags" Target="../tags/tag615.xml"/><Relationship Id="rId7" Type="http://schemas.openxmlformats.org/officeDocument/2006/relationships/tags" Target="../tags/tag619.xml"/><Relationship Id="rId12" Type="http://schemas.openxmlformats.org/officeDocument/2006/relationships/image" Target="../media/image46.png"/><Relationship Id="rId2" Type="http://schemas.openxmlformats.org/officeDocument/2006/relationships/tags" Target="../tags/tag614.xml"/><Relationship Id="rId1" Type="http://schemas.openxmlformats.org/officeDocument/2006/relationships/tags" Target="../tags/tag613.xml"/><Relationship Id="rId6" Type="http://schemas.openxmlformats.org/officeDocument/2006/relationships/tags" Target="../tags/tag618.xml"/><Relationship Id="rId11" Type="http://schemas.openxmlformats.org/officeDocument/2006/relationships/slideLayout" Target="../slideLayouts/slideLayout2.xml"/><Relationship Id="rId5" Type="http://schemas.openxmlformats.org/officeDocument/2006/relationships/tags" Target="../tags/tag617.xml"/><Relationship Id="rId10" Type="http://schemas.openxmlformats.org/officeDocument/2006/relationships/tags" Target="../tags/tag622.xml"/><Relationship Id="rId4" Type="http://schemas.openxmlformats.org/officeDocument/2006/relationships/tags" Target="../tags/tag616.xml"/><Relationship Id="rId9" Type="http://schemas.openxmlformats.org/officeDocument/2006/relationships/tags" Target="../tags/tag621.xml"/></Relationships>
</file>

<file path=ppt/slides/_rels/slide39.xml.rels><?xml version="1.0" encoding="UTF-8" standalone="yes"?>
<Relationships xmlns="http://schemas.openxmlformats.org/package/2006/relationships"><Relationship Id="rId8" Type="http://schemas.openxmlformats.org/officeDocument/2006/relationships/tags" Target="../tags/tag630.xml"/><Relationship Id="rId13" Type="http://schemas.openxmlformats.org/officeDocument/2006/relationships/tags" Target="../tags/tag635.xml"/><Relationship Id="rId18" Type="http://schemas.openxmlformats.org/officeDocument/2006/relationships/tags" Target="../tags/tag640.xml"/><Relationship Id="rId3" Type="http://schemas.openxmlformats.org/officeDocument/2006/relationships/tags" Target="../tags/tag625.xml"/><Relationship Id="rId21" Type="http://schemas.openxmlformats.org/officeDocument/2006/relationships/image" Target="../media/image48.png"/><Relationship Id="rId7" Type="http://schemas.openxmlformats.org/officeDocument/2006/relationships/tags" Target="../tags/tag629.xml"/><Relationship Id="rId12" Type="http://schemas.openxmlformats.org/officeDocument/2006/relationships/tags" Target="../tags/tag634.xml"/><Relationship Id="rId17" Type="http://schemas.openxmlformats.org/officeDocument/2006/relationships/tags" Target="../tags/tag639.xml"/><Relationship Id="rId2" Type="http://schemas.openxmlformats.org/officeDocument/2006/relationships/tags" Target="../tags/tag624.xml"/><Relationship Id="rId16" Type="http://schemas.openxmlformats.org/officeDocument/2006/relationships/tags" Target="../tags/tag638.xml"/><Relationship Id="rId20" Type="http://schemas.openxmlformats.org/officeDocument/2006/relationships/slideLayout" Target="../slideLayouts/slideLayout4.xml"/><Relationship Id="rId1" Type="http://schemas.openxmlformats.org/officeDocument/2006/relationships/tags" Target="../tags/tag623.xml"/><Relationship Id="rId6" Type="http://schemas.openxmlformats.org/officeDocument/2006/relationships/tags" Target="../tags/tag628.xml"/><Relationship Id="rId11" Type="http://schemas.openxmlformats.org/officeDocument/2006/relationships/tags" Target="../tags/tag633.xml"/><Relationship Id="rId5" Type="http://schemas.openxmlformats.org/officeDocument/2006/relationships/tags" Target="../tags/tag627.xml"/><Relationship Id="rId15" Type="http://schemas.openxmlformats.org/officeDocument/2006/relationships/tags" Target="../tags/tag637.xml"/><Relationship Id="rId10" Type="http://schemas.openxmlformats.org/officeDocument/2006/relationships/tags" Target="../tags/tag632.xml"/><Relationship Id="rId19" Type="http://schemas.openxmlformats.org/officeDocument/2006/relationships/tags" Target="../tags/tag641.xml"/><Relationship Id="rId4" Type="http://schemas.openxmlformats.org/officeDocument/2006/relationships/tags" Target="../tags/tag626.xml"/><Relationship Id="rId9" Type="http://schemas.openxmlformats.org/officeDocument/2006/relationships/tags" Target="../tags/tag631.xml"/><Relationship Id="rId14" Type="http://schemas.openxmlformats.org/officeDocument/2006/relationships/tags" Target="../tags/tag636.xml"/><Relationship Id="rId22" Type="http://schemas.microsoft.com/office/2007/relationships/hdphoto" Target="../media/hdphoto10.wdp"/></Relationships>
</file>

<file path=ppt/slides/_rels/slide40.xml.rels><?xml version="1.0" encoding="UTF-8" standalone="yes"?>
<Relationships xmlns="http://schemas.openxmlformats.org/package/2006/relationships"><Relationship Id="rId8" Type="http://schemas.openxmlformats.org/officeDocument/2006/relationships/tags" Target="../tags/tag649.xml"/><Relationship Id="rId13" Type="http://schemas.openxmlformats.org/officeDocument/2006/relationships/tags" Target="../tags/tag654.xml"/><Relationship Id="rId18" Type="http://schemas.openxmlformats.org/officeDocument/2006/relationships/image" Target="../media/image50.jpeg"/><Relationship Id="rId3" Type="http://schemas.openxmlformats.org/officeDocument/2006/relationships/tags" Target="../tags/tag644.xml"/><Relationship Id="rId7" Type="http://schemas.openxmlformats.org/officeDocument/2006/relationships/tags" Target="../tags/tag648.xml"/><Relationship Id="rId12" Type="http://schemas.openxmlformats.org/officeDocument/2006/relationships/tags" Target="../tags/tag653.xml"/><Relationship Id="rId17" Type="http://schemas.openxmlformats.org/officeDocument/2006/relationships/image" Target="../media/image49.png"/><Relationship Id="rId2" Type="http://schemas.openxmlformats.org/officeDocument/2006/relationships/tags" Target="../tags/tag643.xml"/><Relationship Id="rId16" Type="http://schemas.openxmlformats.org/officeDocument/2006/relationships/slideLayout" Target="../slideLayouts/slideLayout4.xml"/><Relationship Id="rId1" Type="http://schemas.openxmlformats.org/officeDocument/2006/relationships/tags" Target="../tags/tag642.xml"/><Relationship Id="rId6" Type="http://schemas.openxmlformats.org/officeDocument/2006/relationships/tags" Target="../tags/tag647.xml"/><Relationship Id="rId11" Type="http://schemas.openxmlformats.org/officeDocument/2006/relationships/tags" Target="../tags/tag652.xml"/><Relationship Id="rId5" Type="http://schemas.openxmlformats.org/officeDocument/2006/relationships/tags" Target="../tags/tag646.xml"/><Relationship Id="rId15" Type="http://schemas.openxmlformats.org/officeDocument/2006/relationships/tags" Target="../tags/tag656.xml"/><Relationship Id="rId10" Type="http://schemas.openxmlformats.org/officeDocument/2006/relationships/tags" Target="../tags/tag651.xml"/><Relationship Id="rId19" Type="http://schemas.openxmlformats.org/officeDocument/2006/relationships/image" Target="../media/image51.jpeg"/><Relationship Id="rId4" Type="http://schemas.openxmlformats.org/officeDocument/2006/relationships/tags" Target="../tags/tag645.xml"/><Relationship Id="rId9" Type="http://schemas.openxmlformats.org/officeDocument/2006/relationships/tags" Target="../tags/tag650.xml"/><Relationship Id="rId14" Type="http://schemas.openxmlformats.org/officeDocument/2006/relationships/tags" Target="../tags/tag655.xml"/></Relationships>
</file>

<file path=ppt/slides/_rels/slide41.xml.rels><?xml version="1.0" encoding="UTF-8" standalone="yes"?>
<Relationships xmlns="http://schemas.openxmlformats.org/package/2006/relationships"><Relationship Id="rId8" Type="http://schemas.openxmlformats.org/officeDocument/2006/relationships/tags" Target="../tags/tag664.xml"/><Relationship Id="rId13" Type="http://schemas.openxmlformats.org/officeDocument/2006/relationships/tags" Target="../tags/tag669.xml"/><Relationship Id="rId18" Type="http://schemas.openxmlformats.org/officeDocument/2006/relationships/slideLayout" Target="../slideLayouts/slideLayout4.xml"/><Relationship Id="rId3" Type="http://schemas.openxmlformats.org/officeDocument/2006/relationships/tags" Target="../tags/tag659.xml"/><Relationship Id="rId21" Type="http://schemas.openxmlformats.org/officeDocument/2006/relationships/image" Target="../media/image54.png"/><Relationship Id="rId7" Type="http://schemas.openxmlformats.org/officeDocument/2006/relationships/tags" Target="../tags/tag663.xml"/><Relationship Id="rId12" Type="http://schemas.openxmlformats.org/officeDocument/2006/relationships/tags" Target="../tags/tag668.xml"/><Relationship Id="rId17" Type="http://schemas.openxmlformats.org/officeDocument/2006/relationships/tags" Target="../tags/tag673.xml"/><Relationship Id="rId2" Type="http://schemas.openxmlformats.org/officeDocument/2006/relationships/tags" Target="../tags/tag658.xml"/><Relationship Id="rId16" Type="http://schemas.openxmlformats.org/officeDocument/2006/relationships/tags" Target="../tags/tag672.xml"/><Relationship Id="rId20" Type="http://schemas.openxmlformats.org/officeDocument/2006/relationships/image" Target="../media/image53.png"/><Relationship Id="rId1" Type="http://schemas.openxmlformats.org/officeDocument/2006/relationships/tags" Target="../tags/tag657.xml"/><Relationship Id="rId6" Type="http://schemas.openxmlformats.org/officeDocument/2006/relationships/tags" Target="../tags/tag662.xml"/><Relationship Id="rId11" Type="http://schemas.openxmlformats.org/officeDocument/2006/relationships/tags" Target="../tags/tag667.xml"/><Relationship Id="rId24" Type="http://schemas.openxmlformats.org/officeDocument/2006/relationships/image" Target="../media/image56.png"/><Relationship Id="rId5" Type="http://schemas.openxmlformats.org/officeDocument/2006/relationships/tags" Target="../tags/tag661.xml"/><Relationship Id="rId15" Type="http://schemas.openxmlformats.org/officeDocument/2006/relationships/tags" Target="../tags/tag671.xml"/><Relationship Id="rId23" Type="http://schemas.microsoft.com/office/2007/relationships/hdphoto" Target="../media/hdphoto11.wdp"/><Relationship Id="rId10" Type="http://schemas.openxmlformats.org/officeDocument/2006/relationships/tags" Target="../tags/tag666.xml"/><Relationship Id="rId19" Type="http://schemas.openxmlformats.org/officeDocument/2006/relationships/image" Target="../media/image52.png"/><Relationship Id="rId4" Type="http://schemas.openxmlformats.org/officeDocument/2006/relationships/tags" Target="../tags/tag660.xml"/><Relationship Id="rId9" Type="http://schemas.openxmlformats.org/officeDocument/2006/relationships/tags" Target="../tags/tag665.xml"/><Relationship Id="rId14" Type="http://schemas.openxmlformats.org/officeDocument/2006/relationships/tags" Target="../tags/tag670.xml"/><Relationship Id="rId22" Type="http://schemas.openxmlformats.org/officeDocument/2006/relationships/image" Target="../media/image55.png"/></Relationships>
</file>

<file path=ppt/slides/_rels/slide42.xml.rels><?xml version="1.0" encoding="UTF-8" standalone="yes"?>
<Relationships xmlns="http://schemas.openxmlformats.org/package/2006/relationships"><Relationship Id="rId8" Type="http://schemas.openxmlformats.org/officeDocument/2006/relationships/tags" Target="../tags/tag681.xml"/><Relationship Id="rId13" Type="http://schemas.openxmlformats.org/officeDocument/2006/relationships/tags" Target="../tags/tag686.xml"/><Relationship Id="rId18" Type="http://schemas.openxmlformats.org/officeDocument/2006/relationships/image" Target="../media/image58.png"/><Relationship Id="rId3" Type="http://schemas.openxmlformats.org/officeDocument/2006/relationships/tags" Target="../tags/tag676.xml"/><Relationship Id="rId7" Type="http://schemas.openxmlformats.org/officeDocument/2006/relationships/tags" Target="../tags/tag680.xml"/><Relationship Id="rId12" Type="http://schemas.openxmlformats.org/officeDocument/2006/relationships/tags" Target="../tags/tag685.xml"/><Relationship Id="rId17" Type="http://schemas.openxmlformats.org/officeDocument/2006/relationships/image" Target="../media/image57.png"/><Relationship Id="rId2" Type="http://schemas.openxmlformats.org/officeDocument/2006/relationships/tags" Target="../tags/tag675.xml"/><Relationship Id="rId16" Type="http://schemas.openxmlformats.org/officeDocument/2006/relationships/slideLayout" Target="../slideLayouts/slideLayout4.xml"/><Relationship Id="rId1" Type="http://schemas.openxmlformats.org/officeDocument/2006/relationships/tags" Target="../tags/tag674.xml"/><Relationship Id="rId6" Type="http://schemas.openxmlformats.org/officeDocument/2006/relationships/tags" Target="../tags/tag679.xml"/><Relationship Id="rId11" Type="http://schemas.openxmlformats.org/officeDocument/2006/relationships/tags" Target="../tags/tag684.xml"/><Relationship Id="rId5" Type="http://schemas.openxmlformats.org/officeDocument/2006/relationships/tags" Target="../tags/tag678.xml"/><Relationship Id="rId15" Type="http://schemas.openxmlformats.org/officeDocument/2006/relationships/tags" Target="../tags/tag688.xml"/><Relationship Id="rId10" Type="http://schemas.openxmlformats.org/officeDocument/2006/relationships/tags" Target="../tags/tag683.xml"/><Relationship Id="rId19" Type="http://schemas.openxmlformats.org/officeDocument/2006/relationships/image" Target="../media/image59.png"/><Relationship Id="rId4" Type="http://schemas.openxmlformats.org/officeDocument/2006/relationships/tags" Target="../tags/tag677.xml"/><Relationship Id="rId9" Type="http://schemas.openxmlformats.org/officeDocument/2006/relationships/tags" Target="../tags/tag682.xml"/><Relationship Id="rId14" Type="http://schemas.openxmlformats.org/officeDocument/2006/relationships/tags" Target="../tags/tag687.xml"/></Relationships>
</file>

<file path=ppt/slides/_rels/slide43.xml.rels><?xml version="1.0" encoding="UTF-8" standalone="yes"?>
<Relationships xmlns="http://schemas.openxmlformats.org/package/2006/relationships"><Relationship Id="rId8" Type="http://schemas.openxmlformats.org/officeDocument/2006/relationships/tags" Target="../tags/tag696.xml"/><Relationship Id="rId13" Type="http://schemas.openxmlformats.org/officeDocument/2006/relationships/tags" Target="../tags/tag701.xml"/><Relationship Id="rId18" Type="http://schemas.openxmlformats.org/officeDocument/2006/relationships/image" Target="../media/image63.png"/><Relationship Id="rId3" Type="http://schemas.openxmlformats.org/officeDocument/2006/relationships/tags" Target="../tags/tag691.xml"/><Relationship Id="rId7" Type="http://schemas.openxmlformats.org/officeDocument/2006/relationships/tags" Target="../tags/tag695.xml"/><Relationship Id="rId12" Type="http://schemas.openxmlformats.org/officeDocument/2006/relationships/tags" Target="../tags/tag700.xml"/><Relationship Id="rId17" Type="http://schemas.openxmlformats.org/officeDocument/2006/relationships/image" Target="../media/image62.png"/><Relationship Id="rId2" Type="http://schemas.openxmlformats.org/officeDocument/2006/relationships/tags" Target="../tags/tag690.xml"/><Relationship Id="rId16" Type="http://schemas.openxmlformats.org/officeDocument/2006/relationships/image" Target="../media/image61.png"/><Relationship Id="rId1" Type="http://schemas.openxmlformats.org/officeDocument/2006/relationships/tags" Target="../tags/tag689.xml"/><Relationship Id="rId6" Type="http://schemas.openxmlformats.org/officeDocument/2006/relationships/tags" Target="../tags/tag694.xml"/><Relationship Id="rId11" Type="http://schemas.openxmlformats.org/officeDocument/2006/relationships/tags" Target="../tags/tag699.xml"/><Relationship Id="rId5" Type="http://schemas.openxmlformats.org/officeDocument/2006/relationships/tags" Target="../tags/tag693.xml"/><Relationship Id="rId15" Type="http://schemas.openxmlformats.org/officeDocument/2006/relationships/image" Target="../media/image60.png"/><Relationship Id="rId10" Type="http://schemas.openxmlformats.org/officeDocument/2006/relationships/tags" Target="../tags/tag698.xml"/><Relationship Id="rId19" Type="http://schemas.openxmlformats.org/officeDocument/2006/relationships/image" Target="../media/image15.png"/><Relationship Id="rId4" Type="http://schemas.openxmlformats.org/officeDocument/2006/relationships/tags" Target="../tags/tag692.xml"/><Relationship Id="rId9" Type="http://schemas.openxmlformats.org/officeDocument/2006/relationships/tags" Target="../tags/tag697.xml"/><Relationship Id="rId1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tags" Target="../tags/tag709.xml"/><Relationship Id="rId3" Type="http://schemas.openxmlformats.org/officeDocument/2006/relationships/tags" Target="../tags/tag704.xml"/><Relationship Id="rId7" Type="http://schemas.openxmlformats.org/officeDocument/2006/relationships/tags" Target="../tags/tag708.xml"/><Relationship Id="rId12" Type="http://schemas.openxmlformats.org/officeDocument/2006/relationships/image" Target="../media/image65.png"/><Relationship Id="rId2" Type="http://schemas.openxmlformats.org/officeDocument/2006/relationships/tags" Target="../tags/tag703.xml"/><Relationship Id="rId1" Type="http://schemas.openxmlformats.org/officeDocument/2006/relationships/tags" Target="../tags/tag702.xml"/><Relationship Id="rId6" Type="http://schemas.openxmlformats.org/officeDocument/2006/relationships/tags" Target="../tags/tag707.xml"/><Relationship Id="rId11" Type="http://schemas.openxmlformats.org/officeDocument/2006/relationships/image" Target="../media/image64.png"/><Relationship Id="rId5" Type="http://schemas.openxmlformats.org/officeDocument/2006/relationships/tags" Target="../tags/tag706.xml"/><Relationship Id="rId10" Type="http://schemas.openxmlformats.org/officeDocument/2006/relationships/image" Target="../media/image15.png"/><Relationship Id="rId4" Type="http://schemas.openxmlformats.org/officeDocument/2006/relationships/tags" Target="../tags/tag705.xml"/><Relationship Id="rId9"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8" Type="http://schemas.openxmlformats.org/officeDocument/2006/relationships/tags" Target="../tags/tag717.xml"/><Relationship Id="rId3" Type="http://schemas.openxmlformats.org/officeDocument/2006/relationships/tags" Target="../tags/tag712.xml"/><Relationship Id="rId7" Type="http://schemas.openxmlformats.org/officeDocument/2006/relationships/tags" Target="../tags/tag716.xml"/><Relationship Id="rId12" Type="http://schemas.openxmlformats.org/officeDocument/2006/relationships/image" Target="../media/image67.png"/><Relationship Id="rId2" Type="http://schemas.openxmlformats.org/officeDocument/2006/relationships/tags" Target="../tags/tag711.xml"/><Relationship Id="rId1" Type="http://schemas.openxmlformats.org/officeDocument/2006/relationships/tags" Target="../tags/tag710.xml"/><Relationship Id="rId6" Type="http://schemas.openxmlformats.org/officeDocument/2006/relationships/tags" Target="../tags/tag715.xml"/><Relationship Id="rId11" Type="http://schemas.openxmlformats.org/officeDocument/2006/relationships/image" Target="../media/image66.png"/><Relationship Id="rId5" Type="http://schemas.openxmlformats.org/officeDocument/2006/relationships/tags" Target="../tags/tag714.xml"/><Relationship Id="rId10" Type="http://schemas.openxmlformats.org/officeDocument/2006/relationships/image" Target="../media/image15.png"/><Relationship Id="rId4" Type="http://schemas.openxmlformats.org/officeDocument/2006/relationships/tags" Target="../tags/tag713.xml"/><Relationship Id="rId9"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20.xml"/><Relationship Id="rId7" Type="http://schemas.openxmlformats.org/officeDocument/2006/relationships/tags" Target="../tags/tag724.xml"/><Relationship Id="rId2" Type="http://schemas.openxmlformats.org/officeDocument/2006/relationships/tags" Target="../tags/tag719.xml"/><Relationship Id="rId1" Type="http://schemas.openxmlformats.org/officeDocument/2006/relationships/tags" Target="../tags/tag718.xml"/><Relationship Id="rId6" Type="http://schemas.openxmlformats.org/officeDocument/2006/relationships/tags" Target="../tags/tag723.xml"/><Relationship Id="rId5" Type="http://schemas.openxmlformats.org/officeDocument/2006/relationships/tags" Target="../tags/tag722.xml"/><Relationship Id="rId4" Type="http://schemas.openxmlformats.org/officeDocument/2006/relationships/tags" Target="../tags/tag721.xml"/><Relationship Id="rId9" Type="http://schemas.openxmlformats.org/officeDocument/2006/relationships/image" Target="../media/image68.png"/></Relationships>
</file>

<file path=ppt/slides/_rels/slide47.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727.xml"/><Relationship Id="rId7" Type="http://schemas.openxmlformats.org/officeDocument/2006/relationships/tags" Target="../tags/tag731.xml"/><Relationship Id="rId12" Type="http://schemas.openxmlformats.org/officeDocument/2006/relationships/image" Target="../media/image72.png"/><Relationship Id="rId2" Type="http://schemas.openxmlformats.org/officeDocument/2006/relationships/tags" Target="../tags/tag726.xml"/><Relationship Id="rId1" Type="http://schemas.openxmlformats.org/officeDocument/2006/relationships/tags" Target="../tags/tag725.xml"/><Relationship Id="rId6" Type="http://schemas.openxmlformats.org/officeDocument/2006/relationships/tags" Target="../tags/tag730.xml"/><Relationship Id="rId11" Type="http://schemas.openxmlformats.org/officeDocument/2006/relationships/image" Target="../media/image71.png"/><Relationship Id="rId5" Type="http://schemas.openxmlformats.org/officeDocument/2006/relationships/tags" Target="../tags/tag729.xml"/><Relationship Id="rId10" Type="http://schemas.openxmlformats.org/officeDocument/2006/relationships/image" Target="../media/image70.png"/><Relationship Id="rId4" Type="http://schemas.openxmlformats.org/officeDocument/2006/relationships/tags" Target="../tags/tag728.xml"/><Relationship Id="rId9" Type="http://schemas.openxmlformats.org/officeDocument/2006/relationships/image" Target="../media/image69.png"/></Relationships>
</file>

<file path=ppt/slides/_rels/slide48.xml.rels><?xml version="1.0" encoding="UTF-8" standalone="yes"?>
<Relationships xmlns="http://schemas.openxmlformats.org/package/2006/relationships"><Relationship Id="rId8" Type="http://schemas.openxmlformats.org/officeDocument/2006/relationships/tags" Target="../tags/tag739.xml"/><Relationship Id="rId13" Type="http://schemas.openxmlformats.org/officeDocument/2006/relationships/image" Target="../media/image15.png"/><Relationship Id="rId3" Type="http://schemas.openxmlformats.org/officeDocument/2006/relationships/tags" Target="../tags/tag734.xml"/><Relationship Id="rId7" Type="http://schemas.openxmlformats.org/officeDocument/2006/relationships/tags" Target="../tags/tag738.xml"/><Relationship Id="rId12" Type="http://schemas.openxmlformats.org/officeDocument/2006/relationships/slideLayout" Target="../slideLayouts/slideLayout3.xml"/><Relationship Id="rId2" Type="http://schemas.openxmlformats.org/officeDocument/2006/relationships/tags" Target="../tags/tag733.xml"/><Relationship Id="rId1" Type="http://schemas.openxmlformats.org/officeDocument/2006/relationships/tags" Target="../tags/tag732.xml"/><Relationship Id="rId6" Type="http://schemas.openxmlformats.org/officeDocument/2006/relationships/tags" Target="../tags/tag737.xml"/><Relationship Id="rId11" Type="http://schemas.openxmlformats.org/officeDocument/2006/relationships/tags" Target="../tags/tag742.xml"/><Relationship Id="rId5" Type="http://schemas.openxmlformats.org/officeDocument/2006/relationships/tags" Target="../tags/tag736.xml"/><Relationship Id="rId10" Type="http://schemas.openxmlformats.org/officeDocument/2006/relationships/tags" Target="../tags/tag741.xml"/><Relationship Id="rId4" Type="http://schemas.openxmlformats.org/officeDocument/2006/relationships/tags" Target="../tags/tag735.xml"/><Relationship Id="rId9" Type="http://schemas.openxmlformats.org/officeDocument/2006/relationships/tags" Target="../tags/tag740.xml"/></Relationships>
</file>

<file path=ppt/slides/_rels/slide49.xml.rels><?xml version="1.0" encoding="UTF-8" standalone="yes"?>
<Relationships xmlns="http://schemas.openxmlformats.org/package/2006/relationships"><Relationship Id="rId8" Type="http://schemas.openxmlformats.org/officeDocument/2006/relationships/tags" Target="../tags/tag750.xml"/><Relationship Id="rId13" Type="http://schemas.openxmlformats.org/officeDocument/2006/relationships/image" Target="../media/image15.png"/><Relationship Id="rId3" Type="http://schemas.openxmlformats.org/officeDocument/2006/relationships/tags" Target="../tags/tag745.xml"/><Relationship Id="rId7" Type="http://schemas.openxmlformats.org/officeDocument/2006/relationships/tags" Target="../tags/tag749.xml"/><Relationship Id="rId12" Type="http://schemas.openxmlformats.org/officeDocument/2006/relationships/slideLayout" Target="../slideLayouts/slideLayout3.xml"/><Relationship Id="rId2" Type="http://schemas.openxmlformats.org/officeDocument/2006/relationships/tags" Target="../tags/tag744.xml"/><Relationship Id="rId1" Type="http://schemas.openxmlformats.org/officeDocument/2006/relationships/tags" Target="../tags/tag743.xml"/><Relationship Id="rId6" Type="http://schemas.openxmlformats.org/officeDocument/2006/relationships/tags" Target="../tags/tag748.xml"/><Relationship Id="rId11" Type="http://schemas.openxmlformats.org/officeDocument/2006/relationships/tags" Target="../tags/tag753.xml"/><Relationship Id="rId5" Type="http://schemas.openxmlformats.org/officeDocument/2006/relationships/tags" Target="../tags/tag747.xml"/><Relationship Id="rId10" Type="http://schemas.openxmlformats.org/officeDocument/2006/relationships/tags" Target="../tags/tag752.xml"/><Relationship Id="rId4" Type="http://schemas.openxmlformats.org/officeDocument/2006/relationships/tags" Target="../tags/tag746.xml"/><Relationship Id="rId9" Type="http://schemas.openxmlformats.org/officeDocument/2006/relationships/tags" Target="../tags/tag751.xml"/><Relationship Id="rId14" Type="http://schemas.openxmlformats.org/officeDocument/2006/relationships/image" Target="../media/image73.png"/></Relationships>
</file>

<file path=ppt/slides/_rels/slide50.xml.rels><?xml version="1.0" encoding="UTF-8" standalone="yes"?>
<Relationships xmlns="http://schemas.openxmlformats.org/package/2006/relationships"><Relationship Id="rId8" Type="http://schemas.openxmlformats.org/officeDocument/2006/relationships/tags" Target="../tags/tag761.xml"/><Relationship Id="rId13" Type="http://schemas.openxmlformats.org/officeDocument/2006/relationships/slideLayout" Target="../slideLayouts/slideLayout3.xml"/><Relationship Id="rId3" Type="http://schemas.openxmlformats.org/officeDocument/2006/relationships/tags" Target="../tags/tag756.xml"/><Relationship Id="rId7" Type="http://schemas.openxmlformats.org/officeDocument/2006/relationships/tags" Target="../tags/tag760.xml"/><Relationship Id="rId12" Type="http://schemas.openxmlformats.org/officeDocument/2006/relationships/tags" Target="../tags/tag765.xml"/><Relationship Id="rId2" Type="http://schemas.openxmlformats.org/officeDocument/2006/relationships/tags" Target="../tags/tag755.xml"/><Relationship Id="rId1" Type="http://schemas.openxmlformats.org/officeDocument/2006/relationships/tags" Target="../tags/tag754.xml"/><Relationship Id="rId6" Type="http://schemas.openxmlformats.org/officeDocument/2006/relationships/tags" Target="../tags/tag759.xml"/><Relationship Id="rId11" Type="http://schemas.openxmlformats.org/officeDocument/2006/relationships/tags" Target="../tags/tag764.xml"/><Relationship Id="rId5" Type="http://schemas.openxmlformats.org/officeDocument/2006/relationships/tags" Target="../tags/tag758.xml"/><Relationship Id="rId10" Type="http://schemas.openxmlformats.org/officeDocument/2006/relationships/tags" Target="../tags/tag763.xml"/><Relationship Id="rId4" Type="http://schemas.openxmlformats.org/officeDocument/2006/relationships/tags" Target="../tags/tag757.xml"/><Relationship Id="rId9" Type="http://schemas.openxmlformats.org/officeDocument/2006/relationships/tags" Target="../tags/tag762.xml"/><Relationship Id="rId14" Type="http://schemas.openxmlformats.org/officeDocument/2006/relationships/image" Target="../media/image15.png"/></Relationships>
</file>

<file path=ppt/slides/_rels/slide51.xml.rels><?xml version="1.0" encoding="UTF-8" standalone="yes"?>
<Relationships xmlns="http://schemas.openxmlformats.org/package/2006/relationships"><Relationship Id="rId8" Type="http://schemas.openxmlformats.org/officeDocument/2006/relationships/tags" Target="../tags/tag773.xml"/><Relationship Id="rId3" Type="http://schemas.openxmlformats.org/officeDocument/2006/relationships/tags" Target="../tags/tag768.xml"/><Relationship Id="rId7" Type="http://schemas.openxmlformats.org/officeDocument/2006/relationships/tags" Target="../tags/tag772.xml"/><Relationship Id="rId12" Type="http://schemas.openxmlformats.org/officeDocument/2006/relationships/slideLayout" Target="../slideLayouts/slideLayout5.xml"/><Relationship Id="rId2" Type="http://schemas.openxmlformats.org/officeDocument/2006/relationships/tags" Target="../tags/tag767.xml"/><Relationship Id="rId1" Type="http://schemas.openxmlformats.org/officeDocument/2006/relationships/tags" Target="../tags/tag766.xml"/><Relationship Id="rId6" Type="http://schemas.openxmlformats.org/officeDocument/2006/relationships/tags" Target="../tags/tag771.xml"/><Relationship Id="rId11" Type="http://schemas.openxmlformats.org/officeDocument/2006/relationships/tags" Target="../tags/tag776.xml"/><Relationship Id="rId5" Type="http://schemas.openxmlformats.org/officeDocument/2006/relationships/tags" Target="../tags/tag770.xml"/><Relationship Id="rId10" Type="http://schemas.openxmlformats.org/officeDocument/2006/relationships/tags" Target="../tags/tag775.xml"/><Relationship Id="rId4" Type="http://schemas.openxmlformats.org/officeDocument/2006/relationships/tags" Target="../tags/tag769.xml"/><Relationship Id="rId9" Type="http://schemas.openxmlformats.org/officeDocument/2006/relationships/tags" Target="../tags/tag774.xml"/></Relationships>
</file>

<file path=ppt/slides/_rels/slide52.xml.rels><?xml version="1.0" encoding="UTF-8" standalone="yes"?>
<Relationships xmlns="http://schemas.openxmlformats.org/package/2006/relationships"><Relationship Id="rId8" Type="http://schemas.openxmlformats.org/officeDocument/2006/relationships/tags" Target="../tags/tag784.xml"/><Relationship Id="rId13" Type="http://schemas.openxmlformats.org/officeDocument/2006/relationships/tags" Target="../tags/tag789.xml"/><Relationship Id="rId18" Type="http://schemas.openxmlformats.org/officeDocument/2006/relationships/slideLayout" Target="../slideLayouts/slideLayout4.xml"/><Relationship Id="rId3" Type="http://schemas.openxmlformats.org/officeDocument/2006/relationships/tags" Target="../tags/tag779.xml"/><Relationship Id="rId7" Type="http://schemas.openxmlformats.org/officeDocument/2006/relationships/tags" Target="../tags/tag783.xml"/><Relationship Id="rId12" Type="http://schemas.openxmlformats.org/officeDocument/2006/relationships/tags" Target="../tags/tag788.xml"/><Relationship Id="rId17" Type="http://schemas.openxmlformats.org/officeDocument/2006/relationships/tags" Target="../tags/tag793.xml"/><Relationship Id="rId2" Type="http://schemas.openxmlformats.org/officeDocument/2006/relationships/tags" Target="../tags/tag778.xml"/><Relationship Id="rId16" Type="http://schemas.openxmlformats.org/officeDocument/2006/relationships/tags" Target="../tags/tag792.xml"/><Relationship Id="rId1" Type="http://schemas.openxmlformats.org/officeDocument/2006/relationships/tags" Target="../tags/tag777.xml"/><Relationship Id="rId6" Type="http://schemas.openxmlformats.org/officeDocument/2006/relationships/tags" Target="../tags/tag782.xml"/><Relationship Id="rId11" Type="http://schemas.openxmlformats.org/officeDocument/2006/relationships/tags" Target="../tags/tag787.xml"/><Relationship Id="rId5" Type="http://schemas.openxmlformats.org/officeDocument/2006/relationships/tags" Target="../tags/tag781.xml"/><Relationship Id="rId15" Type="http://schemas.openxmlformats.org/officeDocument/2006/relationships/tags" Target="../tags/tag791.xml"/><Relationship Id="rId10" Type="http://schemas.openxmlformats.org/officeDocument/2006/relationships/tags" Target="../tags/tag786.xml"/><Relationship Id="rId19" Type="http://schemas.openxmlformats.org/officeDocument/2006/relationships/image" Target="../media/image74.png"/><Relationship Id="rId4" Type="http://schemas.openxmlformats.org/officeDocument/2006/relationships/tags" Target="../tags/tag780.xml"/><Relationship Id="rId9" Type="http://schemas.openxmlformats.org/officeDocument/2006/relationships/tags" Target="../tags/tag785.xml"/><Relationship Id="rId14" Type="http://schemas.openxmlformats.org/officeDocument/2006/relationships/tags" Target="../tags/tag790.xml"/></Relationships>
</file>

<file path=ppt/slides/_rels/slide53.xml.rels><?xml version="1.0" encoding="UTF-8" standalone="yes"?>
<Relationships xmlns="http://schemas.openxmlformats.org/package/2006/relationships"><Relationship Id="rId8" Type="http://schemas.openxmlformats.org/officeDocument/2006/relationships/tags" Target="../tags/tag801.xml"/><Relationship Id="rId13" Type="http://schemas.openxmlformats.org/officeDocument/2006/relationships/tags" Target="../tags/tag806.xml"/><Relationship Id="rId18" Type="http://schemas.openxmlformats.org/officeDocument/2006/relationships/tags" Target="../tags/tag811.xml"/><Relationship Id="rId3" Type="http://schemas.openxmlformats.org/officeDocument/2006/relationships/tags" Target="../tags/tag796.xml"/><Relationship Id="rId21" Type="http://schemas.openxmlformats.org/officeDocument/2006/relationships/tags" Target="../tags/tag814.xml"/><Relationship Id="rId7" Type="http://schemas.openxmlformats.org/officeDocument/2006/relationships/tags" Target="../tags/tag800.xml"/><Relationship Id="rId12" Type="http://schemas.openxmlformats.org/officeDocument/2006/relationships/tags" Target="../tags/tag805.xml"/><Relationship Id="rId17" Type="http://schemas.openxmlformats.org/officeDocument/2006/relationships/tags" Target="../tags/tag810.xml"/><Relationship Id="rId2" Type="http://schemas.openxmlformats.org/officeDocument/2006/relationships/tags" Target="../tags/tag795.xml"/><Relationship Id="rId16" Type="http://schemas.openxmlformats.org/officeDocument/2006/relationships/tags" Target="../tags/tag809.xml"/><Relationship Id="rId20" Type="http://schemas.openxmlformats.org/officeDocument/2006/relationships/tags" Target="../tags/tag813.xml"/><Relationship Id="rId1" Type="http://schemas.openxmlformats.org/officeDocument/2006/relationships/tags" Target="../tags/tag794.xml"/><Relationship Id="rId6" Type="http://schemas.openxmlformats.org/officeDocument/2006/relationships/tags" Target="../tags/tag799.xml"/><Relationship Id="rId11" Type="http://schemas.openxmlformats.org/officeDocument/2006/relationships/tags" Target="../tags/tag804.xml"/><Relationship Id="rId5" Type="http://schemas.openxmlformats.org/officeDocument/2006/relationships/tags" Target="../tags/tag798.xml"/><Relationship Id="rId15" Type="http://schemas.openxmlformats.org/officeDocument/2006/relationships/tags" Target="../tags/tag808.xml"/><Relationship Id="rId23" Type="http://schemas.openxmlformats.org/officeDocument/2006/relationships/image" Target="../media/image75.jpeg"/><Relationship Id="rId10" Type="http://schemas.openxmlformats.org/officeDocument/2006/relationships/tags" Target="../tags/tag803.xml"/><Relationship Id="rId19" Type="http://schemas.openxmlformats.org/officeDocument/2006/relationships/tags" Target="../tags/tag812.xml"/><Relationship Id="rId4" Type="http://schemas.openxmlformats.org/officeDocument/2006/relationships/tags" Target="../tags/tag797.xml"/><Relationship Id="rId9" Type="http://schemas.openxmlformats.org/officeDocument/2006/relationships/tags" Target="../tags/tag802.xml"/><Relationship Id="rId14" Type="http://schemas.openxmlformats.org/officeDocument/2006/relationships/tags" Target="../tags/tag807.xml"/><Relationship Id="rId22"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8" Type="http://schemas.openxmlformats.org/officeDocument/2006/relationships/tags" Target="../tags/tag822.xml"/><Relationship Id="rId13" Type="http://schemas.openxmlformats.org/officeDocument/2006/relationships/tags" Target="../tags/tag827.xml"/><Relationship Id="rId18" Type="http://schemas.openxmlformats.org/officeDocument/2006/relationships/image" Target="../media/image76.png"/><Relationship Id="rId3" Type="http://schemas.openxmlformats.org/officeDocument/2006/relationships/tags" Target="../tags/tag817.xml"/><Relationship Id="rId7" Type="http://schemas.openxmlformats.org/officeDocument/2006/relationships/tags" Target="../tags/tag821.xml"/><Relationship Id="rId12" Type="http://schemas.openxmlformats.org/officeDocument/2006/relationships/tags" Target="../tags/tag826.xml"/><Relationship Id="rId17" Type="http://schemas.openxmlformats.org/officeDocument/2006/relationships/slideLayout" Target="../slideLayouts/slideLayout2.xml"/><Relationship Id="rId2" Type="http://schemas.openxmlformats.org/officeDocument/2006/relationships/tags" Target="../tags/tag816.xml"/><Relationship Id="rId16" Type="http://schemas.openxmlformats.org/officeDocument/2006/relationships/tags" Target="../tags/tag830.xml"/><Relationship Id="rId1" Type="http://schemas.openxmlformats.org/officeDocument/2006/relationships/tags" Target="../tags/tag815.xml"/><Relationship Id="rId6" Type="http://schemas.openxmlformats.org/officeDocument/2006/relationships/tags" Target="../tags/tag820.xml"/><Relationship Id="rId11" Type="http://schemas.openxmlformats.org/officeDocument/2006/relationships/tags" Target="../tags/tag825.xml"/><Relationship Id="rId5" Type="http://schemas.openxmlformats.org/officeDocument/2006/relationships/tags" Target="../tags/tag819.xml"/><Relationship Id="rId15" Type="http://schemas.openxmlformats.org/officeDocument/2006/relationships/tags" Target="../tags/tag829.xml"/><Relationship Id="rId10" Type="http://schemas.openxmlformats.org/officeDocument/2006/relationships/tags" Target="../tags/tag824.xml"/><Relationship Id="rId4" Type="http://schemas.openxmlformats.org/officeDocument/2006/relationships/tags" Target="../tags/tag818.xml"/><Relationship Id="rId9" Type="http://schemas.openxmlformats.org/officeDocument/2006/relationships/tags" Target="../tags/tag823.xml"/><Relationship Id="rId14" Type="http://schemas.openxmlformats.org/officeDocument/2006/relationships/tags" Target="../tags/tag828.xml"/></Relationships>
</file>

<file path=ppt/slides/_rels/slide55.xml.rels><?xml version="1.0" encoding="UTF-8" standalone="yes"?>
<Relationships xmlns="http://schemas.openxmlformats.org/package/2006/relationships"><Relationship Id="rId8" Type="http://schemas.openxmlformats.org/officeDocument/2006/relationships/tags" Target="../tags/tag838.xml"/><Relationship Id="rId13" Type="http://schemas.openxmlformats.org/officeDocument/2006/relationships/image" Target="../media/image77.png"/><Relationship Id="rId3" Type="http://schemas.openxmlformats.org/officeDocument/2006/relationships/tags" Target="../tags/tag833.xml"/><Relationship Id="rId7" Type="http://schemas.openxmlformats.org/officeDocument/2006/relationships/tags" Target="../tags/tag837.xml"/><Relationship Id="rId12" Type="http://schemas.openxmlformats.org/officeDocument/2006/relationships/image" Target="../media/image15.png"/><Relationship Id="rId2" Type="http://schemas.openxmlformats.org/officeDocument/2006/relationships/tags" Target="../tags/tag832.xml"/><Relationship Id="rId1" Type="http://schemas.openxmlformats.org/officeDocument/2006/relationships/tags" Target="../tags/tag831.xml"/><Relationship Id="rId6" Type="http://schemas.openxmlformats.org/officeDocument/2006/relationships/tags" Target="../tags/tag836.xml"/><Relationship Id="rId11" Type="http://schemas.openxmlformats.org/officeDocument/2006/relationships/slideLayout" Target="../slideLayouts/slideLayout3.xml"/><Relationship Id="rId5" Type="http://schemas.openxmlformats.org/officeDocument/2006/relationships/tags" Target="../tags/tag835.xml"/><Relationship Id="rId10" Type="http://schemas.openxmlformats.org/officeDocument/2006/relationships/tags" Target="../tags/tag840.xml"/><Relationship Id="rId4" Type="http://schemas.openxmlformats.org/officeDocument/2006/relationships/tags" Target="../tags/tag834.xml"/><Relationship Id="rId9" Type="http://schemas.openxmlformats.org/officeDocument/2006/relationships/tags" Target="../tags/tag839.xml"/></Relationships>
</file>

<file path=ppt/slides/_rels/slide56.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843.xml"/><Relationship Id="rId7" Type="http://schemas.openxmlformats.org/officeDocument/2006/relationships/tags" Target="../tags/tag847.xml"/><Relationship Id="rId2" Type="http://schemas.openxmlformats.org/officeDocument/2006/relationships/tags" Target="../tags/tag842.xml"/><Relationship Id="rId1" Type="http://schemas.openxmlformats.org/officeDocument/2006/relationships/tags" Target="../tags/tag841.xml"/><Relationship Id="rId6" Type="http://schemas.openxmlformats.org/officeDocument/2006/relationships/tags" Target="../tags/tag846.xml"/><Relationship Id="rId5" Type="http://schemas.openxmlformats.org/officeDocument/2006/relationships/tags" Target="../tags/tag845.xml"/><Relationship Id="rId4" Type="http://schemas.openxmlformats.org/officeDocument/2006/relationships/tags" Target="../tags/tag844.xml"/><Relationship Id="rId9" Type="http://schemas.openxmlformats.org/officeDocument/2006/relationships/image" Target="../media/image78.png"/></Relationships>
</file>

<file path=ppt/slides/_rels/slide57.xml.rels><?xml version="1.0" encoding="UTF-8" standalone="yes"?>
<Relationships xmlns="http://schemas.openxmlformats.org/package/2006/relationships"><Relationship Id="rId8" Type="http://schemas.openxmlformats.org/officeDocument/2006/relationships/tags" Target="../tags/tag855.xml"/><Relationship Id="rId3" Type="http://schemas.openxmlformats.org/officeDocument/2006/relationships/tags" Target="../tags/tag850.xml"/><Relationship Id="rId7" Type="http://schemas.openxmlformats.org/officeDocument/2006/relationships/tags" Target="../tags/tag854.xml"/><Relationship Id="rId2" Type="http://schemas.openxmlformats.org/officeDocument/2006/relationships/tags" Target="../tags/tag849.xml"/><Relationship Id="rId1" Type="http://schemas.openxmlformats.org/officeDocument/2006/relationships/tags" Target="../tags/tag848.xml"/><Relationship Id="rId6" Type="http://schemas.openxmlformats.org/officeDocument/2006/relationships/tags" Target="../tags/tag853.xml"/><Relationship Id="rId5" Type="http://schemas.openxmlformats.org/officeDocument/2006/relationships/tags" Target="../tags/tag852.xml"/><Relationship Id="rId4" Type="http://schemas.openxmlformats.org/officeDocument/2006/relationships/tags" Target="../tags/tag851.xml"/><Relationship Id="rId9"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76000"/>
          </a:schemeClr>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705BD73E-C191-5CBC-343B-ADBC8942AE04}"/>
              </a:ext>
            </a:extLst>
          </p:cNvPr>
          <p:cNvGrpSpPr/>
          <p:nvPr>
            <p:custDataLst>
              <p:tags r:id="rId1"/>
            </p:custDataLst>
          </p:nvPr>
        </p:nvGrpSpPr>
        <p:grpSpPr>
          <a:xfrm>
            <a:off x="273528" y="1098105"/>
            <a:ext cx="8687583" cy="3836546"/>
            <a:chOff x="273528" y="1008051"/>
            <a:chExt cx="8687583" cy="3836546"/>
          </a:xfrm>
        </p:grpSpPr>
        <p:pic>
          <p:nvPicPr>
            <p:cNvPr id="4" name="图片 3">
              <a:extLst>
                <a:ext uri="{FF2B5EF4-FFF2-40B4-BE49-F238E27FC236}">
                  <a16:creationId xmlns:a16="http://schemas.microsoft.com/office/drawing/2014/main" id="{6BDBCBF8-E57A-C4D5-24D5-23C793E23CAD}"/>
                </a:ext>
              </a:extLst>
            </p:cNvPr>
            <p:cNvPicPr>
              <a:picLocks noChangeAspect="1"/>
            </p:cNvPicPr>
            <p:nvPr>
              <p:custDataLst>
                <p:tags r:id="rId8"/>
              </p:custDataLst>
            </p:nvPr>
          </p:nvPicPr>
          <p:blipFill>
            <a:blip r:embed="rId13">
              <a:extLst>
                <a:ext uri="{BEBA8EAE-BF5A-486C-A8C5-ECC9F3942E4B}">
                  <a14:imgProps xmlns:a14="http://schemas.microsoft.com/office/drawing/2010/main">
                    <a14:imgLayer r:embed="rId14">
                      <a14:imgEffect>
                        <a14:sharpenSoften amount="25000"/>
                      </a14:imgEffect>
                      <a14:imgEffect>
                        <a14:brightnessContrast bright="20000" contrast="-40000"/>
                      </a14:imgEffect>
                    </a14:imgLayer>
                  </a14:imgProps>
                </a:ext>
              </a:extLst>
            </a:blip>
            <a:stretch>
              <a:fillRect/>
            </a:stretch>
          </p:blipFill>
          <p:spPr>
            <a:xfrm>
              <a:off x="5448866" y="1570762"/>
              <a:ext cx="3512245" cy="1536276"/>
            </a:xfrm>
            <a:prstGeom prst="rect">
              <a:avLst/>
            </a:prstGeom>
            <a:effectLst>
              <a:softEdge rad="63500"/>
            </a:effectLst>
          </p:spPr>
        </p:pic>
        <p:pic>
          <p:nvPicPr>
            <p:cNvPr id="7" name="图片 6">
              <a:extLst>
                <a:ext uri="{FF2B5EF4-FFF2-40B4-BE49-F238E27FC236}">
                  <a16:creationId xmlns:a16="http://schemas.microsoft.com/office/drawing/2014/main" id="{3F1CD7EA-07E2-1DC2-6E5E-3AA6BED8B543}"/>
                </a:ext>
              </a:extLst>
            </p:cNvPr>
            <p:cNvPicPr>
              <a:picLocks noChangeAspect="1"/>
            </p:cNvPicPr>
            <p:nvPr>
              <p:custDataLst>
                <p:tags r:id="rId9"/>
              </p:custDataLst>
            </p:nvPr>
          </p:nvPicPr>
          <p:blipFill>
            <a:blip r:embed="rId15">
              <a:extLst>
                <a:ext uri="{BEBA8EAE-BF5A-486C-A8C5-ECC9F3942E4B}">
                  <a14:imgProps xmlns:a14="http://schemas.microsoft.com/office/drawing/2010/main">
                    <a14:imgLayer r:embed="rId16">
                      <a14:imgEffect>
                        <a14:sharpenSoften amount="25000"/>
                      </a14:imgEffect>
                      <a14:imgEffect>
                        <a14:brightnessContrast bright="20000" contrast="-40000"/>
                      </a14:imgEffect>
                    </a14:imgLayer>
                  </a14:imgProps>
                </a:ext>
              </a:extLst>
            </a:blip>
            <a:stretch>
              <a:fillRect/>
            </a:stretch>
          </p:blipFill>
          <p:spPr>
            <a:xfrm flipH="1">
              <a:off x="3899986" y="3107038"/>
              <a:ext cx="3778901" cy="1737559"/>
            </a:xfrm>
            <a:prstGeom prst="rect">
              <a:avLst/>
            </a:prstGeom>
            <a:effectLst>
              <a:softEdge rad="127000"/>
            </a:effectLst>
          </p:spPr>
        </p:pic>
        <p:pic>
          <p:nvPicPr>
            <p:cNvPr id="9" name="图片 8">
              <a:extLst>
                <a:ext uri="{FF2B5EF4-FFF2-40B4-BE49-F238E27FC236}">
                  <a16:creationId xmlns:a16="http://schemas.microsoft.com/office/drawing/2014/main" id="{0D78CDF4-FC5F-D8B8-AD9E-79BA2890EA7F}"/>
                </a:ext>
              </a:extLst>
            </p:cNvPr>
            <p:cNvPicPr>
              <a:picLocks noChangeAspect="1"/>
            </p:cNvPicPr>
            <p:nvPr>
              <p:custDataLst>
                <p:tags r:id="rId10"/>
              </p:custDataLst>
            </p:nvPr>
          </p:nvPicPr>
          <p:blipFill>
            <a:blip r:embed="rId17"/>
            <a:stretch>
              <a:fillRect/>
            </a:stretch>
          </p:blipFill>
          <p:spPr>
            <a:xfrm>
              <a:off x="273528" y="2404534"/>
              <a:ext cx="3626458" cy="2313073"/>
            </a:xfrm>
            <a:prstGeom prst="rect">
              <a:avLst/>
            </a:prstGeom>
            <a:effectLst>
              <a:softEdge rad="63500"/>
            </a:effectLst>
          </p:spPr>
        </p:pic>
        <p:pic>
          <p:nvPicPr>
            <p:cNvPr id="10" name="图片 9">
              <a:extLst>
                <a:ext uri="{FF2B5EF4-FFF2-40B4-BE49-F238E27FC236}">
                  <a16:creationId xmlns:a16="http://schemas.microsoft.com/office/drawing/2014/main" id="{2EC6F335-05A4-A4A3-435E-1A6FF75ED8B6}"/>
                </a:ext>
              </a:extLst>
            </p:cNvPr>
            <p:cNvPicPr>
              <a:picLocks noChangeAspect="1"/>
            </p:cNvPicPr>
            <p:nvPr>
              <p:custDataLst>
                <p:tags r:id="rId11"/>
              </p:custDataLst>
            </p:nvPr>
          </p:nvPicPr>
          <p:blipFill>
            <a:blip r:embed="rId18">
              <a:extLst>
                <a:ext uri="{BEBA8EAE-BF5A-486C-A8C5-ECC9F3942E4B}">
                  <a14:imgProps xmlns:a14="http://schemas.microsoft.com/office/drawing/2010/main">
                    <a14:imgLayer r:embed="rId19">
                      <a14:imgEffect>
                        <a14:brightnessContrast bright="20000" contrast="-40000"/>
                      </a14:imgEffect>
                    </a14:imgLayer>
                  </a14:imgProps>
                </a:ext>
              </a:extLst>
            </a:blip>
            <a:stretch>
              <a:fillRect/>
            </a:stretch>
          </p:blipFill>
          <p:spPr>
            <a:xfrm>
              <a:off x="3021477" y="1008051"/>
              <a:ext cx="2485243" cy="1611525"/>
            </a:xfrm>
            <a:prstGeom prst="ellipse">
              <a:avLst/>
            </a:prstGeom>
            <a:effectLst>
              <a:softEdge rad="63500"/>
            </a:effectLst>
          </p:spPr>
        </p:pic>
      </p:grpSp>
      <p:cxnSp>
        <p:nvCxnSpPr>
          <p:cNvPr id="29" name="直接连接符 28">
            <a:extLst>
              <a:ext uri="{FF2B5EF4-FFF2-40B4-BE49-F238E27FC236}">
                <a16:creationId xmlns:a16="http://schemas.microsoft.com/office/drawing/2014/main" id="{F34F8821-E54B-1FCA-E664-3A07C1AE533A}"/>
              </a:ext>
            </a:extLst>
          </p:cNvPr>
          <p:cNvCxnSpPr/>
          <p:nvPr>
            <p:custDataLst>
              <p:tags r:id="rId2"/>
            </p:custDataLst>
          </p:nvPr>
        </p:nvCxnSpPr>
        <p:spPr>
          <a:xfrm>
            <a:off x="3433109" y="601980"/>
            <a:ext cx="215650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EA7F7F05-2234-E04F-FD71-083957F62ABE}"/>
              </a:ext>
            </a:extLst>
          </p:cNvPr>
          <p:cNvSpPr txBox="1"/>
          <p:nvPr>
            <p:custDataLst>
              <p:tags r:id="rId3"/>
            </p:custDataLst>
          </p:nvPr>
        </p:nvSpPr>
        <p:spPr>
          <a:xfrm>
            <a:off x="66309" y="110234"/>
            <a:ext cx="2705415" cy="338554"/>
          </a:xfrm>
          <a:prstGeom prst="rect">
            <a:avLst/>
          </a:prstGeom>
          <a:noFill/>
        </p:spPr>
        <p:txBody>
          <a:bodyPr wrap="square" rtlCol="0">
            <a:spAutoFit/>
          </a:bodyPr>
          <a:lstStyle/>
          <a:p>
            <a:pPr marL="0" marR="0" lvl="0" indent="0" algn="l" defTabSz="685156" rtl="0" eaLnBrk="1" fontAlgn="auto" latinLnBrk="0" hangingPunct="1">
              <a:lnSpc>
                <a:spcPct val="100000"/>
              </a:lnSpc>
              <a:spcBef>
                <a:spcPct val="0"/>
              </a:spcBef>
              <a:spcAft>
                <a:spcPct val="0"/>
              </a:spcAft>
              <a:buClrTx/>
              <a:buSzTx/>
              <a:buFontTx/>
              <a:buNone/>
              <a:defRPr/>
            </a:pP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八年级物理下册</a:t>
            </a:r>
            <a:r>
              <a:rPr kumimoji="0" lang="en-US" altLang="zh-CN"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a:t>
            </a:r>
            <a:r>
              <a:rPr kumimoji="0" lang="zh-CN" altLang="en-US" sz="16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苏科版</a:t>
            </a:r>
          </a:p>
        </p:txBody>
      </p:sp>
      <p:sp>
        <p:nvSpPr>
          <p:cNvPr id="15" name="矩形 14">
            <a:extLst>
              <a:ext uri="{FF2B5EF4-FFF2-40B4-BE49-F238E27FC236}">
                <a16:creationId xmlns:a16="http://schemas.microsoft.com/office/drawing/2014/main" id="{DD0F1227-D8AE-EC1E-BD99-5DC5848855C2}"/>
              </a:ext>
            </a:extLst>
          </p:cNvPr>
          <p:cNvSpPr/>
          <p:nvPr>
            <p:custDataLst>
              <p:tags r:id="rId4"/>
            </p:custDataLst>
          </p:nvPr>
        </p:nvSpPr>
        <p:spPr>
          <a:xfrm>
            <a:off x="0" y="845820"/>
            <a:ext cx="9144000" cy="4254179"/>
          </a:xfrm>
          <a:prstGeom prst="rect">
            <a:avLst/>
          </a:prstGeom>
          <a:gradFill flip="none" rotWithShape="1">
            <a:gsLst>
              <a:gs pos="3000">
                <a:srgbClr val="1973BF">
                  <a:alpha val="0"/>
                </a:srgbClr>
              </a:gs>
              <a:gs pos="41000">
                <a:schemeClr val="accent1">
                  <a:lumMod val="45000"/>
                  <a:lumOff val="55000"/>
                  <a:alpha val="50000"/>
                </a:schemeClr>
              </a:gs>
              <a:gs pos="98000">
                <a:srgbClr val="0070C0"/>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6" name="文本框 15">
            <a:extLst>
              <a:ext uri="{FF2B5EF4-FFF2-40B4-BE49-F238E27FC236}">
                <a16:creationId xmlns:a16="http://schemas.microsoft.com/office/drawing/2014/main" id="{DCB778F3-B8D5-136F-020A-178767A3717A}"/>
              </a:ext>
            </a:extLst>
          </p:cNvPr>
          <p:cNvSpPr txBox="1"/>
          <p:nvPr>
            <p:custDataLst>
              <p:tags r:id="rId5"/>
            </p:custDataLst>
          </p:nvPr>
        </p:nvSpPr>
        <p:spPr>
          <a:xfrm>
            <a:off x="858437" y="1673711"/>
            <a:ext cx="7655645" cy="1800621"/>
          </a:xfrm>
          <a:prstGeom prst="rect">
            <a:avLst/>
          </a:prstGeom>
          <a:noFill/>
        </p:spPr>
        <p:txBody>
          <a:bodyPr wrap="square" rtlCol="0">
            <a:spAutoFit/>
            <a:scene3d>
              <a:camera prst="orthographicFront"/>
              <a:lightRig rig="threePt" dir="t"/>
            </a:scene3d>
            <a:sp3d contourW="12700"/>
          </a:bodyPr>
          <a:lstStyle/>
          <a:p>
            <a:pPr marL="0" marR="0" lvl="0" indent="0" algn="ctr" defTabSz="685160" rtl="0" eaLnBrk="1" fontAlgn="auto" latinLnBrk="0" hangingPunct="1">
              <a:lnSpc>
                <a:spcPts val="3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宇宙中的天体，地球上的空气、水以及动物和人，</a:t>
            </a:r>
          </a:p>
          <a:p>
            <a:pPr marL="0" marR="0" lvl="0" indent="0" algn="ctr" defTabSz="685160" rtl="0" eaLnBrk="1" fontAlgn="auto" latinLnBrk="0" hangingPunct="1">
              <a:lnSpc>
                <a:spcPts val="3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乃至物质内部的微粒，</a:t>
            </a:r>
          </a:p>
          <a:p>
            <a:pPr marL="0" marR="0" lvl="0" indent="0" algn="ctr" defTabSz="685160" rtl="0" eaLnBrk="1" fontAlgn="auto" latinLnBrk="0" hangingPunct="1">
              <a:lnSpc>
                <a:spcPts val="3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它们的运动变化都离不开物体间的相互作用</a:t>
            </a: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力</a:t>
            </a: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a:p>
            <a:pPr marL="0" marR="0" lvl="0" indent="0" algn="ctr" defTabSz="685160" rtl="0" eaLnBrk="1" fontAlgn="auto" latinLnBrk="0" hangingPunct="1">
              <a:lnSpc>
                <a:spcPts val="3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可以说，力无所不在</a:t>
            </a:r>
            <a:r>
              <a:rPr kumimoji="0" lang="en-US" altLang="zh-CN" sz="24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a:t>
            </a:r>
          </a:p>
        </p:txBody>
      </p:sp>
      <p:sp>
        <p:nvSpPr>
          <p:cNvPr id="17" name="文本框 16">
            <a:extLst>
              <a:ext uri="{FF2B5EF4-FFF2-40B4-BE49-F238E27FC236}">
                <a16:creationId xmlns:a16="http://schemas.microsoft.com/office/drawing/2014/main" id="{FF3657A4-C7EF-0DCF-056D-3EBC54BDB6D5}"/>
              </a:ext>
            </a:extLst>
          </p:cNvPr>
          <p:cNvSpPr txBox="1"/>
          <p:nvPr>
            <p:custDataLst>
              <p:tags r:id="rId6"/>
            </p:custDataLst>
          </p:nvPr>
        </p:nvSpPr>
        <p:spPr>
          <a:xfrm>
            <a:off x="1936778" y="978466"/>
            <a:ext cx="5488196" cy="579646"/>
          </a:xfrm>
          <a:prstGeom prst="rect">
            <a:avLst/>
          </a:prstGeom>
          <a:noFill/>
        </p:spPr>
        <p:txBody>
          <a:bodyPr wrap="square">
            <a:spAutoFit/>
          </a:bodyPr>
          <a:lstStyle/>
          <a:p>
            <a:pPr marL="0" marR="0" lvl="0" indent="0" algn="ctr" defTabSz="685160" rtl="0" eaLnBrk="1" fontAlgn="auto" latinLnBrk="0" hangingPunct="1">
              <a:lnSpc>
                <a:spcPts val="3800"/>
              </a:lnSpc>
              <a:spcBef>
                <a:spcPct val="0"/>
              </a:spcBef>
              <a:spcAft>
                <a:spcPct val="0"/>
              </a:spcAft>
              <a:buClrTx/>
              <a:buSzTx/>
              <a:buFontTx/>
              <a:buNone/>
              <a:defRPr/>
            </a:pPr>
            <a:r>
              <a:rPr kumimoji="0" lang="zh-CN" altLang="en-US" sz="3600" b="1" i="0" u="none" strike="noStrike" kern="1200" cap="none" spc="0" normalizeH="0" baseline="0" noProof="0">
                <a:ln>
                  <a:noFill/>
                </a:ln>
                <a:solidFill>
                  <a:srgbClr val="FFC000">
                    <a:lumMod val="60000"/>
                    <a:lumOff val="40000"/>
                  </a:srgbClr>
                </a:solidFill>
                <a:effectLst/>
                <a:uLnTx/>
                <a:uFillTx/>
                <a:latin typeface="华文彩云" panose="02010800040101010101" pitchFamily="2" charset="-122"/>
                <a:ea typeface="华文彩云" panose="02010800040101010101" pitchFamily="2" charset="-122"/>
                <a:cs typeface="+mn-cs"/>
              </a:rPr>
              <a:t>联系宇宙万物的纽带</a:t>
            </a:r>
          </a:p>
        </p:txBody>
      </p:sp>
      <p:sp>
        <p:nvSpPr>
          <p:cNvPr id="3" name="文本框 2">
            <a:extLst>
              <a:ext uri="{FF2B5EF4-FFF2-40B4-BE49-F238E27FC236}">
                <a16:creationId xmlns:a16="http://schemas.microsoft.com/office/drawing/2014/main" id="{649DEC96-5395-2358-199F-87E7CCF5B5C4}"/>
              </a:ext>
            </a:extLst>
          </p:cNvPr>
          <p:cNvSpPr txBox="1"/>
          <p:nvPr>
            <p:custDataLst>
              <p:tags r:id="rId7"/>
            </p:custDataLst>
          </p:nvPr>
        </p:nvSpPr>
        <p:spPr>
          <a:xfrm>
            <a:off x="3261573" y="0"/>
            <a:ext cx="3693210" cy="511807"/>
          </a:xfrm>
          <a:prstGeom prst="rect">
            <a:avLst/>
          </a:prstGeom>
          <a:noFill/>
        </p:spPr>
        <p:txBody>
          <a:bodyPr wrap="square">
            <a:spAutoFit/>
          </a:bodyPr>
          <a:lstStyle/>
          <a:p>
            <a:pPr lvl="0">
              <a:lnSpc>
                <a:spcPts val="3600"/>
              </a:lnSpc>
              <a:defRPr/>
            </a:pPr>
            <a:r>
              <a:rPr kumimoji="0" lang="zh-CN" altLang="en-US" sz="24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第八章  力</a:t>
            </a:r>
            <a:r>
              <a:rPr lang="en-US" altLang="zh-CN" sz="2400" b="1">
                <a:solidFill>
                  <a:schemeClr val="bg1"/>
                </a:solidFill>
                <a:latin typeface="微软雅黑" panose="020B0503020204020204" pitchFamily="34" charset="-122"/>
                <a:ea typeface="微软雅黑" panose="020B0503020204020204" pitchFamily="34" charset="-122"/>
              </a:rPr>
              <a:t>—</a:t>
            </a:r>
            <a:r>
              <a:rPr lang="zh-CN" altLang="en-US" sz="2400" b="1">
                <a:solidFill>
                  <a:schemeClr val="bg1"/>
                </a:solidFill>
                <a:latin typeface="微软雅黑" panose="020B0503020204020204" pitchFamily="34" charset="-122"/>
                <a:ea typeface="微软雅黑" panose="020B0503020204020204" pitchFamily="34" charset="-122"/>
              </a:rPr>
              <a:t>单元复习</a:t>
            </a:r>
            <a:endParaRPr kumimoji="0" lang="zh-CN" altLang="en-US" sz="24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6692767-9302-C1EC-AB76-5704B8EB251C}"/>
              </a:ext>
            </a:extLst>
          </p:cNvPr>
          <p:cNvPicPr>
            <a:picLocks noChangeAspect="1"/>
          </p:cNvPicPr>
          <p:nvPr/>
        </p:nvPicPr>
        <p:blipFill>
          <a:blip r:embed="rId20"/>
          <a:stretch>
            <a:fillRect/>
          </a:stretch>
        </p:blipFill>
        <p:spPr>
          <a:xfrm>
            <a:off x="7984671" y="45790"/>
            <a:ext cx="1093020" cy="454619"/>
          </a:xfrm>
          <a:prstGeom prst="rect">
            <a:avLst/>
          </a:prstGeom>
        </p:spPr>
      </p:pic>
    </p:spTree>
    <p:extLst>
      <p:ext uri="{BB962C8B-B14F-4D97-AF65-F5344CB8AC3E}">
        <p14:creationId xmlns:p14="http://schemas.microsoft.com/office/powerpoint/2010/main" val="371346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37"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1000"/>
                                        <p:tgtEl>
                                          <p:spTgt spid="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ssolve">
                                      <p:cBhvr>
                                        <p:cTn id="10" dur="750"/>
                                        <p:tgtEl>
                                          <p:spTgt spid="14"/>
                                        </p:tgtEl>
                                      </p:cBhvr>
                                    </p:animEffect>
                                  </p:childTnLst>
                                </p:cTn>
                              </p:par>
                            </p:childTnLst>
                          </p:cTn>
                        </p:par>
                        <p:par>
                          <p:cTn id="11" fill="hold" nodeType="afterGroup">
                            <p:stCondLst>
                              <p:cond delay="1000"/>
                            </p:stCondLst>
                            <p:childTnLst>
                              <p:par>
                                <p:cTn id="12" presetID="9"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dissolve">
                                      <p:cBhvr>
                                        <p:cTn id="14" dur="750"/>
                                        <p:tgtEl>
                                          <p:spTgt spid="15"/>
                                        </p:tgtEl>
                                      </p:cBhvr>
                                    </p:animEffect>
                                  </p:childTnLst>
                                </p:cTn>
                              </p:par>
                            </p:childTnLst>
                          </p:cTn>
                        </p:par>
                        <p:par>
                          <p:cTn id="15" fill="hold" nodeType="afterGroup">
                            <p:stCondLst>
                              <p:cond delay="1750"/>
                            </p:stCondLst>
                            <p:childTnLst>
                              <p:par>
                                <p:cTn id="16" presetID="53" presetClass="entr" presetSubtype="0" fill="hold" nodeType="afterEffect">
                                  <p:stCondLst>
                                    <p:cond delay="0"/>
                                  </p:stCondLst>
                                  <p:childTnLst>
                                    <p:set>
                                      <p:cBhvr>
                                        <p:cTn id="17" dur="1" fill="hold">
                                          <p:stCondLst>
                                            <p:cond delay="0"/>
                                          </p:stCondLst>
                                        </p:cTn>
                                        <p:tgtEl>
                                          <p:spTgt spid="16">
                                            <p:txEl>
                                              <p:pRg st="0" end="0"/>
                                            </p:txEl>
                                          </p:spTgt>
                                        </p:tgtEl>
                                        <p:attrNameLst>
                                          <p:attrName>style.visibility</p:attrName>
                                        </p:attrNameLst>
                                      </p:cBhvr>
                                      <p:to>
                                        <p:strVal val="visible"/>
                                      </p:to>
                                    </p:set>
                                    <p:anim calcmode="lin" valueType="num">
                                      <p:cBhvr>
                                        <p:cTn id="18" dur="500" fill="hold"/>
                                        <p:tgtEl>
                                          <p:spTgt spid="16">
                                            <p:txEl>
                                              <p:pRg st="0" end="0"/>
                                            </p:txEl>
                                          </p:spTgt>
                                        </p:tgtEl>
                                        <p:attrNameLst>
                                          <p:attrName>ppt_w</p:attrName>
                                        </p:attrNameLst>
                                      </p:cBhvr>
                                      <p:tavLst>
                                        <p:tav tm="0">
                                          <p:val>
                                            <p:fltVal val="0"/>
                                          </p:val>
                                        </p:tav>
                                        <p:tav tm="100000">
                                          <p:val>
                                            <p:strVal val="#ppt_w"/>
                                          </p:val>
                                        </p:tav>
                                      </p:tavLst>
                                    </p:anim>
                                    <p:anim calcmode="lin" valueType="num">
                                      <p:cBhvr>
                                        <p:cTn id="19" dur="500" fill="hold"/>
                                        <p:tgtEl>
                                          <p:spTgt spid="16">
                                            <p:txEl>
                                              <p:pRg st="0" end="0"/>
                                            </p:txEl>
                                          </p:spTgt>
                                        </p:tgtEl>
                                        <p:attrNameLst>
                                          <p:attrName>ppt_h</p:attrName>
                                        </p:attrNameLst>
                                      </p:cBhvr>
                                      <p:tavLst>
                                        <p:tav tm="0">
                                          <p:val>
                                            <p:fltVal val="0"/>
                                          </p:val>
                                        </p:tav>
                                        <p:tav tm="100000">
                                          <p:val>
                                            <p:strVal val="#ppt_h"/>
                                          </p:val>
                                        </p:tav>
                                      </p:tavLst>
                                    </p:anim>
                                    <p:animEffect transition="in" filter="fade">
                                      <p:cBhvr>
                                        <p:cTn id="20" dur="500"/>
                                        <p:tgtEl>
                                          <p:spTgt spid="16">
                                            <p:txEl>
                                              <p:pRg st="0" end="0"/>
                                            </p:txEl>
                                          </p:spTgt>
                                        </p:tgtEl>
                                      </p:cBhvr>
                                    </p:animEffect>
                                  </p:childTnLst>
                                </p:cTn>
                              </p:par>
                            </p:childTnLst>
                          </p:cTn>
                        </p:par>
                        <p:par>
                          <p:cTn id="21" fill="hold" nodeType="afterGroup">
                            <p:stCondLst>
                              <p:cond delay="2250"/>
                            </p:stCondLst>
                            <p:childTnLst>
                              <p:par>
                                <p:cTn id="22" presetID="53" presetClass="entr" presetSubtype="0" fill="hold" nodeType="afterEffect">
                                  <p:stCondLst>
                                    <p:cond delay="0"/>
                                  </p:stCondLst>
                                  <p:childTnLst>
                                    <p:set>
                                      <p:cBhvr>
                                        <p:cTn id="23" dur="1" fill="hold">
                                          <p:stCondLst>
                                            <p:cond delay="0"/>
                                          </p:stCondLst>
                                        </p:cTn>
                                        <p:tgtEl>
                                          <p:spTgt spid="16">
                                            <p:txEl>
                                              <p:pRg st="1" end="1"/>
                                            </p:txEl>
                                          </p:spTgt>
                                        </p:tgtEl>
                                        <p:attrNameLst>
                                          <p:attrName>style.visibility</p:attrName>
                                        </p:attrNameLst>
                                      </p:cBhvr>
                                      <p:to>
                                        <p:strVal val="visible"/>
                                      </p:to>
                                    </p:set>
                                    <p:anim calcmode="lin" valueType="num">
                                      <p:cBhvr>
                                        <p:cTn id="24" dur="500" fill="hold"/>
                                        <p:tgtEl>
                                          <p:spTgt spid="16">
                                            <p:txEl>
                                              <p:pRg st="1" end="1"/>
                                            </p:txEl>
                                          </p:spTgt>
                                        </p:tgtEl>
                                        <p:attrNameLst>
                                          <p:attrName>ppt_w</p:attrName>
                                        </p:attrNameLst>
                                      </p:cBhvr>
                                      <p:tavLst>
                                        <p:tav tm="0">
                                          <p:val>
                                            <p:fltVal val="0"/>
                                          </p:val>
                                        </p:tav>
                                        <p:tav tm="100000">
                                          <p:val>
                                            <p:strVal val="#ppt_w"/>
                                          </p:val>
                                        </p:tav>
                                      </p:tavLst>
                                    </p:anim>
                                    <p:anim calcmode="lin" valueType="num">
                                      <p:cBhvr>
                                        <p:cTn id="25" dur="500" fill="hold"/>
                                        <p:tgtEl>
                                          <p:spTgt spid="16">
                                            <p:txEl>
                                              <p:pRg st="1" end="1"/>
                                            </p:txEl>
                                          </p:spTgt>
                                        </p:tgtEl>
                                        <p:attrNameLst>
                                          <p:attrName>ppt_h</p:attrName>
                                        </p:attrNameLst>
                                      </p:cBhvr>
                                      <p:tavLst>
                                        <p:tav tm="0">
                                          <p:val>
                                            <p:fltVal val="0"/>
                                          </p:val>
                                        </p:tav>
                                        <p:tav tm="100000">
                                          <p:val>
                                            <p:strVal val="#ppt_h"/>
                                          </p:val>
                                        </p:tav>
                                      </p:tavLst>
                                    </p:anim>
                                    <p:animEffect transition="in" filter="fade">
                                      <p:cBhvr>
                                        <p:cTn id="26" dur="500"/>
                                        <p:tgtEl>
                                          <p:spTgt spid="16">
                                            <p:txEl>
                                              <p:pRg st="1" end="1"/>
                                            </p:txEl>
                                          </p:spTgt>
                                        </p:tgtEl>
                                      </p:cBhvr>
                                    </p:animEffect>
                                  </p:childTnLst>
                                </p:cTn>
                              </p:par>
                            </p:childTnLst>
                          </p:cTn>
                        </p:par>
                        <p:par>
                          <p:cTn id="27" fill="hold" nodeType="afterGroup">
                            <p:stCondLst>
                              <p:cond delay="2750"/>
                            </p:stCondLst>
                            <p:childTnLst>
                              <p:par>
                                <p:cTn id="28" presetID="53" presetClass="entr" presetSubtype="0" fill="hold" nodeType="afterEffect">
                                  <p:stCondLst>
                                    <p:cond delay="0"/>
                                  </p:stCondLst>
                                  <p:childTnLst>
                                    <p:set>
                                      <p:cBhvr>
                                        <p:cTn id="29" dur="1" fill="hold">
                                          <p:stCondLst>
                                            <p:cond delay="0"/>
                                          </p:stCondLst>
                                        </p:cTn>
                                        <p:tgtEl>
                                          <p:spTgt spid="16">
                                            <p:txEl>
                                              <p:pRg st="2" end="2"/>
                                            </p:txEl>
                                          </p:spTgt>
                                        </p:tgtEl>
                                        <p:attrNameLst>
                                          <p:attrName>style.visibility</p:attrName>
                                        </p:attrNameLst>
                                      </p:cBhvr>
                                      <p:to>
                                        <p:strVal val="visible"/>
                                      </p:to>
                                    </p:set>
                                    <p:anim calcmode="lin" valueType="num">
                                      <p:cBhvr>
                                        <p:cTn id="30" dur="500" fill="hold"/>
                                        <p:tgtEl>
                                          <p:spTgt spid="16">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16">
                                            <p:txEl>
                                              <p:pRg st="2" end="2"/>
                                            </p:txEl>
                                          </p:spTgt>
                                        </p:tgtEl>
                                        <p:attrNameLst>
                                          <p:attrName>ppt_h</p:attrName>
                                        </p:attrNameLst>
                                      </p:cBhvr>
                                      <p:tavLst>
                                        <p:tav tm="0">
                                          <p:val>
                                            <p:fltVal val="0"/>
                                          </p:val>
                                        </p:tav>
                                        <p:tav tm="100000">
                                          <p:val>
                                            <p:strVal val="#ppt_h"/>
                                          </p:val>
                                        </p:tav>
                                      </p:tavLst>
                                    </p:anim>
                                    <p:animEffect transition="in" filter="fade">
                                      <p:cBhvr>
                                        <p:cTn id="32" dur="500"/>
                                        <p:tgtEl>
                                          <p:spTgt spid="16">
                                            <p:txEl>
                                              <p:pRg st="2" end="2"/>
                                            </p:txEl>
                                          </p:spTgt>
                                        </p:tgtEl>
                                      </p:cBhvr>
                                    </p:animEffect>
                                  </p:childTnLst>
                                </p:cTn>
                              </p:par>
                            </p:childTnLst>
                          </p:cTn>
                        </p:par>
                        <p:par>
                          <p:cTn id="33" fill="hold" nodeType="afterGroup">
                            <p:stCondLst>
                              <p:cond delay="3250"/>
                            </p:stCondLst>
                            <p:childTnLst>
                              <p:par>
                                <p:cTn id="34" presetID="53" presetClass="entr" presetSubtype="0" fill="hold" nodeType="afterEffect">
                                  <p:stCondLst>
                                    <p:cond delay="0"/>
                                  </p:stCondLst>
                                  <p:childTnLst>
                                    <p:set>
                                      <p:cBhvr>
                                        <p:cTn id="35" dur="1" fill="hold">
                                          <p:stCondLst>
                                            <p:cond delay="0"/>
                                          </p:stCondLst>
                                        </p:cTn>
                                        <p:tgtEl>
                                          <p:spTgt spid="16">
                                            <p:txEl>
                                              <p:pRg st="3" end="3"/>
                                            </p:txEl>
                                          </p:spTgt>
                                        </p:tgtEl>
                                        <p:attrNameLst>
                                          <p:attrName>style.visibility</p:attrName>
                                        </p:attrNameLst>
                                      </p:cBhvr>
                                      <p:to>
                                        <p:strVal val="visible"/>
                                      </p:to>
                                    </p:set>
                                    <p:anim calcmode="lin" valueType="num">
                                      <p:cBhvr>
                                        <p:cTn id="36" dur="500" fill="hold"/>
                                        <p:tgtEl>
                                          <p:spTgt spid="16">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16">
                                            <p:txEl>
                                              <p:pRg st="3" end="3"/>
                                            </p:txEl>
                                          </p:spTgt>
                                        </p:tgtEl>
                                        <p:attrNameLst>
                                          <p:attrName>ppt_h</p:attrName>
                                        </p:attrNameLst>
                                      </p:cBhvr>
                                      <p:tavLst>
                                        <p:tav tm="0">
                                          <p:val>
                                            <p:fltVal val="0"/>
                                          </p:val>
                                        </p:tav>
                                        <p:tav tm="100000">
                                          <p:val>
                                            <p:strVal val="#ppt_h"/>
                                          </p:val>
                                        </p:tav>
                                      </p:tavLst>
                                    </p:anim>
                                    <p:animEffect transition="in" filter="fade">
                                      <p:cBhvr>
                                        <p:cTn id="38" dur="500"/>
                                        <p:tgtEl>
                                          <p:spTgt spid="16">
                                            <p:txEl>
                                              <p:pRg st="3" end="3"/>
                                            </p:txEl>
                                          </p:spTgt>
                                        </p:tgtEl>
                                      </p:cBhvr>
                                    </p:animEffect>
                                  </p:childTnLst>
                                </p:cTn>
                              </p:par>
                            </p:childTnLst>
                          </p:cTn>
                        </p:par>
                        <p:par>
                          <p:cTn id="39" fill="hold" nodeType="afterGroup">
                            <p:stCondLst>
                              <p:cond delay="3750"/>
                            </p:stCondLst>
                            <p:childTnLst>
                              <p:par>
                                <p:cTn id="40" presetID="53" presetClass="entr" presetSubtype="0" fill="hold" grpId="0" nodeType="after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p:cTn id="42" dur="1000" fill="hold"/>
                                        <p:tgtEl>
                                          <p:spTgt spid="17"/>
                                        </p:tgtEl>
                                        <p:attrNameLst>
                                          <p:attrName>ppt_w</p:attrName>
                                        </p:attrNameLst>
                                      </p:cBhvr>
                                      <p:tavLst>
                                        <p:tav tm="0">
                                          <p:val>
                                            <p:fltVal val="0"/>
                                          </p:val>
                                        </p:tav>
                                        <p:tav tm="100000">
                                          <p:val>
                                            <p:strVal val="#ppt_w"/>
                                          </p:val>
                                        </p:tav>
                                      </p:tavLst>
                                    </p:anim>
                                    <p:anim calcmode="lin" valueType="num">
                                      <p:cBhvr>
                                        <p:cTn id="43" dur="1000" fill="hold"/>
                                        <p:tgtEl>
                                          <p:spTgt spid="17"/>
                                        </p:tgtEl>
                                        <p:attrNameLst>
                                          <p:attrName>ppt_h</p:attrName>
                                        </p:attrNameLst>
                                      </p:cBhvr>
                                      <p:tavLst>
                                        <p:tav tm="0">
                                          <p:val>
                                            <p:fltVal val="0"/>
                                          </p:val>
                                        </p:tav>
                                        <p:tav tm="100000">
                                          <p:val>
                                            <p:strVal val="#ppt_h"/>
                                          </p:val>
                                        </p:tav>
                                      </p:tavLst>
                                    </p:anim>
                                    <p:animEffect transition="in" filter="fade">
                                      <p:cBhvr>
                                        <p:cTn id="44" dur="1000"/>
                                        <p:tgtEl>
                                          <p:spTgt spid="17"/>
                                        </p:tgtEl>
                                      </p:cBhvr>
                                    </p:animEffect>
                                  </p:childTnLst>
                                </p:cTn>
                              </p:par>
                            </p:childTnLst>
                          </p:cTn>
                        </p:par>
                        <p:par>
                          <p:cTn id="45" fill="hold" nodeType="afterGroup">
                            <p:stCondLst>
                              <p:cond delay="4750"/>
                            </p:stCondLst>
                            <p:childTnLst>
                              <p:par>
                                <p:cTn id="46" presetID="53" presetClass="entr" presetSubtype="0" fill="hold" grpId="0" nodeType="afterEffect">
                                  <p:stCondLst>
                                    <p:cond delay="0"/>
                                  </p:stCondLst>
                                  <p:childTnLst>
                                    <p:set>
                                      <p:cBhvr>
                                        <p:cTn id="47" dur="1" fill="hold">
                                          <p:stCondLst>
                                            <p:cond delay="0"/>
                                          </p:stCondLst>
                                        </p:cTn>
                                        <p:tgtEl>
                                          <p:spTgt spid="3"/>
                                        </p:tgtEl>
                                        <p:attrNameLst>
                                          <p:attrName>style.visibility</p:attrName>
                                        </p:attrNameLst>
                                      </p:cBhvr>
                                      <p:to>
                                        <p:strVal val="visible"/>
                                      </p:to>
                                    </p:set>
                                    <p:anim calcmode="lin" valueType="num">
                                      <p:cBhvr>
                                        <p:cTn id="48" dur="1000" fill="hold"/>
                                        <p:tgtEl>
                                          <p:spTgt spid="3"/>
                                        </p:tgtEl>
                                        <p:attrNameLst>
                                          <p:attrName>ppt_w</p:attrName>
                                        </p:attrNameLst>
                                      </p:cBhvr>
                                      <p:tavLst>
                                        <p:tav tm="0">
                                          <p:val>
                                            <p:fltVal val="0"/>
                                          </p:val>
                                        </p:tav>
                                        <p:tav tm="100000">
                                          <p:val>
                                            <p:strVal val="#ppt_w"/>
                                          </p:val>
                                        </p:tav>
                                      </p:tavLst>
                                    </p:anim>
                                    <p:anim calcmode="lin" valueType="num">
                                      <p:cBhvr>
                                        <p:cTn id="49" dur="1000" fill="hold"/>
                                        <p:tgtEl>
                                          <p:spTgt spid="3"/>
                                        </p:tgtEl>
                                        <p:attrNameLst>
                                          <p:attrName>ppt_h</p:attrName>
                                        </p:attrNameLst>
                                      </p:cBhvr>
                                      <p:tavLst>
                                        <p:tav tm="0">
                                          <p:val>
                                            <p:fltVal val="0"/>
                                          </p:val>
                                        </p:tav>
                                        <p:tav tm="100000">
                                          <p:val>
                                            <p:strVal val="#ppt_h"/>
                                          </p:val>
                                        </p:tav>
                                      </p:tavLst>
                                    </p:anim>
                                    <p:animEffect transition="in" filter="fade">
                                      <p:cBhvr>
                                        <p:cTn id="5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animBg="1"/>
      <p:bldP spid="17"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42F4726-A855-916C-C81D-214500BC145B}"/>
              </a:ext>
            </a:extLst>
          </p:cNvPr>
          <p:cNvSpPr txBox="1"/>
          <p:nvPr>
            <p:custDataLst>
              <p:tags r:id="rId1"/>
            </p:custDataLst>
          </p:nvPr>
        </p:nvSpPr>
        <p:spPr>
          <a:xfrm>
            <a:off x="2774905" y="0"/>
            <a:ext cx="3537840" cy="511807"/>
          </a:xfrm>
          <a:prstGeom prst="rect">
            <a:avLst/>
          </a:prstGeom>
          <a:noFill/>
        </p:spPr>
        <p:txBody>
          <a:bodyPr wrap="square">
            <a:spAutoFit/>
          </a:bodyPr>
          <a:lstStyle/>
          <a:p>
            <a:pPr lvl="0" algn="ctr">
              <a:lnSpc>
                <a:spcPts val="3600"/>
              </a:lnSpc>
              <a:defRPr/>
            </a:pPr>
            <a:r>
              <a:rPr kumimoji="0" lang="zh-CN" altLang="en-US" sz="23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第八</a:t>
            </a:r>
            <a:r>
              <a:rPr lang="zh-CN" altLang="en-US" sz="2300" b="1">
                <a:solidFill>
                  <a:schemeClr val="bg1"/>
                </a:solidFill>
                <a:latin typeface="微软雅黑" panose="020B0503020204020204" pitchFamily="34" charset="-122"/>
                <a:ea typeface="微软雅黑" panose="020B0503020204020204" pitchFamily="34" charset="-122"/>
              </a:rPr>
              <a:t>章    力</a:t>
            </a:r>
          </a:p>
        </p:txBody>
      </p:sp>
      <p:sp>
        <p:nvSpPr>
          <p:cNvPr id="3" name="直接连接符 2">
            <a:extLst>
              <a:ext uri="{FF2B5EF4-FFF2-40B4-BE49-F238E27FC236}">
                <a16:creationId xmlns:a16="http://schemas.microsoft.com/office/drawing/2014/main" id="{D01069D2-0815-8B3A-B39E-C62DBBFB9696}"/>
              </a:ext>
            </a:extLst>
          </p:cNvPr>
          <p:cNvSpPr/>
          <p:nvPr>
            <p:custDataLst>
              <p:tags r:id="rId2"/>
            </p:custDataLst>
          </p:nvPr>
        </p:nvSpPr>
        <p:spPr>
          <a:xfrm>
            <a:off x="1302089" y="3133810"/>
            <a:ext cx="6723468" cy="26461"/>
          </a:xfrm>
          <a:prstGeom prst="line">
            <a:avLst/>
          </a:prstGeom>
          <a:ln w="38100">
            <a:solidFill>
              <a:schemeClr val="bg1">
                <a:lumMod val="50000"/>
              </a:schemeClr>
            </a:solidFill>
          </a:ln>
        </p:spPr>
        <p:style>
          <a:lnRef idx="2">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endParaRPr/>
          </a:p>
        </p:txBody>
      </p:sp>
      <p:grpSp>
        <p:nvGrpSpPr>
          <p:cNvPr id="4" name="组合 3">
            <a:extLst>
              <a:ext uri="{FF2B5EF4-FFF2-40B4-BE49-F238E27FC236}">
                <a16:creationId xmlns:a16="http://schemas.microsoft.com/office/drawing/2014/main" id="{0568365F-3465-F312-50E9-44B267C800A7}"/>
              </a:ext>
            </a:extLst>
          </p:cNvPr>
          <p:cNvGrpSpPr/>
          <p:nvPr>
            <p:custDataLst>
              <p:tags r:id="rId3"/>
            </p:custDataLst>
          </p:nvPr>
        </p:nvGrpSpPr>
        <p:grpSpPr>
          <a:xfrm>
            <a:off x="1667252" y="1501782"/>
            <a:ext cx="2305466" cy="1426210"/>
            <a:chOff x="982299" y="1326522"/>
            <a:chExt cx="2305466" cy="1426210"/>
          </a:xfrm>
        </p:grpSpPr>
        <p:sp>
          <p:nvSpPr>
            <p:cNvPr id="5" name="任意多边形: 形状 4">
              <a:extLst>
                <a:ext uri="{FF2B5EF4-FFF2-40B4-BE49-F238E27FC236}">
                  <a16:creationId xmlns:a16="http://schemas.microsoft.com/office/drawing/2014/main" id="{3D7774E7-EBA8-2375-969C-5D054C5B5BA0}"/>
                </a:ext>
              </a:extLst>
            </p:cNvPr>
            <p:cNvSpPr/>
            <p:nvPr>
              <p:custDataLst>
                <p:tags r:id="rId22"/>
              </p:custDataLst>
            </p:nvPr>
          </p:nvSpPr>
          <p:spPr>
            <a:xfrm>
              <a:off x="982299" y="2354541"/>
              <a:ext cx="2305466" cy="398191"/>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1</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6" name="任意多边形: 形状 5">
              <a:extLst>
                <a:ext uri="{FF2B5EF4-FFF2-40B4-BE49-F238E27FC236}">
                  <a16:creationId xmlns:a16="http://schemas.microsoft.com/office/drawing/2014/main" id="{B7399D14-0A9F-C104-236C-6AD8F55D85F2}"/>
                </a:ext>
              </a:extLst>
            </p:cNvPr>
            <p:cNvSpPr/>
            <p:nvPr>
              <p:custDataLst>
                <p:tags r:id="rId23"/>
              </p:custDataLst>
            </p:nvPr>
          </p:nvSpPr>
          <p:spPr>
            <a:xfrm>
              <a:off x="982299" y="1326522"/>
              <a:ext cx="2305466" cy="1001558"/>
            </a:xfrm>
            <a:custGeom>
              <a:avLst/>
              <a:gdLst>
                <a:gd name="connsiteX0" fmla="*/ 0 w 2305466"/>
                <a:gd name="connsiteY0" fmla="*/ 0 h 877576"/>
                <a:gd name="connsiteX1" fmla="*/ 2305466 w 2305466"/>
                <a:gd name="connsiteY1" fmla="*/ 0 h 877576"/>
                <a:gd name="connsiteX2" fmla="*/ 2305466 w 2305466"/>
                <a:gd name="connsiteY2" fmla="*/ 877576 h 877576"/>
                <a:gd name="connsiteX3" fmla="*/ 0 w 2305466"/>
                <a:gd name="connsiteY3" fmla="*/ 877576 h 877576"/>
                <a:gd name="connsiteX4" fmla="*/ 0 w 2305466"/>
                <a:gd name="connsiteY4" fmla="*/ 0 h 877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877576">
                  <a:moveTo>
                    <a:pt x="0" y="0"/>
                  </a:moveTo>
                  <a:lnTo>
                    <a:pt x="2305466" y="0"/>
                  </a:lnTo>
                  <a:lnTo>
                    <a:pt x="2305466" y="877576"/>
                  </a:lnTo>
                  <a:lnTo>
                    <a:pt x="0" y="877576"/>
                  </a:lnTo>
                  <a:lnTo>
                    <a:pt x="0" y="0"/>
                  </a:lnTo>
                  <a:close/>
                </a:path>
              </a:pathLst>
            </a:custGeom>
            <a:solidFill>
              <a:srgbClr val="75C2DF">
                <a:alpha val="90000"/>
              </a:srgbClr>
            </a:solid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550" tIns="209550" rIns="209550" bIns="209550" numCol="1" spcCol="1270" anchor="ctr" anchorCtr="0">
              <a:noAutofit/>
            </a:bodyPr>
            <a:lstStyle/>
            <a:p>
              <a:pPr marL="0" marR="0" lvl="0" indent="0" algn="ctr" defTabSz="977900" rtl="0" eaLnBrk="1" fontAlgn="auto" latinLnBrk="0" hangingPunct="1">
                <a:lnSpc>
                  <a:spcPct val="90000"/>
                </a:lnSpc>
                <a:spcBef>
                  <a:spcPct val="0"/>
                </a:spcBef>
                <a:spcAft>
                  <a:spcPct val="3500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力  弹力</a:t>
              </a:r>
              <a:endParaRPr kumimoji="0" lang="en-US" sz="24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7" name="直接连接符 6">
            <a:extLst>
              <a:ext uri="{FF2B5EF4-FFF2-40B4-BE49-F238E27FC236}">
                <a16:creationId xmlns:a16="http://schemas.microsoft.com/office/drawing/2014/main" id="{D99A5046-AFB7-BDFF-3DA6-CB37797A989E}"/>
              </a:ext>
            </a:extLst>
          </p:cNvPr>
          <p:cNvSpPr/>
          <p:nvPr>
            <p:custDataLst>
              <p:tags r:id="rId4"/>
            </p:custDataLst>
          </p:nvPr>
        </p:nvSpPr>
        <p:spPr>
          <a:xfrm flipH="1">
            <a:off x="2819985" y="2927993"/>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grpSp>
        <p:nvGrpSpPr>
          <p:cNvPr id="8" name="组合 7">
            <a:extLst>
              <a:ext uri="{FF2B5EF4-FFF2-40B4-BE49-F238E27FC236}">
                <a16:creationId xmlns:a16="http://schemas.microsoft.com/office/drawing/2014/main" id="{EE450B02-B639-FEDF-FCF1-6013D49D28C3}"/>
              </a:ext>
            </a:extLst>
          </p:cNvPr>
          <p:cNvGrpSpPr/>
          <p:nvPr>
            <p:custDataLst>
              <p:tags r:id="rId5"/>
            </p:custDataLst>
          </p:nvPr>
        </p:nvGrpSpPr>
        <p:grpSpPr>
          <a:xfrm>
            <a:off x="2977176" y="3392549"/>
            <a:ext cx="2305466" cy="1383276"/>
            <a:chOff x="2292223" y="3217289"/>
            <a:chExt cx="2305466" cy="1383276"/>
          </a:xfrm>
          <a:solidFill>
            <a:srgbClr val="75C2DF"/>
          </a:solidFill>
        </p:grpSpPr>
        <p:sp>
          <p:nvSpPr>
            <p:cNvPr id="9" name="任意多边形: 形状 8">
              <a:extLst>
                <a:ext uri="{FF2B5EF4-FFF2-40B4-BE49-F238E27FC236}">
                  <a16:creationId xmlns:a16="http://schemas.microsoft.com/office/drawing/2014/main" id="{F7E9E467-1D52-3C43-243B-8FEB549B2DE1}"/>
                </a:ext>
              </a:extLst>
            </p:cNvPr>
            <p:cNvSpPr/>
            <p:nvPr>
              <p:custDataLst>
                <p:tags r:id="rId20"/>
              </p:custDataLst>
            </p:nvPr>
          </p:nvSpPr>
          <p:spPr>
            <a:xfrm>
              <a:off x="2292223" y="3217289"/>
              <a:ext cx="2305466" cy="434692"/>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2</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0" name="任意多边形: 形状 9">
              <a:extLst>
                <a:ext uri="{FF2B5EF4-FFF2-40B4-BE49-F238E27FC236}">
                  <a16:creationId xmlns:a16="http://schemas.microsoft.com/office/drawing/2014/main" id="{F44B5F11-A7D9-2408-E8B1-8276732EFAFC}"/>
                </a:ext>
              </a:extLst>
            </p:cNvPr>
            <p:cNvSpPr/>
            <p:nvPr>
              <p:custDataLst>
                <p:tags r:id="rId21"/>
              </p:custDataLst>
            </p:nvPr>
          </p:nvSpPr>
          <p:spPr>
            <a:xfrm>
              <a:off x="2292223" y="3676441"/>
              <a:ext cx="2305466" cy="924124"/>
            </a:xfrm>
            <a:custGeom>
              <a:avLst/>
              <a:gdLst>
                <a:gd name="connsiteX0" fmla="*/ 0 w 2305466"/>
                <a:gd name="connsiteY0" fmla="*/ 0 h 877576"/>
                <a:gd name="connsiteX1" fmla="*/ 2305466 w 2305466"/>
                <a:gd name="connsiteY1" fmla="*/ 0 h 877576"/>
                <a:gd name="connsiteX2" fmla="*/ 2305466 w 2305466"/>
                <a:gd name="connsiteY2" fmla="*/ 877576 h 877576"/>
                <a:gd name="connsiteX3" fmla="*/ 0 w 2305466"/>
                <a:gd name="connsiteY3" fmla="*/ 877576 h 877576"/>
                <a:gd name="connsiteX4" fmla="*/ 0 w 2305466"/>
                <a:gd name="connsiteY4" fmla="*/ 0 h 8775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877576">
                  <a:moveTo>
                    <a:pt x="0" y="0"/>
                  </a:moveTo>
                  <a:lnTo>
                    <a:pt x="2305466" y="0"/>
                  </a:lnTo>
                  <a:lnTo>
                    <a:pt x="2305466" y="877576"/>
                  </a:lnTo>
                  <a:lnTo>
                    <a:pt x="0" y="877576"/>
                  </a:lnTo>
                  <a:lnTo>
                    <a:pt x="0" y="0"/>
                  </a:lnTo>
                  <a:close/>
                </a:path>
              </a:pathLst>
            </a:custGeom>
            <a:grp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209550" tIns="209550" rIns="209550" bIns="209550" numCol="1" spcCol="1270" anchor="ctr" anchorCtr="0">
              <a:noAutofit/>
            </a:bodyPr>
            <a:lstStyle/>
            <a:p>
              <a:pPr marL="0" marR="0" lvl="0" indent="0" algn="ctr" defTabSz="977900" rtl="0" eaLnBrk="1" fontAlgn="auto" latinLnBrk="0" hangingPunct="1">
                <a:spcBef>
                  <a:spcPct val="0"/>
                </a:spcBef>
                <a:buClrTx/>
                <a:buSzTx/>
                <a:buFontTx/>
                <a:buNone/>
                <a:defRPr/>
              </a:pPr>
              <a:r>
                <a:rPr kumimoji="0" lang="zh-CN" altLang="en-US"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重力 </a:t>
              </a:r>
              <a:endParaRPr kumimoji="0" lang="en-US" altLang="zh-CN"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endParaRPr>
            </a:p>
            <a:p>
              <a:pPr marL="0" marR="0" lvl="0" indent="0" algn="ctr" defTabSz="977900" rtl="0" eaLnBrk="1" fontAlgn="auto" latinLnBrk="0" hangingPunct="1">
                <a:spcBef>
                  <a:spcPct val="0"/>
                </a:spcBef>
                <a:buClrTx/>
                <a:buSzTx/>
                <a:buFontTx/>
                <a:buNone/>
                <a:defRPr/>
              </a:pPr>
              <a:r>
                <a:rPr kumimoji="0" lang="zh-CN" altLang="en-US"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力的示意图</a:t>
              </a:r>
              <a:endParaRPr kumimoji="0" lang="en-US" sz="21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11" name="直接连接符 10">
            <a:extLst>
              <a:ext uri="{FF2B5EF4-FFF2-40B4-BE49-F238E27FC236}">
                <a16:creationId xmlns:a16="http://schemas.microsoft.com/office/drawing/2014/main" id="{46CF5182-1D4A-0A4B-C24B-283647442F42}"/>
              </a:ext>
            </a:extLst>
          </p:cNvPr>
          <p:cNvSpPr/>
          <p:nvPr>
            <p:custDataLst>
              <p:tags r:id="rId6"/>
            </p:custDataLst>
          </p:nvPr>
        </p:nvSpPr>
        <p:spPr>
          <a:xfrm flipH="1">
            <a:off x="4129909" y="3160271"/>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sp>
        <p:nvSpPr>
          <p:cNvPr id="12" name="椭圆 11">
            <a:extLst>
              <a:ext uri="{FF2B5EF4-FFF2-40B4-BE49-F238E27FC236}">
                <a16:creationId xmlns:a16="http://schemas.microsoft.com/office/drawing/2014/main" id="{10AB6329-24B1-670B-3FA8-AFADB998321E}"/>
              </a:ext>
            </a:extLst>
          </p:cNvPr>
          <p:cNvSpPr/>
          <p:nvPr>
            <p:custDataLst>
              <p:tags r:id="rId7"/>
            </p:custDataLst>
          </p:nvPr>
        </p:nvSpPr>
        <p:spPr>
          <a:xfrm rot="2700000">
            <a:off x="2794175" y="313446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sp>
        <p:nvSpPr>
          <p:cNvPr id="13" name="椭圆 12">
            <a:extLst>
              <a:ext uri="{FF2B5EF4-FFF2-40B4-BE49-F238E27FC236}">
                <a16:creationId xmlns:a16="http://schemas.microsoft.com/office/drawing/2014/main" id="{D7A58A77-7E0E-8C79-5B7F-B0114AD71E71}"/>
              </a:ext>
            </a:extLst>
          </p:cNvPr>
          <p:cNvSpPr/>
          <p:nvPr>
            <p:custDataLst>
              <p:tags r:id="rId8"/>
            </p:custDataLst>
          </p:nvPr>
        </p:nvSpPr>
        <p:spPr>
          <a:xfrm rot="2700000">
            <a:off x="4104099" y="313446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grpSp>
        <p:nvGrpSpPr>
          <p:cNvPr id="14" name="组合 13">
            <a:extLst>
              <a:ext uri="{FF2B5EF4-FFF2-40B4-BE49-F238E27FC236}">
                <a16:creationId xmlns:a16="http://schemas.microsoft.com/office/drawing/2014/main" id="{E29819D5-3D8A-56EC-7B90-B1EB54BA7189}"/>
              </a:ext>
            </a:extLst>
          </p:cNvPr>
          <p:cNvGrpSpPr/>
          <p:nvPr>
            <p:custDataLst>
              <p:tags r:id="rId9"/>
            </p:custDataLst>
          </p:nvPr>
        </p:nvGrpSpPr>
        <p:grpSpPr>
          <a:xfrm>
            <a:off x="4287100" y="1501782"/>
            <a:ext cx="2305466" cy="1426210"/>
            <a:chOff x="3602147" y="1326522"/>
            <a:chExt cx="2305466" cy="1426210"/>
          </a:xfrm>
          <a:solidFill>
            <a:srgbClr val="75C2DF"/>
          </a:solidFill>
        </p:grpSpPr>
        <p:sp>
          <p:nvSpPr>
            <p:cNvPr id="15" name="任意多边形: 形状 14">
              <a:extLst>
                <a:ext uri="{FF2B5EF4-FFF2-40B4-BE49-F238E27FC236}">
                  <a16:creationId xmlns:a16="http://schemas.microsoft.com/office/drawing/2014/main" id="{14BB5931-2306-06CC-44DD-63CD12F98237}"/>
                </a:ext>
              </a:extLst>
            </p:cNvPr>
            <p:cNvSpPr/>
            <p:nvPr>
              <p:custDataLst>
                <p:tags r:id="rId18"/>
              </p:custDataLst>
            </p:nvPr>
          </p:nvSpPr>
          <p:spPr>
            <a:xfrm>
              <a:off x="3602147" y="2354541"/>
              <a:ext cx="2305466" cy="398191"/>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3</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16" name="任意多边形: 形状 15">
              <a:extLst>
                <a:ext uri="{FF2B5EF4-FFF2-40B4-BE49-F238E27FC236}">
                  <a16:creationId xmlns:a16="http://schemas.microsoft.com/office/drawing/2014/main" id="{4E84E236-21E7-D242-76EF-6E99DB3BF35F}"/>
                </a:ext>
              </a:extLst>
            </p:cNvPr>
            <p:cNvSpPr/>
            <p:nvPr>
              <p:custDataLst>
                <p:tags r:id="rId19"/>
              </p:custDataLst>
            </p:nvPr>
          </p:nvSpPr>
          <p:spPr>
            <a:xfrm>
              <a:off x="3602147" y="1326522"/>
              <a:ext cx="2305466" cy="1001558"/>
            </a:xfrm>
            <a:custGeom>
              <a:avLst/>
              <a:gdLst>
                <a:gd name="connsiteX0" fmla="*/ 0 w 2305466"/>
                <a:gd name="connsiteY0" fmla="*/ 0 h 1028018"/>
                <a:gd name="connsiteX1" fmla="*/ 2305466 w 2305466"/>
                <a:gd name="connsiteY1" fmla="*/ 0 h 1028018"/>
                <a:gd name="connsiteX2" fmla="*/ 2305466 w 2305466"/>
                <a:gd name="connsiteY2" fmla="*/ 1028018 h 1028018"/>
                <a:gd name="connsiteX3" fmla="*/ 0 w 2305466"/>
                <a:gd name="connsiteY3" fmla="*/ 1028018 h 1028018"/>
                <a:gd name="connsiteX4" fmla="*/ 0 w 2305466"/>
                <a:gd name="connsiteY4" fmla="*/ 0 h 102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1028017">
                  <a:moveTo>
                    <a:pt x="0" y="0"/>
                  </a:moveTo>
                  <a:lnTo>
                    <a:pt x="2305466" y="0"/>
                  </a:lnTo>
                  <a:lnTo>
                    <a:pt x="2305466" y="1028018"/>
                  </a:lnTo>
                  <a:lnTo>
                    <a:pt x="0" y="1028018"/>
                  </a:lnTo>
                  <a:lnTo>
                    <a:pt x="0" y="0"/>
                  </a:lnTo>
                  <a:close/>
                </a:path>
              </a:pathLst>
            </a:custGeom>
            <a:grp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0500" tIns="190500" rIns="190500" bIns="190500" numCol="1" spcCol="1270" anchor="ctr" anchorCtr="0">
              <a:noAutofit/>
            </a:bodyPr>
            <a:lstStyle/>
            <a:p>
              <a:pPr marL="0" marR="0" lvl="0" indent="0" algn="ctr" defTabSz="889000" rtl="0" eaLnBrk="1" fontAlgn="auto" latinLnBrk="0" hangingPunct="1">
                <a:lnSpc>
                  <a:spcPts val="2400"/>
                </a:lnSpc>
                <a:spcBef>
                  <a:spcPct val="0"/>
                </a:spcBef>
                <a:spcAft>
                  <a:spcPct val="0"/>
                </a:spcAft>
                <a:buClrTx/>
                <a:buSzTx/>
                <a:buFontTx/>
                <a:buNone/>
                <a:defRPr/>
              </a:pPr>
              <a:r>
                <a:rPr kumimoji="0" lang="zh-CN" altLang="en-US" sz="24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摩擦力</a:t>
              </a:r>
              <a:endParaRPr kumimoji="0" lang="en-US" sz="2400" b="0" i="1" u="none" strike="noStrike" kern="1200" cap="none" spc="0" normalizeH="0" baseline="0" noProof="0">
                <a:ln>
                  <a:noFill/>
                </a:ln>
                <a:solidFill>
                  <a:srgbClr val="454D55"/>
                </a:solidFill>
                <a:effectLst/>
                <a:uLnTx/>
                <a:uFillTx/>
                <a:latin typeface="Times New Roman"/>
                <a:ea typeface="微软雅黑"/>
                <a:cs typeface="+mn-cs"/>
              </a:endParaRPr>
            </a:p>
          </p:txBody>
        </p:sp>
      </p:grpSp>
      <p:sp>
        <p:nvSpPr>
          <p:cNvPr id="17" name="直接连接符 16">
            <a:extLst>
              <a:ext uri="{FF2B5EF4-FFF2-40B4-BE49-F238E27FC236}">
                <a16:creationId xmlns:a16="http://schemas.microsoft.com/office/drawing/2014/main" id="{ECD62161-6D0F-CA72-675E-C7B2117161CD}"/>
              </a:ext>
            </a:extLst>
          </p:cNvPr>
          <p:cNvSpPr/>
          <p:nvPr>
            <p:custDataLst>
              <p:tags r:id="rId10"/>
            </p:custDataLst>
          </p:nvPr>
        </p:nvSpPr>
        <p:spPr>
          <a:xfrm flipH="1">
            <a:off x="5439833" y="2927993"/>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grpSp>
        <p:nvGrpSpPr>
          <p:cNvPr id="18" name="组合 17">
            <a:extLst>
              <a:ext uri="{FF2B5EF4-FFF2-40B4-BE49-F238E27FC236}">
                <a16:creationId xmlns:a16="http://schemas.microsoft.com/office/drawing/2014/main" id="{E12F7C1A-8B97-B9AF-464C-E53B6B5FA139}"/>
              </a:ext>
            </a:extLst>
          </p:cNvPr>
          <p:cNvGrpSpPr/>
          <p:nvPr>
            <p:custDataLst>
              <p:tags r:id="rId11"/>
            </p:custDataLst>
          </p:nvPr>
        </p:nvGrpSpPr>
        <p:grpSpPr>
          <a:xfrm>
            <a:off x="5597024" y="3380559"/>
            <a:ext cx="2305466" cy="1395266"/>
            <a:chOff x="4912071" y="3205299"/>
            <a:chExt cx="2305466" cy="1395266"/>
          </a:xfrm>
          <a:solidFill>
            <a:srgbClr val="75C2DF"/>
          </a:solidFill>
        </p:grpSpPr>
        <p:sp>
          <p:nvSpPr>
            <p:cNvPr id="19" name="任意多边形: 形状 18">
              <a:extLst>
                <a:ext uri="{FF2B5EF4-FFF2-40B4-BE49-F238E27FC236}">
                  <a16:creationId xmlns:a16="http://schemas.microsoft.com/office/drawing/2014/main" id="{1D817D81-8859-47C8-BAD1-BD7A23198C0E}"/>
                </a:ext>
              </a:extLst>
            </p:cNvPr>
            <p:cNvSpPr/>
            <p:nvPr>
              <p:custDataLst>
                <p:tags r:id="rId16"/>
              </p:custDataLst>
            </p:nvPr>
          </p:nvSpPr>
          <p:spPr>
            <a:xfrm>
              <a:off x="4912071" y="3205299"/>
              <a:ext cx="2305466" cy="444681"/>
            </a:xfrm>
            <a:custGeom>
              <a:avLst/>
              <a:gdLst>
                <a:gd name="connsiteX0" fmla="*/ 0 w 2305466"/>
                <a:gd name="connsiteY0" fmla="*/ 0 h 398191"/>
                <a:gd name="connsiteX1" fmla="*/ 2305466 w 2305466"/>
                <a:gd name="connsiteY1" fmla="*/ 0 h 398191"/>
                <a:gd name="connsiteX2" fmla="*/ 2305466 w 2305466"/>
                <a:gd name="connsiteY2" fmla="*/ 398191 h 398191"/>
                <a:gd name="connsiteX3" fmla="*/ 0 w 2305466"/>
                <a:gd name="connsiteY3" fmla="*/ 398191 h 398191"/>
                <a:gd name="connsiteX4" fmla="*/ 0 w 2305466"/>
                <a:gd name="connsiteY4" fmla="*/ 0 h 3981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398191">
                  <a:moveTo>
                    <a:pt x="0" y="0"/>
                  </a:moveTo>
                  <a:lnTo>
                    <a:pt x="2305466" y="0"/>
                  </a:lnTo>
                  <a:lnTo>
                    <a:pt x="2305466" y="398191"/>
                  </a:lnTo>
                  <a:lnTo>
                    <a:pt x="0" y="398191"/>
                  </a:lnTo>
                  <a:lnTo>
                    <a:pt x="0" y="0"/>
                  </a:lnTo>
                  <a:close/>
                </a:path>
              </a:pathLst>
            </a:custGeom>
            <a:solidFill>
              <a:srgbClr val="9B73B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101600" tIns="101600" rIns="101600" bIns="101600" numCol="1" spcCol="1270" anchor="ctr" anchorCtr="0">
              <a:noAutofit/>
            </a:bodyPr>
            <a:lstStyle/>
            <a:p>
              <a:pPr marL="0" marR="0" lvl="0" indent="0" algn="ctr" defTabSz="889000" rtl="0" eaLnBrk="1" fontAlgn="auto" latinLnBrk="0" hangingPunct="1">
                <a:lnSpc>
                  <a:spcPct val="90000"/>
                </a:lnSpc>
                <a:spcBef>
                  <a:spcPct val="0"/>
                </a:spcBef>
                <a:spcAft>
                  <a:spcPct val="35000"/>
                </a:spcAft>
                <a:buClrTx/>
                <a:buSzTx/>
                <a:buFontTx/>
                <a:buNone/>
                <a:defRPr b="1"/>
              </a:pP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第</a:t>
              </a:r>
              <a:r>
                <a:rPr kumimoji="0" lang="en-US" altLang="zh-CN" sz="2000" b="1" i="0" u="none" strike="noStrike" kern="1200" cap="none" spc="0" normalizeH="0" baseline="0" noProof="0">
                  <a:ln>
                    <a:noFill/>
                  </a:ln>
                  <a:solidFill>
                    <a:prstClr val="white"/>
                  </a:solidFill>
                  <a:effectLst/>
                  <a:uLnTx/>
                  <a:uFillTx/>
                  <a:latin typeface="Times New Roman"/>
                  <a:ea typeface="微软雅黑"/>
                  <a:cs typeface="+mn-cs"/>
                </a:rPr>
                <a:t>4</a:t>
              </a:r>
              <a:r>
                <a:rPr kumimoji="0" lang="zh-CN" altLang="en-US" sz="2000" b="1" i="0" u="none" strike="noStrike" kern="1200" cap="none" spc="0" normalizeH="0" baseline="0" noProof="0">
                  <a:ln>
                    <a:noFill/>
                  </a:ln>
                  <a:solidFill>
                    <a:prstClr val="white"/>
                  </a:solidFill>
                  <a:effectLst/>
                  <a:uLnTx/>
                  <a:uFillTx/>
                  <a:latin typeface="Times New Roman"/>
                  <a:ea typeface="微软雅黑"/>
                  <a:cs typeface="+mn-cs"/>
                </a:rPr>
                <a:t>节</a:t>
              </a:r>
              <a:endParaRPr kumimoji="0" lang="en-US" sz="2000" b="1" i="0" u="none" strike="noStrike" kern="1200" cap="none" spc="0" normalizeH="0" baseline="0" noProof="0">
                <a:ln>
                  <a:noFill/>
                </a:ln>
                <a:solidFill>
                  <a:prstClr val="white"/>
                </a:solidFill>
                <a:effectLst/>
                <a:uLnTx/>
                <a:uFillTx/>
                <a:latin typeface="Times New Roman"/>
                <a:ea typeface="微软雅黑"/>
                <a:cs typeface="+mn-cs"/>
              </a:endParaRPr>
            </a:p>
          </p:txBody>
        </p:sp>
        <p:sp>
          <p:nvSpPr>
            <p:cNvPr id="20" name="任意多边形: 形状 19">
              <a:extLst>
                <a:ext uri="{FF2B5EF4-FFF2-40B4-BE49-F238E27FC236}">
                  <a16:creationId xmlns:a16="http://schemas.microsoft.com/office/drawing/2014/main" id="{40D59F7A-F7B6-8040-A0FE-5136CB167B48}"/>
                </a:ext>
              </a:extLst>
            </p:cNvPr>
            <p:cNvSpPr/>
            <p:nvPr>
              <p:custDataLst>
                <p:tags r:id="rId17"/>
              </p:custDataLst>
            </p:nvPr>
          </p:nvSpPr>
          <p:spPr>
            <a:xfrm>
              <a:off x="4912071" y="3676441"/>
              <a:ext cx="2305466" cy="924124"/>
            </a:xfrm>
            <a:custGeom>
              <a:avLst/>
              <a:gdLst>
                <a:gd name="connsiteX0" fmla="*/ 0 w 2305466"/>
                <a:gd name="connsiteY0" fmla="*/ 0 h 975336"/>
                <a:gd name="connsiteX1" fmla="*/ 2305466 w 2305466"/>
                <a:gd name="connsiteY1" fmla="*/ 0 h 975336"/>
                <a:gd name="connsiteX2" fmla="*/ 2305466 w 2305466"/>
                <a:gd name="connsiteY2" fmla="*/ 975336 h 975336"/>
                <a:gd name="connsiteX3" fmla="*/ 0 w 2305466"/>
                <a:gd name="connsiteY3" fmla="*/ 975336 h 975336"/>
                <a:gd name="connsiteX4" fmla="*/ 0 w 2305466"/>
                <a:gd name="connsiteY4" fmla="*/ 0 h 9753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5466" h="975335">
                  <a:moveTo>
                    <a:pt x="0" y="0"/>
                  </a:moveTo>
                  <a:lnTo>
                    <a:pt x="2305466" y="0"/>
                  </a:lnTo>
                  <a:lnTo>
                    <a:pt x="2305466" y="975336"/>
                  </a:lnTo>
                  <a:lnTo>
                    <a:pt x="0" y="975336"/>
                  </a:lnTo>
                  <a:lnTo>
                    <a:pt x="0" y="0"/>
                  </a:lnTo>
                  <a:close/>
                </a:path>
              </a:pathLst>
            </a:custGeom>
            <a:grpFill/>
            <a:ln>
              <a:noFill/>
            </a:ln>
          </p:spPr>
          <p:style>
            <a:lnRef idx="2">
              <a:scrgbClr r="0" g="0" b="0"/>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90500" tIns="190500" rIns="190500" bIns="190500" numCol="1" spcCol="1270" anchor="ctr" anchorCtr="0">
              <a:noAutofit/>
            </a:bodyPr>
            <a:lstStyle/>
            <a:p>
              <a:pPr marL="0" marR="0" lvl="0" indent="0" algn="ctr" defTabSz="889000" rtl="0" eaLnBrk="1" fontAlgn="auto" latinLnBrk="0" hangingPunct="1">
                <a:lnSpc>
                  <a:spcPts val="2400"/>
                </a:lnSpc>
                <a:spcBef>
                  <a:spcPct val="0"/>
                </a:spcBef>
                <a:spcAft>
                  <a:spcPct val="0"/>
                </a:spcAft>
                <a:buClrTx/>
                <a:buSzTx/>
                <a:buFontTx/>
                <a:buNone/>
                <a:defRPr/>
              </a:pPr>
              <a:r>
                <a:rPr kumimoji="0" lang="zh-CN" altLang="en-US"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力的作用</a:t>
              </a:r>
              <a:endParaRPr kumimoji="0" lang="en-US" altLang="zh-CN"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endParaRPr>
            </a:p>
            <a:p>
              <a:pPr marL="0" marR="0" lvl="0" indent="0" algn="ctr" defTabSz="889000" rtl="0" eaLnBrk="1" fontAlgn="auto" latinLnBrk="0" hangingPunct="1">
                <a:lnSpc>
                  <a:spcPts val="2400"/>
                </a:lnSpc>
                <a:spcBef>
                  <a:spcPct val="0"/>
                </a:spcBef>
                <a:spcAft>
                  <a:spcPct val="0"/>
                </a:spcAft>
                <a:buClrTx/>
                <a:buSzTx/>
                <a:buFontTx/>
                <a:buNone/>
                <a:defRPr/>
              </a:pPr>
              <a:r>
                <a:rPr kumimoji="0" lang="zh-CN" altLang="en-US" sz="2100" b="0" i="0" u="none" strike="noStrike" kern="1200" cap="none" spc="0" normalizeH="0" baseline="0" noProof="0">
                  <a:ln>
                    <a:noFill/>
                  </a:ln>
                  <a:solidFill>
                    <a:prstClr val="black">
                      <a:hueOff val="0"/>
                      <a:satOff val="0"/>
                      <a:lumOff val="0"/>
                      <a:alphaOff val="0"/>
                    </a:prstClr>
                  </a:solidFill>
                  <a:effectLst/>
                  <a:uLnTx/>
                  <a:uFillTx/>
                  <a:latin typeface="Times New Roman"/>
                  <a:ea typeface="微软雅黑"/>
                  <a:cs typeface="+mn-cs"/>
                </a:rPr>
                <a:t>是相互的</a:t>
              </a:r>
            </a:p>
          </p:txBody>
        </p:sp>
      </p:grpSp>
      <p:sp>
        <p:nvSpPr>
          <p:cNvPr id="21" name="直接连接符 20">
            <a:extLst>
              <a:ext uri="{FF2B5EF4-FFF2-40B4-BE49-F238E27FC236}">
                <a16:creationId xmlns:a16="http://schemas.microsoft.com/office/drawing/2014/main" id="{A5184B6D-3085-61FB-2B8C-867DB40F4DA6}"/>
              </a:ext>
            </a:extLst>
          </p:cNvPr>
          <p:cNvSpPr/>
          <p:nvPr>
            <p:custDataLst>
              <p:tags r:id="rId12"/>
            </p:custDataLst>
          </p:nvPr>
        </p:nvSpPr>
        <p:spPr>
          <a:xfrm flipH="1">
            <a:off x="6749757" y="3163520"/>
            <a:ext cx="0" cy="232278"/>
          </a:xfrm>
          <a:prstGeom prst="line">
            <a:avLst/>
          </a:prstGeom>
          <a:ln w="19050">
            <a:solidFill>
              <a:schemeClr val="bg1">
                <a:lumMod val="50000"/>
              </a:schemeClr>
            </a:solidFill>
          </a:ln>
        </p:spPr>
        <p:style>
          <a:lnRef idx="1">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txBody>
          <a:bodyPr/>
          <a:lstStyle/>
          <a:p>
            <a:endParaRPr/>
          </a:p>
        </p:txBody>
      </p:sp>
      <p:sp>
        <p:nvSpPr>
          <p:cNvPr id="22" name="椭圆 21">
            <a:extLst>
              <a:ext uri="{FF2B5EF4-FFF2-40B4-BE49-F238E27FC236}">
                <a16:creationId xmlns:a16="http://schemas.microsoft.com/office/drawing/2014/main" id="{92292AED-806F-5094-FA59-4C2AFA4430D2}"/>
              </a:ext>
            </a:extLst>
          </p:cNvPr>
          <p:cNvSpPr/>
          <p:nvPr>
            <p:custDataLst>
              <p:tags r:id="rId13"/>
            </p:custDataLst>
          </p:nvPr>
        </p:nvSpPr>
        <p:spPr>
          <a:xfrm rot="2700000">
            <a:off x="5414023" y="3134461"/>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sp>
        <p:nvSpPr>
          <p:cNvPr id="23" name="椭圆 22">
            <a:extLst>
              <a:ext uri="{FF2B5EF4-FFF2-40B4-BE49-F238E27FC236}">
                <a16:creationId xmlns:a16="http://schemas.microsoft.com/office/drawing/2014/main" id="{72514955-2C83-51B7-77BB-F03E5DF49743}"/>
              </a:ext>
            </a:extLst>
          </p:cNvPr>
          <p:cNvSpPr/>
          <p:nvPr>
            <p:custDataLst>
              <p:tags r:id="rId14"/>
            </p:custDataLst>
          </p:nvPr>
        </p:nvSpPr>
        <p:spPr>
          <a:xfrm rot="2700000">
            <a:off x="6723947" y="3137710"/>
            <a:ext cx="51620" cy="51620"/>
          </a:xfrm>
          <a:prstGeom prst="ellipse">
            <a:avLst/>
          </a:prstGeom>
          <a:solidFill>
            <a:schemeClr val="accent2"/>
          </a:solidFill>
          <a:ln w="63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a:lstStyle/>
          <a:p>
            <a:endParaRPr/>
          </a:p>
        </p:txBody>
      </p:sp>
      <p:sp>
        <p:nvSpPr>
          <p:cNvPr id="29" name="Title 1">
            <a:extLst>
              <a:ext uri="{FF2B5EF4-FFF2-40B4-BE49-F238E27FC236}">
                <a16:creationId xmlns:a16="http://schemas.microsoft.com/office/drawing/2014/main" id="{6E30B72B-2451-EFFB-315C-6F5214B54EC3}"/>
              </a:ext>
            </a:extLst>
          </p:cNvPr>
          <p:cNvSpPr txBox="1"/>
          <p:nvPr>
            <p:custDataLst>
              <p:tags r:id="rId15"/>
            </p:custDataLst>
          </p:nvPr>
        </p:nvSpPr>
        <p:spPr>
          <a:xfrm>
            <a:off x="3042139" y="759293"/>
            <a:ext cx="2564488" cy="446276"/>
          </a:xfrm>
          <a:prstGeom prst="rect">
            <a:avLst/>
          </a:prstGeom>
          <a:noFill/>
          <a:effectLst/>
        </p:spPr>
        <p:txBody>
          <a:bodyPr anchor="ctr" anchorCtr="0">
            <a:noAutofit/>
          </a:bodyPr>
          <a:lstStyle>
            <a:lvl1pPr algn="ctr" defTabSz="914400" rtl="0" eaLnBrk="1" latinLnBrk="0" hangingPunct="1">
              <a:lnSpc>
                <a:spcPct val="90000"/>
              </a:lnSpc>
              <a:spcBef>
                <a:spcPct val="0"/>
              </a:spcBef>
              <a:buNone/>
              <a:defRPr sz="4000" kern="1200">
                <a:solidFill>
                  <a:schemeClr val="bg1"/>
                </a:solidFill>
                <a:latin typeface="+mj-lt"/>
                <a:ea typeface="+mj-ea"/>
                <a:cs typeface="+mj-cs"/>
              </a:defRPr>
            </a:lvl1pPr>
          </a:lstStyle>
          <a:p>
            <a:pPr marL="0" marR="0" lvl="0" indent="0" algn="ctr" defTabSz="685800" rtl="0" eaLnBrk="1" fontAlgn="auto"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j-cs"/>
              </a:rPr>
              <a:t>复习内容导览</a:t>
            </a:r>
          </a:p>
        </p:txBody>
      </p:sp>
      <p:pic>
        <p:nvPicPr>
          <p:cNvPr id="24" name="图片 23">
            <a:extLst>
              <a:ext uri="{FF2B5EF4-FFF2-40B4-BE49-F238E27FC236}">
                <a16:creationId xmlns:a16="http://schemas.microsoft.com/office/drawing/2014/main" id="{D0B021A4-A116-F6EE-6735-EE79B42A4ED3}"/>
              </a:ext>
            </a:extLst>
          </p:cNvPr>
          <p:cNvPicPr>
            <a:picLocks noChangeAspect="1"/>
          </p:cNvPicPr>
          <p:nvPr/>
        </p:nvPicPr>
        <p:blipFill>
          <a:blip r:embed="rId25"/>
          <a:stretch>
            <a:fillRect/>
          </a:stretch>
        </p:blipFill>
        <p:spPr>
          <a:xfrm>
            <a:off x="7984671" y="45790"/>
            <a:ext cx="1093020" cy="454619"/>
          </a:xfrm>
          <a:prstGeom prst="rect">
            <a:avLst/>
          </a:prstGeom>
        </p:spPr>
      </p:pic>
    </p:spTree>
    <p:extLst>
      <p:ext uri="{BB962C8B-B14F-4D97-AF65-F5344CB8AC3E}">
        <p14:creationId xmlns:p14="http://schemas.microsoft.com/office/powerpoint/2010/main" val="83415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down)">
                                      <p:cBhvr>
                                        <p:cTn id="15" dur="500"/>
                                        <p:tgtEl>
                                          <p:spTgt spid="14"/>
                                        </p:tgtEl>
                                      </p:cBhvr>
                                    </p:animEffect>
                                  </p:childTnLst>
                                </p:cTn>
                              </p:par>
                            </p:childTnLst>
                          </p:cTn>
                        </p:par>
                        <p:par>
                          <p:cTn id="16" fill="hold" nodeType="afterGroup">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par>
                                <p:cTn id="20" presetID="22" presetClass="entr" presetSubtype="4" fill="hold" nodeType="with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down)">
                                      <p:cBhvr>
                                        <p:cTn id="22" dur="500"/>
                                        <p:tgtEl>
                                          <p:spTgt spid="3"/>
                                        </p:tgtEl>
                                      </p:cBhvr>
                                    </p:animEffect>
                                  </p:childTnLst>
                                </p:cTn>
                              </p:par>
                              <p:par>
                                <p:cTn id="23" presetID="22" presetClass="entr" presetSubtype="4"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down)">
                                      <p:cBhvr>
                                        <p:cTn id="25" dur="500"/>
                                        <p:tgtEl>
                                          <p:spTgt spid="12"/>
                                        </p:tgtEl>
                                      </p:cBhvr>
                                    </p:animEffect>
                                  </p:childTnLst>
                                </p:cTn>
                              </p:par>
                              <p:par>
                                <p:cTn id="26" presetID="22" presetClass="entr" presetSubtype="4"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down)">
                                      <p:cBhvr>
                                        <p:cTn id="28" dur="500"/>
                                        <p:tgtEl>
                                          <p:spTgt spid="13"/>
                                        </p:tgtEl>
                                      </p:cBhvr>
                                    </p:animEffect>
                                  </p:childTnLst>
                                </p:cTn>
                              </p:par>
                              <p:par>
                                <p:cTn id="29" presetID="22" presetClass="entr" presetSubtype="4"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down)">
                                      <p:cBhvr>
                                        <p:cTn id="31" dur="500"/>
                                        <p:tgtEl>
                                          <p:spTgt spid="22"/>
                                        </p:tgtEl>
                                      </p:cBhvr>
                                    </p:animEffect>
                                  </p:childTnLst>
                                </p:cTn>
                              </p:par>
                              <p:par>
                                <p:cTn id="32" presetID="22" presetClass="entr" presetSubtype="4"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wipe(down)">
                                      <p:cBhvr>
                                        <p:cTn id="34" dur="500"/>
                                        <p:tgtEl>
                                          <p:spTgt spid="23"/>
                                        </p:tgtEl>
                                      </p:cBhvr>
                                    </p:animEffect>
                                  </p:childTnLst>
                                </p:cTn>
                              </p:par>
                              <p:par>
                                <p:cTn id="35" presetID="22" presetClass="entr" presetSubtype="4"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down)">
                                      <p:cBhvr>
                                        <p:cTn id="37" dur="500"/>
                                        <p:tgtEl>
                                          <p:spTgt spid="21"/>
                                        </p:tgtEl>
                                      </p:cBhvr>
                                    </p:animEffect>
                                  </p:childTnLst>
                                </p:cTn>
                              </p:par>
                              <p:par>
                                <p:cTn id="38" presetID="22" presetClass="entr" presetSubtype="4" fill="hold" nodeType="with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wipe(down)">
                                      <p:cBhvr>
                                        <p:cTn id="40" dur="500"/>
                                        <p:tgtEl>
                                          <p:spTgt spid="17"/>
                                        </p:tgtEl>
                                      </p:cBhvr>
                                    </p:animEffect>
                                  </p:childTnLst>
                                </p:cTn>
                              </p:par>
                              <p:par>
                                <p:cTn id="41" presetID="22" presetClass="entr" presetSubtype="4"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down)">
                                      <p:cBhvr>
                                        <p:cTn id="43" dur="500"/>
                                        <p:tgtEl>
                                          <p:spTgt spid="11"/>
                                        </p:tgtEl>
                                      </p:cBhvr>
                                    </p:animEffect>
                                  </p:childTnLst>
                                </p:cTn>
                              </p:par>
                              <p:par>
                                <p:cTn id="44" presetID="22" presetClass="entr" presetSubtype="4" fill="hold"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down)">
                                      <p:cBhvr>
                                        <p:cTn id="4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693085" y="1816567"/>
            <a:ext cx="2723274" cy="2030229"/>
            <a:chOff x="693085" y="1816567"/>
            <a:chExt cx="2723274" cy="2030229"/>
          </a:xfrm>
        </p:grpSpPr>
        <p:grpSp>
          <p:nvGrpSpPr>
            <p:cNvPr id="19" name="组合 18">
              <a:extLst>
                <a:ext uri="{FF2B5EF4-FFF2-40B4-BE49-F238E27FC236}">
                  <a16:creationId xmlns:a16="http://schemas.microsoft.com/office/drawing/2014/main" id="{A0D84D34-A8C1-78F9-98AC-611E86F9910D}"/>
                </a:ext>
              </a:extLst>
            </p:cNvPr>
            <p:cNvGrpSpPr/>
            <p:nvPr>
              <p:custDataLst>
                <p:tags r:id="rId12"/>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4"/>
                </p:custDataLst>
              </p:nvPr>
            </p:nvSpPr>
            <p:spPr>
              <a:xfrm rot="5400000">
                <a:off x="40681" y="2468972"/>
                <a:ext cx="1522671" cy="217861"/>
              </a:xfrm>
              <a:prstGeom prst="corner">
                <a:avLst>
                  <a:gd name="adj1" fmla="val 1000"/>
                  <a:gd name="adj2" fmla="val 1000"/>
                </a:avLst>
              </a:prstGeom>
              <a:ln>
                <a:solidFill>
                  <a:srgbClr val="2EA2C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5"/>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2EA2CF"/>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lvl="0" indent="0" algn="ctr" defTabSz="1066800">
                  <a:lnSpc>
                    <a:spcPct val="9000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13"/>
              </p:custDataLst>
            </p:nvPr>
          </p:nvSpPr>
          <p:spPr>
            <a:xfrm>
              <a:off x="910947"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1244600">
                <a:lnSpc>
                  <a:spcPts val="1500"/>
                </a:lnSpc>
                <a:spcBef>
                  <a:spcPct val="0"/>
                </a:spcBef>
                <a:spcAft>
                  <a:spcPct val="35000"/>
                </a:spcAft>
                <a:buNone/>
              </a:pPr>
              <a:r>
                <a:rPr lang="zh-CN" altLang="en-US" sz="2800" b="1" kern="1200">
                  <a:solidFill>
                    <a:srgbClr val="002060"/>
                  </a:solidFill>
                </a:rPr>
                <a:t>力</a:t>
              </a:r>
              <a:endParaRPr lang="en-US" sz="2800" b="1" kern="1200">
                <a:solidFill>
                  <a:srgbClr val="002060"/>
                </a:solidFill>
              </a:endParaRPr>
            </a:p>
          </p:txBody>
        </p:sp>
      </p:grpSp>
      <p:grpSp>
        <p:nvGrpSpPr>
          <p:cNvPr id="21" name="组合 20">
            <a:extLst>
              <a:ext uri="{FF2B5EF4-FFF2-40B4-BE49-F238E27FC236}">
                <a16:creationId xmlns:a16="http://schemas.microsoft.com/office/drawing/2014/main" id="{0C92CA93-FD50-595B-B8AC-6FDF8B734476}"/>
              </a:ext>
            </a:extLst>
          </p:cNvPr>
          <p:cNvGrpSpPr/>
          <p:nvPr>
            <p:custDataLst>
              <p:tags r:id="rId2"/>
            </p:custDataLst>
          </p:nvPr>
        </p:nvGrpSpPr>
        <p:grpSpPr>
          <a:xfrm>
            <a:off x="3334661" y="1816567"/>
            <a:ext cx="2723274" cy="2030229"/>
            <a:chOff x="3334661" y="1816567"/>
            <a:chExt cx="2723274" cy="2030229"/>
          </a:xfrm>
        </p:grpSpPr>
        <p:sp>
          <p:nvSpPr>
            <p:cNvPr id="13" name="L 形 12">
              <a:extLst>
                <a:ext uri="{FF2B5EF4-FFF2-40B4-BE49-F238E27FC236}">
                  <a16:creationId xmlns:a16="http://schemas.microsoft.com/office/drawing/2014/main" id="{6D655BED-CDB4-953A-0335-AC578434D53D}"/>
                </a:ext>
              </a:extLst>
            </p:cNvPr>
            <p:cNvSpPr/>
            <p:nvPr>
              <p:custDataLst>
                <p:tags r:id="rId9"/>
              </p:custDataLst>
            </p:nvPr>
          </p:nvSpPr>
          <p:spPr>
            <a:xfrm rot="5400000">
              <a:off x="2682256" y="2468972"/>
              <a:ext cx="1522671" cy="217861"/>
            </a:xfrm>
            <a:prstGeom prst="corner">
              <a:avLst>
                <a:gd name="adj1" fmla="val 1000"/>
                <a:gd name="adj2" fmla="val 1000"/>
              </a:avLst>
            </a:prstGeom>
            <a:ln>
              <a:solidFill>
                <a:srgbClr val="30CED4"/>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4" name="任意多边形: 形状 13">
              <a:extLst>
                <a:ext uri="{FF2B5EF4-FFF2-40B4-BE49-F238E27FC236}">
                  <a16:creationId xmlns:a16="http://schemas.microsoft.com/office/drawing/2014/main" id="{B6DE6EBF-C507-00EE-04E8-4AC06CE00B25}"/>
                </a:ext>
              </a:extLst>
            </p:cNvPr>
            <p:cNvSpPr/>
            <p:nvPr>
              <p:custDataLst>
                <p:tags r:id="rId10"/>
              </p:custDataLst>
            </p:nvPr>
          </p:nvSpPr>
          <p:spPr>
            <a:xfrm>
              <a:off x="3334661"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30CED4"/>
            </a:solid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lvl="0" indent="0" algn="ctr" defTabSz="1066800">
                <a:lnSpc>
                  <a:spcPct val="9000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02</a:t>
              </a:r>
              <a:endParaRPr lang="ru-RU" sz="2800" b="1" kern="1200">
                <a:effectLst>
                  <a:outerShdw blurRad="50800" dist="38100" dir="2700000" algn="tl" rotWithShape="0">
                    <a:schemeClr val="tx1">
                      <a:alpha val="50000"/>
                    </a:schemeClr>
                  </a:outerShdw>
                </a:effectLst>
                <a:latin typeface="+mj-lt"/>
              </a:endParaRPr>
            </a:p>
          </p:txBody>
        </p:sp>
        <p:sp>
          <p:nvSpPr>
            <p:cNvPr id="15" name="任意多边形: 形状 14">
              <a:extLst>
                <a:ext uri="{FF2B5EF4-FFF2-40B4-BE49-F238E27FC236}">
                  <a16:creationId xmlns:a16="http://schemas.microsoft.com/office/drawing/2014/main" id="{D409B9FC-6DFF-8BE6-D806-FA36B9882149}"/>
                </a:ext>
              </a:extLst>
            </p:cNvPr>
            <p:cNvSpPr/>
            <p:nvPr>
              <p:custDataLst>
                <p:tags r:id="rId11"/>
              </p:custDataLst>
            </p:nvPr>
          </p:nvSpPr>
          <p:spPr>
            <a:xfrm>
              <a:off x="3552522"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533400">
                <a:lnSpc>
                  <a:spcPts val="1500"/>
                </a:lnSpc>
                <a:spcBef>
                  <a:spcPct val="0"/>
                </a:spcBef>
                <a:spcAft>
                  <a:spcPct val="0"/>
                </a:spcAft>
                <a:buNone/>
              </a:pPr>
              <a:r>
                <a:rPr lang="zh-CN" altLang="en-US" sz="2800" b="1" kern="1200">
                  <a:solidFill>
                    <a:srgbClr val="002060"/>
                  </a:solidFill>
                  <a:latin typeface="+mn-lt"/>
                  <a:ea typeface="+mn-ea"/>
                  <a:cs typeface="+mn-cs"/>
                </a:rPr>
                <a:t>形变和弹力</a:t>
              </a:r>
              <a:endParaRPr lang="en-US" sz="2800" b="1" kern="1200">
                <a:solidFill>
                  <a:srgbClr val="002060"/>
                </a:solidFill>
                <a:latin typeface="+mn-lt"/>
                <a:ea typeface="+mn-ea"/>
                <a:cs typeface="+mn-cs"/>
              </a:endParaRPr>
            </a:p>
          </p:txBody>
        </p:sp>
      </p:grpSp>
      <p:grpSp>
        <p:nvGrpSpPr>
          <p:cNvPr id="22" name="组合 21">
            <a:extLst>
              <a:ext uri="{FF2B5EF4-FFF2-40B4-BE49-F238E27FC236}">
                <a16:creationId xmlns:a16="http://schemas.microsoft.com/office/drawing/2014/main" id="{BB0D28AF-F859-B4FB-1D3F-030B6BED1894}"/>
              </a:ext>
            </a:extLst>
          </p:cNvPr>
          <p:cNvGrpSpPr/>
          <p:nvPr>
            <p:custDataLst>
              <p:tags r:id="rId3"/>
            </p:custDataLst>
          </p:nvPr>
        </p:nvGrpSpPr>
        <p:grpSpPr>
          <a:xfrm>
            <a:off x="5976236" y="1816567"/>
            <a:ext cx="2723274" cy="2030229"/>
            <a:chOff x="5976236" y="1816567"/>
            <a:chExt cx="2723274" cy="2030229"/>
          </a:xfrm>
        </p:grpSpPr>
        <p:sp>
          <p:nvSpPr>
            <p:cNvPr id="16" name="L 形 15">
              <a:extLst>
                <a:ext uri="{FF2B5EF4-FFF2-40B4-BE49-F238E27FC236}">
                  <a16:creationId xmlns:a16="http://schemas.microsoft.com/office/drawing/2014/main" id="{A7B39701-181C-1CDD-5CAB-9158740D2DB8}"/>
                </a:ext>
              </a:extLst>
            </p:cNvPr>
            <p:cNvSpPr/>
            <p:nvPr>
              <p:custDataLst>
                <p:tags r:id="rId6"/>
              </p:custDataLst>
            </p:nvPr>
          </p:nvSpPr>
          <p:spPr>
            <a:xfrm rot="5400000">
              <a:off x="5323831" y="2468972"/>
              <a:ext cx="1522671" cy="217861"/>
            </a:xfrm>
            <a:prstGeom prst="corner">
              <a:avLst>
                <a:gd name="adj1" fmla="val 1000"/>
                <a:gd name="adj2" fmla="val 1000"/>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7" name="任意多边形: 形状 16">
              <a:extLst>
                <a:ext uri="{FF2B5EF4-FFF2-40B4-BE49-F238E27FC236}">
                  <a16:creationId xmlns:a16="http://schemas.microsoft.com/office/drawing/2014/main" id="{C2FAD615-E2C7-4849-1B8D-00877A790117}"/>
                </a:ext>
              </a:extLst>
            </p:cNvPr>
            <p:cNvSpPr/>
            <p:nvPr>
              <p:custDataLst>
                <p:tags r:id="rId7"/>
              </p:custDataLst>
            </p:nvPr>
          </p:nvSpPr>
          <p:spPr>
            <a:xfrm>
              <a:off x="5976236"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chemeClr val="accent5"/>
            </a:solidFill>
            <a:ln>
              <a:solidFill>
                <a:schemeClr val="accent5"/>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lvl="0" indent="0" algn="ctr" defTabSz="1066800">
                <a:lnSpc>
                  <a:spcPct val="90000"/>
                </a:lnSpc>
                <a:spcBef>
                  <a:spcPct val="0"/>
                </a:spcBef>
                <a:spcAft>
                  <a:spcPct val="35000"/>
                </a:spcAft>
                <a:buNone/>
              </a:pPr>
              <a:r>
                <a:rPr lang="en-US" sz="2800" b="1" kern="1200">
                  <a:effectLst>
                    <a:outerShdw blurRad="50800" dist="38100" dir="2700000" algn="tl" rotWithShape="0">
                      <a:schemeClr val="tx1">
                        <a:alpha val="50000"/>
                      </a:schemeClr>
                    </a:outerShdw>
                  </a:effectLst>
                  <a:latin typeface="+mj-lt"/>
                </a:rPr>
                <a:t>03</a:t>
              </a:r>
              <a:endParaRPr lang="ru-RU" sz="2800" b="1" kern="1200">
                <a:effectLst>
                  <a:outerShdw blurRad="50800" dist="38100" dir="2700000" algn="tl" rotWithShape="0">
                    <a:schemeClr val="tx1">
                      <a:alpha val="50000"/>
                    </a:schemeClr>
                  </a:outerShdw>
                </a:effectLst>
                <a:latin typeface="+mj-lt"/>
              </a:endParaRPr>
            </a:p>
          </p:txBody>
        </p:sp>
        <p:sp>
          <p:nvSpPr>
            <p:cNvPr id="18" name="任意多边形: 形状 17">
              <a:extLst>
                <a:ext uri="{FF2B5EF4-FFF2-40B4-BE49-F238E27FC236}">
                  <a16:creationId xmlns:a16="http://schemas.microsoft.com/office/drawing/2014/main" id="{0C3927E7-D405-48E6-8B4D-799ADABB973E}"/>
                </a:ext>
              </a:extLst>
            </p:cNvPr>
            <p:cNvSpPr/>
            <p:nvPr>
              <p:custDataLst>
                <p:tags r:id="rId8"/>
              </p:custDataLst>
            </p:nvPr>
          </p:nvSpPr>
          <p:spPr>
            <a:xfrm>
              <a:off x="6194098"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lvl="0" indent="0" algn="ctr" defTabSz="533400">
                <a:lnSpc>
                  <a:spcPts val="1500"/>
                </a:lnSpc>
                <a:spcBef>
                  <a:spcPct val="0"/>
                </a:spcBef>
                <a:spcAft>
                  <a:spcPct val="0"/>
                </a:spcAft>
                <a:buNone/>
              </a:pPr>
              <a:r>
                <a:rPr lang="zh-CN" altLang="en-US" sz="2800" b="1" kern="1200">
                  <a:solidFill>
                    <a:srgbClr val="002060"/>
                  </a:solidFill>
                  <a:latin typeface="+mn-lt"/>
                  <a:ea typeface="+mn-ea"/>
                  <a:cs typeface="+mn-cs"/>
                </a:rPr>
                <a:t>力的测量</a:t>
              </a:r>
              <a:endParaRPr lang="en-US" sz="2800" b="1" kern="1200">
                <a:solidFill>
                  <a:srgbClr val="002060"/>
                </a:solidFill>
                <a:latin typeface="+mn-lt"/>
                <a:ea typeface="+mn-ea"/>
                <a:cs typeface="+mn-cs"/>
              </a:endParaRP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4"/>
            </p:custDataLst>
          </p:nvPr>
        </p:nvSpPr>
        <p:spPr>
          <a:xfrm>
            <a:off x="721994" y="885428"/>
            <a:ext cx="2211297" cy="508794"/>
          </a:xfrm>
          <a:prstGeom prst="rect">
            <a:avLst/>
          </a:prstGeom>
          <a:noFill/>
        </p:spPr>
        <p:txBody>
          <a:bodyPr wrap="square">
            <a:spAutoFit/>
          </a:bodyPr>
          <a:lstStyle/>
          <a:p>
            <a:pPr lvl="0">
              <a:lnSpc>
                <a:spcPts val="3600"/>
              </a:lnSpc>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endParaRPr lang="zh-CN" altLang="en-US" sz="24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a:extLst>
              <a:ext uri="{FF2B5EF4-FFF2-40B4-BE49-F238E27FC236}">
                <a16:creationId xmlns:a16="http://schemas.microsoft.com/office/drawing/2014/main" id="{7B94095E-64E0-CD10-04C1-5F08705EF1E6}"/>
              </a:ext>
            </a:extLst>
          </p:cNvPr>
          <p:cNvSpPr txBox="1"/>
          <p:nvPr>
            <p:custDataLst>
              <p:tags r:id="rId5"/>
            </p:custDataLst>
          </p:nvPr>
        </p:nvSpPr>
        <p:spPr>
          <a:xfrm>
            <a:off x="2245233" y="-36576"/>
            <a:ext cx="4509136" cy="508794"/>
          </a:xfrm>
          <a:prstGeom prst="rect">
            <a:avLst/>
          </a:prstGeom>
          <a:noFill/>
        </p:spPr>
        <p:txBody>
          <a:bodyPr wrap="square">
            <a:spAutoFit/>
          </a:bodyPr>
          <a:lstStyle/>
          <a:p>
            <a:pPr lvl="0" algn="ctr">
              <a:lnSpc>
                <a:spcPts val="3600"/>
              </a:lnSpc>
              <a:defRPr/>
            </a:pPr>
            <a:r>
              <a:rPr kumimoji="0" lang="zh-CN" altLang="en-US" sz="2300" b="1" i="0" u="none" strike="noStrike" kern="1200" cap="none" spc="0" normalizeH="0" baseline="0" noProof="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schemeClr val="bg1"/>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300" b="1">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节   力   弹力</a:t>
            </a:r>
          </a:p>
        </p:txBody>
      </p:sp>
    </p:spTree>
    <p:extLst>
      <p:ext uri="{BB962C8B-B14F-4D97-AF65-F5344CB8AC3E}">
        <p14:creationId xmlns:p14="http://schemas.microsoft.com/office/powerpoint/2010/main" val="8511642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750"/>
                                        <p:tgtEl>
                                          <p:spTgt spid="21"/>
                                        </p:tgtEl>
                                      </p:cBhvr>
                                    </p:animEffect>
                                  </p:childTnLst>
                                </p:cTn>
                              </p:par>
                            </p:childTnLst>
                          </p:cTn>
                        </p:par>
                        <p:par>
                          <p:cTn id="12" fill="hold" nodeType="afterGroup">
                            <p:stCondLst>
                              <p:cond delay="1500"/>
                            </p:stCondLst>
                            <p:childTnLst>
                              <p:par>
                                <p:cTn id="13" presetID="2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down)">
                                      <p:cBhvr>
                                        <p:cTn id="15"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98DD46-21B0-B9F2-47DE-C0106E61BAEB}"/>
              </a:ext>
            </a:extLst>
          </p:cNvPr>
          <p:cNvSpPr/>
          <p:nvPr>
            <p:custDataLst>
              <p:tags r:id="rId1"/>
            </p:custDataLst>
          </p:nvPr>
        </p:nvSpPr>
        <p:spPr>
          <a:xfrm>
            <a:off x="224877" y="2315996"/>
            <a:ext cx="523220" cy="1357802"/>
          </a:xfrm>
          <a:prstGeom prst="rect">
            <a:avLst/>
          </a:prstGeom>
          <a:solidFill>
            <a:srgbClr val="FFC000"/>
          </a:solidFill>
          <a:ln w="9525">
            <a:solidFill>
              <a:schemeClr val="tx1"/>
            </a:solidFill>
          </a:ln>
        </p:spPr>
        <p:txBody>
          <a:bodyPr vert="eaVert" wrap="square" anchor="t">
            <a:spAutoFit/>
          </a:bodyPr>
          <a:lstStyle/>
          <a:p>
            <a:pPr defTabSz="683407"/>
            <a:r>
              <a:rPr lang="en-US" altLang="zh-CN" sz="2200">
                <a:solidFill>
                  <a:srgbClr val="000000"/>
                </a:solidFill>
                <a:latin typeface="微软雅黑" panose="020B0503020204020204" pitchFamily="34" charset="-122"/>
                <a:ea typeface="微软雅黑" panose="020B0503020204020204" pitchFamily="34" charset="-122"/>
              </a:rPr>
              <a:t> </a:t>
            </a:r>
            <a:r>
              <a:rPr lang="zh-CN" altLang="en-US" sz="2200">
                <a:solidFill>
                  <a:srgbClr val="000000"/>
                </a:solidFill>
                <a:latin typeface="微软雅黑" panose="020B0503020204020204" pitchFamily="34" charset="-122"/>
                <a:ea typeface="微软雅黑" panose="020B0503020204020204" pitchFamily="34" charset="-122"/>
              </a:rPr>
              <a:t>力  弹力</a:t>
            </a:r>
          </a:p>
        </p:txBody>
      </p:sp>
      <p:sp>
        <p:nvSpPr>
          <p:cNvPr id="4" name="矩形 82950">
            <a:extLst>
              <a:ext uri="{FF2B5EF4-FFF2-40B4-BE49-F238E27FC236}">
                <a16:creationId xmlns:a16="http://schemas.microsoft.com/office/drawing/2014/main" id="{8A27CE63-0BC9-88AA-D094-E643482A3C17}"/>
              </a:ext>
            </a:extLst>
          </p:cNvPr>
          <p:cNvSpPr/>
          <p:nvPr>
            <p:custDataLst>
              <p:tags r:id="rId2"/>
            </p:custDataLst>
          </p:nvPr>
        </p:nvSpPr>
        <p:spPr>
          <a:xfrm>
            <a:off x="1011920" y="1040489"/>
            <a:ext cx="1170440" cy="429990"/>
          </a:xfrm>
          <a:prstGeom prst="rect">
            <a:avLst/>
          </a:prstGeom>
          <a:solidFill>
            <a:schemeClr val="bg1">
              <a:lumMod val="95000"/>
            </a:schemeClr>
          </a:solidFill>
          <a:ln w="9525">
            <a:solidFill>
              <a:schemeClr val="tx1"/>
            </a:solidFill>
          </a:ln>
        </p:spPr>
        <p:txBody>
          <a:bodyPr wrap="square" anchor="t">
            <a:spAutoFit/>
          </a:bodyPr>
          <a:lstStyle/>
          <a:p>
            <a:pPr algn="ctr" defTabSz="683407"/>
            <a:r>
              <a:rPr lang="zh-CN" altLang="en-US" sz="2194">
                <a:solidFill>
                  <a:srgbClr val="000000"/>
                </a:solidFill>
                <a:latin typeface="微软雅黑" panose="020B0503020204020204" pitchFamily="34" charset="-122"/>
                <a:ea typeface="微软雅黑" panose="020B0503020204020204" pitchFamily="34" charset="-122"/>
                <a:cs typeface="宋体" panose="02010600030101010101" pitchFamily="2" charset="-122"/>
              </a:rPr>
              <a:t>力</a:t>
            </a:r>
            <a:r>
              <a:rPr lang="en-US" altLang="zh-CN" sz="2194">
                <a:solidFill>
                  <a:srgbClr val="000000"/>
                </a:solidFill>
                <a:latin typeface="微软雅黑" panose="020B0503020204020204" pitchFamily="34" charset="-122"/>
                <a:ea typeface="微软雅黑" panose="020B0503020204020204" pitchFamily="34" charset="-122"/>
                <a:cs typeface="宋体" panose="02010600030101010101" pitchFamily="2" charset="-122"/>
              </a:rPr>
              <a:t> </a:t>
            </a:r>
            <a:endParaRPr lang="zh-CN" altLang="en-US" sz="2194">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5" name="左大括号 4">
            <a:extLst>
              <a:ext uri="{FF2B5EF4-FFF2-40B4-BE49-F238E27FC236}">
                <a16:creationId xmlns:a16="http://schemas.microsoft.com/office/drawing/2014/main" id="{49F9CBC8-22C0-56D2-C88B-5E4D82CC8EC2}"/>
              </a:ext>
            </a:extLst>
          </p:cNvPr>
          <p:cNvSpPr/>
          <p:nvPr>
            <p:custDataLst>
              <p:tags r:id="rId3"/>
            </p:custDataLst>
          </p:nvPr>
        </p:nvSpPr>
        <p:spPr>
          <a:xfrm>
            <a:off x="756347" y="1290089"/>
            <a:ext cx="243076" cy="3409616"/>
          </a:xfrm>
          <a:prstGeom prst="leftBrace">
            <a:avLst>
              <a:gd name="adj1" fmla="val 42598"/>
              <a:gd name="adj2" fmla="val 50000"/>
            </a:avLst>
          </a:prstGeom>
          <a:ln w="1905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algn="ctr" defTabSz="683407" eaLnBrk="0" hangingPunct="0">
              <a:defRPr/>
            </a:pPr>
            <a:endParaRPr lang="zh-CN" altLang="en-US" sz="752">
              <a:solidFill>
                <a:srgbClr val="002060"/>
              </a:solidFill>
              <a:latin typeface="Century Gothic" panose="020F0302020204030204"/>
              <a:ea typeface="宋体" panose="02010600030101010101" pitchFamily="2" charset="-122"/>
            </a:endParaRPr>
          </a:p>
        </p:txBody>
      </p:sp>
      <p:sp>
        <p:nvSpPr>
          <p:cNvPr id="7" name="矩形 82950">
            <a:extLst>
              <a:ext uri="{FF2B5EF4-FFF2-40B4-BE49-F238E27FC236}">
                <a16:creationId xmlns:a16="http://schemas.microsoft.com/office/drawing/2014/main" id="{97D408DA-CE8E-3C90-F1B5-2B23DF53F391}"/>
              </a:ext>
            </a:extLst>
          </p:cNvPr>
          <p:cNvSpPr/>
          <p:nvPr>
            <p:custDataLst>
              <p:tags r:id="rId4"/>
            </p:custDataLst>
          </p:nvPr>
        </p:nvSpPr>
        <p:spPr>
          <a:xfrm>
            <a:off x="1011920" y="3443980"/>
            <a:ext cx="1253444" cy="646331"/>
          </a:xfrm>
          <a:prstGeom prst="rect">
            <a:avLst/>
          </a:prstGeom>
          <a:solidFill>
            <a:schemeClr val="accent1">
              <a:lumMod val="20000"/>
              <a:lumOff val="80000"/>
            </a:schemeClr>
          </a:solidFill>
          <a:ln w="9525">
            <a:solidFill>
              <a:schemeClr val="tx1"/>
            </a:solidFill>
          </a:ln>
        </p:spPr>
        <p:txBody>
          <a:bodyPr wrap="square" anchor="t">
            <a:spAutoFit/>
          </a:bodyPr>
          <a:lstStyle/>
          <a:p>
            <a:pPr algn="ctr" defTabSz="683407"/>
            <a:r>
              <a:rPr lang="zh-CN" altLang="en-US" sz="1800" spc="-99">
                <a:solidFill>
                  <a:srgbClr val="000000"/>
                </a:solidFill>
                <a:latin typeface="微软雅黑" panose="020B0503020204020204" pitchFamily="34" charset="-122"/>
                <a:ea typeface="微软雅黑" panose="020B0503020204020204" pitchFamily="34" charset="-122"/>
                <a:cs typeface="宋体" panose="02010600030101010101" pitchFamily="2" charset="-122"/>
              </a:rPr>
              <a:t>弹簧测力计的使用</a:t>
            </a:r>
          </a:p>
        </p:txBody>
      </p:sp>
      <p:sp>
        <p:nvSpPr>
          <p:cNvPr id="9" name="矩形 82950">
            <a:extLst>
              <a:ext uri="{FF2B5EF4-FFF2-40B4-BE49-F238E27FC236}">
                <a16:creationId xmlns:a16="http://schemas.microsoft.com/office/drawing/2014/main" id="{8B021386-44E6-8723-93ED-E320DA2D8ECF}"/>
              </a:ext>
            </a:extLst>
          </p:cNvPr>
          <p:cNvSpPr/>
          <p:nvPr>
            <p:custDataLst>
              <p:tags r:id="rId5"/>
            </p:custDataLst>
          </p:nvPr>
        </p:nvSpPr>
        <p:spPr>
          <a:xfrm>
            <a:off x="1011920" y="2229651"/>
            <a:ext cx="1170440" cy="406330"/>
          </a:xfrm>
          <a:prstGeom prst="rect">
            <a:avLst/>
          </a:prstGeom>
          <a:solidFill>
            <a:srgbClr val="B9EBDC"/>
          </a:solidFill>
          <a:ln w="9525">
            <a:solidFill>
              <a:schemeClr val="tx1"/>
            </a:solidFill>
          </a:ln>
        </p:spPr>
        <p:txBody>
          <a:bodyPr wrap="square" anchor="t">
            <a:spAutoFit/>
          </a:bodyPr>
          <a:lstStyle/>
          <a:p>
            <a:pPr algn="ctr" defTabSz="683407">
              <a:lnSpc>
                <a:spcPts val="2633"/>
              </a:lnSpc>
            </a:pPr>
            <a:r>
              <a:rPr lang="zh-CN" altLang="en-US" sz="1800">
                <a:solidFill>
                  <a:srgbClr val="000000"/>
                </a:solidFill>
                <a:latin typeface="微软雅黑" panose="020B0503020204020204" pitchFamily="34" charset="-122"/>
                <a:ea typeface="微软雅黑" panose="020B0503020204020204" pitchFamily="34" charset="-122"/>
                <a:cs typeface="宋体" panose="02010600030101010101" pitchFamily="2" charset="-122"/>
              </a:rPr>
              <a:t>弹  力</a:t>
            </a:r>
            <a:endParaRPr lang="en-US" altLang="zh-CN" sz="180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p:txBody>
      </p:sp>
      <p:sp>
        <p:nvSpPr>
          <p:cNvPr id="11" name="矩形 82950">
            <a:extLst>
              <a:ext uri="{FF2B5EF4-FFF2-40B4-BE49-F238E27FC236}">
                <a16:creationId xmlns:a16="http://schemas.microsoft.com/office/drawing/2014/main" id="{0B043760-BE75-89AC-69E3-81157EB55FEE}"/>
              </a:ext>
            </a:extLst>
          </p:cNvPr>
          <p:cNvSpPr/>
          <p:nvPr>
            <p:custDataLst>
              <p:tags r:id="rId6"/>
            </p:custDataLst>
          </p:nvPr>
        </p:nvSpPr>
        <p:spPr>
          <a:xfrm>
            <a:off x="2446065" y="551560"/>
            <a:ext cx="5431539" cy="406778"/>
          </a:xfrm>
          <a:prstGeom prst="rect">
            <a:avLst/>
          </a:prstGeom>
          <a:noFill/>
          <a:ln w="9525">
            <a:noFill/>
          </a:ln>
        </p:spPr>
        <p:txBody>
          <a:bodyPr wrap="square" anchor="t">
            <a:spAutoFit/>
          </a:bodyPr>
          <a:lstStyle/>
          <a:p>
            <a:pPr defTabSz="683407">
              <a:lnSpc>
                <a:spcPts val="2700"/>
              </a:lnSpc>
            </a:pP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①把物体对物体的作用称为力，用符号</a:t>
            </a:r>
            <a:r>
              <a:rPr lang="en-US" altLang="zh-CN" sz="18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F</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表示</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3B7A1D7E-E03F-CF16-5029-2F6B408F8EDB}"/>
              </a:ext>
            </a:extLst>
          </p:cNvPr>
          <p:cNvSpPr txBox="1"/>
          <p:nvPr>
            <p:custDataLst>
              <p:tags r:id="rId7"/>
            </p:custDataLst>
          </p:nvPr>
        </p:nvSpPr>
        <p:spPr>
          <a:xfrm>
            <a:off x="2446065" y="907776"/>
            <a:ext cx="4753989" cy="406778"/>
          </a:xfrm>
          <a:prstGeom prst="rect">
            <a:avLst/>
          </a:prstGeom>
          <a:noFill/>
        </p:spPr>
        <p:txBody>
          <a:bodyPr wrap="square">
            <a:spAutoFit/>
          </a:bodyPr>
          <a:lstStyle/>
          <a:p>
            <a:pPr defTabSz="683407">
              <a:lnSpc>
                <a:spcPts val="2700"/>
              </a:lnSpc>
            </a:pP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②发生力时，一定有施力物体与受力物体</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矩形 82950">
            <a:extLst>
              <a:ext uri="{FF2B5EF4-FFF2-40B4-BE49-F238E27FC236}">
                <a16:creationId xmlns:a16="http://schemas.microsoft.com/office/drawing/2014/main" id="{4E622B42-68A0-0B5C-6A29-EA5C2E73AA62}"/>
              </a:ext>
            </a:extLst>
          </p:cNvPr>
          <p:cNvSpPr/>
          <p:nvPr>
            <p:custDataLst>
              <p:tags r:id="rId8"/>
            </p:custDataLst>
          </p:nvPr>
        </p:nvSpPr>
        <p:spPr>
          <a:xfrm>
            <a:off x="2446069" y="1696071"/>
            <a:ext cx="5893260" cy="730585"/>
          </a:xfrm>
          <a:prstGeom prst="rect">
            <a:avLst/>
          </a:prstGeom>
          <a:noFill/>
          <a:ln w="9525">
            <a:noFill/>
          </a:ln>
        </p:spPr>
        <p:txBody>
          <a:bodyPr wrap="square" anchor="t">
            <a:spAutoFit/>
          </a:bodyPr>
          <a:lstStyle/>
          <a:p>
            <a:pPr defTabSz="512568">
              <a:lnSpc>
                <a:spcPts val="2600"/>
              </a:lnSpc>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①弹性形变</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800" kern="100">
                <a:solidFill>
                  <a:srgbClr val="002060"/>
                </a:solidFill>
                <a:latin typeface="Times New Roman" panose="02020603050405020304" pitchFamily="18" charset="0"/>
                <a:ea typeface="微软雅黑"/>
                <a:cs typeface="Times New Roman" panose="02020603050405020304" pitchFamily="18" charset="0"/>
              </a:rPr>
              <a:t>若</a:t>
            </a:r>
            <a:r>
              <a:rPr lang="zh-CN" altLang="zh-CN" sz="1800" kern="100">
                <a:solidFill>
                  <a:srgbClr val="002060"/>
                </a:solidFill>
                <a:latin typeface="Times New Roman" panose="02020603050405020304" pitchFamily="18" charset="0"/>
                <a:ea typeface="微软雅黑"/>
                <a:cs typeface="Times New Roman" panose="02020603050405020304" pitchFamily="18" charset="0"/>
              </a:rPr>
              <a:t>形变</a:t>
            </a:r>
            <a:r>
              <a:rPr lang="zh-CN" altLang="en-US" sz="1800" kern="100">
                <a:solidFill>
                  <a:srgbClr val="002060"/>
                </a:solidFill>
                <a:latin typeface="Times New Roman" panose="02020603050405020304" pitchFamily="18" charset="0"/>
                <a:ea typeface="微软雅黑"/>
                <a:cs typeface="Times New Roman" panose="02020603050405020304" pitchFamily="18" charset="0"/>
              </a:rPr>
              <a:t>的物体在撤去外力后能</a:t>
            </a:r>
            <a:r>
              <a:rPr lang="zh-CN" altLang="zh-CN" sz="1800" kern="100">
                <a:solidFill>
                  <a:srgbClr val="002060"/>
                </a:solidFill>
                <a:latin typeface="Times New Roman" panose="02020603050405020304" pitchFamily="18" charset="0"/>
                <a:ea typeface="微软雅黑"/>
                <a:cs typeface="Times New Roman" panose="02020603050405020304" pitchFamily="18" charset="0"/>
              </a:rPr>
              <a:t>恢复原状，</a:t>
            </a:r>
            <a:endParaRPr lang="en-US" altLang="zh-CN" sz="1800" kern="100">
              <a:solidFill>
                <a:srgbClr val="002060"/>
              </a:solidFill>
              <a:latin typeface="Times New Roman" panose="02020603050405020304" pitchFamily="18" charset="0"/>
              <a:ea typeface="微软雅黑"/>
              <a:cs typeface="Times New Roman" panose="02020603050405020304" pitchFamily="18" charset="0"/>
            </a:endParaRPr>
          </a:p>
          <a:p>
            <a:pPr defTabSz="512568">
              <a:lnSpc>
                <a:spcPts val="2600"/>
              </a:lnSpc>
            </a:pPr>
            <a:r>
              <a:rPr lang="en-US" altLang="zh-CN" sz="1800" kern="100">
                <a:solidFill>
                  <a:srgbClr val="002060"/>
                </a:solidFill>
                <a:latin typeface="Times New Roman" panose="02020603050405020304" pitchFamily="18" charset="0"/>
                <a:ea typeface="微软雅黑"/>
                <a:cs typeface="Times New Roman" panose="02020603050405020304" pitchFamily="18" charset="0"/>
              </a:rPr>
              <a:t>                        </a:t>
            </a:r>
            <a:r>
              <a:rPr lang="zh-CN" altLang="en-US" sz="1800" kern="100">
                <a:solidFill>
                  <a:srgbClr val="002060"/>
                </a:solidFill>
                <a:latin typeface="Times New Roman" panose="02020603050405020304" pitchFamily="18" charset="0"/>
                <a:ea typeface="微软雅黑"/>
                <a:cs typeface="Times New Roman" panose="02020603050405020304" pitchFamily="18" charset="0"/>
              </a:rPr>
              <a:t>该</a:t>
            </a:r>
            <a:r>
              <a:rPr lang="zh-CN" altLang="zh-CN" sz="1800" kern="100">
                <a:solidFill>
                  <a:srgbClr val="002060"/>
                </a:solidFill>
                <a:latin typeface="Times New Roman" panose="02020603050405020304" pitchFamily="18" charset="0"/>
                <a:ea typeface="微软雅黑"/>
                <a:cs typeface="Times New Roman" panose="02020603050405020304" pitchFamily="18" charset="0"/>
              </a:rPr>
              <a:t>物体</a:t>
            </a:r>
            <a:r>
              <a:rPr lang="zh-CN" altLang="en-US" sz="1800" kern="100">
                <a:solidFill>
                  <a:srgbClr val="002060"/>
                </a:solidFill>
                <a:latin typeface="Times New Roman" panose="02020603050405020304" pitchFamily="18" charset="0"/>
                <a:ea typeface="微软雅黑"/>
                <a:cs typeface="Times New Roman" panose="02020603050405020304" pitchFamily="18" charset="0"/>
              </a:rPr>
              <a:t>所发生</a:t>
            </a:r>
            <a:r>
              <a:rPr lang="zh-CN" altLang="zh-CN" sz="1800" kern="100">
                <a:solidFill>
                  <a:srgbClr val="002060"/>
                </a:solidFill>
                <a:latin typeface="Times New Roman" panose="02020603050405020304" pitchFamily="18" charset="0"/>
                <a:ea typeface="微软雅黑"/>
                <a:cs typeface="Times New Roman" panose="02020603050405020304" pitchFamily="18" charset="0"/>
              </a:rPr>
              <a:t>的</a:t>
            </a:r>
            <a:r>
              <a:rPr lang="zh-CN" altLang="en-US" sz="1800" kern="100">
                <a:solidFill>
                  <a:srgbClr val="002060"/>
                </a:solidFill>
                <a:latin typeface="Times New Roman" panose="02020603050405020304" pitchFamily="18" charset="0"/>
                <a:ea typeface="微软雅黑"/>
                <a:cs typeface="Times New Roman" panose="02020603050405020304" pitchFamily="18" charset="0"/>
              </a:rPr>
              <a:t>这种形变称弹性形变</a:t>
            </a:r>
            <a:r>
              <a:rPr lang="en-US" altLang="zh-CN" sz="1800" kern="100">
                <a:solidFill>
                  <a:srgbClr val="002060"/>
                </a:solidFill>
                <a:latin typeface="Times New Roman" panose="02020603050405020304" pitchFamily="18" charset="0"/>
                <a:ea typeface="微软雅黑"/>
                <a:cs typeface="Times New Roman" panose="02020603050405020304" pitchFamily="18" charset="0"/>
              </a:rPr>
              <a:t>.</a:t>
            </a:r>
            <a:endParaRPr lang="zh-CN" altLang="en-US" sz="1800" kern="100">
              <a:solidFill>
                <a:srgbClr val="002060"/>
              </a:solidFill>
              <a:latin typeface="Times New Roman" panose="02020603050405020304" pitchFamily="18" charset="0"/>
              <a:ea typeface="微软雅黑"/>
              <a:cs typeface="Times New Roman" panose="02020603050405020304" pitchFamily="18" charset="0"/>
            </a:endParaRPr>
          </a:p>
        </p:txBody>
      </p:sp>
      <p:sp>
        <p:nvSpPr>
          <p:cNvPr id="15" name="文本框 14">
            <a:extLst>
              <a:ext uri="{FF2B5EF4-FFF2-40B4-BE49-F238E27FC236}">
                <a16:creationId xmlns:a16="http://schemas.microsoft.com/office/drawing/2014/main" id="{6510FF6F-CC5B-B3E9-8FF9-49CDC6072ECF}"/>
              </a:ext>
            </a:extLst>
          </p:cNvPr>
          <p:cNvSpPr txBox="1"/>
          <p:nvPr>
            <p:custDataLst>
              <p:tags r:id="rId9"/>
            </p:custDataLst>
          </p:nvPr>
        </p:nvSpPr>
        <p:spPr>
          <a:xfrm>
            <a:off x="2418972" y="2404734"/>
            <a:ext cx="5812895" cy="730585"/>
          </a:xfrm>
          <a:prstGeom prst="rect">
            <a:avLst/>
          </a:prstGeom>
          <a:noFill/>
        </p:spPr>
        <p:txBody>
          <a:bodyPr wrap="square">
            <a:spAutoFit/>
          </a:bodyPr>
          <a:lstStyle/>
          <a:p>
            <a:pPr defTabSz="683407">
              <a:lnSpc>
                <a:spcPts val="2600"/>
              </a:lnSpc>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②弹力</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：物体发生弹性形变后，力图恢复其原来的形状，</a:t>
            </a:r>
            <a:endPar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defTabSz="683407">
              <a:lnSpc>
                <a:spcPts val="2600"/>
              </a:lnSpc>
            </a:pP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而对另一个物体产生力，这个力叫作弹力</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B86E14B3-9224-1DE5-0080-32CC947A0869}"/>
              </a:ext>
            </a:extLst>
          </p:cNvPr>
          <p:cNvSpPr txBox="1"/>
          <p:nvPr>
            <p:custDataLst>
              <p:tags r:id="rId10"/>
            </p:custDataLst>
          </p:nvPr>
        </p:nvSpPr>
        <p:spPr>
          <a:xfrm>
            <a:off x="2691040" y="4481970"/>
            <a:ext cx="5322949" cy="406778"/>
          </a:xfrm>
          <a:prstGeom prst="rect">
            <a:avLst/>
          </a:prstGeom>
          <a:noFill/>
        </p:spPr>
        <p:txBody>
          <a:bodyPr wrap="square">
            <a:spAutoFit/>
          </a:bodyPr>
          <a:lstStyle/>
          <a:p>
            <a:pPr defTabSz="683407">
              <a:lnSpc>
                <a:spcPts val="2700"/>
              </a:lnSpc>
            </a:pP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发生弹性形变的物体具有的能量叫作弹性势能</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左大括号 16">
            <a:extLst>
              <a:ext uri="{FF2B5EF4-FFF2-40B4-BE49-F238E27FC236}">
                <a16:creationId xmlns:a16="http://schemas.microsoft.com/office/drawing/2014/main" id="{3B5863B0-18B8-340E-0A58-07B84E5D436D}"/>
              </a:ext>
            </a:extLst>
          </p:cNvPr>
          <p:cNvSpPr/>
          <p:nvPr>
            <p:custDataLst>
              <p:tags r:id="rId11"/>
            </p:custDataLst>
          </p:nvPr>
        </p:nvSpPr>
        <p:spPr>
          <a:xfrm>
            <a:off x="2235492" y="738293"/>
            <a:ext cx="243076" cy="829439"/>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algn="ctr" defTabSz="683407" eaLnBrk="0" hangingPunct="0">
              <a:defRPr/>
            </a:pPr>
            <a:endParaRPr lang="zh-CN" altLang="en-US" sz="752">
              <a:solidFill>
                <a:srgbClr val="002060"/>
              </a:solidFill>
              <a:latin typeface="Century Gothic" panose="020F0302020204030204"/>
              <a:ea typeface="宋体" panose="02010600030101010101" pitchFamily="2" charset="-122"/>
            </a:endParaRPr>
          </a:p>
        </p:txBody>
      </p:sp>
      <p:sp>
        <p:nvSpPr>
          <p:cNvPr id="18" name="左大括号 17">
            <a:extLst>
              <a:ext uri="{FF2B5EF4-FFF2-40B4-BE49-F238E27FC236}">
                <a16:creationId xmlns:a16="http://schemas.microsoft.com/office/drawing/2014/main" id="{2E94299C-0E45-4DA6-D4AA-09C02803276D}"/>
              </a:ext>
            </a:extLst>
          </p:cNvPr>
          <p:cNvSpPr/>
          <p:nvPr>
            <p:custDataLst>
              <p:tags r:id="rId12"/>
            </p:custDataLst>
          </p:nvPr>
        </p:nvSpPr>
        <p:spPr>
          <a:xfrm>
            <a:off x="2221696" y="1854753"/>
            <a:ext cx="243076" cy="1147955"/>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algn="ctr" defTabSz="683407" eaLnBrk="0" hangingPunct="0">
              <a:defRPr/>
            </a:pPr>
            <a:endParaRPr lang="zh-CN" altLang="en-US" sz="752">
              <a:solidFill>
                <a:srgbClr val="002060"/>
              </a:solidFill>
              <a:latin typeface="Century Gothic" panose="020F0302020204030204"/>
              <a:ea typeface="宋体" panose="02010600030101010101" pitchFamily="2" charset="-122"/>
            </a:endParaRPr>
          </a:p>
        </p:txBody>
      </p:sp>
      <p:sp>
        <p:nvSpPr>
          <p:cNvPr id="6" name="文本框 5">
            <a:extLst>
              <a:ext uri="{FF2B5EF4-FFF2-40B4-BE49-F238E27FC236}">
                <a16:creationId xmlns:a16="http://schemas.microsoft.com/office/drawing/2014/main" id="{384D7066-B105-DA1E-5926-BBCED38D79EE}"/>
              </a:ext>
            </a:extLst>
          </p:cNvPr>
          <p:cNvSpPr txBox="1"/>
          <p:nvPr>
            <p:custDataLst>
              <p:tags r:id="rId13"/>
            </p:custDataLst>
          </p:nvPr>
        </p:nvSpPr>
        <p:spPr>
          <a:xfrm>
            <a:off x="2446066" y="1270088"/>
            <a:ext cx="5893260" cy="406778"/>
          </a:xfrm>
          <a:prstGeom prst="rect">
            <a:avLst/>
          </a:prstGeom>
          <a:noFill/>
        </p:spPr>
        <p:txBody>
          <a:bodyPr wrap="square">
            <a:spAutoFit/>
          </a:bodyPr>
          <a:lstStyle/>
          <a:p>
            <a:pPr defTabSz="683407">
              <a:lnSpc>
                <a:spcPts val="2700"/>
              </a:lnSpc>
            </a:pP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力的作用效果</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：可以改变物体的形状或运动状态</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80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 name="文本框 11">
            <a:extLst>
              <a:ext uri="{FF2B5EF4-FFF2-40B4-BE49-F238E27FC236}">
                <a16:creationId xmlns:a16="http://schemas.microsoft.com/office/drawing/2014/main" id="{C8CEC1FD-871E-E4AF-A344-6AD0E1D4F536}"/>
              </a:ext>
            </a:extLst>
          </p:cNvPr>
          <p:cNvSpPr txBox="1"/>
          <p:nvPr>
            <p:custDataLst>
              <p:tags r:id="rId14"/>
            </p:custDataLst>
          </p:nvPr>
        </p:nvSpPr>
        <p:spPr>
          <a:xfrm>
            <a:off x="2418972" y="3118749"/>
            <a:ext cx="6053796" cy="1397434"/>
          </a:xfrm>
          <a:prstGeom prst="rect">
            <a:avLst/>
          </a:prstGeom>
          <a:noFill/>
        </p:spPr>
        <p:txBody>
          <a:bodyPr wrap="square">
            <a:spAutoFit/>
          </a:bodyPr>
          <a:lstStyle/>
          <a:p>
            <a:pPr defTabSz="683407">
              <a:lnSpc>
                <a:spcPts val="2600"/>
              </a:lnSpc>
            </a:pP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观察</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量程</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和</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分度值</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，所测力的大小应在它的量程内</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defTabSz="683407">
              <a:lnSpc>
                <a:spcPts val="2600"/>
              </a:lnSpc>
            </a:pP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测量前，应检查指针是否指在</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刻度线</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上</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defTabSz="683407">
              <a:lnSpc>
                <a:spcPts val="2600"/>
              </a:lnSpc>
            </a:pP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要使弹簧测力计中弹簧的</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轴线方向与受力方向一致</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defTabSz="683407">
              <a:lnSpc>
                <a:spcPts val="2600"/>
              </a:lnSpc>
            </a:pP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④</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读数时，</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视线</a:t>
            </a: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应与刻度盘</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垂直</a:t>
            </a:r>
            <a:r>
              <a:rPr lang="en-US" altLang="zh-CN"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9" name="左大括号 18">
            <a:extLst>
              <a:ext uri="{FF2B5EF4-FFF2-40B4-BE49-F238E27FC236}">
                <a16:creationId xmlns:a16="http://schemas.microsoft.com/office/drawing/2014/main" id="{BBB18BA9-AE24-8C74-559B-58F7EBD0B2B5}"/>
              </a:ext>
            </a:extLst>
          </p:cNvPr>
          <p:cNvSpPr/>
          <p:nvPr>
            <p:custDataLst>
              <p:tags r:id="rId15"/>
            </p:custDataLst>
          </p:nvPr>
        </p:nvSpPr>
        <p:spPr>
          <a:xfrm>
            <a:off x="2269791" y="3288664"/>
            <a:ext cx="243076" cy="1147955"/>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algn="ctr" defTabSz="683407" eaLnBrk="0" hangingPunct="0">
              <a:defRPr/>
            </a:pPr>
            <a:endParaRPr lang="zh-CN" altLang="en-US" sz="752">
              <a:solidFill>
                <a:srgbClr val="002060"/>
              </a:solidFill>
              <a:latin typeface="Century Gothic" panose="020F0302020204030204"/>
              <a:ea typeface="宋体" panose="02010600030101010101" pitchFamily="2" charset="-122"/>
            </a:endParaRPr>
          </a:p>
        </p:txBody>
      </p:sp>
      <p:sp>
        <p:nvSpPr>
          <p:cNvPr id="20" name="矩形 82950">
            <a:extLst>
              <a:ext uri="{FF2B5EF4-FFF2-40B4-BE49-F238E27FC236}">
                <a16:creationId xmlns:a16="http://schemas.microsoft.com/office/drawing/2014/main" id="{75C27B3D-B03E-56F7-CD7F-DC64B8D7F8FF}"/>
              </a:ext>
            </a:extLst>
          </p:cNvPr>
          <p:cNvSpPr/>
          <p:nvPr>
            <p:custDataLst>
              <p:tags r:id="rId16"/>
            </p:custDataLst>
          </p:nvPr>
        </p:nvSpPr>
        <p:spPr>
          <a:xfrm>
            <a:off x="1011919" y="4496540"/>
            <a:ext cx="1220341" cy="406330"/>
          </a:xfrm>
          <a:prstGeom prst="rect">
            <a:avLst/>
          </a:prstGeom>
          <a:solidFill>
            <a:srgbClr val="30CED4">
              <a:alpha val="58000"/>
            </a:srgbClr>
          </a:solidFill>
          <a:ln w="9525">
            <a:solidFill>
              <a:schemeClr val="tx1"/>
            </a:solidFill>
          </a:ln>
        </p:spPr>
        <p:txBody>
          <a:bodyPr wrap="square" anchor="t">
            <a:spAutoFit/>
          </a:bodyPr>
          <a:lstStyle/>
          <a:p>
            <a:pPr algn="ctr" defTabSz="683407">
              <a:lnSpc>
                <a:spcPts val="2633"/>
              </a:lnSpc>
            </a:pPr>
            <a:r>
              <a:rPr lang="zh-CN" altLang="en-US" sz="1800">
                <a:solidFill>
                  <a:srgbClr val="000000"/>
                </a:solidFill>
                <a:latin typeface="微软雅黑" panose="020B0503020204020204" pitchFamily="34" charset="-122"/>
                <a:ea typeface="微软雅黑" panose="020B0503020204020204" pitchFamily="34" charset="-122"/>
                <a:cs typeface="宋体" panose="02010600030101010101" pitchFamily="2" charset="-122"/>
              </a:rPr>
              <a:t>弹性势能</a:t>
            </a:r>
            <a:endParaRPr lang="en-US" altLang="zh-CN" sz="180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p:txBody>
      </p:sp>
      <p:cxnSp>
        <p:nvCxnSpPr>
          <p:cNvPr id="22" name="直接连接符 21">
            <a:extLst>
              <a:ext uri="{FF2B5EF4-FFF2-40B4-BE49-F238E27FC236}">
                <a16:creationId xmlns:a16="http://schemas.microsoft.com/office/drawing/2014/main" id="{3EEA303E-C7C2-99E1-A934-C86C3ECA6AA4}"/>
              </a:ext>
            </a:extLst>
          </p:cNvPr>
          <p:cNvCxnSpPr>
            <a:stCxn id="20" idx="3"/>
          </p:cNvCxnSpPr>
          <p:nvPr>
            <p:custDataLst>
              <p:tags r:id="rId17"/>
            </p:custDataLst>
          </p:nvPr>
        </p:nvCxnSpPr>
        <p:spPr>
          <a:xfrm>
            <a:off x="2232260" y="4699705"/>
            <a:ext cx="495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90120A70-26E9-D379-9F3D-C1BA06E8595A}"/>
              </a:ext>
            </a:extLst>
          </p:cNvPr>
          <p:cNvSpPr txBox="1"/>
          <p:nvPr>
            <p:custDataLst>
              <p:tags r:id="rId18"/>
            </p:custDataLst>
          </p:nvPr>
        </p:nvSpPr>
        <p:spPr>
          <a:xfrm>
            <a:off x="401947" y="28391"/>
            <a:ext cx="1909719" cy="430887"/>
          </a:xfrm>
          <a:prstGeom prst="rect">
            <a:avLst/>
          </a:prstGeom>
          <a:noFill/>
        </p:spPr>
        <p:txBody>
          <a:bodyPr wrap="square">
            <a:spAutoFit/>
          </a:bodyPr>
          <a:lstStyle/>
          <a:p>
            <a:r>
              <a:rPr lang="zh-CN" altLang="en-US" sz="2200" b="1">
                <a:solidFill>
                  <a:schemeClr val="bg1"/>
                </a:solidFill>
                <a:latin typeface="微软雅黑" panose="020B0503020204020204" pitchFamily="34" charset="-122"/>
                <a:ea typeface="微软雅黑" panose="020B0503020204020204" pitchFamily="34" charset="-122"/>
              </a:rPr>
              <a:t>知识结构</a:t>
            </a:r>
          </a:p>
        </p:txBody>
      </p:sp>
      <p:sp>
        <p:nvSpPr>
          <p:cNvPr id="10" name="文本框 9">
            <a:extLst>
              <a:ext uri="{FF2B5EF4-FFF2-40B4-BE49-F238E27FC236}">
                <a16:creationId xmlns:a16="http://schemas.microsoft.com/office/drawing/2014/main" id="{C750D4C1-2C6A-8745-F70A-58C0B55A401C}"/>
              </a:ext>
            </a:extLst>
          </p:cNvPr>
          <p:cNvSpPr txBox="1"/>
          <p:nvPr>
            <p:custDataLst>
              <p:tags r:id="rId19"/>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6959961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Horizontal)">
                                      <p:cBhvr>
                                        <p:cTn id="7" dur="500"/>
                                        <p:tgtEl>
                                          <p:spTgt spid="3"/>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arn(outHorizontal)">
                                      <p:cBhvr>
                                        <p:cTn id="10" dur="500"/>
                                        <p:tgtEl>
                                          <p:spTgt spid="5"/>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6" presetClass="entr" presetSubtype="42"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barn(outHorizontal)">
                                      <p:cBhvr>
                                        <p:cTn id="18" dur="500"/>
                                        <p:tgtEl>
                                          <p:spTgt spid="17"/>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1250"/>
                                        <p:tgtEl>
                                          <p:spTgt spid="11"/>
                                        </p:tgtEl>
                                      </p:cBhvr>
                                    </p:animEffect>
                                  </p:childTnLst>
                                </p:cTn>
                              </p:par>
                            </p:childTnLst>
                          </p:cTn>
                        </p:par>
                      </p:childTnLst>
                    </p:cTn>
                  </p:par>
                  <p:par>
                    <p:cTn id="24" fill="hold" nodeType="clickPar">
                      <p:stCondLst>
                        <p:cond delay="indefinite"/>
                      </p:stCondLst>
                      <p:childTnLst>
                        <p:par>
                          <p:cTn id="25" fill="hold" nodeType="after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1250"/>
                                        <p:tgtEl>
                                          <p:spTgt spid="13"/>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250"/>
                                        <p:tgtEl>
                                          <p:spTgt spid="6"/>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par>
                                <p:cTn id="39" presetID="16" presetClass="entr" presetSubtype="42"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arn(outHorizontal)">
                                      <p:cBhvr>
                                        <p:cTn id="41" dur="500"/>
                                        <p:tgtEl>
                                          <p:spTgt spid="18"/>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1000"/>
                                        <p:tgtEl>
                                          <p:spTgt spid="14"/>
                                        </p:tgtEl>
                                      </p:cBhvr>
                                    </p:animEffect>
                                  </p:childTnLst>
                                </p:cTn>
                              </p:par>
                            </p:childTnLst>
                          </p:cTn>
                        </p:par>
                      </p:childTnLst>
                    </p:cTn>
                  </p:par>
                  <p:par>
                    <p:cTn id="47" fill="hold" nodeType="clickPar">
                      <p:stCondLst>
                        <p:cond delay="indefinite"/>
                      </p:stCondLst>
                      <p:childTnLst>
                        <p:par>
                          <p:cTn id="48" fill="hold" nodeType="after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1000"/>
                                        <p:tgtEl>
                                          <p:spTgt spid="15"/>
                                        </p:tgtEl>
                                      </p:cBhvr>
                                    </p:animEffect>
                                  </p:childTnLst>
                                </p:cTn>
                              </p:par>
                            </p:childTnLst>
                          </p:cTn>
                        </p:par>
                      </p:childTnLst>
                    </p:cTn>
                  </p:par>
                  <p:par>
                    <p:cTn id="52" fill="hold" nodeType="clickPar">
                      <p:stCondLst>
                        <p:cond delay="indefinite"/>
                      </p:stCondLst>
                      <p:childTnLst>
                        <p:par>
                          <p:cTn id="53" fill="hold" nodeType="afterGroup">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wipe(down)">
                                      <p:cBhvr>
                                        <p:cTn id="56" dur="500"/>
                                        <p:tgtEl>
                                          <p:spTgt spid="7"/>
                                        </p:tgtEl>
                                      </p:cBhvr>
                                    </p:animEffect>
                                  </p:childTnLst>
                                </p:cTn>
                              </p:par>
                              <p:par>
                                <p:cTn id="57" presetID="16" presetClass="entr" presetSubtype="42"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barn(outHorizontal)">
                                      <p:cBhvr>
                                        <p:cTn id="59" dur="500"/>
                                        <p:tgtEl>
                                          <p:spTgt spid="19"/>
                                        </p:tgtEl>
                                      </p:cBhvr>
                                    </p:animEffect>
                                  </p:childTnLst>
                                </p:cTn>
                              </p:par>
                            </p:childTnLst>
                          </p:cTn>
                        </p:par>
                      </p:childTnLst>
                    </p:cTn>
                  </p:par>
                  <p:par>
                    <p:cTn id="60" fill="hold" nodeType="clickPar">
                      <p:stCondLst>
                        <p:cond delay="indefinite"/>
                      </p:stCondLst>
                      <p:childTnLst>
                        <p:par>
                          <p:cTn id="61" fill="hold" nodeType="afterGroup">
                            <p:stCondLst>
                              <p:cond delay="0"/>
                            </p:stCondLst>
                            <p:childTnLst>
                              <p:par>
                                <p:cTn id="62" presetID="22" presetClass="entr" presetSubtype="8" fill="hold" nodeType="clickEffect">
                                  <p:stCondLst>
                                    <p:cond delay="0"/>
                                  </p:stCondLst>
                                  <p:childTnLst>
                                    <p:set>
                                      <p:cBhvr>
                                        <p:cTn id="63" dur="1" fill="hold">
                                          <p:stCondLst>
                                            <p:cond delay="0"/>
                                          </p:stCondLst>
                                        </p:cTn>
                                        <p:tgtEl>
                                          <p:spTgt spid="12">
                                            <p:txEl>
                                              <p:pRg st="0" end="0"/>
                                            </p:txEl>
                                          </p:spTgt>
                                        </p:tgtEl>
                                        <p:attrNameLst>
                                          <p:attrName>style.visibility</p:attrName>
                                        </p:attrNameLst>
                                      </p:cBhvr>
                                      <p:to>
                                        <p:strVal val="visible"/>
                                      </p:to>
                                    </p:set>
                                    <p:animEffect transition="in" filter="wipe(left)">
                                      <p:cBhvr>
                                        <p:cTn id="64" dur="1250"/>
                                        <p:tgtEl>
                                          <p:spTgt spid="12">
                                            <p:txEl>
                                              <p:pRg st="0" end="0"/>
                                            </p:txEl>
                                          </p:spTgt>
                                        </p:tgtEl>
                                      </p:cBhvr>
                                    </p:animEffect>
                                  </p:childTnLst>
                                </p:cTn>
                              </p:par>
                            </p:childTnLst>
                          </p:cTn>
                        </p:par>
                      </p:childTnLst>
                    </p:cTn>
                  </p:par>
                  <p:par>
                    <p:cTn id="65" fill="hold" nodeType="clickPar">
                      <p:stCondLst>
                        <p:cond delay="indefinite"/>
                      </p:stCondLst>
                      <p:childTnLst>
                        <p:par>
                          <p:cTn id="66" fill="hold" nodeType="afterGroup">
                            <p:stCondLst>
                              <p:cond delay="0"/>
                            </p:stCondLst>
                            <p:childTnLst>
                              <p:par>
                                <p:cTn id="67" presetID="22" presetClass="entr" presetSubtype="8" fill="hold" nodeType="clickEffect">
                                  <p:stCondLst>
                                    <p:cond delay="0"/>
                                  </p:stCondLst>
                                  <p:childTnLst>
                                    <p:set>
                                      <p:cBhvr>
                                        <p:cTn id="68" dur="1" fill="hold">
                                          <p:stCondLst>
                                            <p:cond delay="0"/>
                                          </p:stCondLst>
                                        </p:cTn>
                                        <p:tgtEl>
                                          <p:spTgt spid="12">
                                            <p:txEl>
                                              <p:pRg st="1" end="1"/>
                                            </p:txEl>
                                          </p:spTgt>
                                        </p:tgtEl>
                                        <p:attrNameLst>
                                          <p:attrName>style.visibility</p:attrName>
                                        </p:attrNameLst>
                                      </p:cBhvr>
                                      <p:to>
                                        <p:strVal val="visible"/>
                                      </p:to>
                                    </p:set>
                                    <p:animEffect transition="in" filter="wipe(left)">
                                      <p:cBhvr>
                                        <p:cTn id="69" dur="1250"/>
                                        <p:tgtEl>
                                          <p:spTgt spid="12">
                                            <p:txEl>
                                              <p:pRg st="1" end="1"/>
                                            </p:txEl>
                                          </p:spTgt>
                                        </p:tgtEl>
                                      </p:cBhvr>
                                    </p:animEffect>
                                  </p:childTnLst>
                                </p:cTn>
                              </p:par>
                            </p:childTnLst>
                          </p:cTn>
                        </p:par>
                      </p:childTnLst>
                    </p:cTn>
                  </p:par>
                  <p:par>
                    <p:cTn id="70" fill="hold" nodeType="clickPar">
                      <p:stCondLst>
                        <p:cond delay="indefinite"/>
                      </p:stCondLst>
                      <p:childTnLst>
                        <p:par>
                          <p:cTn id="71" fill="hold" nodeType="after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12">
                                            <p:txEl>
                                              <p:pRg st="2" end="2"/>
                                            </p:txEl>
                                          </p:spTgt>
                                        </p:tgtEl>
                                        <p:attrNameLst>
                                          <p:attrName>style.visibility</p:attrName>
                                        </p:attrNameLst>
                                      </p:cBhvr>
                                      <p:to>
                                        <p:strVal val="visible"/>
                                      </p:to>
                                    </p:set>
                                    <p:animEffect transition="in" filter="wipe(left)">
                                      <p:cBhvr>
                                        <p:cTn id="74" dur="1250"/>
                                        <p:tgtEl>
                                          <p:spTgt spid="12">
                                            <p:txEl>
                                              <p:pRg st="2" end="2"/>
                                            </p:txEl>
                                          </p:spTgt>
                                        </p:tgtEl>
                                      </p:cBhvr>
                                    </p:animEffect>
                                  </p:childTnLst>
                                </p:cTn>
                              </p:par>
                            </p:childTnLst>
                          </p:cTn>
                        </p:par>
                      </p:childTnLst>
                    </p:cTn>
                  </p:par>
                  <p:par>
                    <p:cTn id="75" fill="hold" nodeType="clickPar">
                      <p:stCondLst>
                        <p:cond delay="indefinite"/>
                      </p:stCondLst>
                      <p:childTnLst>
                        <p:par>
                          <p:cTn id="76" fill="hold" nodeType="after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12">
                                            <p:txEl>
                                              <p:pRg st="3" end="3"/>
                                            </p:txEl>
                                          </p:spTgt>
                                        </p:tgtEl>
                                        <p:attrNameLst>
                                          <p:attrName>style.visibility</p:attrName>
                                        </p:attrNameLst>
                                      </p:cBhvr>
                                      <p:to>
                                        <p:strVal val="visible"/>
                                      </p:to>
                                    </p:set>
                                    <p:animEffect transition="in" filter="wipe(left)">
                                      <p:cBhvr>
                                        <p:cTn id="79" dur="1250"/>
                                        <p:tgtEl>
                                          <p:spTgt spid="12">
                                            <p:txEl>
                                              <p:pRg st="3" end="3"/>
                                            </p:txEl>
                                          </p:spTgt>
                                        </p:tgtEl>
                                      </p:cBhvr>
                                    </p:animEffect>
                                  </p:childTnLst>
                                </p:cTn>
                              </p:par>
                            </p:childTnLst>
                          </p:cTn>
                        </p:par>
                      </p:childTnLst>
                    </p:cTn>
                  </p:par>
                  <p:par>
                    <p:cTn id="80" fill="hold" nodeType="clickPar">
                      <p:stCondLst>
                        <p:cond delay="indefinite"/>
                      </p:stCondLst>
                      <p:childTnLst>
                        <p:par>
                          <p:cTn id="81" fill="hold" nodeType="afterGroup">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blinds(horizontal)">
                                      <p:cBhvr>
                                        <p:cTn id="84" dur="500"/>
                                        <p:tgtEl>
                                          <p:spTgt spid="20"/>
                                        </p:tgtEl>
                                      </p:cBhvr>
                                    </p:animEffect>
                                  </p:childTnLst>
                                </p:cTn>
                              </p:par>
                            </p:childTnLst>
                          </p:cTn>
                        </p:par>
                        <p:par>
                          <p:cTn id="85" fill="hold" nodeType="afterGroup">
                            <p:stCondLst>
                              <p:cond delay="500"/>
                            </p:stCondLst>
                            <p:childTnLst>
                              <p:par>
                                <p:cTn id="86" presetID="10" presetClass="entr" presetSubtype="0" fill="hold"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500"/>
                                        <p:tgtEl>
                                          <p:spTgt spid="22"/>
                                        </p:tgtEl>
                                      </p:cBhvr>
                                    </p:animEffect>
                                  </p:childTnLst>
                                </p:cTn>
                              </p:par>
                            </p:childTnLst>
                          </p:cTn>
                        </p:par>
                      </p:childTnLst>
                    </p:cTn>
                  </p:par>
                  <p:par>
                    <p:cTn id="89" fill="hold" nodeType="clickPar">
                      <p:stCondLst>
                        <p:cond delay="indefinite"/>
                      </p:stCondLst>
                      <p:childTnLst>
                        <p:par>
                          <p:cTn id="90" fill="hold" nodeType="afterGroup">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16"/>
                                        </p:tgtEl>
                                        <p:attrNameLst>
                                          <p:attrName>style.visibility</p:attrName>
                                        </p:attrNameLst>
                                      </p:cBhvr>
                                      <p:to>
                                        <p:strVal val="visible"/>
                                      </p:to>
                                    </p:set>
                                    <p:animEffect transition="in" filter="wipe(left)">
                                      <p:cBhvr>
                                        <p:cTn id="93"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7" grpId="0" animBg="1"/>
      <p:bldP spid="9" grpId="0" animBg="1"/>
      <p:bldP spid="11" grpId="0"/>
      <p:bldP spid="13" grpId="0"/>
      <p:bldP spid="14" grpId="0"/>
      <p:bldP spid="15" grpId="0"/>
      <p:bldP spid="16" grpId="0"/>
      <p:bldP spid="17" grpId="0" animBg="1"/>
      <p:bldP spid="18" grpId="0" animBg="1"/>
      <p:bldP spid="6" grpId="0"/>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FC12530-7FFD-1789-0267-17AD1793F0D9}"/>
              </a:ext>
            </a:extLst>
          </p:cNvPr>
          <p:cNvPicPr>
            <a:picLocks noChangeAspect="1" noChangeArrowheads="1"/>
          </p:cNvPicPr>
          <p:nvPr>
            <p:custDataLst>
              <p:tags r:id="rId1"/>
            </p:custDataLst>
          </p:nvPr>
        </p:nvPicPr>
        <p:blipFill>
          <a:blip r:embed="rId16">
            <a:extLst>
              <a:ext uri="{28A0092B-C50C-407E-A947-70E740481C1C}">
                <a14:useLocalDpi xmlns:a14="http://schemas.microsoft.com/office/drawing/2010/main" val="0"/>
              </a:ext>
            </a:extLst>
          </a:blip>
          <a:stretch>
            <a:fillRect/>
          </a:stretch>
        </p:blipFill>
        <p:spPr bwMode="auto">
          <a:xfrm>
            <a:off x="6350922" y="1761546"/>
            <a:ext cx="2364664" cy="1573522"/>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B3DD8451-AC19-3CE7-8BE3-3FFB60168BCF}"/>
              </a:ext>
            </a:extLst>
          </p:cNvPr>
          <p:cNvSpPr txBox="1"/>
          <p:nvPr>
            <p:custDataLst>
              <p:tags r:id="rId2"/>
            </p:custDataLst>
          </p:nvPr>
        </p:nvSpPr>
        <p:spPr>
          <a:xfrm>
            <a:off x="168446" y="47174"/>
            <a:ext cx="3075981"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知识点一、</a:t>
            </a:r>
            <a:r>
              <a:rPr lang="zh-CN" altLang="en-US" sz="2000">
                <a:solidFill>
                  <a:schemeClr val="bg1"/>
                </a:solidFill>
                <a:latin typeface="微软雅黑" panose="020B0503020204020204" pitchFamily="34" charset="-122"/>
                <a:ea typeface="微软雅黑" panose="020B0503020204020204" pitchFamily="34" charset="-122"/>
              </a:rPr>
              <a:t>力是什么</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D892692F-613D-DB0B-FB83-2B8D9A39D508}"/>
              </a:ext>
            </a:extLst>
          </p:cNvPr>
          <p:cNvSpPr/>
          <p:nvPr>
            <p:custDataLst>
              <p:tags r:id="rId3"/>
            </p:custDataLst>
          </p:nvPr>
        </p:nvSpPr>
        <p:spPr>
          <a:xfrm>
            <a:off x="1246403" y="1079408"/>
            <a:ext cx="6741274" cy="40011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2100">
                <a:solidFill>
                  <a:srgbClr val="002060"/>
                </a:solidFill>
                <a:ea typeface="微软雅黑" panose="020B0503020204020204" pitchFamily="34" charset="-122"/>
              </a:rPr>
              <a:t> </a:t>
            </a:r>
            <a:r>
              <a:rPr kumimoji="1" lang="zh-CN" altLang="en-US" sz="2100">
                <a:solidFill>
                  <a:srgbClr val="002060"/>
                </a:solidFill>
                <a:ea typeface="微软雅黑" panose="020B0503020204020204" pitchFamily="34" charset="-122"/>
              </a:rPr>
              <a:t>把</a:t>
            </a:r>
            <a:r>
              <a:rPr kumimoji="1" lang="zh-CN" altLang="en-US" sz="2100" b="0" i="0" u="none" strike="noStrike" kern="1200" cap="none" spc="0" normalizeH="0" baseline="0" noProof="0">
                <a:ln>
                  <a:noFill/>
                </a:ln>
                <a:solidFill>
                  <a:srgbClr val="002060"/>
                </a:solidFill>
                <a:effectLst/>
                <a:uLnTx/>
                <a:uFillTx/>
                <a:ea typeface="微软雅黑" panose="020B0503020204020204" pitchFamily="34" charset="-122"/>
              </a:rPr>
              <a:t>物体对物体的作用称为力，</a:t>
            </a:r>
            <a:r>
              <a:rPr kumimoji="0" lang="zh-CN" altLang="en-US" sz="2100" b="0" i="0" u="none" strike="noStrike" kern="1200" cap="none" spc="0" normalizeH="0" baseline="0" noProof="0">
                <a:ln>
                  <a:noFill/>
                </a:ln>
                <a:solidFill>
                  <a:srgbClr val="002060"/>
                </a:solidFill>
                <a:effectLst/>
                <a:uLnTx/>
                <a:uFillTx/>
                <a:ea typeface="微软雅黑"/>
              </a:rPr>
              <a:t>用符号</a:t>
            </a:r>
            <a:r>
              <a:rPr kumimoji="0" lang="en-US" altLang="zh-CN" sz="2100" b="1" i="1" u="none" strike="noStrike" kern="1200" cap="none" spc="0" normalizeH="0" baseline="0" noProof="0">
                <a:ln>
                  <a:noFill/>
                </a:ln>
                <a:solidFill>
                  <a:srgbClr val="002060"/>
                </a:solidFill>
                <a:effectLst/>
                <a:uLnTx/>
                <a:uFillTx/>
                <a:ea typeface="微软雅黑"/>
              </a:rPr>
              <a:t>F </a:t>
            </a:r>
            <a:r>
              <a:rPr kumimoji="0" lang="zh-CN" altLang="en-US" sz="2100" b="0" i="0" u="none" strike="noStrike" kern="1200" cap="none" spc="0" normalizeH="0" baseline="0" noProof="0">
                <a:ln>
                  <a:noFill/>
                </a:ln>
                <a:solidFill>
                  <a:srgbClr val="002060"/>
                </a:solidFill>
                <a:effectLst/>
                <a:uLnTx/>
                <a:uFillTx/>
                <a:ea typeface="微软雅黑"/>
              </a:rPr>
              <a:t>表示</a:t>
            </a:r>
            <a:r>
              <a:rPr kumimoji="0" lang="en-US" altLang="zh-CN" sz="2100" b="0" i="0" u="none" strike="noStrike" kern="1200" cap="none" spc="0" normalizeH="0" baseline="0" noProof="0">
                <a:ln>
                  <a:noFill/>
                </a:ln>
                <a:solidFill>
                  <a:srgbClr val="002060"/>
                </a:solidFill>
                <a:effectLst/>
                <a:uLnTx/>
                <a:uFillTx/>
                <a:ea typeface="微软雅黑"/>
              </a:rPr>
              <a:t>.</a:t>
            </a:r>
            <a:r>
              <a:rPr kumimoji="0" lang="zh-CN" altLang="en-US" sz="2100" b="0" i="0" u="none" strike="noStrike" kern="1200" cap="none" spc="0" normalizeH="0" baseline="0" noProof="0">
                <a:ln>
                  <a:noFill/>
                </a:ln>
                <a:solidFill>
                  <a:srgbClr val="002060"/>
                </a:solidFill>
                <a:effectLst/>
                <a:uLnTx/>
                <a:uFillTx/>
                <a:ea typeface="微软雅黑"/>
              </a:rPr>
              <a:t> </a:t>
            </a:r>
            <a:endParaRPr lang="zh-CN" altLang="en-US" sz="2100">
              <a:solidFill>
                <a:srgbClr val="002060"/>
              </a:solidFill>
            </a:endParaRPr>
          </a:p>
        </p:txBody>
      </p:sp>
      <p:sp>
        <p:nvSpPr>
          <p:cNvPr id="8" name="文本框 7">
            <a:extLst>
              <a:ext uri="{FF2B5EF4-FFF2-40B4-BE49-F238E27FC236}">
                <a16:creationId xmlns:a16="http://schemas.microsoft.com/office/drawing/2014/main" id="{13AC1BB1-2483-D751-7054-EE9E843E61A8}"/>
              </a:ext>
            </a:extLst>
          </p:cNvPr>
          <p:cNvSpPr txBox="1"/>
          <p:nvPr>
            <p:custDataLst>
              <p:tags r:id="rId4"/>
            </p:custDataLst>
          </p:nvPr>
        </p:nvSpPr>
        <p:spPr>
          <a:xfrm>
            <a:off x="738406" y="600081"/>
            <a:ext cx="2629747" cy="461665"/>
          </a:xfrm>
          <a:prstGeom prst="rect">
            <a:avLst/>
          </a:prstGeom>
          <a:noFill/>
        </p:spPr>
        <p:txBody>
          <a:bodyPr wrap="square">
            <a:spAutoFit/>
          </a:bodyPr>
          <a:lstStyle/>
          <a:p>
            <a:r>
              <a:rPr kumimoji="1" lang="en-US" altLang="zh-CN" sz="2300" b="0" i="0" u="none" strike="noStrike" kern="1200" cap="none" spc="0" normalizeH="0" baseline="0" noProof="0">
                <a:ln>
                  <a:noFill/>
                </a:ln>
                <a:solidFill>
                  <a:srgbClr val="002060"/>
                </a:solidFill>
                <a:effectLst/>
                <a:uLnTx/>
                <a:uFillTx/>
                <a:ea typeface="微软雅黑" panose="020B0503020204020204" pitchFamily="34" charset="-122"/>
              </a:rPr>
              <a:t>1. </a:t>
            </a:r>
            <a:r>
              <a:rPr kumimoji="1" lang="zh-CN" altLang="en-US" sz="2300" b="0" i="0" u="none" strike="noStrike" kern="1200" cap="none" spc="0" normalizeH="0" baseline="0" noProof="0">
                <a:ln>
                  <a:noFill/>
                </a:ln>
                <a:solidFill>
                  <a:srgbClr val="002060"/>
                </a:solidFill>
                <a:effectLst/>
                <a:uLnTx/>
                <a:uFillTx/>
                <a:ea typeface="微软雅黑" panose="020B0503020204020204" pitchFamily="34" charset="-122"/>
              </a:rPr>
              <a:t>力的概念</a:t>
            </a:r>
            <a:endParaRPr lang="zh-CN" altLang="en-US" sz="2300">
              <a:solidFill>
                <a:srgbClr val="002060"/>
              </a:solidFill>
            </a:endParaRPr>
          </a:p>
        </p:txBody>
      </p:sp>
      <p:sp>
        <p:nvSpPr>
          <p:cNvPr id="9" name="Text Box 16">
            <a:extLst>
              <a:ext uri="{FF2B5EF4-FFF2-40B4-BE49-F238E27FC236}">
                <a16:creationId xmlns:a16="http://schemas.microsoft.com/office/drawing/2014/main" id="{F5ECCBA4-BBCB-8879-B358-FDCB317BCA51}"/>
              </a:ext>
            </a:extLst>
          </p:cNvPr>
          <p:cNvSpPr txBox="1">
            <a:spLocks noChangeArrowheads="1"/>
          </p:cNvSpPr>
          <p:nvPr>
            <p:custDataLst>
              <p:tags r:id="rId5"/>
            </p:custDataLst>
          </p:nvPr>
        </p:nvSpPr>
        <p:spPr bwMode="auto">
          <a:xfrm>
            <a:off x="738406" y="1497181"/>
            <a:ext cx="3662912" cy="446276"/>
          </a:xfrm>
          <a:prstGeom prst="rect">
            <a:avLst/>
          </a:prstGeom>
          <a:noFill/>
          <a:ln w="9525">
            <a:noFill/>
            <a:miter lim="800000"/>
          </a:ln>
          <a:effectLst/>
        </p:spPr>
        <p:txBody>
          <a:bodyPr wrap="square">
            <a:spAutoFit/>
          </a:bodyPr>
          <a:lstStyle/>
          <a:p>
            <a:pPr eaLnBrk="1" hangingPunct="1"/>
            <a:r>
              <a:rPr lang="en-US" altLang="zh-CN" sz="2300">
                <a:solidFill>
                  <a:srgbClr val="002060"/>
                </a:solidFill>
                <a:ea typeface="微软雅黑" panose="020B0503020204020204" pitchFamily="34" charset="-122"/>
                <a:cs typeface="Times New Roman" panose="02020603050405020304" pitchFamily="18" charset="0"/>
              </a:rPr>
              <a:t>2. </a:t>
            </a:r>
            <a:r>
              <a:rPr lang="zh-CN" altLang="en-US" sz="2300">
                <a:solidFill>
                  <a:srgbClr val="002060"/>
                </a:solidFill>
                <a:ea typeface="微软雅黑" panose="020B0503020204020204" pitchFamily="34" charset="-122"/>
                <a:cs typeface="Times New Roman" panose="02020603050405020304" pitchFamily="18" charset="0"/>
              </a:rPr>
              <a:t>施力物体与受力物体 </a:t>
            </a:r>
          </a:p>
        </p:txBody>
      </p:sp>
      <p:sp>
        <p:nvSpPr>
          <p:cNvPr id="10" name="Text Box 6">
            <a:extLst>
              <a:ext uri="{FF2B5EF4-FFF2-40B4-BE49-F238E27FC236}">
                <a16:creationId xmlns:a16="http://schemas.microsoft.com/office/drawing/2014/main" id="{54F8509A-4FCB-B48D-1B2F-88B53D79096F}"/>
              </a:ext>
            </a:extLst>
          </p:cNvPr>
          <p:cNvSpPr txBox="1">
            <a:spLocks noChangeArrowheads="1"/>
          </p:cNvSpPr>
          <p:nvPr>
            <p:custDataLst>
              <p:tags r:id="rId6"/>
            </p:custDataLst>
          </p:nvPr>
        </p:nvSpPr>
        <p:spPr bwMode="auto">
          <a:xfrm>
            <a:off x="1049977" y="1961119"/>
            <a:ext cx="6163034" cy="415498"/>
          </a:xfrm>
          <a:prstGeom prst="rect">
            <a:avLst/>
          </a:prstGeom>
          <a:noFill/>
          <a:ln w="9525">
            <a:noFill/>
            <a:miter lim="800000"/>
          </a:ln>
        </p:spPr>
        <p:txBody>
          <a:bodyPr wrap="square">
            <a:spAutoFit/>
          </a:bodyPr>
          <a:lstStyle/>
          <a:p>
            <a:r>
              <a:rPr kumimoji="1" lang="en-US" altLang="zh-CN" sz="2100">
                <a:solidFill>
                  <a:srgbClr val="002060"/>
                </a:solidFill>
                <a:ea typeface="微软雅黑" panose="020B0503020204020204" pitchFamily="34" charset="-122"/>
              </a:rPr>
              <a:t> ①</a:t>
            </a:r>
            <a:r>
              <a:rPr kumimoji="1" lang="zh-CN" altLang="en-US" sz="2100">
                <a:solidFill>
                  <a:srgbClr val="002060"/>
                </a:solidFill>
                <a:ea typeface="微软雅黑" panose="020B0503020204020204" pitchFamily="34" charset="-122"/>
              </a:rPr>
              <a:t>发生力时，一定有施力物体与受力物体</a:t>
            </a:r>
            <a:r>
              <a:rPr kumimoji="1" lang="en-US" altLang="zh-CN" sz="2100">
                <a:solidFill>
                  <a:srgbClr val="002060"/>
                </a:solidFill>
                <a:ea typeface="微软雅黑" panose="020B0503020204020204" pitchFamily="34" charset="-122"/>
              </a:rPr>
              <a:t>.</a:t>
            </a:r>
            <a:endParaRPr lang="zh-CN" altLang="en-US" sz="2100">
              <a:solidFill>
                <a:srgbClr val="002060"/>
              </a:solidFill>
            </a:endParaRPr>
          </a:p>
        </p:txBody>
      </p:sp>
      <p:sp>
        <p:nvSpPr>
          <p:cNvPr id="14" name="矩形 37">
            <a:extLst>
              <a:ext uri="{FF2B5EF4-FFF2-40B4-BE49-F238E27FC236}">
                <a16:creationId xmlns:a16="http://schemas.microsoft.com/office/drawing/2014/main" id="{EC07FCE9-C277-C434-F820-988259CFBCFE}"/>
              </a:ext>
            </a:extLst>
          </p:cNvPr>
          <p:cNvSpPr>
            <a:spLocks noChangeArrowheads="1"/>
          </p:cNvSpPr>
          <p:nvPr>
            <p:custDataLst>
              <p:tags r:id="rId7"/>
            </p:custDataLst>
          </p:nvPr>
        </p:nvSpPr>
        <p:spPr bwMode="auto">
          <a:xfrm>
            <a:off x="1097392" y="2424976"/>
            <a:ext cx="5442193" cy="433743"/>
          </a:xfrm>
          <a:prstGeom prst="rect">
            <a:avLst/>
          </a:prstGeom>
          <a:noFill/>
          <a:ln w="9525">
            <a:noFill/>
            <a:miter lim="800000"/>
          </a:ln>
        </p:spPr>
        <p:txBody>
          <a:bodyPr anchor="ctr"/>
          <a:lstStyle/>
          <a:p>
            <a:r>
              <a:rPr lang="zh-CN" altLang="en-US" sz="2100">
                <a:solidFill>
                  <a:srgbClr val="002060"/>
                </a:solidFill>
                <a:ea typeface="微软雅黑" panose="020B0503020204020204" pitchFamily="34" charset="-122"/>
              </a:rPr>
              <a:t>②不接触的物体也可以有力的作用</a:t>
            </a:r>
            <a:r>
              <a:rPr lang="en-US" altLang="zh-CN" sz="2100">
                <a:solidFill>
                  <a:srgbClr val="002060"/>
                </a:solidFill>
                <a:ea typeface="微软雅黑" panose="020B0503020204020204" pitchFamily="34" charset="-122"/>
              </a:rPr>
              <a:t>.</a:t>
            </a:r>
            <a:r>
              <a:rPr lang="zh-CN" altLang="en-US" sz="2100">
                <a:solidFill>
                  <a:srgbClr val="002060"/>
                </a:solidFill>
                <a:ea typeface="微软雅黑" panose="020B0503020204020204" pitchFamily="34" charset="-122"/>
              </a:rPr>
              <a:t> </a:t>
            </a:r>
          </a:p>
        </p:txBody>
      </p:sp>
      <p:sp>
        <p:nvSpPr>
          <p:cNvPr id="15" name="文本框 14">
            <a:extLst>
              <a:ext uri="{FF2B5EF4-FFF2-40B4-BE49-F238E27FC236}">
                <a16:creationId xmlns:a16="http://schemas.microsoft.com/office/drawing/2014/main" id="{4E7CAC83-2104-FFD9-FDB9-94C6CBB63D5A}"/>
              </a:ext>
            </a:extLst>
          </p:cNvPr>
          <p:cNvSpPr txBox="1"/>
          <p:nvPr>
            <p:custDataLst>
              <p:tags r:id="rId8"/>
            </p:custDataLst>
          </p:nvPr>
        </p:nvSpPr>
        <p:spPr>
          <a:xfrm>
            <a:off x="298141" y="2889927"/>
            <a:ext cx="3209771" cy="461665"/>
          </a:xfrm>
          <a:prstGeom prst="rect">
            <a:avLst/>
          </a:prstGeom>
          <a:noFill/>
        </p:spPr>
        <p:txBody>
          <a:bodyPr wrap="square" lIns="91440" tIns="45720" rIns="91440" bIns="45720" rtlCol="0">
            <a:spAutoFit/>
          </a:bodyPr>
          <a:lstStyle/>
          <a:p>
            <a:pPr algn="ctr"/>
            <a:r>
              <a:rPr lang="en-US" altLang="zh-CN" sz="2300">
                <a:solidFill>
                  <a:srgbClr val="002060"/>
                </a:solidFill>
                <a:ea typeface="微软雅黑" panose="020B0503020204020204" pitchFamily="34" charset="-122"/>
                <a:cs typeface="Times New Roman" panose="02020603050405020304" pitchFamily="18" charset="0"/>
              </a:rPr>
              <a:t>3. </a:t>
            </a:r>
            <a:r>
              <a:rPr lang="zh-CN" altLang="en-US" sz="2300">
                <a:solidFill>
                  <a:srgbClr val="002060"/>
                </a:solidFill>
                <a:ea typeface="微软雅黑" panose="020B0503020204020204" pitchFamily="34" charset="-122"/>
                <a:cs typeface="Times New Roman" panose="02020603050405020304" pitchFamily="18" charset="0"/>
              </a:rPr>
              <a:t>产生力的条件</a:t>
            </a:r>
            <a:endParaRPr lang="en-US" altLang="zh-CN" sz="2300">
              <a:solidFill>
                <a:srgbClr val="002060"/>
              </a:solidFill>
              <a:ea typeface="微软雅黑" panose="020B0503020204020204" pitchFamily="34" charset="-122"/>
              <a:cs typeface="Times New Roman" panose="02020603050405020304" pitchFamily="18" charset="0"/>
            </a:endParaRPr>
          </a:p>
        </p:txBody>
      </p:sp>
      <p:sp>
        <p:nvSpPr>
          <p:cNvPr id="16" name="矩形: 圆角 15">
            <a:extLst>
              <a:ext uri="{FF2B5EF4-FFF2-40B4-BE49-F238E27FC236}">
                <a16:creationId xmlns:a16="http://schemas.microsoft.com/office/drawing/2014/main" id="{615D77AD-01F0-6F7A-F37F-70F7591E0E00}"/>
              </a:ext>
            </a:extLst>
          </p:cNvPr>
          <p:cNvSpPr/>
          <p:nvPr>
            <p:custDataLst>
              <p:tags r:id="rId9"/>
            </p:custDataLst>
          </p:nvPr>
        </p:nvSpPr>
        <p:spPr>
          <a:xfrm>
            <a:off x="882924" y="3380945"/>
            <a:ext cx="5965950" cy="427273"/>
          </a:xfrm>
          <a:prstGeom prst="roundRect">
            <a:avLst>
              <a:gd name="adj" fmla="val 2950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100">
                <a:solidFill>
                  <a:srgbClr val="002060"/>
                </a:solidFill>
                <a:ea typeface="微软雅黑" panose="020B0503020204020204" pitchFamily="34" charset="-122"/>
                <a:cs typeface="Times New Roman" panose="02020603050405020304" pitchFamily="18" charset="0"/>
              </a:rPr>
              <a:t>至少要有两个物体，物体间要有相互作用</a:t>
            </a:r>
            <a:r>
              <a:rPr lang="en-US" altLang="zh-CN" sz="2100">
                <a:solidFill>
                  <a:srgbClr val="002060"/>
                </a:solidFill>
                <a:ea typeface="微软雅黑" panose="020B0503020204020204" pitchFamily="34" charset="-122"/>
                <a:cs typeface="Times New Roman" panose="02020603050405020304" pitchFamily="18" charset="0"/>
              </a:rPr>
              <a:t>.</a:t>
            </a:r>
            <a:r>
              <a:rPr lang="zh-CN" altLang="en-US" sz="2100">
                <a:solidFill>
                  <a:srgbClr val="002060"/>
                </a:solidFill>
                <a:ea typeface="微软雅黑" panose="020B0503020204020204" pitchFamily="34" charset="-122"/>
                <a:cs typeface="Times New Roman" panose="02020603050405020304" pitchFamily="18" charset="0"/>
              </a:rPr>
              <a:t> </a:t>
            </a:r>
          </a:p>
        </p:txBody>
      </p:sp>
      <p:sp>
        <p:nvSpPr>
          <p:cNvPr id="17" name="Text Box 3">
            <a:extLst>
              <a:ext uri="{FF2B5EF4-FFF2-40B4-BE49-F238E27FC236}">
                <a16:creationId xmlns:a16="http://schemas.microsoft.com/office/drawing/2014/main" id="{41437DCF-D179-5A0A-24F1-F4654BBC0D34}"/>
              </a:ext>
            </a:extLst>
          </p:cNvPr>
          <p:cNvSpPr txBox="1">
            <a:spLocks noChangeArrowheads="1"/>
          </p:cNvSpPr>
          <p:nvPr>
            <p:custDataLst>
              <p:tags r:id="rId10"/>
            </p:custDataLst>
          </p:nvPr>
        </p:nvSpPr>
        <p:spPr bwMode="auto">
          <a:xfrm>
            <a:off x="1334459" y="4293518"/>
            <a:ext cx="7518287" cy="415498"/>
          </a:xfrm>
          <a:prstGeom prst="rect">
            <a:avLst/>
          </a:prstGeom>
          <a:noFill/>
          <a:ln w="9525">
            <a:noFill/>
            <a:miter lim="800000"/>
          </a:ln>
          <a:effectLst/>
        </p:spPr>
        <p:txBody>
          <a:bodyPr wrap="square">
            <a:spAutoFit/>
          </a:bodyPr>
          <a:lstStyle/>
          <a:p>
            <a:r>
              <a:rPr kumimoji="1" lang="zh-CN" altLang="en-US" sz="2100">
                <a:solidFill>
                  <a:srgbClr val="002060"/>
                </a:solidFill>
                <a:ea typeface="微软雅黑" panose="020B0503020204020204" pitchFamily="34" charset="-122"/>
                <a:cs typeface="Times New Roman" panose="02020603050405020304" pitchFamily="18" charset="0"/>
              </a:rPr>
              <a:t>国际单位制，力的单位是牛顿，简称牛，用符号</a:t>
            </a:r>
            <a:r>
              <a:rPr kumimoji="1" lang="en-US" altLang="zh-CN" sz="2100">
                <a:solidFill>
                  <a:srgbClr val="002060"/>
                </a:solidFill>
                <a:ea typeface="微软雅黑" panose="020B0503020204020204" pitchFamily="34" charset="-122"/>
                <a:cs typeface="Times New Roman" panose="02020603050405020304" pitchFamily="18" charset="0"/>
              </a:rPr>
              <a:t>N</a:t>
            </a:r>
            <a:r>
              <a:rPr kumimoji="1" lang="zh-CN" altLang="en-US" sz="2100">
                <a:solidFill>
                  <a:srgbClr val="002060"/>
                </a:solidFill>
                <a:ea typeface="微软雅黑" panose="020B0503020204020204" pitchFamily="34" charset="-122"/>
                <a:cs typeface="Times New Roman" panose="02020603050405020304" pitchFamily="18" charset="0"/>
              </a:rPr>
              <a:t>表示。</a:t>
            </a:r>
          </a:p>
        </p:txBody>
      </p:sp>
      <p:sp>
        <p:nvSpPr>
          <p:cNvPr id="18" name="矩形 17">
            <a:extLst>
              <a:ext uri="{FF2B5EF4-FFF2-40B4-BE49-F238E27FC236}">
                <a16:creationId xmlns:a16="http://schemas.microsoft.com/office/drawing/2014/main" id="{CE82FB1B-F62F-46A5-0255-0C1777C26AC0}"/>
              </a:ext>
            </a:extLst>
          </p:cNvPr>
          <p:cNvSpPr/>
          <p:nvPr>
            <p:custDataLst>
              <p:tags r:id="rId11"/>
            </p:custDataLst>
          </p:nvPr>
        </p:nvSpPr>
        <p:spPr>
          <a:xfrm>
            <a:off x="738406" y="3814189"/>
            <a:ext cx="2827038" cy="461665"/>
          </a:xfrm>
          <a:prstGeom prst="rect">
            <a:avLst/>
          </a:prstGeom>
          <a:noFill/>
          <a:ln>
            <a:noFill/>
          </a:ln>
        </p:spPr>
        <p:txBody>
          <a:bodyPr wrap="square">
            <a:spAutoFit/>
          </a:bodyPr>
          <a:lstStyle/>
          <a:p>
            <a:r>
              <a:rPr kumimoji="1" lang="en-US" altLang="zh-CN" sz="2300">
                <a:solidFill>
                  <a:srgbClr val="002060"/>
                </a:solidFill>
                <a:ea typeface="微软雅黑" panose="020B0503020204020204" pitchFamily="34" charset="-122"/>
              </a:rPr>
              <a:t> 4. </a:t>
            </a:r>
            <a:r>
              <a:rPr kumimoji="1" lang="zh-CN" altLang="en-US" sz="2300">
                <a:solidFill>
                  <a:srgbClr val="002060"/>
                </a:solidFill>
                <a:ea typeface="微软雅黑" panose="020B0503020204020204" pitchFamily="34" charset="-122"/>
              </a:rPr>
              <a:t>力的单位</a:t>
            </a:r>
            <a:endParaRPr lang="zh-CN" altLang="en-US" sz="2300">
              <a:solidFill>
                <a:srgbClr val="002060"/>
              </a:solidFill>
            </a:endParaRPr>
          </a:p>
        </p:txBody>
      </p:sp>
      <p:sp>
        <p:nvSpPr>
          <p:cNvPr id="19" name="文本框 18">
            <a:extLst>
              <a:ext uri="{FF2B5EF4-FFF2-40B4-BE49-F238E27FC236}">
                <a16:creationId xmlns:a16="http://schemas.microsoft.com/office/drawing/2014/main" id="{12FDD533-83A1-8433-06DA-9937E4ADAF21}"/>
              </a:ext>
            </a:extLst>
          </p:cNvPr>
          <p:cNvSpPr txBox="1"/>
          <p:nvPr>
            <p:custDataLst>
              <p:tags r:id="rId12"/>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a:extLst>
              <a:ext uri="{FF2B5EF4-FFF2-40B4-BE49-F238E27FC236}">
                <a16:creationId xmlns:a16="http://schemas.microsoft.com/office/drawing/2014/main" id="{1B93D4E7-880E-593E-210A-4EE9A02E57F8}"/>
              </a:ext>
            </a:extLst>
          </p:cNvPr>
          <p:cNvSpPr txBox="1"/>
          <p:nvPr>
            <p:custDataLst>
              <p:tags r:id="rId13"/>
            </p:custDataLst>
          </p:nvPr>
        </p:nvSpPr>
        <p:spPr>
          <a:xfrm>
            <a:off x="7406640" y="2347616"/>
            <a:ext cx="1427129" cy="338554"/>
          </a:xfrm>
          <a:prstGeom prst="rect">
            <a:avLst/>
          </a:prstGeom>
          <a:noFill/>
        </p:spPr>
        <p:txBody>
          <a:bodyPr wrap="square">
            <a:spAutoFit/>
          </a:bodyPr>
          <a:lstStyle/>
          <a:p>
            <a:pPr algn="ctr"/>
            <a:r>
              <a:rPr kumimoji="1" lang="zh-CN" altLang="en-US" sz="1600" b="0" i="0" u="none" strike="noStrike" kern="1200" cap="none" spc="0" normalizeH="0" baseline="0" noProof="0">
                <a:ln>
                  <a:noFill/>
                </a:ln>
                <a:solidFill>
                  <a:srgbClr val="00B0F0"/>
                </a:solidFill>
                <a:effectLst/>
                <a:uLnTx/>
                <a:uFillTx/>
                <a:latin typeface="Times New Roman"/>
                <a:ea typeface="微软雅黑" panose="020B0503020204020204" pitchFamily="34" charset="-122"/>
                <a:cs typeface="+mn-cs"/>
              </a:rPr>
              <a:t>人是施力物体</a:t>
            </a:r>
            <a:endParaRPr lang="zh-CN" altLang="en-US" sz="1600">
              <a:solidFill>
                <a:srgbClr val="00B0F0"/>
              </a:solidFill>
            </a:endParaRPr>
          </a:p>
        </p:txBody>
      </p:sp>
      <p:sp>
        <p:nvSpPr>
          <p:cNvPr id="22" name="文本框 21">
            <a:extLst>
              <a:ext uri="{FF2B5EF4-FFF2-40B4-BE49-F238E27FC236}">
                <a16:creationId xmlns:a16="http://schemas.microsoft.com/office/drawing/2014/main" id="{E32035BC-F56D-CC0B-E3E1-A1DE85A1E04D}"/>
              </a:ext>
            </a:extLst>
          </p:cNvPr>
          <p:cNvSpPr txBox="1"/>
          <p:nvPr>
            <p:custDataLst>
              <p:tags r:id="rId14"/>
            </p:custDataLst>
          </p:nvPr>
        </p:nvSpPr>
        <p:spPr>
          <a:xfrm>
            <a:off x="7467600" y="1486243"/>
            <a:ext cx="1566413" cy="338554"/>
          </a:xfrm>
          <a:prstGeom prst="rect">
            <a:avLst/>
          </a:prstGeom>
          <a:noFill/>
        </p:spPr>
        <p:txBody>
          <a:bodyPr wrap="square">
            <a:spAutoFit/>
          </a:bodyPr>
          <a:lstStyle/>
          <a:p>
            <a:pPr algn="ctr"/>
            <a:r>
              <a:rPr kumimoji="1" lang="zh-CN" altLang="en-US" sz="1600" b="0" i="0" u="none" strike="noStrike" kern="1200" cap="none" spc="0" normalizeH="0" baseline="0" noProof="0">
                <a:ln>
                  <a:noFill/>
                </a:ln>
                <a:solidFill>
                  <a:srgbClr val="FF0000"/>
                </a:solidFill>
                <a:effectLst/>
                <a:uLnTx/>
                <a:uFillTx/>
                <a:latin typeface="Times New Roman"/>
                <a:ea typeface="微软雅黑" panose="020B0503020204020204" pitchFamily="34" charset="-122"/>
                <a:cs typeface="+mn-cs"/>
              </a:rPr>
              <a:t>球是受力物体</a:t>
            </a:r>
            <a:endParaRPr lang="zh-CN" altLang="en-US" sz="1600">
              <a:solidFill>
                <a:srgbClr val="FF0000"/>
              </a:solidFill>
            </a:endParaRPr>
          </a:p>
        </p:txBody>
      </p:sp>
    </p:spTree>
    <p:extLst>
      <p:ext uri="{BB962C8B-B14F-4D97-AF65-F5344CB8AC3E}">
        <p14:creationId xmlns:p14="http://schemas.microsoft.com/office/powerpoint/2010/main" val="196422760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25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026"/>
                                        </p:tgtEl>
                                        <p:attrNameLst>
                                          <p:attrName>style.visibility</p:attrName>
                                        </p:attrNameLst>
                                      </p:cBhvr>
                                      <p:to>
                                        <p:strVal val="visible"/>
                                      </p:to>
                                    </p:set>
                                    <p:animEffect transition="in" filter="fade">
                                      <p:cBhvr>
                                        <p:cTn id="22" dur="500"/>
                                        <p:tgtEl>
                                          <p:spTgt spid="1026"/>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barn(inVertical)">
                                      <p:cBhvr>
                                        <p:cTn id="27" dur="500"/>
                                        <p:tgtEl>
                                          <p:spTgt spid="21"/>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wipe(down)">
                                      <p:cBhvr>
                                        <p:cTn id="32" dur="500"/>
                                        <p:tgtEl>
                                          <p:spTgt spid="22"/>
                                        </p:tgtEl>
                                      </p:cBhvr>
                                    </p:animEffect>
                                  </p:childTnLst>
                                </p:cTn>
                              </p:par>
                            </p:childTnLst>
                          </p:cTn>
                        </p:par>
                      </p:childTnLst>
                    </p:cTn>
                  </p:par>
                  <p:par>
                    <p:cTn id="33" fill="hold" nodeType="clickPar">
                      <p:stCondLst>
                        <p:cond delay="indefinite"/>
                      </p:stCondLst>
                      <p:childTnLst>
                        <p:par>
                          <p:cTn id="34" fill="hold" nodeType="after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after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after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1000"/>
                                        <p:tgtEl>
                                          <p:spTgt spid="16"/>
                                        </p:tgtEl>
                                      </p:cBhvr>
                                    </p:animEffect>
                                  </p:childTnLst>
                                </p:cTn>
                              </p:par>
                            </p:childTnLst>
                          </p:cTn>
                        </p:par>
                      </p:childTnLst>
                    </p:cTn>
                  </p:par>
                  <p:par>
                    <p:cTn id="46" fill="hold" nodeType="clickPar">
                      <p:stCondLst>
                        <p:cond delay="indefinite"/>
                      </p:stCondLst>
                      <p:childTnLst>
                        <p:par>
                          <p:cTn id="47" fill="hold" nodeType="afterGroup">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18"/>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afterGroup">
                            <p:stCondLst>
                              <p:cond delay="0"/>
                            </p:stCondLst>
                            <p:childTnLst>
                              <p:par>
                                <p:cTn id="52" presetID="8"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diamond(in)">
                                      <p:cBhvr>
                                        <p:cTn id="54"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P spid="10" grpId="0"/>
      <p:bldP spid="14" grpId="0"/>
      <p:bldP spid="15" grpId="0"/>
      <p:bldP spid="16" grpId="0"/>
      <p:bldP spid="17" grpId="0"/>
      <p:bldP spid="18" grpId="0"/>
      <p:bldP spid="21"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3DD8451-AC19-3CE7-8BE3-3FFB60168BCF}"/>
              </a:ext>
            </a:extLst>
          </p:cNvPr>
          <p:cNvSpPr txBox="1"/>
          <p:nvPr>
            <p:custDataLst>
              <p:tags r:id="rId1"/>
            </p:custDataLst>
          </p:nvPr>
        </p:nvSpPr>
        <p:spPr>
          <a:xfrm>
            <a:off x="168446" y="47174"/>
            <a:ext cx="3075981"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知识点一、</a:t>
            </a:r>
            <a:r>
              <a:rPr lang="zh-CN" altLang="en-US" sz="2000">
                <a:solidFill>
                  <a:schemeClr val="bg1"/>
                </a:solidFill>
                <a:latin typeface="微软雅黑" panose="020B0503020204020204" pitchFamily="34" charset="-122"/>
                <a:ea typeface="微软雅黑" panose="020B0503020204020204" pitchFamily="34" charset="-122"/>
              </a:rPr>
              <a:t>力是什么</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13AC1BB1-2483-D751-7054-EE9E843E61A8}"/>
              </a:ext>
            </a:extLst>
          </p:cNvPr>
          <p:cNvSpPr txBox="1"/>
          <p:nvPr>
            <p:custDataLst>
              <p:tags r:id="rId2"/>
            </p:custDataLst>
          </p:nvPr>
        </p:nvSpPr>
        <p:spPr>
          <a:xfrm>
            <a:off x="949598" y="636325"/>
            <a:ext cx="2629747" cy="461665"/>
          </a:xfrm>
          <a:prstGeom prst="rect">
            <a:avLst/>
          </a:prstGeom>
          <a:noFill/>
        </p:spPr>
        <p:txBody>
          <a:bodyPr wrap="square">
            <a:spAutoFit/>
          </a:bodyPr>
          <a:lstStyle/>
          <a:p>
            <a:r>
              <a:rPr kumimoji="1" lang="en-US" altLang="zh-CN" sz="2300" b="0" i="0" u="none" strike="noStrike" kern="1200" cap="none" spc="0" normalizeH="0" baseline="0" noProof="0">
                <a:ln>
                  <a:noFill/>
                </a:ln>
                <a:solidFill>
                  <a:srgbClr val="002060"/>
                </a:solidFill>
                <a:effectLst/>
                <a:uLnTx/>
                <a:uFillTx/>
                <a:ea typeface="微软雅黑" panose="020B0503020204020204" pitchFamily="34" charset="-122"/>
              </a:rPr>
              <a:t>5. </a:t>
            </a:r>
            <a:r>
              <a:rPr kumimoji="1" lang="zh-CN" altLang="en-US" sz="2300" b="0" i="0" u="none" strike="noStrike" kern="1200" cap="none" spc="0" normalizeH="0" baseline="0" noProof="0">
                <a:ln>
                  <a:noFill/>
                </a:ln>
                <a:solidFill>
                  <a:srgbClr val="002060"/>
                </a:solidFill>
                <a:effectLst/>
                <a:uLnTx/>
                <a:uFillTx/>
                <a:ea typeface="微软雅黑" panose="020B0503020204020204" pitchFamily="34" charset="-122"/>
              </a:rPr>
              <a:t>力的作用效果</a:t>
            </a:r>
            <a:endParaRPr lang="zh-CN" altLang="en-US" sz="2300">
              <a:solidFill>
                <a:srgbClr val="002060"/>
              </a:solidFill>
            </a:endParaRPr>
          </a:p>
        </p:txBody>
      </p:sp>
      <p:sp>
        <p:nvSpPr>
          <p:cNvPr id="17" name="Text Box 3">
            <a:extLst>
              <a:ext uri="{FF2B5EF4-FFF2-40B4-BE49-F238E27FC236}">
                <a16:creationId xmlns:a16="http://schemas.microsoft.com/office/drawing/2014/main" id="{41437DCF-D179-5A0A-24F1-F4654BBC0D34}"/>
              </a:ext>
            </a:extLst>
          </p:cNvPr>
          <p:cNvSpPr txBox="1">
            <a:spLocks noChangeArrowheads="1"/>
          </p:cNvSpPr>
          <p:nvPr>
            <p:custDataLst>
              <p:tags r:id="rId3"/>
            </p:custDataLst>
          </p:nvPr>
        </p:nvSpPr>
        <p:spPr bwMode="auto">
          <a:xfrm>
            <a:off x="1176989" y="1594113"/>
            <a:ext cx="4804712" cy="415498"/>
          </a:xfrm>
          <a:prstGeom prst="rect">
            <a:avLst/>
          </a:prstGeom>
          <a:noFill/>
          <a:ln w="9525">
            <a:noFill/>
            <a:miter lim="800000"/>
          </a:ln>
          <a:effectLst/>
        </p:spPr>
        <p:txBody>
          <a:bodyPr wrap="square">
            <a:spAutoFit/>
          </a:bodyPr>
          <a:lstStyle/>
          <a:p>
            <a:r>
              <a:rPr kumimoji="1" lang="zh-CN" altLang="en-US" sz="2100">
                <a:solidFill>
                  <a:srgbClr val="002060"/>
                </a:solidFill>
                <a:ea typeface="微软雅黑" panose="020B0503020204020204" pitchFamily="34" charset="-122"/>
                <a:cs typeface="Times New Roman" panose="02020603050405020304" pitchFamily="18" charset="0"/>
              </a:rPr>
              <a:t>②力可以改变物体的运动状态</a:t>
            </a:r>
            <a:r>
              <a:rPr kumimoji="1" lang="en-US" altLang="zh-CN" sz="2100">
                <a:solidFill>
                  <a:srgbClr val="002060"/>
                </a:solidFill>
                <a:ea typeface="微软雅黑" panose="020B0503020204020204" pitchFamily="34" charset="-122"/>
                <a:cs typeface="Times New Roman" panose="02020603050405020304" pitchFamily="18" charset="0"/>
              </a:rPr>
              <a:t>.</a:t>
            </a:r>
            <a:endParaRPr kumimoji="1" lang="zh-CN" altLang="en-US" sz="2100">
              <a:solidFill>
                <a:srgbClr val="002060"/>
              </a:solidFill>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12FDD533-83A1-8433-06DA-9937E4ADAF21}"/>
              </a:ext>
            </a:extLst>
          </p:cNvPr>
          <p:cNvSpPr txBox="1"/>
          <p:nvPr>
            <p:custDataLst>
              <p:tags r:id="rId4"/>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24F5FD96-1F76-40A9-F5EA-892E8626BDDC}"/>
              </a:ext>
            </a:extLst>
          </p:cNvPr>
          <p:cNvSpPr txBox="1"/>
          <p:nvPr>
            <p:custDataLst>
              <p:tags r:id="rId5"/>
            </p:custDataLst>
          </p:nvPr>
        </p:nvSpPr>
        <p:spPr>
          <a:xfrm>
            <a:off x="1176989" y="1125159"/>
            <a:ext cx="4579620" cy="430887"/>
          </a:xfrm>
          <a:prstGeom prst="rect">
            <a:avLst/>
          </a:prstGeom>
          <a:noFill/>
        </p:spPr>
        <p:txBody>
          <a:bodyPr wrap="square">
            <a:spAutoFit/>
          </a:bodyPr>
          <a:lstStyle/>
          <a:p>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①力可以使物体发生形变</a:t>
            </a: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100">
              <a:solidFill>
                <a:srgbClr val="002060"/>
              </a:solidFill>
            </a:endParaRPr>
          </a:p>
        </p:txBody>
      </p:sp>
      <p:sp>
        <p:nvSpPr>
          <p:cNvPr id="7" name="Text Box 3">
            <a:extLst>
              <a:ext uri="{FF2B5EF4-FFF2-40B4-BE49-F238E27FC236}">
                <a16:creationId xmlns:a16="http://schemas.microsoft.com/office/drawing/2014/main" id="{317CDA89-8298-6074-A6F2-784F630D0A12}"/>
              </a:ext>
            </a:extLst>
          </p:cNvPr>
          <p:cNvSpPr txBox="1">
            <a:spLocks noChangeArrowheads="1"/>
          </p:cNvSpPr>
          <p:nvPr>
            <p:custDataLst>
              <p:tags r:id="rId6"/>
            </p:custDataLst>
          </p:nvPr>
        </p:nvSpPr>
        <p:spPr bwMode="auto">
          <a:xfrm>
            <a:off x="719619" y="2024825"/>
            <a:ext cx="7159291" cy="829458"/>
          </a:xfrm>
          <a:prstGeom prst="rect">
            <a:avLst/>
          </a:prstGeom>
          <a:noFill/>
          <a:ln w="9525">
            <a:noFill/>
            <a:miter lim="800000"/>
          </a:ln>
          <a:effectLst/>
        </p:spPr>
        <p:txBody>
          <a:bodyPr wrap="square">
            <a:spAutoFit/>
          </a:bodyPr>
          <a:lstStyle/>
          <a:p>
            <a:pPr indent="457200">
              <a:lnSpc>
                <a:spcPts val="3000"/>
              </a:lnSpc>
            </a:pPr>
            <a:r>
              <a:rPr kumimoji="1" lang="zh-CN" altLang="en-US" sz="2100">
                <a:solidFill>
                  <a:srgbClr val="002060"/>
                </a:solidFill>
                <a:ea typeface="微软雅黑" panose="020B0503020204020204" pitchFamily="34" charset="-122"/>
                <a:cs typeface="Times New Roman" panose="02020603050405020304" pitchFamily="18" charset="0"/>
              </a:rPr>
              <a:t>物体运动的快慢和运动方向只要有一个发生变化，我们就说物体运动状态发生了变化。</a:t>
            </a:r>
          </a:p>
        </p:txBody>
      </p:sp>
      <p:sp>
        <p:nvSpPr>
          <p:cNvPr id="11" name="文本框 10">
            <a:extLst>
              <a:ext uri="{FF2B5EF4-FFF2-40B4-BE49-F238E27FC236}">
                <a16:creationId xmlns:a16="http://schemas.microsoft.com/office/drawing/2014/main" id="{FF139E95-B3FA-8843-C022-D970499DF27B}"/>
              </a:ext>
            </a:extLst>
          </p:cNvPr>
          <p:cNvSpPr txBox="1"/>
          <p:nvPr>
            <p:custDataLst>
              <p:tags r:id="rId7"/>
            </p:custDataLst>
          </p:nvPr>
        </p:nvSpPr>
        <p:spPr>
          <a:xfrm>
            <a:off x="1429447" y="4376956"/>
            <a:ext cx="2971891" cy="369332"/>
          </a:xfrm>
          <a:prstGeom prst="rect">
            <a:avLst/>
          </a:prstGeom>
          <a:noFill/>
        </p:spPr>
        <p:txBody>
          <a:bodyPr wrap="square">
            <a:spAutoFit/>
          </a:bodyPr>
          <a:lstStyle/>
          <a:p>
            <a:pPr lvl="0" algn="ctr"/>
            <a:r>
              <a:rPr lang="zh-CN" altLang="en-US" sz="1800">
                <a:solidFill>
                  <a:srgbClr val="002060"/>
                </a:solidFill>
                <a:latin typeface="+mj-ea"/>
                <a:ea typeface="+mj-ea"/>
                <a:cs typeface="Times New Roman" panose="02020603050405020304" pitchFamily="18" charset="0"/>
              </a:rPr>
              <a:t>小球</a:t>
            </a:r>
            <a:r>
              <a:rPr lang="zh-CN" altLang="en-US" sz="180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运动的速度</a:t>
            </a:r>
            <a:r>
              <a:rPr lang="zh-CN" altLang="en-US" sz="1800">
                <a:solidFill>
                  <a:srgbClr val="002060"/>
                </a:solidFill>
                <a:latin typeface="+mj-ea"/>
                <a:ea typeface="+mj-ea"/>
                <a:cs typeface="Times New Roman" panose="02020603050405020304" pitchFamily="18" charset="0"/>
              </a:rPr>
              <a:t>变大</a:t>
            </a:r>
          </a:p>
        </p:txBody>
      </p:sp>
      <p:sp>
        <p:nvSpPr>
          <p:cNvPr id="12" name="圆角矩形标注 4">
            <a:extLst>
              <a:ext uri="{FF2B5EF4-FFF2-40B4-BE49-F238E27FC236}">
                <a16:creationId xmlns:a16="http://schemas.microsoft.com/office/drawing/2014/main" id="{FBFD5AA3-1FCE-EF16-ABCF-60C285EEFBC0}"/>
              </a:ext>
            </a:extLst>
          </p:cNvPr>
          <p:cNvSpPr/>
          <p:nvPr>
            <p:custDataLst>
              <p:tags r:id="rId8"/>
            </p:custDataLst>
          </p:nvPr>
        </p:nvSpPr>
        <p:spPr>
          <a:xfrm>
            <a:off x="4162245" y="4349643"/>
            <a:ext cx="3716665" cy="423958"/>
          </a:xfrm>
          <a:prstGeom prst="wedgeRoundRectCallout">
            <a:avLst>
              <a:gd name="adj1" fmla="val 22466"/>
              <a:gd name="adj2" fmla="val -49124"/>
              <a:gd name="adj3" fmla="val 1666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a:solidFill>
                  <a:srgbClr val="002060"/>
                </a:solidFill>
                <a:latin typeface="Times New Roman" panose="02020603050405020304" pitchFamily="18" charset="0"/>
                <a:cs typeface="Times New Roman" panose="02020603050405020304" pitchFamily="18" charset="0"/>
              </a:rPr>
              <a:t>小球</a:t>
            </a:r>
            <a:r>
              <a:rPr lang="zh-CN" altLang="en-US" sz="180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运动的方向</a:t>
            </a:r>
            <a:r>
              <a:rPr lang="zh-CN" altLang="en-US" sz="1800">
                <a:solidFill>
                  <a:srgbClr val="002060"/>
                </a:solidFill>
                <a:latin typeface="Times New Roman" panose="02020603050405020304" pitchFamily="18" charset="0"/>
                <a:cs typeface="Times New Roman" panose="02020603050405020304" pitchFamily="18" charset="0"/>
              </a:rPr>
              <a:t>发生改变</a:t>
            </a:r>
          </a:p>
        </p:txBody>
      </p:sp>
      <p:pic>
        <p:nvPicPr>
          <p:cNvPr id="13" name="图片 12">
            <a:extLst>
              <a:ext uri="{FF2B5EF4-FFF2-40B4-BE49-F238E27FC236}">
                <a16:creationId xmlns:a16="http://schemas.microsoft.com/office/drawing/2014/main" id="{0A5CDF8A-724F-7F8E-A300-DFEE01C444C2}"/>
              </a:ext>
            </a:extLst>
          </p:cNvPr>
          <p:cNvPicPr>
            <a:picLocks noChangeAspect="1"/>
          </p:cNvPicPr>
          <p:nvPr>
            <p:custDataLst>
              <p:tags r:id="rId9"/>
            </p:custDataLst>
          </p:nvPr>
        </p:nvPicPr>
        <p:blipFill>
          <a:blip r:embed="rId11" cstate="print">
            <a:extLst>
              <a:ext uri="{28A0092B-C50C-407E-A947-70E740481C1C}">
                <a14:useLocalDpi xmlns:a14="http://schemas.microsoft.com/office/drawing/2010/main" val="0"/>
              </a:ext>
            </a:extLst>
          </a:blip>
          <a:srcRect t="24350" b="25314"/>
          <a:stretch>
            <a:fillRect/>
          </a:stretch>
        </p:blipFill>
        <p:spPr>
          <a:xfrm>
            <a:off x="1363433" y="2867939"/>
            <a:ext cx="6075810" cy="1720300"/>
          </a:xfrm>
          <a:prstGeom prst="rect">
            <a:avLst/>
          </a:prstGeom>
        </p:spPr>
      </p:pic>
    </p:spTree>
    <p:extLst>
      <p:ext uri="{BB962C8B-B14F-4D97-AF65-F5344CB8AC3E}">
        <p14:creationId xmlns:p14="http://schemas.microsoft.com/office/powerpoint/2010/main" val="21247303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1000"/>
                                        <p:tgtEl>
                                          <p:spTgt spid="17"/>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arn(inVertical)">
                                      <p:cBhvr>
                                        <p:cTn id="27" dur="750"/>
                                        <p:tgtEl>
                                          <p:spTgt spid="13"/>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750"/>
                                        <p:tgtEl>
                                          <p:spTgt spid="11"/>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arn(inVertical)">
                                      <p:cBhvr>
                                        <p:cTn id="35"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6" grpId="0"/>
      <p:bldP spid="7"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图片 41">
            <a:extLst>
              <a:ext uri="{FF2B5EF4-FFF2-40B4-BE49-F238E27FC236}">
                <a16:creationId xmlns:a16="http://schemas.microsoft.com/office/drawing/2014/main" id="{A901437B-4DF7-81C9-B78C-4A323CC851B0}"/>
              </a:ext>
            </a:extLst>
          </p:cNvPr>
          <p:cNvPicPr>
            <a:picLocks noChangeAspect="1"/>
          </p:cNvPicPr>
          <p:nvPr>
            <p:custDataLst>
              <p:tags r:id="rId1"/>
            </p:custDataLst>
          </p:nvPr>
        </p:nvPicPr>
        <p:blipFill>
          <a:blip r:embed="rId23"/>
          <a:stretch>
            <a:fillRect/>
          </a:stretch>
        </p:blipFill>
        <p:spPr>
          <a:xfrm>
            <a:off x="5572126" y="2893463"/>
            <a:ext cx="3261643" cy="1044030"/>
          </a:xfrm>
          <a:prstGeom prst="rect">
            <a:avLst/>
          </a:prstGeom>
        </p:spPr>
      </p:pic>
      <p:sp>
        <p:nvSpPr>
          <p:cNvPr id="2" name="文本框 1">
            <a:extLst>
              <a:ext uri="{FF2B5EF4-FFF2-40B4-BE49-F238E27FC236}">
                <a16:creationId xmlns:a16="http://schemas.microsoft.com/office/drawing/2014/main" id="{0CAD29B7-086A-566B-9685-F74A2B5FFFAA}"/>
              </a:ext>
            </a:extLst>
          </p:cNvPr>
          <p:cNvSpPr txBox="1"/>
          <p:nvPr>
            <p:custDataLst>
              <p:tags r:id="rId2"/>
            </p:custDataLst>
          </p:nvPr>
        </p:nvSpPr>
        <p:spPr>
          <a:xfrm>
            <a:off x="168446" y="47173"/>
            <a:ext cx="3173632"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知识点二、</a:t>
            </a:r>
            <a:r>
              <a:rPr lang="zh-CN" altLang="en-US" sz="2000">
                <a:solidFill>
                  <a:srgbClr val="FFFF00"/>
                </a:solidFill>
                <a:latin typeface="微软雅黑" panose="020B0503020204020204" pitchFamily="34" charset="-122"/>
                <a:ea typeface="微软雅黑" panose="020B0503020204020204" pitchFamily="34" charset="-122"/>
              </a:rPr>
              <a:t>形变和弹力</a:t>
            </a:r>
            <a:endPar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DAD06D3-266F-82CF-B0EC-F2484988AF84}"/>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AB8FD446-8BB7-DD73-14F4-3441DD13BB09}"/>
              </a:ext>
            </a:extLst>
          </p:cNvPr>
          <p:cNvSpPr txBox="1"/>
          <p:nvPr>
            <p:custDataLst>
              <p:tags r:id="rId4"/>
            </p:custDataLst>
          </p:nvPr>
        </p:nvSpPr>
        <p:spPr>
          <a:xfrm>
            <a:off x="795654" y="1027312"/>
            <a:ext cx="5230646" cy="448008"/>
          </a:xfrm>
          <a:prstGeom prst="rect">
            <a:avLst/>
          </a:prstGeom>
          <a:noFill/>
        </p:spPr>
        <p:txBody>
          <a:bodyPr wrap="square">
            <a:spAutoFit/>
          </a:bodyPr>
          <a:lstStyle/>
          <a:p>
            <a:pPr indent="457200">
              <a:lnSpc>
                <a:spcPts val="3000"/>
              </a:lnSpc>
            </a:pPr>
            <a:r>
              <a:rPr lang="zh-CN" altLang="zh-CN" sz="2200" kern="100">
                <a:solidFill>
                  <a:srgbClr val="002060"/>
                </a:solidFill>
                <a:latin typeface="微软雅黑"/>
                <a:ea typeface="微软雅黑"/>
                <a:cs typeface="Times New Roman" panose="02020603050405020304"/>
              </a:rPr>
              <a:t>物体</a:t>
            </a:r>
            <a:r>
              <a:rPr lang="zh-CN" altLang="en-US" sz="2200" kern="100">
                <a:solidFill>
                  <a:srgbClr val="002060"/>
                </a:solidFill>
                <a:latin typeface="微软雅黑"/>
                <a:ea typeface="微软雅黑"/>
                <a:cs typeface="Times New Roman" panose="02020603050405020304"/>
              </a:rPr>
              <a:t>形状</a:t>
            </a:r>
            <a:r>
              <a:rPr lang="zh-CN" altLang="zh-CN" sz="2200" kern="100">
                <a:solidFill>
                  <a:srgbClr val="002060"/>
                </a:solidFill>
                <a:latin typeface="微软雅黑"/>
                <a:ea typeface="微软雅黑"/>
                <a:cs typeface="Times New Roman" panose="02020603050405020304"/>
              </a:rPr>
              <a:t>的</a:t>
            </a:r>
            <a:r>
              <a:rPr lang="zh-CN" altLang="en-US" sz="2200" kern="100">
                <a:solidFill>
                  <a:srgbClr val="002060"/>
                </a:solidFill>
                <a:latin typeface="微软雅黑"/>
                <a:ea typeface="微软雅黑"/>
                <a:cs typeface="Times New Roman" panose="02020603050405020304"/>
              </a:rPr>
              <a:t>改变，</a:t>
            </a:r>
            <a:r>
              <a:rPr lang="zh-CN" altLang="zh-CN" sz="2200" kern="100">
                <a:solidFill>
                  <a:srgbClr val="002060"/>
                </a:solidFill>
                <a:latin typeface="微软雅黑"/>
                <a:ea typeface="微软雅黑"/>
                <a:cs typeface="Times New Roman" panose="02020603050405020304"/>
              </a:rPr>
              <a:t>叫</a:t>
            </a:r>
            <a:r>
              <a:rPr lang="zh-CN" altLang="en-US" sz="2200" kern="100">
                <a:solidFill>
                  <a:srgbClr val="002060"/>
                </a:solidFill>
                <a:latin typeface="微软雅黑"/>
                <a:ea typeface="微软雅黑"/>
                <a:cs typeface="Times New Roman" panose="02020603050405020304"/>
              </a:rPr>
              <a:t>作</a:t>
            </a:r>
            <a:r>
              <a:rPr lang="zh-CN" altLang="en-US" sz="2200">
                <a:solidFill>
                  <a:srgbClr val="C00000"/>
                </a:solidFill>
                <a:latin typeface="微软雅黑"/>
                <a:ea typeface="微软雅黑"/>
              </a:rPr>
              <a:t>形变</a:t>
            </a:r>
            <a:r>
              <a:rPr lang="zh-CN" altLang="en-US" sz="2200" kern="100">
                <a:solidFill>
                  <a:srgbClr val="002060"/>
                </a:solidFill>
                <a:latin typeface="微软雅黑"/>
                <a:ea typeface="微软雅黑"/>
                <a:cs typeface="Times New Roman" panose="02020603050405020304"/>
              </a:rPr>
              <a:t>。</a:t>
            </a:r>
            <a:endParaRPr lang="zh-CN" altLang="en-US" sz="2200">
              <a:solidFill>
                <a:prstClr val="black"/>
              </a:solidFill>
              <a:latin typeface="微软雅黑"/>
              <a:ea typeface="微软雅黑"/>
            </a:endParaRPr>
          </a:p>
        </p:txBody>
      </p:sp>
      <p:sp>
        <p:nvSpPr>
          <p:cNvPr id="7" name="文本框 6">
            <a:extLst>
              <a:ext uri="{FF2B5EF4-FFF2-40B4-BE49-F238E27FC236}">
                <a16:creationId xmlns:a16="http://schemas.microsoft.com/office/drawing/2014/main" id="{9AEE0912-F2F0-3954-4AAB-FA26F4712C43}"/>
              </a:ext>
            </a:extLst>
          </p:cNvPr>
          <p:cNvSpPr txBox="1"/>
          <p:nvPr>
            <p:custDataLst>
              <p:tags r:id="rId5"/>
            </p:custDataLst>
          </p:nvPr>
        </p:nvSpPr>
        <p:spPr>
          <a:xfrm>
            <a:off x="935056" y="558039"/>
            <a:ext cx="3433743" cy="461665"/>
          </a:xfrm>
          <a:prstGeom prst="rect">
            <a:avLst/>
          </a:prstGeom>
          <a:noFill/>
        </p:spPr>
        <p:txBody>
          <a:bodyPr wrap="square">
            <a:spAutoFit/>
          </a:bodyPr>
          <a:lstStyle/>
          <a:p>
            <a:pPr marL="36000" algn="just" defTabSz="684063">
              <a:buFont typeface="Arial" panose="020B0604020202020204" pitchFamily="34" charset="0"/>
              <a:buNone/>
              <a:tabLst>
                <a:tab pos="5600700" algn="l"/>
                <a:tab pos="9734550" algn="l"/>
              </a:tabLst>
              <a:defRPr/>
            </a:pPr>
            <a:r>
              <a:rPr lang="en-US" altLang="zh-CN" sz="2300" kern="100">
                <a:solidFill>
                  <a:srgbClr val="002060"/>
                </a:solidFill>
                <a:uFill>
                  <a:solidFill>
                    <a:srgbClr val="C00000"/>
                  </a:solidFill>
                </a:uFill>
                <a:latin typeface="Times New Roman"/>
                <a:ea typeface="微软雅黑"/>
                <a:cs typeface="Courier New" panose="02070309020205020404"/>
              </a:rPr>
              <a:t>1. </a:t>
            </a:r>
            <a:r>
              <a:rPr lang="zh-CN" altLang="en-US" sz="2300" kern="100">
                <a:solidFill>
                  <a:srgbClr val="002060"/>
                </a:solidFill>
                <a:uFill>
                  <a:solidFill>
                    <a:srgbClr val="C00000"/>
                  </a:solidFill>
                </a:uFill>
                <a:latin typeface="微软雅黑"/>
                <a:ea typeface="微软雅黑"/>
              </a:rPr>
              <a:t>形变与弹性形变</a:t>
            </a:r>
            <a:endParaRPr lang="zh-CN" altLang="zh-CN" sz="2300" kern="100">
              <a:solidFill>
                <a:srgbClr val="002060"/>
              </a:solidFill>
              <a:uFill>
                <a:solidFill>
                  <a:srgbClr val="C00000"/>
                </a:solidFill>
              </a:uFill>
              <a:latin typeface="宋体" panose="02010600030101010101" pitchFamily="2" charset="-122"/>
              <a:ea typeface="微软雅黑"/>
              <a:cs typeface="Courier New" panose="02070309020205020404"/>
            </a:endParaRPr>
          </a:p>
        </p:txBody>
      </p:sp>
      <p:sp>
        <p:nvSpPr>
          <p:cNvPr id="8" name="文本框 7">
            <a:extLst>
              <a:ext uri="{FF2B5EF4-FFF2-40B4-BE49-F238E27FC236}">
                <a16:creationId xmlns:a16="http://schemas.microsoft.com/office/drawing/2014/main" id="{294279BE-CA3C-A71D-AEFB-6BD1B86A9F6B}"/>
              </a:ext>
            </a:extLst>
          </p:cNvPr>
          <p:cNvSpPr txBox="1"/>
          <p:nvPr>
            <p:custDataLst>
              <p:tags r:id="rId6"/>
            </p:custDataLst>
          </p:nvPr>
        </p:nvSpPr>
        <p:spPr>
          <a:xfrm>
            <a:off x="723116" y="1482928"/>
            <a:ext cx="7154272" cy="922497"/>
          </a:xfrm>
          <a:prstGeom prst="rect">
            <a:avLst/>
          </a:prstGeom>
          <a:noFill/>
        </p:spPr>
        <p:txBody>
          <a:bodyPr wrap="square">
            <a:spAutoFit/>
          </a:bodyPr>
          <a:lstStyle/>
          <a:p>
            <a:pPr indent="457200">
              <a:lnSpc>
                <a:spcPts val="3400"/>
              </a:lnSpc>
            </a:pPr>
            <a:r>
              <a:rPr lang="zh-CN" altLang="en-US" sz="2200" kern="100">
                <a:solidFill>
                  <a:srgbClr val="002060"/>
                </a:solidFill>
                <a:latin typeface="微软雅黑"/>
                <a:ea typeface="微软雅黑"/>
                <a:cs typeface="Times New Roman" panose="02020603050405020304"/>
              </a:rPr>
              <a:t>如果</a:t>
            </a:r>
            <a:r>
              <a:rPr lang="zh-CN" altLang="zh-CN" sz="2200" kern="100">
                <a:solidFill>
                  <a:srgbClr val="002060"/>
                </a:solidFill>
                <a:latin typeface="微软雅黑"/>
                <a:ea typeface="微软雅黑"/>
                <a:cs typeface="Times New Roman" panose="02020603050405020304"/>
              </a:rPr>
              <a:t>形变</a:t>
            </a:r>
            <a:r>
              <a:rPr lang="zh-CN" altLang="en-US" sz="2200" kern="100">
                <a:solidFill>
                  <a:srgbClr val="002060"/>
                </a:solidFill>
                <a:latin typeface="微软雅黑"/>
                <a:ea typeface="微软雅黑"/>
                <a:cs typeface="Times New Roman" panose="02020603050405020304"/>
              </a:rPr>
              <a:t>的物体在撤去外力后能</a:t>
            </a:r>
            <a:r>
              <a:rPr lang="zh-CN" altLang="zh-CN" sz="2200" kern="100">
                <a:solidFill>
                  <a:srgbClr val="002060"/>
                </a:solidFill>
                <a:latin typeface="微软雅黑"/>
                <a:ea typeface="微软雅黑"/>
                <a:cs typeface="Times New Roman" panose="02020603050405020304"/>
              </a:rPr>
              <a:t>恢复原状，</a:t>
            </a:r>
            <a:r>
              <a:rPr lang="zh-CN" altLang="en-US" sz="2200" kern="100">
                <a:solidFill>
                  <a:srgbClr val="002060"/>
                </a:solidFill>
                <a:latin typeface="微软雅黑"/>
                <a:ea typeface="微软雅黑"/>
                <a:cs typeface="Times New Roman" panose="02020603050405020304"/>
              </a:rPr>
              <a:t>该</a:t>
            </a:r>
            <a:r>
              <a:rPr lang="zh-CN" altLang="zh-CN" sz="2200" kern="100">
                <a:solidFill>
                  <a:srgbClr val="002060"/>
                </a:solidFill>
                <a:latin typeface="微软雅黑"/>
                <a:ea typeface="微软雅黑"/>
                <a:cs typeface="Times New Roman" panose="02020603050405020304"/>
              </a:rPr>
              <a:t>物体</a:t>
            </a:r>
            <a:r>
              <a:rPr lang="zh-CN" altLang="en-US" sz="2200" kern="100">
                <a:solidFill>
                  <a:srgbClr val="002060"/>
                </a:solidFill>
                <a:latin typeface="微软雅黑"/>
                <a:ea typeface="微软雅黑"/>
                <a:cs typeface="Times New Roman" panose="02020603050405020304"/>
              </a:rPr>
              <a:t>所发生</a:t>
            </a:r>
            <a:r>
              <a:rPr lang="zh-CN" altLang="zh-CN" sz="2200" kern="100">
                <a:solidFill>
                  <a:srgbClr val="002060"/>
                </a:solidFill>
                <a:latin typeface="微软雅黑"/>
                <a:ea typeface="微软雅黑"/>
                <a:cs typeface="Times New Roman" panose="02020603050405020304"/>
              </a:rPr>
              <a:t>的</a:t>
            </a:r>
            <a:r>
              <a:rPr lang="zh-CN" altLang="en-US" sz="2200" kern="100">
                <a:solidFill>
                  <a:srgbClr val="002060"/>
                </a:solidFill>
                <a:latin typeface="微软雅黑"/>
                <a:ea typeface="微软雅黑"/>
                <a:cs typeface="Times New Roman" panose="02020603050405020304"/>
              </a:rPr>
              <a:t>这种形变称</a:t>
            </a:r>
            <a:r>
              <a:rPr lang="zh-CN" altLang="en-US" sz="2200" kern="100">
                <a:solidFill>
                  <a:srgbClr val="C00000"/>
                </a:solidFill>
                <a:latin typeface="微软雅黑"/>
                <a:ea typeface="微软雅黑"/>
                <a:cs typeface="Times New Roman" panose="02020603050405020304"/>
              </a:rPr>
              <a:t>弹性形变</a:t>
            </a:r>
            <a:r>
              <a:rPr lang="zh-CN" altLang="en-US" sz="2200" kern="100">
                <a:solidFill>
                  <a:srgbClr val="002060"/>
                </a:solidFill>
                <a:latin typeface="微软雅黑"/>
                <a:ea typeface="微软雅黑"/>
                <a:cs typeface="Times New Roman" panose="02020603050405020304"/>
              </a:rPr>
              <a:t>。</a:t>
            </a:r>
          </a:p>
        </p:txBody>
      </p:sp>
      <p:sp>
        <p:nvSpPr>
          <p:cNvPr id="9" name="文本框 8">
            <a:extLst>
              <a:ext uri="{FF2B5EF4-FFF2-40B4-BE49-F238E27FC236}">
                <a16:creationId xmlns:a16="http://schemas.microsoft.com/office/drawing/2014/main" id="{77359FCF-91D8-E028-E391-23806B8CC3CC}"/>
              </a:ext>
            </a:extLst>
          </p:cNvPr>
          <p:cNvSpPr txBox="1"/>
          <p:nvPr>
            <p:custDataLst>
              <p:tags r:id="rId7"/>
            </p:custDataLst>
          </p:nvPr>
        </p:nvSpPr>
        <p:spPr>
          <a:xfrm>
            <a:off x="936563" y="3003431"/>
            <a:ext cx="4197624" cy="1358321"/>
          </a:xfrm>
          <a:prstGeom prst="rect">
            <a:avLst/>
          </a:prstGeom>
          <a:noFill/>
        </p:spPr>
        <p:txBody>
          <a:bodyPr wrap="square">
            <a:spAutoFit/>
          </a:bodyPr>
          <a:lstStyle/>
          <a:p>
            <a:pPr indent="457200">
              <a:lnSpc>
                <a:spcPts val="34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物体发生弹性形变后，力图恢复其原来的形状，而对另一个物体产生力，这个力叫作</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弹力</a:t>
            </a:r>
            <a:r>
              <a:rPr lang="en-US" altLang="zh-CN"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p>
        </p:txBody>
      </p:sp>
      <p:sp>
        <p:nvSpPr>
          <p:cNvPr id="10" name="文本框 9">
            <a:extLst>
              <a:ext uri="{FF2B5EF4-FFF2-40B4-BE49-F238E27FC236}">
                <a16:creationId xmlns:a16="http://schemas.microsoft.com/office/drawing/2014/main" id="{7AB06C4F-41D2-DAC4-556B-64A92BF5C687}"/>
              </a:ext>
            </a:extLst>
          </p:cNvPr>
          <p:cNvSpPr txBox="1"/>
          <p:nvPr>
            <p:custDataLst>
              <p:tags r:id="rId8"/>
            </p:custDataLst>
          </p:nvPr>
        </p:nvSpPr>
        <p:spPr>
          <a:xfrm>
            <a:off x="935056" y="2526462"/>
            <a:ext cx="2365588" cy="469359"/>
          </a:xfrm>
          <a:prstGeom prst="rect">
            <a:avLst/>
          </a:prstGeom>
          <a:noFill/>
        </p:spPr>
        <p:txBody>
          <a:bodyPr wrap="square">
            <a:spAutoFit/>
          </a:bodyPr>
          <a:lstStyle/>
          <a:p>
            <a:pPr>
              <a:lnSpc>
                <a:spcPts val="3200"/>
              </a:lnSpc>
            </a:pP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弹力</a:t>
            </a:r>
            <a:endParaRPr lang="zh-CN" altLang="en-US" sz="2300"/>
          </a:p>
        </p:txBody>
      </p:sp>
      <p:grpSp>
        <p:nvGrpSpPr>
          <p:cNvPr id="31" name="组合 30">
            <a:extLst>
              <a:ext uri="{FF2B5EF4-FFF2-40B4-BE49-F238E27FC236}">
                <a16:creationId xmlns:a16="http://schemas.microsoft.com/office/drawing/2014/main" id="{E3DB335F-CE55-C369-2114-16225D544C8A}"/>
              </a:ext>
            </a:extLst>
          </p:cNvPr>
          <p:cNvGrpSpPr/>
          <p:nvPr>
            <p:custDataLst>
              <p:tags r:id="rId9"/>
            </p:custDataLst>
          </p:nvPr>
        </p:nvGrpSpPr>
        <p:grpSpPr>
          <a:xfrm>
            <a:off x="7231010" y="2852832"/>
            <a:ext cx="1298224" cy="634552"/>
            <a:chOff x="1998132" y="2870817"/>
            <a:chExt cx="1505994" cy="634552"/>
          </a:xfrm>
        </p:grpSpPr>
        <p:sp>
          <p:nvSpPr>
            <p:cNvPr id="32" name="文本框 31">
              <a:extLst>
                <a:ext uri="{FF2B5EF4-FFF2-40B4-BE49-F238E27FC236}">
                  <a16:creationId xmlns:a16="http://schemas.microsoft.com/office/drawing/2014/main" id="{E93636A0-F33A-6911-B1F4-CFFD1AE24C0C}"/>
                </a:ext>
              </a:extLst>
            </p:cNvPr>
            <p:cNvSpPr txBox="1"/>
            <p:nvPr>
              <p:custDataLst>
                <p:tags r:id="rId18"/>
              </p:custDataLst>
            </p:nvPr>
          </p:nvSpPr>
          <p:spPr>
            <a:xfrm>
              <a:off x="2150795" y="2870817"/>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lang="zh-CN" altLang="en-US" sz="2000" baseline="-25000">
                <a:latin typeface="Times New Roman" panose="02020603050405020304" pitchFamily="18" charset="0"/>
                <a:cs typeface="Times New Roman" panose="02020603050405020304" pitchFamily="18" charset="0"/>
              </a:endParaRPr>
            </a:p>
          </p:txBody>
        </p:sp>
        <p:grpSp>
          <p:nvGrpSpPr>
            <p:cNvPr id="33" name="组合 32">
              <a:extLst>
                <a:ext uri="{FF2B5EF4-FFF2-40B4-BE49-F238E27FC236}">
                  <a16:creationId xmlns:a16="http://schemas.microsoft.com/office/drawing/2014/main" id="{E043BD42-5FA7-8262-99B9-43D29198F0EB}"/>
                </a:ext>
              </a:extLst>
            </p:cNvPr>
            <p:cNvGrpSpPr/>
            <p:nvPr>
              <p:custDataLst>
                <p:tags r:id="rId19"/>
              </p:custDataLst>
            </p:nvPr>
          </p:nvGrpSpPr>
          <p:grpSpPr>
            <a:xfrm rot="10800000">
              <a:off x="1998132" y="3378201"/>
              <a:ext cx="1505994" cy="127168"/>
              <a:chOff x="3290956" y="3849721"/>
              <a:chExt cx="1274340" cy="408947"/>
            </a:xfrm>
          </p:grpSpPr>
          <p:sp>
            <p:nvSpPr>
              <p:cNvPr id="34" name="Line 5">
                <a:extLst>
                  <a:ext uri="{FF2B5EF4-FFF2-40B4-BE49-F238E27FC236}">
                    <a16:creationId xmlns:a16="http://schemas.microsoft.com/office/drawing/2014/main" id="{0726688D-5BD4-1812-F5FA-63549EC9A68E}"/>
                  </a:ext>
                </a:extLst>
              </p:cNvPr>
              <p:cNvSpPr>
                <a:spLocks noChangeShapeType="1"/>
              </p:cNvSpPr>
              <p:nvPr>
                <p:custDataLst>
                  <p:tags r:id="rId20"/>
                </p:custDataLst>
              </p:nvPr>
            </p:nvSpPr>
            <p:spPr bwMode="auto">
              <a:xfrm flipH="1" flipV="1">
                <a:off x="3362535" y="4070885"/>
                <a:ext cx="1202761" cy="8088"/>
              </a:xfrm>
              <a:prstGeom prst="line">
                <a:avLst/>
              </a:prstGeom>
              <a:noFill/>
              <a:ln w="57150">
                <a:solidFill>
                  <a:srgbClr val="FF000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35" name="椭圆 34">
                <a:extLst>
                  <a:ext uri="{FF2B5EF4-FFF2-40B4-BE49-F238E27FC236}">
                    <a16:creationId xmlns:a16="http://schemas.microsoft.com/office/drawing/2014/main" id="{C7A6B48C-A831-E410-B023-ED211D427EC0}"/>
                  </a:ext>
                </a:extLst>
              </p:cNvPr>
              <p:cNvSpPr/>
              <p:nvPr>
                <p:custDataLst>
                  <p:tags r:id="rId21"/>
                </p:custDataLst>
              </p:nvPr>
            </p:nvSpPr>
            <p:spPr>
              <a:xfrm>
                <a:off x="3290956" y="3849721"/>
                <a:ext cx="115186" cy="408947"/>
              </a:xfrm>
              <a:prstGeom prst="ellips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7" name="文本框 36">
            <a:extLst>
              <a:ext uri="{FF2B5EF4-FFF2-40B4-BE49-F238E27FC236}">
                <a16:creationId xmlns:a16="http://schemas.microsoft.com/office/drawing/2014/main" id="{4B6A3C0D-83AF-A376-268D-F71F5C1F77CB}"/>
              </a:ext>
            </a:extLst>
          </p:cNvPr>
          <p:cNvSpPr txBox="1"/>
          <p:nvPr>
            <p:custDataLst>
              <p:tags r:id="rId10"/>
            </p:custDataLst>
          </p:nvPr>
        </p:nvSpPr>
        <p:spPr>
          <a:xfrm>
            <a:off x="7566627" y="3819471"/>
            <a:ext cx="1475773" cy="584775"/>
          </a:xfrm>
          <a:prstGeom prst="rect">
            <a:avLst/>
          </a:prstGeom>
          <a:noFill/>
        </p:spPr>
        <p:txBody>
          <a:bodyPr wrap="square">
            <a:spAutoFit/>
          </a:bodyPr>
          <a:lstStyle/>
          <a:p>
            <a:r>
              <a:rPr lang="zh-CN" altLang="en-US" sz="1600" kern="100">
                <a:solidFill>
                  <a:srgbClr val="002060"/>
                </a:solidFill>
                <a:latin typeface="微软雅黑"/>
                <a:ea typeface="微软雅黑"/>
                <a:cs typeface="Times New Roman" panose="02020603050405020304"/>
              </a:rPr>
              <a:t>弹簧对手有</a:t>
            </a:r>
            <a:endParaRPr lang="en-US" altLang="zh-CN" sz="1600" kern="100">
              <a:solidFill>
                <a:srgbClr val="002060"/>
              </a:solidFill>
              <a:latin typeface="微软雅黑"/>
              <a:ea typeface="微软雅黑"/>
              <a:cs typeface="Times New Roman" panose="02020603050405020304"/>
            </a:endParaRPr>
          </a:p>
          <a:p>
            <a:r>
              <a:rPr lang="zh-CN" altLang="en-US" sz="1600" kern="100">
                <a:solidFill>
                  <a:srgbClr val="002060"/>
                </a:solidFill>
                <a:latin typeface="微软雅黑"/>
                <a:ea typeface="微软雅黑"/>
                <a:cs typeface="Times New Roman" panose="02020603050405020304"/>
              </a:rPr>
              <a:t>弹力的作用</a:t>
            </a:r>
            <a:endParaRPr lang="zh-CN" altLang="en-US" sz="1600"/>
          </a:p>
        </p:txBody>
      </p:sp>
      <p:sp>
        <p:nvSpPr>
          <p:cNvPr id="38" name="文本框 37">
            <a:extLst>
              <a:ext uri="{FF2B5EF4-FFF2-40B4-BE49-F238E27FC236}">
                <a16:creationId xmlns:a16="http://schemas.microsoft.com/office/drawing/2014/main" id="{D1337FA0-0F91-E9EC-0E52-D5B1839948BE}"/>
              </a:ext>
            </a:extLst>
          </p:cNvPr>
          <p:cNvSpPr txBox="1"/>
          <p:nvPr>
            <p:custDataLst>
              <p:tags r:id="rId11"/>
            </p:custDataLst>
          </p:nvPr>
        </p:nvSpPr>
        <p:spPr>
          <a:xfrm>
            <a:off x="5363495" y="3852137"/>
            <a:ext cx="1701598" cy="584775"/>
          </a:xfrm>
          <a:prstGeom prst="rect">
            <a:avLst/>
          </a:prstGeom>
          <a:noFill/>
        </p:spPr>
        <p:txBody>
          <a:bodyPr wrap="square">
            <a:spAutoFit/>
          </a:bodyPr>
          <a:lstStyle/>
          <a:p>
            <a:pPr algn="ctr"/>
            <a:r>
              <a:rPr lang="zh-CN" altLang="en-US" sz="1600" kern="100">
                <a:solidFill>
                  <a:srgbClr val="002060"/>
                </a:solidFill>
                <a:latin typeface="微软雅黑"/>
                <a:ea typeface="微软雅黑"/>
                <a:cs typeface="Times New Roman" panose="02020603050405020304"/>
              </a:rPr>
              <a:t>弹簧对墙壁有</a:t>
            </a:r>
            <a:endParaRPr lang="en-US" altLang="zh-CN" sz="1600" kern="100">
              <a:solidFill>
                <a:srgbClr val="002060"/>
              </a:solidFill>
              <a:latin typeface="微软雅黑"/>
              <a:ea typeface="微软雅黑"/>
              <a:cs typeface="Times New Roman" panose="02020603050405020304"/>
            </a:endParaRPr>
          </a:p>
          <a:p>
            <a:pPr algn="ctr"/>
            <a:r>
              <a:rPr lang="zh-CN" altLang="en-US" sz="1600" kern="100">
                <a:solidFill>
                  <a:srgbClr val="002060"/>
                </a:solidFill>
                <a:latin typeface="微软雅黑"/>
                <a:ea typeface="微软雅黑"/>
                <a:cs typeface="Times New Roman" panose="02020603050405020304"/>
              </a:rPr>
              <a:t>弹力的作用</a:t>
            </a:r>
            <a:endParaRPr lang="zh-CN" altLang="en-US" sz="1600"/>
          </a:p>
        </p:txBody>
      </p:sp>
      <p:grpSp>
        <p:nvGrpSpPr>
          <p:cNvPr id="44" name="组合 43">
            <a:extLst>
              <a:ext uri="{FF2B5EF4-FFF2-40B4-BE49-F238E27FC236}">
                <a16:creationId xmlns:a16="http://schemas.microsoft.com/office/drawing/2014/main" id="{633B4273-AE5F-33CD-0B9D-BAB7FB7FAB82}"/>
              </a:ext>
            </a:extLst>
          </p:cNvPr>
          <p:cNvGrpSpPr/>
          <p:nvPr>
            <p:custDataLst>
              <p:tags r:id="rId12"/>
            </p:custDataLst>
          </p:nvPr>
        </p:nvGrpSpPr>
        <p:grpSpPr>
          <a:xfrm>
            <a:off x="5799137" y="2776303"/>
            <a:ext cx="1263523" cy="717440"/>
            <a:chOff x="5799137" y="2816941"/>
            <a:chExt cx="1263523" cy="717440"/>
          </a:xfrm>
        </p:grpSpPr>
        <p:grpSp>
          <p:nvGrpSpPr>
            <p:cNvPr id="15" name="组合 14">
              <a:extLst>
                <a:ext uri="{FF2B5EF4-FFF2-40B4-BE49-F238E27FC236}">
                  <a16:creationId xmlns:a16="http://schemas.microsoft.com/office/drawing/2014/main" id="{B39F098D-A58B-9EBF-C9DD-7AAF3DDE6EA6}"/>
                </a:ext>
              </a:extLst>
            </p:cNvPr>
            <p:cNvGrpSpPr/>
            <p:nvPr>
              <p:custDataLst>
                <p:tags r:id="rId14"/>
              </p:custDataLst>
            </p:nvPr>
          </p:nvGrpSpPr>
          <p:grpSpPr>
            <a:xfrm>
              <a:off x="5799137" y="3407213"/>
              <a:ext cx="1204863" cy="127168"/>
              <a:chOff x="3290956" y="3849721"/>
              <a:chExt cx="1274340" cy="408947"/>
            </a:xfrm>
          </p:grpSpPr>
          <p:sp>
            <p:nvSpPr>
              <p:cNvPr id="27" name="Line 5">
                <a:extLst>
                  <a:ext uri="{FF2B5EF4-FFF2-40B4-BE49-F238E27FC236}">
                    <a16:creationId xmlns:a16="http://schemas.microsoft.com/office/drawing/2014/main" id="{3A0819D2-04EC-BA67-BB2C-4A2626D50367}"/>
                  </a:ext>
                </a:extLst>
              </p:cNvPr>
              <p:cNvSpPr>
                <a:spLocks noChangeShapeType="1"/>
              </p:cNvSpPr>
              <p:nvPr>
                <p:custDataLst>
                  <p:tags r:id="rId16"/>
                </p:custDataLst>
              </p:nvPr>
            </p:nvSpPr>
            <p:spPr bwMode="auto">
              <a:xfrm flipH="1" flipV="1">
                <a:off x="3362535" y="4070885"/>
                <a:ext cx="1202761" cy="8088"/>
              </a:xfrm>
              <a:prstGeom prst="line">
                <a:avLst/>
              </a:prstGeom>
              <a:noFill/>
              <a:ln w="57150">
                <a:solidFill>
                  <a:srgbClr val="00B0F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29" name="椭圆 28">
                <a:extLst>
                  <a:ext uri="{FF2B5EF4-FFF2-40B4-BE49-F238E27FC236}">
                    <a16:creationId xmlns:a16="http://schemas.microsoft.com/office/drawing/2014/main" id="{54E1407B-3378-F9D0-F413-504A9DFB10EA}"/>
                  </a:ext>
                </a:extLst>
              </p:cNvPr>
              <p:cNvSpPr/>
              <p:nvPr>
                <p:custDataLst>
                  <p:tags r:id="rId17"/>
                </p:custDataLst>
              </p:nvPr>
            </p:nvSpPr>
            <p:spPr>
              <a:xfrm>
                <a:off x="3290956" y="3849721"/>
                <a:ext cx="115186" cy="408947"/>
              </a:xfrm>
              <a:prstGeom prst="ellipse">
                <a:avLst/>
              </a:prstGeom>
              <a:solidFill>
                <a:srgbClr val="00B0F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文本框 42">
              <a:extLst>
                <a:ext uri="{FF2B5EF4-FFF2-40B4-BE49-F238E27FC236}">
                  <a16:creationId xmlns:a16="http://schemas.microsoft.com/office/drawing/2014/main" id="{28B89881-5A84-7FCE-753A-401D163475E6}"/>
                </a:ext>
              </a:extLst>
            </p:cNvPr>
            <p:cNvSpPr txBox="1"/>
            <p:nvPr>
              <p:custDataLst>
                <p:tags r:id="rId15"/>
              </p:custDataLst>
            </p:nvPr>
          </p:nvSpPr>
          <p:spPr>
            <a:xfrm>
              <a:off x="6505472" y="2816941"/>
              <a:ext cx="557188"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lang="zh-CN" altLang="en-US" sz="2000" baseline="-25000">
                <a:latin typeface="Times New Roman" panose="02020603050405020304" pitchFamily="18" charset="0"/>
                <a:cs typeface="Times New Roman" panose="02020603050405020304" pitchFamily="18" charset="0"/>
              </a:endParaRPr>
            </a:p>
          </p:txBody>
        </p:sp>
      </p:grpSp>
      <p:pic>
        <p:nvPicPr>
          <p:cNvPr id="45" name="New picture"/>
          <p:cNvPicPr/>
          <p:nvPr>
            <p:custDataLst>
              <p:tags r:id="rId13"/>
            </p:custDataLst>
          </p:nvPr>
        </p:nvPicPr>
        <p:blipFill>
          <a:blip r:embed="rId24"/>
          <a:stretch>
            <a:fillRect/>
          </a:stretch>
        </p:blipFill>
        <p:spPr>
          <a:xfrm>
            <a:off x="10223500" y="11836400"/>
            <a:ext cx="355600" cy="266700"/>
          </a:xfrm>
          <a:prstGeom prst="cube">
            <a:avLst/>
          </a:prstGeom>
        </p:spPr>
      </p:pic>
    </p:spTree>
    <p:extLst>
      <p:ext uri="{BB962C8B-B14F-4D97-AF65-F5344CB8AC3E}">
        <p14:creationId xmlns:p14="http://schemas.microsoft.com/office/powerpoint/2010/main" val="41582925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dissolve">
                                      <p:cBhvr>
                                        <p:cTn id="19" dur="500"/>
                                        <p:tgtEl>
                                          <p:spTgt spid="10"/>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dissolve">
                                      <p:cBhvr>
                                        <p:cTn id="22" dur="500"/>
                                        <p:tgtEl>
                                          <p:spTgt spid="9"/>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42"/>
                                        </p:tgtEl>
                                        <p:attrNameLst>
                                          <p:attrName>style.visibility</p:attrName>
                                        </p:attrNameLst>
                                      </p:cBhvr>
                                      <p:to>
                                        <p:strVal val="visible"/>
                                      </p:to>
                                    </p:set>
                                    <p:animEffect transition="in" filter="barn(inVertical)">
                                      <p:cBhvr>
                                        <p:cTn id="27" dur="500"/>
                                        <p:tgtEl>
                                          <p:spTgt spid="42"/>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2" presetClass="entr" presetSubtype="2" fill="hold" nodeType="click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wipe(right)">
                                      <p:cBhvr>
                                        <p:cTn id="32" dur="750"/>
                                        <p:tgtEl>
                                          <p:spTgt spid="31"/>
                                        </p:tgtEl>
                                      </p:cBhvr>
                                    </p:animEffect>
                                  </p:childTnLst>
                                </p:cTn>
                              </p:par>
                              <p:par>
                                <p:cTn id="33" presetID="22" presetClass="entr" presetSubtype="2"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wipe(right)">
                                      <p:cBhvr>
                                        <p:cTn id="35" dur="750"/>
                                        <p:tgtEl>
                                          <p:spTgt spid="37"/>
                                        </p:tgtEl>
                                      </p:cBhvr>
                                    </p:animEffect>
                                  </p:childTnLst>
                                </p:cTn>
                              </p:par>
                            </p:childTnLst>
                          </p:cTn>
                        </p:par>
                      </p:childTnLst>
                    </p:cTn>
                  </p:par>
                  <p:par>
                    <p:cTn id="36" fill="hold" nodeType="clickPar">
                      <p:stCondLst>
                        <p:cond delay="indefinite"/>
                      </p:stCondLst>
                      <p:childTnLst>
                        <p:par>
                          <p:cTn id="37" fill="hold" nodeType="after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wipe(left)">
                                      <p:cBhvr>
                                        <p:cTn id="40" dur="750"/>
                                        <p:tgtEl>
                                          <p:spTgt spid="44"/>
                                        </p:tgtEl>
                                      </p:cBhvr>
                                    </p:animEffect>
                                  </p:childTnLst>
                                </p:cTn>
                              </p:par>
                              <p:par>
                                <p:cTn id="41" presetID="22" presetClass="entr" presetSubtype="8" fill="hold" grpId="0" nodeType="with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7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D8C7FEB-D938-8A9A-FCBA-AF1A22E19A2E}"/>
              </a:ext>
            </a:extLst>
          </p:cNvPr>
          <p:cNvSpPr txBox="1"/>
          <p:nvPr>
            <p:custDataLst>
              <p:tags r:id="rId1"/>
            </p:custDataLst>
          </p:nvPr>
        </p:nvSpPr>
        <p:spPr>
          <a:xfrm>
            <a:off x="817721" y="2388514"/>
            <a:ext cx="4910581" cy="902939"/>
          </a:xfrm>
          <a:prstGeom prst="rect">
            <a:avLst/>
          </a:prstGeom>
          <a:noFill/>
        </p:spPr>
        <p:txBody>
          <a:bodyPr wrap="square">
            <a:spAutoFit/>
          </a:bodyPr>
          <a:lstStyle/>
          <a:p>
            <a:pPr>
              <a:lnSpc>
                <a:spcPts val="3300"/>
              </a:lnSpc>
            </a:pP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如图所示的弹簧测力计的量程是</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_____N</a:t>
            </a:r>
            <a:r>
              <a:rPr kumimoji="0" lang="zh-CN" altLang="en-US"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，分度值是</a:t>
            </a:r>
            <a:r>
              <a:rPr kumimoji="0" lang="en-US" altLang="zh-CN" sz="23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______N.</a:t>
            </a:r>
            <a:endParaRPr lang="zh-CN" altLang="en-US"/>
          </a:p>
        </p:txBody>
      </p:sp>
      <p:sp>
        <p:nvSpPr>
          <p:cNvPr id="2" name="文本框 1">
            <a:extLst>
              <a:ext uri="{FF2B5EF4-FFF2-40B4-BE49-F238E27FC236}">
                <a16:creationId xmlns:a16="http://schemas.microsoft.com/office/drawing/2014/main" id="{0CAD29B7-086A-566B-9685-F74A2B5FFFAA}"/>
              </a:ext>
            </a:extLst>
          </p:cNvPr>
          <p:cNvSpPr txBox="1"/>
          <p:nvPr>
            <p:custDataLst>
              <p:tags r:id="rId2"/>
            </p:custDataLst>
          </p:nvPr>
        </p:nvSpPr>
        <p:spPr>
          <a:xfrm>
            <a:off x="168446" y="47173"/>
            <a:ext cx="3374007"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知识点三、</a:t>
            </a:r>
            <a:r>
              <a:rPr lang="zh-CN" altLang="en-US" sz="2000">
                <a:solidFill>
                  <a:schemeClr val="bg1"/>
                </a:solidFill>
                <a:latin typeface="微软雅黑" panose="020B0503020204020204" pitchFamily="34" charset="-122"/>
                <a:ea typeface="微软雅黑" panose="020B0503020204020204" pitchFamily="34" charset="-122"/>
              </a:rPr>
              <a:t>力的测量</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CE6F5A06-3276-4EC9-3A3C-DFC55B00C4AD}"/>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a:extLst>
              <a:ext uri="{FF2B5EF4-FFF2-40B4-BE49-F238E27FC236}">
                <a16:creationId xmlns:a16="http://schemas.microsoft.com/office/drawing/2014/main" id="{658BBE06-3780-E3C4-7E82-4BD8E1D0DD05}"/>
              </a:ext>
            </a:extLst>
          </p:cNvPr>
          <p:cNvSpPr txBox="1"/>
          <p:nvPr>
            <p:custDataLst>
              <p:tags r:id="rId4"/>
            </p:custDataLst>
          </p:nvPr>
        </p:nvSpPr>
        <p:spPr>
          <a:xfrm>
            <a:off x="806613" y="1336252"/>
            <a:ext cx="4774541" cy="902939"/>
          </a:xfrm>
          <a:prstGeom prst="rect">
            <a:avLst/>
          </a:prstGeom>
          <a:noFill/>
        </p:spPr>
        <p:txBody>
          <a:bodyPr wrap="square">
            <a:spAutoFit/>
          </a:bodyPr>
          <a:lstStyle/>
          <a:p>
            <a:pPr indent="457200">
              <a:lnSpc>
                <a:spcPts val="3300"/>
              </a:lnSpc>
            </a:pP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弹簧测力计主要由</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和刻度盘组成。</a:t>
            </a:r>
            <a:endPar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C49C3651-1254-CC00-F408-F6F60E4FC0F1}"/>
              </a:ext>
            </a:extLst>
          </p:cNvPr>
          <p:cNvSpPr txBox="1"/>
          <p:nvPr>
            <p:custDataLst>
              <p:tags r:id="rId5"/>
            </p:custDataLst>
          </p:nvPr>
        </p:nvSpPr>
        <p:spPr>
          <a:xfrm>
            <a:off x="3722140" y="1320181"/>
            <a:ext cx="977109" cy="479747"/>
          </a:xfrm>
          <a:prstGeom prst="rect">
            <a:avLst/>
          </a:prstGeom>
          <a:noFill/>
        </p:spPr>
        <p:txBody>
          <a:bodyPr wrap="square">
            <a:spAutoFit/>
          </a:bodyPr>
          <a:lstStyle/>
          <a:p>
            <a:pPr>
              <a:lnSpc>
                <a:spcPts val="3300"/>
              </a:lnSpc>
            </a:pPr>
            <a:r>
              <a:rPr kumimoji="0" lang="zh-CN" altLang="en-US"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弹簧</a:t>
            </a:r>
            <a:endParaRPr lang="zh-CN" altLang="en-US" sz="2300">
              <a:solidFill>
                <a:srgbClr val="C00000"/>
              </a:solidFill>
            </a:endParaRPr>
          </a:p>
        </p:txBody>
      </p:sp>
      <p:sp>
        <p:nvSpPr>
          <p:cNvPr id="18" name="文本框 17">
            <a:extLst>
              <a:ext uri="{FF2B5EF4-FFF2-40B4-BE49-F238E27FC236}">
                <a16:creationId xmlns:a16="http://schemas.microsoft.com/office/drawing/2014/main" id="{EBAAB5AC-0BE8-ECAB-6A05-3FCCBA06F92B}"/>
              </a:ext>
            </a:extLst>
          </p:cNvPr>
          <p:cNvSpPr txBox="1"/>
          <p:nvPr>
            <p:custDataLst>
              <p:tags r:id="rId6"/>
            </p:custDataLst>
          </p:nvPr>
        </p:nvSpPr>
        <p:spPr>
          <a:xfrm>
            <a:off x="941579" y="1766457"/>
            <a:ext cx="1216454" cy="479747"/>
          </a:xfrm>
          <a:prstGeom prst="rect">
            <a:avLst/>
          </a:prstGeom>
          <a:noFill/>
        </p:spPr>
        <p:txBody>
          <a:bodyPr wrap="square">
            <a:spAutoFit/>
          </a:bodyPr>
          <a:lstStyle/>
          <a:p>
            <a:pPr>
              <a:lnSpc>
                <a:spcPts val="3300"/>
              </a:lnSpc>
            </a:pPr>
            <a:r>
              <a:rPr kumimoji="0" lang="zh-CN" altLang="en-US"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秤钩 </a:t>
            </a:r>
            <a:endParaRPr lang="zh-CN" altLang="en-US" sz="2300">
              <a:solidFill>
                <a:srgbClr val="C00000"/>
              </a:solidFill>
            </a:endParaRPr>
          </a:p>
        </p:txBody>
      </p:sp>
      <p:sp>
        <p:nvSpPr>
          <p:cNvPr id="20" name="文本框 19">
            <a:extLst>
              <a:ext uri="{FF2B5EF4-FFF2-40B4-BE49-F238E27FC236}">
                <a16:creationId xmlns:a16="http://schemas.microsoft.com/office/drawing/2014/main" id="{967DE444-4865-4DC8-EF5A-69DCD30F07EA}"/>
              </a:ext>
            </a:extLst>
          </p:cNvPr>
          <p:cNvSpPr txBox="1"/>
          <p:nvPr>
            <p:custDataLst>
              <p:tags r:id="rId7"/>
            </p:custDataLst>
          </p:nvPr>
        </p:nvSpPr>
        <p:spPr>
          <a:xfrm>
            <a:off x="2403230" y="1766457"/>
            <a:ext cx="977109" cy="479747"/>
          </a:xfrm>
          <a:prstGeom prst="rect">
            <a:avLst/>
          </a:prstGeom>
          <a:noFill/>
        </p:spPr>
        <p:txBody>
          <a:bodyPr wrap="square">
            <a:spAutoFit/>
          </a:bodyPr>
          <a:lstStyle/>
          <a:p>
            <a:pPr>
              <a:lnSpc>
                <a:spcPts val="3300"/>
              </a:lnSpc>
            </a:pPr>
            <a:r>
              <a:rPr kumimoji="0" lang="zh-CN" altLang="en-US"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指针</a:t>
            </a:r>
            <a:endParaRPr lang="zh-CN" altLang="en-US" sz="2300">
              <a:solidFill>
                <a:srgbClr val="C00000"/>
              </a:solidFill>
            </a:endParaRPr>
          </a:p>
        </p:txBody>
      </p:sp>
      <p:sp>
        <p:nvSpPr>
          <p:cNvPr id="21" name="文本框 20">
            <a:extLst>
              <a:ext uri="{FF2B5EF4-FFF2-40B4-BE49-F238E27FC236}">
                <a16:creationId xmlns:a16="http://schemas.microsoft.com/office/drawing/2014/main" id="{4887AC02-D3DA-2D99-0B50-03561351324A}"/>
              </a:ext>
            </a:extLst>
          </p:cNvPr>
          <p:cNvSpPr txBox="1"/>
          <p:nvPr>
            <p:custDataLst>
              <p:tags r:id="rId8"/>
            </p:custDataLst>
          </p:nvPr>
        </p:nvSpPr>
        <p:spPr>
          <a:xfrm>
            <a:off x="822924" y="2748140"/>
            <a:ext cx="1127530" cy="479747"/>
          </a:xfrm>
          <a:prstGeom prst="rect">
            <a:avLst/>
          </a:prstGeom>
          <a:noFill/>
        </p:spPr>
        <p:txBody>
          <a:bodyPr wrap="square">
            <a:spAutoFit/>
          </a:bodyPr>
          <a:lstStyle/>
          <a:p>
            <a:pPr>
              <a:lnSpc>
                <a:spcPts val="3300"/>
              </a:lnSpc>
            </a:pPr>
            <a:r>
              <a:rPr kumimoji="0" lang="en-US" altLang="zh-CN"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3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2300">
              <a:solidFill>
                <a:srgbClr val="C00000"/>
              </a:solidFill>
            </a:endParaRPr>
          </a:p>
        </p:txBody>
      </p:sp>
      <p:sp>
        <p:nvSpPr>
          <p:cNvPr id="22" name="文本框 21">
            <a:extLst>
              <a:ext uri="{FF2B5EF4-FFF2-40B4-BE49-F238E27FC236}">
                <a16:creationId xmlns:a16="http://schemas.microsoft.com/office/drawing/2014/main" id="{AF639BF2-8F37-C22E-E298-304AA3513B4D}"/>
              </a:ext>
            </a:extLst>
          </p:cNvPr>
          <p:cNvSpPr txBox="1"/>
          <p:nvPr>
            <p:custDataLst>
              <p:tags r:id="rId9"/>
            </p:custDataLst>
          </p:nvPr>
        </p:nvSpPr>
        <p:spPr>
          <a:xfrm>
            <a:off x="3448138" y="2749038"/>
            <a:ext cx="782480" cy="478849"/>
          </a:xfrm>
          <a:prstGeom prst="rect">
            <a:avLst/>
          </a:prstGeom>
          <a:noFill/>
        </p:spPr>
        <p:txBody>
          <a:bodyPr wrap="square">
            <a:spAutoFit/>
          </a:bodyPr>
          <a:lstStyle/>
          <a:p>
            <a:pPr>
              <a:lnSpc>
                <a:spcPts val="3300"/>
              </a:lnSpc>
            </a:pPr>
            <a:r>
              <a:rPr kumimoji="0" lang="en-US" altLang="zh-CN" sz="23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23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300">
              <a:solidFill>
                <a:srgbClr val="C00000"/>
              </a:solidFill>
            </a:endParaRPr>
          </a:p>
        </p:txBody>
      </p:sp>
      <p:sp>
        <p:nvSpPr>
          <p:cNvPr id="26" name="文本框 25">
            <a:extLst>
              <a:ext uri="{FF2B5EF4-FFF2-40B4-BE49-F238E27FC236}">
                <a16:creationId xmlns:a16="http://schemas.microsoft.com/office/drawing/2014/main" id="{E818C00C-36B8-7B65-878E-CE2186A33A21}"/>
              </a:ext>
            </a:extLst>
          </p:cNvPr>
          <p:cNvSpPr txBox="1"/>
          <p:nvPr>
            <p:custDataLst>
              <p:tags r:id="rId10"/>
            </p:custDataLst>
          </p:nvPr>
        </p:nvSpPr>
        <p:spPr>
          <a:xfrm>
            <a:off x="782120" y="787163"/>
            <a:ext cx="3996699" cy="461665"/>
          </a:xfrm>
          <a:prstGeom prst="rect">
            <a:avLst/>
          </a:prstGeom>
          <a:noFill/>
        </p:spPr>
        <p:txBody>
          <a:bodyPr wrap="square">
            <a:spAutoFit/>
          </a:bodyPr>
          <a:lstStyle/>
          <a:p>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弹簧测力计的构造</a:t>
            </a:r>
          </a:p>
        </p:txBody>
      </p:sp>
      <p:pic>
        <p:nvPicPr>
          <p:cNvPr id="27" name="图片 26">
            <a:extLst>
              <a:ext uri="{FF2B5EF4-FFF2-40B4-BE49-F238E27FC236}">
                <a16:creationId xmlns:a16="http://schemas.microsoft.com/office/drawing/2014/main" id="{6F3EDB4F-1911-02DD-E11B-DDBFFB7CF0CD}"/>
              </a:ext>
            </a:extLst>
          </p:cNvPr>
          <p:cNvPicPr>
            <a:picLocks noChangeAspect="1"/>
          </p:cNvPicPr>
          <p:nvPr>
            <p:custDataLst>
              <p:tags r:id="rId11"/>
            </p:custDataLst>
          </p:nvPr>
        </p:nvPicPr>
        <p:blipFill>
          <a:blip r:embed="rId27">
            <a:extLst>
              <a:ext uri="{28A0092B-C50C-407E-A947-70E740481C1C}">
                <a14:useLocalDpi xmlns:a14="http://schemas.microsoft.com/office/drawing/2010/main" val="0"/>
              </a:ext>
            </a:extLst>
          </a:blip>
          <a:srcRect l="26083" r="21035"/>
          <a:stretch>
            <a:fillRect/>
          </a:stretch>
        </p:blipFill>
        <p:spPr>
          <a:xfrm>
            <a:off x="7314183" y="640991"/>
            <a:ext cx="1047697" cy="4130040"/>
          </a:xfrm>
          <a:prstGeom prst="rect">
            <a:avLst/>
          </a:prstGeom>
        </p:spPr>
      </p:pic>
      <p:grpSp>
        <p:nvGrpSpPr>
          <p:cNvPr id="28" name="组合 27">
            <a:extLst>
              <a:ext uri="{FF2B5EF4-FFF2-40B4-BE49-F238E27FC236}">
                <a16:creationId xmlns:a16="http://schemas.microsoft.com/office/drawing/2014/main" id="{B0E0C460-D046-38AC-073E-103360B0544A}"/>
              </a:ext>
            </a:extLst>
          </p:cNvPr>
          <p:cNvGrpSpPr/>
          <p:nvPr>
            <p:custDataLst>
              <p:tags r:id="rId12"/>
            </p:custDataLst>
          </p:nvPr>
        </p:nvGrpSpPr>
        <p:grpSpPr>
          <a:xfrm>
            <a:off x="6596560" y="4376911"/>
            <a:ext cx="1077230" cy="338554"/>
            <a:chOff x="6810963" y="4277005"/>
            <a:chExt cx="1077230" cy="338554"/>
          </a:xfrm>
        </p:grpSpPr>
        <p:cxnSp>
          <p:nvCxnSpPr>
            <p:cNvPr id="29" name="Line 6">
              <a:extLst>
                <a:ext uri="{FF2B5EF4-FFF2-40B4-BE49-F238E27FC236}">
                  <a16:creationId xmlns:a16="http://schemas.microsoft.com/office/drawing/2014/main" id="{22C4E204-7FA2-12AA-B1F2-423D2D344F8C}"/>
                </a:ext>
              </a:extLst>
            </p:cNvPr>
            <p:cNvCxnSpPr>
              <a:cxnSpLocks noChangeShapeType="1"/>
              <a:stCxn id="30" idx="3"/>
            </p:cNvCxnSpPr>
            <p:nvPr>
              <p:custDataLst>
                <p:tags r:id="rId24"/>
              </p:custDataLst>
            </p:nvPr>
          </p:nvCxnSpPr>
          <p:spPr bwMode="auto">
            <a:xfrm flipV="1">
              <a:off x="7405998" y="4438531"/>
              <a:ext cx="482195" cy="7751"/>
            </a:xfrm>
            <a:prstGeom prst="line">
              <a:avLst/>
            </a:prstGeom>
            <a:noFill/>
            <a:ln w="19050" algn="ctr">
              <a:solidFill>
                <a:srgbClr val="C00000"/>
              </a:solidFill>
              <a:round/>
              <a:tailEnd type="triangle" w="med" len="med"/>
            </a:ln>
            <a:extLst>
              <a:ext uri="{909E8E84-426E-40DD-AFC4-6F175D3DCCD1}">
                <a14:hiddenFill xmlns:a14="http://schemas.microsoft.com/office/drawing/2010/main">
                  <a:noFill/>
                </a14:hiddenFill>
              </a:ext>
            </a:extLst>
          </p:spPr>
        </p:cxnSp>
        <p:sp>
          <p:nvSpPr>
            <p:cNvPr id="30" name="Text Box 7">
              <a:extLst>
                <a:ext uri="{FF2B5EF4-FFF2-40B4-BE49-F238E27FC236}">
                  <a16:creationId xmlns:a16="http://schemas.microsoft.com/office/drawing/2014/main" id="{E42EE5BB-7B09-7E20-FBF1-CA5A6DC80CE4}"/>
                </a:ext>
              </a:extLst>
            </p:cNvPr>
            <p:cNvSpPr/>
            <p:nvPr>
              <p:custDataLst>
                <p:tags r:id="rId25"/>
              </p:custDataLst>
            </p:nvPr>
          </p:nvSpPr>
          <p:spPr>
            <a:xfrm>
              <a:off x="6810963" y="4277005"/>
              <a:ext cx="595035" cy="338554"/>
            </a:xfrm>
            <a:prstGeom prst="rect">
              <a:avLst/>
            </a:prstGeom>
            <a:noFill/>
            <a:ln>
              <a:noFill/>
              <a:miter lim="800000"/>
            </a:ln>
          </p:spPr>
          <p:txBody>
            <a:bodyPr wrap="none">
              <a:spAutoFit/>
            </a:bodyPr>
            <a:lstStyle/>
            <a:p>
              <a:pPr fontAlgn="base">
                <a:spcBef>
                  <a:spcPct val="0"/>
                </a:spcBef>
                <a:spcAft>
                  <a:spcPct val="0"/>
                </a:spcAft>
              </a:pPr>
              <a:r>
                <a:rPr lang="zh-CN" altLang="en-US"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秤钩</a:t>
              </a:r>
              <a:endParaRPr lang="zh-CN" altLang="en-US"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endParaRPr>
            </a:p>
          </p:txBody>
        </p:sp>
      </p:grpSp>
      <p:grpSp>
        <p:nvGrpSpPr>
          <p:cNvPr id="31" name="组合 30">
            <a:extLst>
              <a:ext uri="{FF2B5EF4-FFF2-40B4-BE49-F238E27FC236}">
                <a16:creationId xmlns:a16="http://schemas.microsoft.com/office/drawing/2014/main" id="{D2769E93-5AF8-47C2-1677-6DCC5B1B499E}"/>
              </a:ext>
            </a:extLst>
          </p:cNvPr>
          <p:cNvGrpSpPr/>
          <p:nvPr>
            <p:custDataLst>
              <p:tags r:id="rId13"/>
            </p:custDataLst>
          </p:nvPr>
        </p:nvGrpSpPr>
        <p:grpSpPr>
          <a:xfrm>
            <a:off x="6314941" y="2523410"/>
            <a:ext cx="1258850" cy="338554"/>
            <a:chOff x="6656844" y="2155972"/>
            <a:chExt cx="1258850" cy="338554"/>
          </a:xfrm>
        </p:grpSpPr>
        <p:cxnSp>
          <p:nvCxnSpPr>
            <p:cNvPr id="32" name="Line 16">
              <a:extLst>
                <a:ext uri="{FF2B5EF4-FFF2-40B4-BE49-F238E27FC236}">
                  <a16:creationId xmlns:a16="http://schemas.microsoft.com/office/drawing/2014/main" id="{ACD26BF5-9CE0-D53F-1AAB-BBB8D01E361C}"/>
                </a:ext>
              </a:extLst>
            </p:cNvPr>
            <p:cNvCxnSpPr>
              <a:cxnSpLocks noChangeShapeType="1"/>
            </p:cNvCxnSpPr>
            <p:nvPr>
              <p:custDataLst>
                <p:tags r:id="rId22"/>
              </p:custDataLst>
            </p:nvPr>
          </p:nvCxnSpPr>
          <p:spPr bwMode="auto">
            <a:xfrm>
              <a:off x="7377672" y="2338703"/>
              <a:ext cx="538022" cy="0"/>
            </a:xfrm>
            <a:prstGeom prst="line">
              <a:avLst/>
            </a:prstGeom>
            <a:noFill/>
            <a:ln w="19050" algn="ctr">
              <a:solidFill>
                <a:srgbClr val="C00000"/>
              </a:solidFill>
              <a:round/>
              <a:tailEnd type="triangle" w="med" len="med"/>
            </a:ln>
            <a:extLst>
              <a:ext uri="{909E8E84-426E-40DD-AFC4-6F175D3DCCD1}">
                <a14:hiddenFill xmlns:a14="http://schemas.microsoft.com/office/drawing/2010/main">
                  <a:noFill/>
                </a14:hiddenFill>
              </a:ext>
            </a:extLst>
          </p:spPr>
        </p:cxnSp>
        <p:sp>
          <p:nvSpPr>
            <p:cNvPr id="33" name="Text Box 17">
              <a:extLst>
                <a:ext uri="{FF2B5EF4-FFF2-40B4-BE49-F238E27FC236}">
                  <a16:creationId xmlns:a16="http://schemas.microsoft.com/office/drawing/2014/main" id="{3A45880D-1163-022A-BC63-12DAEE9269AF}"/>
                </a:ext>
              </a:extLst>
            </p:cNvPr>
            <p:cNvSpPr/>
            <p:nvPr>
              <p:custDataLst>
                <p:tags r:id="rId23"/>
              </p:custDataLst>
            </p:nvPr>
          </p:nvSpPr>
          <p:spPr>
            <a:xfrm>
              <a:off x="6656844" y="2155972"/>
              <a:ext cx="800219" cy="338554"/>
            </a:xfrm>
            <a:prstGeom prst="rect">
              <a:avLst/>
            </a:prstGeom>
            <a:noFill/>
            <a:ln>
              <a:noFill/>
              <a:miter lim="800000"/>
            </a:ln>
          </p:spPr>
          <p:txBody>
            <a:bodyPr wrap="none">
              <a:spAutoFit/>
            </a:bodyPr>
            <a:lstStyle/>
            <a:p>
              <a:pPr fontAlgn="base">
                <a:spcBef>
                  <a:spcPct val="0"/>
                </a:spcBef>
                <a:spcAft>
                  <a:spcPct val="0"/>
                </a:spcAft>
              </a:pPr>
              <a:r>
                <a:rPr lang="zh-CN" altLang="en-US"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刻度盘</a:t>
              </a:r>
              <a:endParaRPr lang="en-US" altLang="zh-CN"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endParaRPr>
            </a:p>
          </p:txBody>
        </p:sp>
      </p:grpSp>
      <p:grpSp>
        <p:nvGrpSpPr>
          <p:cNvPr id="34" name="组合 33">
            <a:extLst>
              <a:ext uri="{FF2B5EF4-FFF2-40B4-BE49-F238E27FC236}">
                <a16:creationId xmlns:a16="http://schemas.microsoft.com/office/drawing/2014/main" id="{C3A2F23C-D6EC-D3C7-0AF3-64EA5D937603}"/>
              </a:ext>
            </a:extLst>
          </p:cNvPr>
          <p:cNvGrpSpPr/>
          <p:nvPr>
            <p:custDataLst>
              <p:tags r:id="rId14"/>
            </p:custDataLst>
          </p:nvPr>
        </p:nvGrpSpPr>
        <p:grpSpPr>
          <a:xfrm>
            <a:off x="6406015" y="1341976"/>
            <a:ext cx="1267776" cy="535783"/>
            <a:chOff x="7003223" y="1076097"/>
            <a:chExt cx="1116239" cy="338554"/>
          </a:xfrm>
        </p:grpSpPr>
        <p:cxnSp>
          <p:nvCxnSpPr>
            <p:cNvPr id="35" name="Line 29">
              <a:extLst>
                <a:ext uri="{FF2B5EF4-FFF2-40B4-BE49-F238E27FC236}">
                  <a16:creationId xmlns:a16="http://schemas.microsoft.com/office/drawing/2014/main" id="{E4CAC877-C48F-3BBB-313C-9A29BBD464FB}"/>
                </a:ext>
              </a:extLst>
            </p:cNvPr>
            <p:cNvCxnSpPr>
              <a:cxnSpLocks noChangeShapeType="1"/>
            </p:cNvCxnSpPr>
            <p:nvPr>
              <p:custDataLst>
                <p:tags r:id="rId20"/>
              </p:custDataLst>
            </p:nvPr>
          </p:nvCxnSpPr>
          <p:spPr bwMode="auto">
            <a:xfrm>
              <a:off x="7468036" y="1245374"/>
              <a:ext cx="651426" cy="75950"/>
            </a:xfrm>
            <a:prstGeom prst="line">
              <a:avLst/>
            </a:prstGeom>
            <a:noFill/>
            <a:ln w="19050" algn="ctr">
              <a:solidFill>
                <a:srgbClr val="C00000"/>
              </a:solidFill>
              <a:round/>
              <a:tailEnd type="triangle" w="med" len="med"/>
            </a:ln>
            <a:extLst>
              <a:ext uri="{909E8E84-426E-40DD-AFC4-6F175D3DCCD1}">
                <a14:hiddenFill xmlns:a14="http://schemas.microsoft.com/office/drawing/2010/main">
                  <a:noFill/>
                </a14:hiddenFill>
              </a:ext>
            </a:extLst>
          </p:spPr>
        </p:cxnSp>
        <p:sp>
          <p:nvSpPr>
            <p:cNvPr id="36" name="Text Box 30">
              <a:extLst>
                <a:ext uri="{FF2B5EF4-FFF2-40B4-BE49-F238E27FC236}">
                  <a16:creationId xmlns:a16="http://schemas.microsoft.com/office/drawing/2014/main" id="{54E7CECF-8618-477F-4548-1A7BB7E44575}"/>
                </a:ext>
              </a:extLst>
            </p:cNvPr>
            <p:cNvSpPr/>
            <p:nvPr>
              <p:custDataLst>
                <p:tags r:id="rId21"/>
              </p:custDataLst>
            </p:nvPr>
          </p:nvSpPr>
          <p:spPr>
            <a:xfrm>
              <a:off x="7003223" y="1076097"/>
              <a:ext cx="595035" cy="338554"/>
            </a:xfrm>
            <a:prstGeom prst="rect">
              <a:avLst/>
            </a:prstGeom>
            <a:noFill/>
            <a:ln>
              <a:noFill/>
              <a:miter lim="800000"/>
            </a:ln>
          </p:spPr>
          <p:txBody>
            <a:bodyPr wrap="none">
              <a:spAutoFit/>
            </a:bodyPr>
            <a:lstStyle>
              <a:lvl1pPr marL="342900" indent="-342900" algn="l" defTabSz="914400" rtl="0" eaLnBrk="0" fontAlgn="base" hangingPunct="0">
                <a:lnSpc>
                  <a:spcPct val="100000"/>
                </a:lnSpc>
                <a:spcBef>
                  <a:spcPct val="20000"/>
                </a:spcBef>
                <a:spcAft>
                  <a:spcPct val="0"/>
                </a:spcAft>
                <a:buClrTx/>
                <a:buSzTx/>
                <a:buFontTx/>
                <a:buChar char="•"/>
                <a:defRPr kumimoji="0" lang="zh-CN" altLang="en-US" sz="3200" b="0" i="0" u="none" baseline="0">
                  <a:solidFill>
                    <a:schemeClr val="tx1"/>
                  </a:solidFill>
                  <a:latin typeface="+mn-lt"/>
                  <a:ea typeface="+mn-ea"/>
                  <a:cs typeface="+mn-cs"/>
                </a:defRPr>
              </a:lvl1pPr>
              <a:lvl2pPr marL="742950" indent="-285750" algn="l" defTabSz="914400" rtl="0" eaLnBrk="0" fontAlgn="base" hangingPunct="0">
                <a:lnSpc>
                  <a:spcPct val="100000"/>
                </a:lnSpc>
                <a:spcBef>
                  <a:spcPct val="20000"/>
                </a:spcBef>
                <a:spcAft>
                  <a:spcPct val="0"/>
                </a:spcAft>
                <a:buClrTx/>
                <a:buSzTx/>
                <a:buFontTx/>
                <a:buChar char="–"/>
                <a:defRPr kumimoji="0" lang="zh-CN" altLang="en-US" sz="2800" b="0" i="0" u="none" baseline="0">
                  <a:solidFill>
                    <a:schemeClr val="tx1"/>
                  </a:solidFill>
                  <a:latin typeface="+mn-lt"/>
                  <a:ea typeface="+mn-ea"/>
                </a:defRPr>
              </a:lvl2pPr>
              <a:lvl3pPr marL="1143000" indent="-228600" algn="l" defTabSz="914400" rtl="0" eaLnBrk="0" fontAlgn="base" hangingPunct="0">
                <a:lnSpc>
                  <a:spcPct val="100000"/>
                </a:lnSpc>
                <a:spcBef>
                  <a:spcPct val="20000"/>
                </a:spcBef>
                <a:spcAft>
                  <a:spcPct val="0"/>
                </a:spcAft>
                <a:buClrTx/>
                <a:buSzTx/>
                <a:buFontTx/>
                <a:buChar char="•"/>
                <a:defRPr kumimoji="0" lang="zh-CN" altLang="en-US" sz="2400" b="0" i="0" u="none" baseline="0">
                  <a:solidFill>
                    <a:schemeClr val="tx1"/>
                  </a:solidFill>
                  <a:latin typeface="+mn-lt"/>
                  <a:ea typeface="+mn-ea"/>
                </a:defRPr>
              </a:lvl3pPr>
              <a:lvl4pPr marL="1600200" indent="-228600" algn="l" defTabSz="914400" rtl="0" eaLnBrk="0" fontAlgn="base" hangingPunct="0">
                <a:lnSpc>
                  <a:spcPct val="100000"/>
                </a:lnSpc>
                <a:spcBef>
                  <a:spcPct val="20000"/>
                </a:spcBef>
                <a:spcAft>
                  <a:spcPct val="0"/>
                </a:spcAft>
                <a:buClrTx/>
                <a:buSzTx/>
                <a:buFontTx/>
                <a:buChar char="–"/>
                <a:defRPr kumimoji="0" lang="zh-CN" altLang="en-US" sz="2000" b="0" i="0" u="none" baseline="0">
                  <a:solidFill>
                    <a:schemeClr val="tx1"/>
                  </a:solidFill>
                  <a:latin typeface="+mn-lt"/>
                  <a:ea typeface="+mn-ea"/>
                </a:defRPr>
              </a:lvl4pPr>
              <a:lvl5pPr marL="2057400" indent="-228600" algn="l" defTabSz="914400" rtl="0" eaLnBrk="0" fontAlgn="base" hangingPunct="0">
                <a:lnSpc>
                  <a:spcPct val="100000"/>
                </a:lnSpc>
                <a:spcBef>
                  <a:spcPct val="20000"/>
                </a:spcBef>
                <a:spcAft>
                  <a:spcPct val="0"/>
                </a:spcAft>
                <a:buClrTx/>
                <a:buSzTx/>
                <a:buFontTx/>
                <a:buChar char="»"/>
                <a:defRPr kumimoji="0" lang="zh-CN" altLang="en-US" sz="2000" b="0" i="0" u="none" baseline="0">
                  <a:solidFill>
                    <a:schemeClr val="tx1"/>
                  </a:solidFill>
                  <a:latin typeface="+mn-lt"/>
                  <a:ea typeface="+mn-ea"/>
                </a:defRPr>
              </a:lvl5pPr>
              <a:lvl6pPr marL="2514600" indent="-228600" algn="l" rtl="0" eaLnBrk="1" fontAlgn="base" hangingPunct="1">
                <a:spcBef>
                  <a:spcPct val="20000"/>
                </a:spcBef>
                <a:spcAft>
                  <a:spcPct val="0"/>
                </a:spcAft>
                <a:buChar char="»"/>
                <a:defRPr lang="zh-CN" altLang="en-US" sz="2000">
                  <a:solidFill>
                    <a:schemeClr val="tx1"/>
                  </a:solidFill>
                  <a:latin typeface="+mn-lt"/>
                  <a:ea typeface="+mn-ea"/>
                </a:defRPr>
              </a:lvl6pPr>
              <a:lvl7pPr marL="2971800" indent="-228600" algn="l" rtl="0" eaLnBrk="1" fontAlgn="base" hangingPunct="1">
                <a:spcBef>
                  <a:spcPct val="20000"/>
                </a:spcBef>
                <a:spcAft>
                  <a:spcPct val="0"/>
                </a:spcAft>
                <a:buChar char="»"/>
                <a:defRPr lang="zh-CN" altLang="en-US" sz="2000">
                  <a:solidFill>
                    <a:schemeClr val="tx1"/>
                  </a:solidFill>
                  <a:latin typeface="+mn-lt"/>
                  <a:ea typeface="+mn-ea"/>
                </a:defRPr>
              </a:lvl7pPr>
              <a:lvl8pPr marL="3429000" indent="-228600" algn="l" rtl="0" eaLnBrk="1" fontAlgn="base" hangingPunct="1">
                <a:spcBef>
                  <a:spcPct val="20000"/>
                </a:spcBef>
                <a:spcAft>
                  <a:spcPct val="0"/>
                </a:spcAft>
                <a:buChar char="»"/>
                <a:defRPr lang="zh-CN" altLang="en-US" sz="2000">
                  <a:solidFill>
                    <a:schemeClr val="tx1"/>
                  </a:solidFill>
                  <a:latin typeface="+mn-lt"/>
                  <a:ea typeface="+mn-ea"/>
                </a:defRPr>
              </a:lvl8pPr>
              <a:lvl9pPr marL="3886200" indent="-228600" algn="l" rtl="0" eaLnBrk="1" fontAlgn="base" hangingPunct="1">
                <a:spcBef>
                  <a:spcPct val="20000"/>
                </a:spcBef>
                <a:spcAft>
                  <a:spcPct val="0"/>
                </a:spcAft>
                <a:buChar char="»"/>
                <a:defRPr lang="zh-CN" altLang="en-US" sz="2000">
                  <a:solidFill>
                    <a:schemeClr val="tx1"/>
                  </a:solidFill>
                  <a:latin typeface="+mn-lt"/>
                  <a:ea typeface="+mn-ea"/>
                </a:defRPr>
              </a:lvl9pPr>
            </a:lstStyle>
            <a:p>
              <a:pPr marL="0" indent="0" eaLnBrk="1" hangingPunct="1">
                <a:spcBef>
                  <a:spcPct val="0"/>
                </a:spcBef>
                <a:buNone/>
              </a:pPr>
              <a:r>
                <a:rPr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弹簧</a:t>
              </a:r>
              <a:endParaRPr sz="1600">
                <a:solidFill>
                  <a:srgbClr val="002060"/>
                </a:solidFill>
                <a:latin typeface="微软雅黑" panose="020B0503020204020204" pitchFamily="34" charset="-122"/>
                <a:ea typeface="微软雅黑" panose="020B0503020204020204" pitchFamily="34" charset="-122"/>
              </a:endParaRPr>
            </a:p>
          </p:txBody>
        </p:sp>
      </p:grpSp>
      <p:grpSp>
        <p:nvGrpSpPr>
          <p:cNvPr id="37" name="组合 36">
            <a:extLst>
              <a:ext uri="{FF2B5EF4-FFF2-40B4-BE49-F238E27FC236}">
                <a16:creationId xmlns:a16="http://schemas.microsoft.com/office/drawing/2014/main" id="{194D8DB7-32B4-7986-ADAA-4DC18B294153}"/>
              </a:ext>
            </a:extLst>
          </p:cNvPr>
          <p:cNvGrpSpPr/>
          <p:nvPr>
            <p:custDataLst>
              <p:tags r:id="rId15"/>
            </p:custDataLst>
          </p:nvPr>
        </p:nvGrpSpPr>
        <p:grpSpPr>
          <a:xfrm>
            <a:off x="6422124" y="1957434"/>
            <a:ext cx="1114896" cy="338554"/>
            <a:chOff x="6838528" y="1806652"/>
            <a:chExt cx="1114896" cy="338554"/>
          </a:xfrm>
        </p:grpSpPr>
        <p:sp>
          <p:nvSpPr>
            <p:cNvPr id="38" name="Text Box 15">
              <a:extLst>
                <a:ext uri="{FF2B5EF4-FFF2-40B4-BE49-F238E27FC236}">
                  <a16:creationId xmlns:a16="http://schemas.microsoft.com/office/drawing/2014/main" id="{E90F5C52-D417-D92A-6FC7-DFBA4ECDACD9}"/>
                </a:ext>
              </a:extLst>
            </p:cNvPr>
            <p:cNvSpPr/>
            <p:nvPr>
              <p:custDataLst>
                <p:tags r:id="rId18"/>
              </p:custDataLst>
            </p:nvPr>
          </p:nvSpPr>
          <p:spPr>
            <a:xfrm>
              <a:off x="6838528" y="1806652"/>
              <a:ext cx="595035" cy="338554"/>
            </a:xfrm>
            <a:prstGeom prst="rect">
              <a:avLst/>
            </a:prstGeom>
            <a:noFill/>
            <a:ln>
              <a:noFill/>
              <a:miter lim="800000"/>
            </a:ln>
          </p:spPr>
          <p:txBody>
            <a:bodyPr wrap="none">
              <a:spAutoFit/>
            </a:bodyPr>
            <a:lstStyle/>
            <a:p>
              <a:pPr fontAlgn="base">
                <a:spcBef>
                  <a:spcPct val="0"/>
                </a:spcBef>
                <a:spcAft>
                  <a:spcPct val="0"/>
                </a:spcAft>
              </a:pPr>
              <a:r>
                <a:rPr lang="zh-CN" altLang="en-US"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sym typeface="Wingdings"/>
                </a:rPr>
                <a:t>指针</a:t>
              </a:r>
              <a:endParaRPr lang="zh-CN" altLang="en-US" sz="1600">
                <a:ln w="9525" cap="flat" cmpd="sng" algn="ctr">
                  <a:noFill/>
                  <a:prstDash val="solid"/>
                  <a:round/>
                  <a:headEnd type="none" w="med" len="med"/>
                  <a:tailEnd type="none" w="med" len="med"/>
                </a:ln>
                <a:solidFill>
                  <a:srgbClr val="002060"/>
                </a:solidFill>
                <a:latin typeface="微软雅黑" panose="020B0503020204020204" pitchFamily="34" charset="-122"/>
                <a:ea typeface="微软雅黑" panose="020B0503020204020204" pitchFamily="34" charset="-122"/>
              </a:endParaRPr>
            </a:p>
          </p:txBody>
        </p:sp>
        <p:cxnSp>
          <p:nvCxnSpPr>
            <p:cNvPr id="39" name="Line 36">
              <a:extLst>
                <a:ext uri="{FF2B5EF4-FFF2-40B4-BE49-F238E27FC236}">
                  <a16:creationId xmlns:a16="http://schemas.microsoft.com/office/drawing/2014/main" id="{50E22851-4604-83CB-9D83-FA3C60AC9FFF}"/>
                </a:ext>
              </a:extLst>
            </p:cNvPr>
            <p:cNvCxnSpPr>
              <a:cxnSpLocks noChangeShapeType="1"/>
            </p:cNvCxnSpPr>
            <p:nvPr>
              <p:custDataLst>
                <p:tags r:id="rId19"/>
              </p:custDataLst>
            </p:nvPr>
          </p:nvCxnSpPr>
          <p:spPr bwMode="auto">
            <a:xfrm>
              <a:off x="7360770" y="1947740"/>
              <a:ext cx="592654" cy="14909"/>
            </a:xfrm>
            <a:prstGeom prst="line">
              <a:avLst/>
            </a:prstGeom>
            <a:noFill/>
            <a:ln w="19050" algn="ctr">
              <a:solidFill>
                <a:srgbClr val="C00000"/>
              </a:solidFill>
              <a:round/>
              <a:tailEnd type="triangle" w="med" len="med"/>
            </a:ln>
            <a:extLst>
              <a:ext uri="{909E8E84-426E-40DD-AFC4-6F175D3DCCD1}">
                <a14:hiddenFill xmlns:a14="http://schemas.microsoft.com/office/drawing/2010/main">
                  <a:noFill/>
                </a14:hiddenFill>
              </a:ext>
            </a:extLst>
          </p:spPr>
        </p:cxnSp>
      </p:grpSp>
      <p:pic>
        <p:nvPicPr>
          <p:cNvPr id="40" name="Picture 4" descr="G:\resource\8x72\jpg\00604003.jpg">
            <a:extLst>
              <a:ext uri="{FF2B5EF4-FFF2-40B4-BE49-F238E27FC236}">
                <a16:creationId xmlns:a16="http://schemas.microsoft.com/office/drawing/2014/main" id="{06A91D5A-95D7-C130-BD33-C977CAD3AA1D}"/>
              </a:ext>
            </a:extLst>
          </p:cNvPr>
          <p:cNvPicPr>
            <a:picLocks noChangeAspect="1" noChangeArrowheads="1"/>
          </p:cNvPicPr>
          <p:nvPr>
            <p:custDataLst>
              <p:tags r:id="rId16"/>
            </p:custDataLst>
          </p:nvPr>
        </p:nvPicPr>
        <p:blipFill>
          <a:blip r:embed="rId28">
            <a:extLst>
              <a:ext uri="{BEBA8EAE-BF5A-486C-A8C5-ECC9F3942E4B}">
                <a14:imgProps xmlns:a14="http://schemas.microsoft.com/office/drawing/2010/main">
                  <a14:imgLayer r:embed="rId29">
                    <a14:imgEffect>
                      <a14:sharpenSoften amount="25000"/>
                    </a14:imgEffect>
                  </a14:imgLayer>
                </a14:imgProps>
              </a:ext>
              <a:ext uri="{28A0092B-C50C-407E-A947-70E740481C1C}">
                <a14:useLocalDpi xmlns:a14="http://schemas.microsoft.com/office/drawing/2010/main" val="0"/>
              </a:ext>
            </a:extLst>
          </a:blip>
          <a:srcRect l="21377" r="19992"/>
          <a:stretch>
            <a:fillRect/>
          </a:stretch>
        </p:blipFill>
        <p:spPr bwMode="auto">
          <a:xfrm rot="16200000">
            <a:off x="2696570" y="2240313"/>
            <a:ext cx="911098" cy="329555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3" descr="G:\resource\8x72\jpg\00604002.jpg">
            <a:extLst>
              <a:ext uri="{FF2B5EF4-FFF2-40B4-BE49-F238E27FC236}">
                <a16:creationId xmlns:a16="http://schemas.microsoft.com/office/drawing/2014/main" id="{4BDA3E12-0474-3C4B-C341-20715361FBE4}"/>
              </a:ext>
            </a:extLst>
          </p:cNvPr>
          <p:cNvPicPr>
            <a:picLocks noChangeAspect="1" noChangeArrowheads="1"/>
          </p:cNvPicPr>
          <p:nvPr>
            <p:custDataLst>
              <p:tags r:id="rId17"/>
            </p:custDataLst>
          </p:nvPr>
        </p:nvPicPr>
        <p:blipFill>
          <a:blip r:embed="rId30">
            <a:extLst>
              <a:ext uri="{BEBA8EAE-BF5A-486C-A8C5-ECC9F3942E4B}">
                <a14:imgProps xmlns:a14="http://schemas.microsoft.com/office/drawing/2010/main">
                  <a14:imgLayer r:embed="rId31">
                    <a14:imgEffect>
                      <a14:sharpenSoften amount="25000"/>
                    </a14:imgEffect>
                  </a14:imgLayer>
                </a14:imgProps>
              </a:ext>
              <a:ext uri="{28A0092B-C50C-407E-A947-70E740481C1C}">
                <a14:useLocalDpi xmlns:a14="http://schemas.microsoft.com/office/drawing/2010/main" val="0"/>
              </a:ext>
            </a:extLst>
          </a:blip>
          <a:srcRect l="27441" r="24041" b="14357"/>
          <a:stretch>
            <a:fillRect/>
          </a:stretch>
        </p:blipFill>
        <p:spPr bwMode="auto">
          <a:xfrm rot="16200000">
            <a:off x="2835275" y="2982988"/>
            <a:ext cx="674736" cy="312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376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dissolve">
                                      <p:cBhvr>
                                        <p:cTn id="12" dur="500"/>
                                        <p:tgtEl>
                                          <p:spTgt spid="15"/>
                                        </p:tgtEl>
                                      </p:cBhvr>
                                    </p:animEffec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afterGroup">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down)">
                                      <p:cBhvr>
                                        <p:cTn id="19" dur="500"/>
                                        <p:tgtEl>
                                          <p:spTgt spid="17"/>
                                        </p:tgtEl>
                                      </p:cBhvr>
                                    </p:animEffect>
                                  </p:childTnLst>
                                </p:cTn>
                              </p:par>
                              <p:par>
                                <p:cTn id="20" presetID="1" presetClass="entr" presetSubtype="0" fill="hold" nodeType="with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wipe(down)">
                                      <p:cBhvr>
                                        <p:cTn id="26" dur="500"/>
                                        <p:tgtEl>
                                          <p:spTgt spid="18"/>
                                        </p:tgtEl>
                                      </p:cBhvr>
                                    </p:animEffect>
                                  </p:childTnLst>
                                </p:cTn>
                              </p:par>
                              <p:par>
                                <p:cTn id="27" presetID="22" presetClass="entr" presetSubtype="8"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500"/>
                                        <p:tgtEl>
                                          <p:spTgt spid="28"/>
                                        </p:tgtEl>
                                      </p:cBhvr>
                                    </p:animEffect>
                                  </p:childTnLst>
                                </p:cTn>
                              </p:par>
                            </p:childTnLst>
                          </p:cTn>
                        </p:par>
                      </p:childTnLst>
                    </p:cTn>
                  </p:par>
                  <p:par>
                    <p:cTn id="30" fill="hold" nodeType="clickPar">
                      <p:stCondLst>
                        <p:cond delay="indefinite"/>
                      </p:stCondLst>
                      <p:childTnLst>
                        <p:par>
                          <p:cTn id="31" fill="hold" nodeType="afterGroup">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down)">
                                      <p:cBhvr>
                                        <p:cTn id="34" dur="500"/>
                                        <p:tgtEl>
                                          <p:spTgt spid="20"/>
                                        </p:tgtEl>
                                      </p:cBhvr>
                                    </p:animEffec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afterGroup">
                            <p:stCondLst>
                              <p:cond delay="0"/>
                            </p:stCondLst>
                            <p:childTnLst>
                              <p:par>
                                <p:cTn id="39" presetID="1"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after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par>
                    <p:cTn id="46" fill="hold" nodeType="clickPar">
                      <p:stCondLst>
                        <p:cond delay="indefinite"/>
                      </p:stCondLst>
                      <p:childTnLst>
                        <p:par>
                          <p:cTn id="47" fill="hold" nodeType="afterGroup">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wipe(down)">
                                      <p:cBhvr>
                                        <p:cTn id="50" dur="500"/>
                                        <p:tgtEl>
                                          <p:spTgt spid="21"/>
                                        </p:tgtEl>
                                      </p:cBhvr>
                                    </p:animEffect>
                                  </p:childTnLst>
                                </p:cTn>
                              </p:par>
                            </p:childTnLst>
                          </p:cTn>
                        </p:par>
                      </p:childTnLst>
                    </p:cTn>
                  </p:par>
                  <p:par>
                    <p:cTn id="51" fill="hold" nodeType="clickPar">
                      <p:stCondLst>
                        <p:cond delay="indefinite"/>
                      </p:stCondLst>
                      <p:childTnLst>
                        <p:par>
                          <p:cTn id="52" fill="hold" nodeType="afterGroup">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500"/>
                                        <p:tgtEl>
                                          <p:spTgt spid="22"/>
                                        </p:tgtEl>
                                      </p:cBhvr>
                                    </p:animEffect>
                                  </p:childTnLst>
                                </p:cTn>
                              </p:par>
                            </p:childTnLst>
                          </p:cTn>
                        </p:par>
                      </p:childTnLst>
                    </p:cTn>
                  </p:par>
                  <p:par>
                    <p:cTn id="56" fill="hold" nodeType="clickPar">
                      <p:stCondLst>
                        <p:cond delay="indefinite"/>
                      </p:stCondLst>
                      <p:childTnLst>
                        <p:par>
                          <p:cTn id="57" fill="hold" nodeType="afterGroup">
                            <p:stCondLst>
                              <p:cond delay="0"/>
                            </p:stCondLst>
                            <p:childTnLst>
                              <p:par>
                                <p:cTn id="58" presetID="16" presetClass="entr" presetSubtype="21" fill="hold" nodeType="click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barn(inVertical)">
                                      <p:cBhvr>
                                        <p:cTn id="60" dur="500"/>
                                        <p:tgtEl>
                                          <p:spTgt spid="40"/>
                                        </p:tgtEl>
                                      </p:cBhvr>
                                    </p:animEffect>
                                  </p:childTnLst>
                                </p:cTn>
                              </p:par>
                            </p:childTnLst>
                          </p:cTn>
                        </p:par>
                        <p:par>
                          <p:cTn id="61" fill="hold" nodeType="afterGroup">
                            <p:stCondLst>
                              <p:cond delay="500"/>
                            </p:stCondLst>
                            <p:childTnLst>
                              <p:par>
                                <p:cTn id="62" presetID="1" presetClass="entr" presetSubtype="0" fill="hold" nodeType="after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7" grpId="0"/>
      <p:bldP spid="18" grpId="0"/>
      <p:bldP spid="20" grpId="0"/>
      <p:bldP spid="21" grpId="0"/>
      <p:bldP spid="22"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0CAD29B7-086A-566B-9685-F74A2B5FFFAA}"/>
              </a:ext>
            </a:extLst>
          </p:cNvPr>
          <p:cNvSpPr txBox="1"/>
          <p:nvPr>
            <p:custDataLst>
              <p:tags r:id="rId1"/>
            </p:custDataLst>
          </p:nvPr>
        </p:nvSpPr>
        <p:spPr>
          <a:xfrm>
            <a:off x="168446" y="47173"/>
            <a:ext cx="3374007" cy="400110"/>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rPr>
              <a:t>知识点三、</a:t>
            </a:r>
            <a:r>
              <a:rPr lang="zh-CN" altLang="en-US" sz="2000">
                <a:solidFill>
                  <a:schemeClr val="bg1"/>
                </a:solidFill>
                <a:latin typeface="微软雅黑" panose="020B0503020204020204" pitchFamily="34" charset="-122"/>
                <a:ea typeface="微软雅黑" panose="020B0503020204020204" pitchFamily="34" charset="-122"/>
              </a:rPr>
              <a:t>力的测量</a:t>
            </a:r>
            <a:endParaRPr kumimoji="0" lang="zh-CN" altLang="en-US" sz="2000" b="0"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CE6F5A06-3276-4EC9-3A3C-DFC55B00C4AD}"/>
              </a:ext>
            </a:extLst>
          </p:cNvPr>
          <p:cNvSpPr txBox="1"/>
          <p:nvPr>
            <p:custDataLst>
              <p:tags r:id="rId2"/>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E818C00C-36B8-7B65-878E-CE2186A33A21}"/>
              </a:ext>
            </a:extLst>
          </p:cNvPr>
          <p:cNvSpPr txBox="1"/>
          <p:nvPr>
            <p:custDataLst>
              <p:tags r:id="rId3"/>
            </p:custDataLst>
          </p:nvPr>
        </p:nvSpPr>
        <p:spPr>
          <a:xfrm>
            <a:off x="812368" y="651003"/>
            <a:ext cx="3617392" cy="446276"/>
          </a:xfrm>
          <a:prstGeom prst="rect">
            <a:avLst/>
          </a:prstGeom>
          <a:noFill/>
        </p:spPr>
        <p:txBody>
          <a:bodyPr wrap="square">
            <a:spAutoFit/>
          </a:bodyPr>
          <a:lstStyle/>
          <a:p>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弹簧测力计的使用 </a:t>
            </a:r>
            <a:endParaRPr lang="zh-CN" altLang="en-US" sz="2300"/>
          </a:p>
        </p:txBody>
      </p:sp>
      <p:sp>
        <p:nvSpPr>
          <p:cNvPr id="3" name="Text Box 6">
            <a:extLst>
              <a:ext uri="{FF2B5EF4-FFF2-40B4-BE49-F238E27FC236}">
                <a16:creationId xmlns:a16="http://schemas.microsoft.com/office/drawing/2014/main" id="{F9922364-B130-B926-B36E-59664AD79431}"/>
              </a:ext>
            </a:extLst>
          </p:cNvPr>
          <p:cNvSpPr txBox="1"/>
          <p:nvPr>
            <p:custDataLst>
              <p:tags r:id="rId4"/>
            </p:custDataLst>
          </p:nvPr>
        </p:nvSpPr>
        <p:spPr>
          <a:xfrm>
            <a:off x="806614" y="1317591"/>
            <a:ext cx="7522046" cy="3188950"/>
          </a:xfrm>
          <a:prstGeom prst="rect">
            <a:avLst/>
          </a:prstGeom>
          <a:solidFill>
            <a:schemeClr val="bg1">
              <a:lumMod val="95000"/>
              <a:alpha val="50000"/>
            </a:schemeClr>
          </a:solidFill>
          <a:ln w="9525">
            <a:solidFill>
              <a:schemeClr val="tx1"/>
            </a:solidFill>
          </a:ln>
        </p:spPr>
        <p:txBody>
          <a:bodyPr wrap="square">
            <a:spAutoFit/>
          </a:bodyPr>
          <a:lstStyle/>
          <a:p>
            <a:pPr indent="457200">
              <a:lnSpc>
                <a:spcPts val="35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使用弹簧测力计，应注意以下几点</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ts val="3500"/>
              </a:lnSpc>
            </a:pPr>
            <a:r>
              <a:rPr lang="en-US" altLang="zh-CN"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①</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先了解弹簧测力计的量程和分度值，所测力的大小应在它的量程内</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ts val="3500"/>
              </a:lnSpc>
            </a:pPr>
            <a:r>
              <a:rPr lang="en-US" altLang="zh-CN"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②</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测量前，应检查指针是否指在“</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”刻度线上。若不在，应校正“</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”点</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ts val="35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要使弹簧测力计中弹簧的轴线方向与受力方向一致</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457200">
              <a:lnSpc>
                <a:spcPts val="35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④</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读数时，视线应与刻度盘垂直</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Tree>
    <p:extLst>
      <p:ext uri="{BB962C8B-B14F-4D97-AF65-F5344CB8AC3E}">
        <p14:creationId xmlns:p14="http://schemas.microsoft.com/office/powerpoint/2010/main" val="1038587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barn(inVertical)">
                                      <p:cBhvr>
                                        <p:cTn id="7" dur="500"/>
                                        <p:tgtEl>
                                          <p:spTgt spid="2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wipe(left)">
                                      <p:cBhvr>
                                        <p:cTn id="15" dur="1250"/>
                                        <p:tgtEl>
                                          <p:spTgt spid="3">
                                            <p:txEl>
                                              <p:pRg st="0" end="0"/>
                                            </p:txEl>
                                          </p:spTgt>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wipe(left)">
                                      <p:cBhvr>
                                        <p:cTn id="20" dur="1250"/>
                                        <p:tgtEl>
                                          <p:spTgt spid="3">
                                            <p:txEl>
                                              <p:pRg st="1" end="1"/>
                                            </p:txEl>
                                          </p:spTgt>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left)">
                                      <p:cBhvr>
                                        <p:cTn id="25" dur="1250"/>
                                        <p:tgtEl>
                                          <p:spTgt spid="3">
                                            <p:txEl>
                                              <p:pRg st="2" end="2"/>
                                            </p:txEl>
                                          </p:spTgt>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wipe(left)">
                                      <p:cBhvr>
                                        <p:cTn id="30" dur="1250"/>
                                        <p:tgtEl>
                                          <p:spTgt spid="3">
                                            <p:txEl>
                                              <p:pRg st="3" end="3"/>
                                            </p:txEl>
                                          </p:spTgt>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wipe(left)">
                                      <p:cBhvr>
                                        <p:cTn id="35" dur="125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E5DCFA05-C807-BC99-6B29-0A7D4F5F487C}"/>
              </a:ext>
            </a:extLst>
          </p:cNvPr>
          <p:cNvGrpSpPr/>
          <p:nvPr>
            <p:custDataLst>
              <p:tags r:id="rId1"/>
            </p:custDataLst>
          </p:nvPr>
        </p:nvGrpSpPr>
        <p:grpSpPr>
          <a:xfrm>
            <a:off x="290078" y="3014271"/>
            <a:ext cx="8794140" cy="2021944"/>
            <a:chOff x="276531" y="2896893"/>
            <a:chExt cx="8794140" cy="2021944"/>
          </a:xfrm>
        </p:grpSpPr>
        <p:sp>
          <p:nvSpPr>
            <p:cNvPr id="11" name="矩形 37">
              <a:extLst>
                <a:ext uri="{FF2B5EF4-FFF2-40B4-BE49-F238E27FC236}">
                  <a16:creationId xmlns:a16="http://schemas.microsoft.com/office/drawing/2014/main" id="{75C6F158-CC6E-B3BE-57CE-8FB6D12CFBD2}"/>
                </a:ext>
              </a:extLst>
            </p:cNvPr>
            <p:cNvSpPr>
              <a:spLocks noChangeArrowheads="1"/>
            </p:cNvSpPr>
            <p:nvPr>
              <p:custDataLst>
                <p:tags r:id="rId10"/>
              </p:custDataLst>
            </p:nvPr>
          </p:nvSpPr>
          <p:spPr bwMode="auto">
            <a:xfrm>
              <a:off x="276531" y="2896893"/>
              <a:ext cx="8794140" cy="2021944"/>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9" name="图片 8">
              <a:extLst>
                <a:ext uri="{FF2B5EF4-FFF2-40B4-BE49-F238E27FC236}">
                  <a16:creationId xmlns:a16="http://schemas.microsoft.com/office/drawing/2014/main" id="{07FA796D-23D4-9FB9-B76A-D6C2A5AB1934}"/>
                </a:ext>
              </a:extLst>
            </p:cNvPr>
            <p:cNvPicPr>
              <a:picLocks noChangeAspect="1"/>
            </p:cNvPicPr>
            <p:nvPr>
              <p:custDataLst>
                <p:tags r:id="rId11"/>
              </p:custDataLst>
            </p:nvPr>
          </p:nvPicPr>
          <p:blipFill>
            <a:blip r:embed="rId13"/>
            <a:srcRect l="16093" t="19040" r="16095" b="25092"/>
            <a:stretch>
              <a:fillRect/>
            </a:stretch>
          </p:blipFill>
          <p:spPr>
            <a:xfrm>
              <a:off x="276531" y="2969658"/>
              <a:ext cx="895255" cy="403945"/>
            </a:xfrm>
            <a:prstGeom prst="rect">
              <a:avLst/>
            </a:prstGeom>
          </p:spPr>
        </p:pic>
      </p:grpSp>
      <p:sp>
        <p:nvSpPr>
          <p:cNvPr id="5" name="文本框 4">
            <a:extLst>
              <a:ext uri="{FF2B5EF4-FFF2-40B4-BE49-F238E27FC236}">
                <a16:creationId xmlns:a16="http://schemas.microsoft.com/office/drawing/2014/main" id="{4ED430DA-E01D-71B0-45E2-3D5547DF22D0}"/>
              </a:ext>
            </a:extLst>
          </p:cNvPr>
          <p:cNvSpPr txBox="1"/>
          <p:nvPr>
            <p:custDataLst>
              <p:tags r:id="rId2"/>
            </p:custDataLst>
          </p:nvPr>
        </p:nvSpPr>
        <p:spPr>
          <a:xfrm>
            <a:off x="561391" y="564876"/>
            <a:ext cx="6272902" cy="2230354"/>
          </a:xfrm>
          <a:prstGeom prst="rect">
            <a:avLst/>
          </a:prstGeom>
          <a:noFill/>
        </p:spPr>
        <p:txBody>
          <a:bodyPr wrap="square">
            <a:spAutoFit/>
          </a:bodyPr>
          <a:lstStyle/>
          <a:p>
            <a:pPr lvl="0" indent="456103">
              <a:lnSpc>
                <a:spcPts val="3400"/>
              </a:lnSpc>
              <a:tabLst>
                <a:tab pos="5587258" algn="l"/>
                <a:tab pos="9711187" algn="l"/>
              </a:tabLst>
              <a:defRPr/>
            </a:pPr>
            <a:r>
              <a:rPr kumimoji="0" lang="en-US" altLang="zh-CN" sz="22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2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2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如图所示，小红和小明穿着旱冰鞋静止在地面上，小红在背部用力推小明，则小明将</a:t>
            </a:r>
            <a:r>
              <a:rPr lang="en-US" altLang="zh-CN"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a:t>
            </a:r>
            <a:r>
              <a:rPr lang="zh-CN" altLang="en-US"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，小红将</a:t>
            </a:r>
            <a:r>
              <a:rPr lang="en-US" altLang="zh-CN"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a:t>
            </a:r>
            <a:r>
              <a:rPr lang="zh-CN" altLang="en-US"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（均选填“向左运动”、“静止”或“向右运动”）运动，这是由于力的作用是</a:t>
            </a:r>
            <a:r>
              <a:rPr lang="en-US" altLang="zh-CN"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a:t>
            </a:r>
            <a:r>
              <a:rPr lang="zh-CN" altLang="en-US" sz="2200" kern="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文本框 13">
            <a:extLst>
              <a:ext uri="{FF2B5EF4-FFF2-40B4-BE49-F238E27FC236}">
                <a16:creationId xmlns:a16="http://schemas.microsoft.com/office/drawing/2014/main" id="{6265D909-4DE6-4925-B997-F6E7F8B76452}"/>
              </a:ext>
            </a:extLst>
          </p:cNvPr>
          <p:cNvSpPr txBox="1"/>
          <p:nvPr>
            <p:custDataLst>
              <p:tags r:id="rId3"/>
            </p:custDataLst>
          </p:nvPr>
        </p:nvSpPr>
        <p:spPr>
          <a:xfrm>
            <a:off x="758614" y="3187567"/>
            <a:ext cx="7857068" cy="1695079"/>
          </a:xfrm>
          <a:prstGeom prst="rect">
            <a:avLst/>
          </a:prstGeom>
          <a:noFill/>
        </p:spPr>
        <p:txBody>
          <a:bodyPr wrap="square">
            <a:spAutoFit/>
          </a:bodyPr>
          <a:lstStyle/>
          <a:p>
            <a:pPr lvl="0" indent="457200">
              <a:lnSpc>
                <a:spcPts val="3200"/>
              </a:lnSpc>
              <a:defRPr/>
            </a:pPr>
            <a:r>
              <a:rPr lang="zh-CN" altLang="en-US" sz="2100">
                <a:solidFill>
                  <a:prstClr val="white"/>
                </a:solidFill>
                <a:cs typeface="Times New Roman" panose="02020603050405020304" pitchFamily="18" charset="0"/>
              </a:rPr>
              <a:t>小红从背后推小明，对小明施加力的作用，因为力是改变物体运动状态的原因，所以小明将向前运动，即向左运动；</a:t>
            </a:r>
            <a:endParaRPr lang="en-US" altLang="zh-CN" sz="2100">
              <a:solidFill>
                <a:prstClr val="white"/>
              </a:solidFill>
              <a:cs typeface="Times New Roman" panose="02020603050405020304" pitchFamily="18" charset="0"/>
            </a:endParaRPr>
          </a:p>
          <a:p>
            <a:pPr lvl="0" indent="457200">
              <a:lnSpc>
                <a:spcPts val="3200"/>
              </a:lnSpc>
              <a:defRPr/>
            </a:pPr>
            <a:r>
              <a:rPr lang="zh-CN" altLang="en-US" sz="2100">
                <a:solidFill>
                  <a:srgbClr val="FFFF00"/>
                </a:solidFill>
                <a:cs typeface="Times New Roman" panose="02020603050405020304" pitchFamily="18" charset="0"/>
              </a:rPr>
              <a:t>由于物体间力的作用是相互的，因此小明也同时给小红一个反作用力，因此小华会向后退，即向右运动。</a:t>
            </a:r>
          </a:p>
        </p:txBody>
      </p:sp>
      <p:sp>
        <p:nvSpPr>
          <p:cNvPr id="16" name="文本框 15">
            <a:extLst>
              <a:ext uri="{FF2B5EF4-FFF2-40B4-BE49-F238E27FC236}">
                <a16:creationId xmlns:a16="http://schemas.microsoft.com/office/drawing/2014/main" id="{0ACE7006-2FC4-D63A-2B7C-EBFD86E03658}"/>
              </a:ext>
            </a:extLst>
          </p:cNvPr>
          <p:cNvSpPr txBox="1"/>
          <p:nvPr>
            <p:custDataLst>
              <p:tags r:id="rId4"/>
            </p:custDataLst>
          </p:nvPr>
        </p:nvSpPr>
        <p:spPr>
          <a:xfrm>
            <a:off x="994043" y="1443412"/>
            <a:ext cx="1640787" cy="446276"/>
          </a:xfrm>
          <a:prstGeom prst="rect">
            <a:avLst/>
          </a:prstGeom>
          <a:noFill/>
        </p:spPr>
        <p:txBody>
          <a:bodyPr wrap="square">
            <a:spAutoFit/>
          </a:bodyPr>
          <a:lstStyle/>
          <a:p>
            <a:pPr lvl="0">
              <a:defRPr/>
            </a:pPr>
            <a:r>
              <a:rPr lang="zh-CN" altLang="en-US" sz="2300">
                <a:solidFill>
                  <a:srgbClr val="C00000"/>
                </a:solidFill>
              </a:rPr>
              <a:t>向左运动</a:t>
            </a:r>
            <a:endParaRPr kumimoji="0" lang="zh-CN" altLang="en-US" sz="1349"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2" name="文本框 1">
            <a:extLst>
              <a:ext uri="{FF2B5EF4-FFF2-40B4-BE49-F238E27FC236}">
                <a16:creationId xmlns:a16="http://schemas.microsoft.com/office/drawing/2014/main" id="{95BE1B1F-2BA5-3470-6F62-1BBFEC00F453}"/>
              </a:ext>
            </a:extLst>
          </p:cNvPr>
          <p:cNvSpPr txBox="1"/>
          <p:nvPr>
            <p:custDataLst>
              <p:tags r:id="rId5"/>
            </p:custDataLst>
          </p:nvPr>
        </p:nvSpPr>
        <p:spPr>
          <a:xfrm>
            <a:off x="696765" y="26855"/>
            <a:ext cx="1665435" cy="430887"/>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典例分析</a:t>
            </a:r>
          </a:p>
        </p:txBody>
      </p:sp>
      <p:sp>
        <p:nvSpPr>
          <p:cNvPr id="4" name="文本框 3">
            <a:extLst>
              <a:ext uri="{FF2B5EF4-FFF2-40B4-BE49-F238E27FC236}">
                <a16:creationId xmlns:a16="http://schemas.microsoft.com/office/drawing/2014/main" id="{3AC896D9-41DF-D5AF-C8F9-922600C7D146}"/>
              </a:ext>
            </a:extLst>
          </p:cNvPr>
          <p:cNvSpPr txBox="1"/>
          <p:nvPr>
            <p:custDataLst>
              <p:tags r:id="rId6"/>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8BA40FC8-CFCC-47C8-B90A-47C535F48A80}"/>
              </a:ext>
            </a:extLst>
          </p:cNvPr>
          <p:cNvPicPr>
            <a:picLocks noChangeAspect="1"/>
          </p:cNvPicPr>
          <p:nvPr>
            <p:custDataLst>
              <p:tags r:id="rId7"/>
            </p:custDataLst>
          </p:nvPr>
        </p:nvPicPr>
        <p:blipFill>
          <a:blip r:embed="rId14"/>
          <a:stretch>
            <a:fillRect/>
          </a:stretch>
        </p:blipFill>
        <p:spPr>
          <a:xfrm>
            <a:off x="7129038" y="719463"/>
            <a:ext cx="1360899" cy="2035816"/>
          </a:xfrm>
          <a:prstGeom prst="rect">
            <a:avLst/>
          </a:prstGeom>
        </p:spPr>
      </p:pic>
      <p:sp>
        <p:nvSpPr>
          <p:cNvPr id="6" name="文本框 5">
            <a:extLst>
              <a:ext uri="{FF2B5EF4-FFF2-40B4-BE49-F238E27FC236}">
                <a16:creationId xmlns:a16="http://schemas.microsoft.com/office/drawing/2014/main" id="{65F437AB-58F2-14B6-C9C5-E3BCDB2F3C46}"/>
              </a:ext>
            </a:extLst>
          </p:cNvPr>
          <p:cNvSpPr txBox="1"/>
          <p:nvPr>
            <p:custDataLst>
              <p:tags r:id="rId8"/>
            </p:custDataLst>
          </p:nvPr>
        </p:nvSpPr>
        <p:spPr>
          <a:xfrm>
            <a:off x="3720309" y="1467073"/>
            <a:ext cx="2064120" cy="446276"/>
          </a:xfrm>
          <a:prstGeom prst="rect">
            <a:avLst/>
          </a:prstGeom>
          <a:noFill/>
        </p:spPr>
        <p:txBody>
          <a:bodyPr wrap="square">
            <a:spAutoFit/>
          </a:bodyPr>
          <a:lstStyle/>
          <a:p>
            <a:pPr lvl="0">
              <a:defRPr/>
            </a:pPr>
            <a:r>
              <a:rPr lang="zh-CN" altLang="en-US" sz="2300">
                <a:solidFill>
                  <a:srgbClr val="C00000"/>
                </a:solidFill>
              </a:rPr>
              <a:t>向右运动</a:t>
            </a:r>
            <a:endParaRPr kumimoji="0" lang="zh-CN" altLang="en-US" sz="1349"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7" name="文本框 6">
            <a:extLst>
              <a:ext uri="{FF2B5EF4-FFF2-40B4-BE49-F238E27FC236}">
                <a16:creationId xmlns:a16="http://schemas.microsoft.com/office/drawing/2014/main" id="{564428F7-B88E-92EE-6546-E8CE894EBF10}"/>
              </a:ext>
            </a:extLst>
          </p:cNvPr>
          <p:cNvSpPr txBox="1"/>
          <p:nvPr>
            <p:custDataLst>
              <p:tags r:id="rId9"/>
            </p:custDataLst>
          </p:nvPr>
        </p:nvSpPr>
        <p:spPr>
          <a:xfrm>
            <a:off x="3393042" y="2288083"/>
            <a:ext cx="1822425" cy="446276"/>
          </a:xfrm>
          <a:prstGeom prst="rect">
            <a:avLst/>
          </a:prstGeom>
          <a:noFill/>
        </p:spPr>
        <p:txBody>
          <a:bodyPr wrap="square">
            <a:spAutoFit/>
          </a:bodyPr>
          <a:lstStyle/>
          <a:p>
            <a:pPr lvl="0">
              <a:defRPr/>
            </a:pPr>
            <a:r>
              <a:rPr lang="zh-CN" altLang="en-US" sz="2300">
                <a:solidFill>
                  <a:srgbClr val="C00000"/>
                </a:solidFill>
              </a:rPr>
              <a:t>相互的</a:t>
            </a:r>
            <a:endParaRPr kumimoji="0" lang="zh-CN" altLang="en-US" sz="1349" b="0" i="0" u="none" strike="noStrike" kern="1200" cap="none" spc="0" normalizeH="0" baseline="0" noProof="0">
              <a:ln>
                <a:noFill/>
              </a:ln>
              <a:solidFill>
                <a:srgbClr val="C00000"/>
              </a:solidFill>
              <a:effectLst/>
              <a:uLnTx/>
              <a:uFillTx/>
              <a:latin typeface="Times New Roman"/>
              <a:ea typeface="微软雅黑"/>
              <a:cs typeface="+mn-cs"/>
            </a:endParaRPr>
          </a:p>
        </p:txBody>
      </p:sp>
    </p:spTree>
    <p:extLst>
      <p:ext uri="{BB962C8B-B14F-4D97-AF65-F5344CB8AC3E}">
        <p14:creationId xmlns:p14="http://schemas.microsoft.com/office/powerpoint/2010/main" val="29705357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blinds(horizontal)">
                                      <p:cBhvr>
                                        <p:cTn id="12" dur="500"/>
                                        <p:tgtEl>
                                          <p:spTgt spid="1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blinds(horizontal)">
                                      <p:cBhvr>
                                        <p:cTn id="17" dur="500"/>
                                        <p:tgtEl>
                                          <p:spTgt spid="14">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750" fill="hold"/>
                                        <p:tgtEl>
                                          <p:spTgt spid="16"/>
                                        </p:tgtEl>
                                        <p:attrNameLst>
                                          <p:attrName>ppt_w</p:attrName>
                                        </p:attrNameLst>
                                      </p:cBhvr>
                                      <p:tavLst>
                                        <p:tav tm="0">
                                          <p:val>
                                            <p:fltVal val="0"/>
                                          </p:val>
                                        </p:tav>
                                        <p:tav tm="100000">
                                          <p:val>
                                            <p:strVal val="#ppt_w"/>
                                          </p:val>
                                        </p:tav>
                                      </p:tavLst>
                                    </p:anim>
                                    <p:anim calcmode="lin" valueType="num">
                                      <p:cBhvr>
                                        <p:cTn id="23" dur="750" fill="hold"/>
                                        <p:tgtEl>
                                          <p:spTgt spid="16"/>
                                        </p:tgtEl>
                                        <p:attrNameLst>
                                          <p:attrName>ppt_h</p:attrName>
                                        </p:attrNameLst>
                                      </p:cBhvr>
                                      <p:tavLst>
                                        <p:tav tm="0">
                                          <p:val>
                                            <p:fltVal val="0"/>
                                          </p:val>
                                        </p:tav>
                                        <p:tav tm="100000">
                                          <p:val>
                                            <p:strVal val="#ppt_h"/>
                                          </p:val>
                                        </p:tav>
                                      </p:tavLst>
                                    </p:anim>
                                    <p:animEffect transition="in" filter="fade">
                                      <p:cBhvr>
                                        <p:cTn id="24" dur="750"/>
                                        <p:tgtEl>
                                          <p:spTgt spid="16"/>
                                        </p:tgtEl>
                                      </p:cBhvr>
                                    </p:animEffect>
                                  </p:childTnLst>
                                </p:cTn>
                              </p:par>
                            </p:childTnLst>
                          </p:cTn>
                        </p:par>
                      </p:childTnLst>
                    </p:cTn>
                  </p:par>
                  <p:par>
                    <p:cTn id="25" fill="hold" nodeType="clickPar">
                      <p:stCondLst>
                        <p:cond delay="indefinite"/>
                      </p:stCondLst>
                      <p:childTnLst>
                        <p:par>
                          <p:cTn id="26" fill="hold" nodeType="afterGroup">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 calcmode="lin" valueType="num">
                                      <p:cBhvr>
                                        <p:cTn id="29" dur="750" fill="hold"/>
                                        <p:tgtEl>
                                          <p:spTgt spid="6"/>
                                        </p:tgtEl>
                                        <p:attrNameLst>
                                          <p:attrName>ppt_w</p:attrName>
                                        </p:attrNameLst>
                                      </p:cBhvr>
                                      <p:tavLst>
                                        <p:tav tm="0">
                                          <p:val>
                                            <p:fltVal val="0"/>
                                          </p:val>
                                        </p:tav>
                                        <p:tav tm="100000">
                                          <p:val>
                                            <p:strVal val="#ppt_w"/>
                                          </p:val>
                                        </p:tav>
                                      </p:tavLst>
                                    </p:anim>
                                    <p:anim calcmode="lin" valueType="num">
                                      <p:cBhvr>
                                        <p:cTn id="30" dur="750" fill="hold"/>
                                        <p:tgtEl>
                                          <p:spTgt spid="6"/>
                                        </p:tgtEl>
                                        <p:attrNameLst>
                                          <p:attrName>ppt_h</p:attrName>
                                        </p:attrNameLst>
                                      </p:cBhvr>
                                      <p:tavLst>
                                        <p:tav tm="0">
                                          <p:val>
                                            <p:fltVal val="0"/>
                                          </p:val>
                                        </p:tav>
                                        <p:tav tm="100000">
                                          <p:val>
                                            <p:strVal val="#ppt_h"/>
                                          </p:val>
                                        </p:tav>
                                      </p:tavLst>
                                    </p:anim>
                                    <p:animEffect transition="in" filter="fade">
                                      <p:cBhvr>
                                        <p:cTn id="31" dur="750"/>
                                        <p:tgtEl>
                                          <p:spTgt spid="6"/>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 calcmode="lin" valueType="num">
                                      <p:cBhvr>
                                        <p:cTn id="36" dur="750" fill="hold"/>
                                        <p:tgtEl>
                                          <p:spTgt spid="7"/>
                                        </p:tgtEl>
                                        <p:attrNameLst>
                                          <p:attrName>ppt_w</p:attrName>
                                        </p:attrNameLst>
                                      </p:cBhvr>
                                      <p:tavLst>
                                        <p:tav tm="0">
                                          <p:val>
                                            <p:fltVal val="0"/>
                                          </p:val>
                                        </p:tav>
                                        <p:tav tm="100000">
                                          <p:val>
                                            <p:strVal val="#ppt_w"/>
                                          </p:val>
                                        </p:tav>
                                      </p:tavLst>
                                    </p:anim>
                                    <p:anim calcmode="lin" valueType="num">
                                      <p:cBhvr>
                                        <p:cTn id="37" dur="750" fill="hold"/>
                                        <p:tgtEl>
                                          <p:spTgt spid="7"/>
                                        </p:tgtEl>
                                        <p:attrNameLst>
                                          <p:attrName>ppt_h</p:attrName>
                                        </p:attrNameLst>
                                      </p:cBhvr>
                                      <p:tavLst>
                                        <p:tav tm="0">
                                          <p:val>
                                            <p:fltVal val="0"/>
                                          </p:val>
                                        </p:tav>
                                        <p:tav tm="100000">
                                          <p:val>
                                            <p:strVal val="#ppt_h"/>
                                          </p:val>
                                        </p:tav>
                                      </p:tavLst>
                                    </p:anim>
                                    <p:animEffect transition="in" filter="fade">
                                      <p:cBhvr>
                                        <p:cTn id="38"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E5DCFA05-C807-BC99-6B29-0A7D4F5F487C}"/>
              </a:ext>
            </a:extLst>
          </p:cNvPr>
          <p:cNvGrpSpPr/>
          <p:nvPr>
            <p:custDataLst>
              <p:tags r:id="rId1"/>
            </p:custDataLst>
          </p:nvPr>
        </p:nvGrpSpPr>
        <p:grpSpPr>
          <a:xfrm>
            <a:off x="81280" y="2956293"/>
            <a:ext cx="8989391" cy="2016727"/>
            <a:chOff x="81280" y="2922428"/>
            <a:chExt cx="8989391" cy="2016727"/>
          </a:xfrm>
        </p:grpSpPr>
        <p:sp>
          <p:nvSpPr>
            <p:cNvPr id="11" name="矩形 37">
              <a:extLst>
                <a:ext uri="{FF2B5EF4-FFF2-40B4-BE49-F238E27FC236}">
                  <a16:creationId xmlns:a16="http://schemas.microsoft.com/office/drawing/2014/main" id="{75C6F158-CC6E-B3BE-57CE-8FB6D12CFBD2}"/>
                </a:ext>
              </a:extLst>
            </p:cNvPr>
            <p:cNvSpPr>
              <a:spLocks noChangeArrowheads="1"/>
            </p:cNvSpPr>
            <p:nvPr>
              <p:custDataLst>
                <p:tags r:id="rId8"/>
              </p:custDataLst>
            </p:nvPr>
          </p:nvSpPr>
          <p:spPr bwMode="auto">
            <a:xfrm>
              <a:off x="81280" y="2922428"/>
              <a:ext cx="8989391" cy="2016727"/>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9" name="图片 8">
              <a:extLst>
                <a:ext uri="{FF2B5EF4-FFF2-40B4-BE49-F238E27FC236}">
                  <a16:creationId xmlns:a16="http://schemas.microsoft.com/office/drawing/2014/main" id="{07FA796D-23D4-9FB9-B76A-D6C2A5AB1934}"/>
                </a:ext>
              </a:extLst>
            </p:cNvPr>
            <p:cNvPicPr>
              <a:picLocks noChangeAspect="1"/>
            </p:cNvPicPr>
            <p:nvPr>
              <p:custDataLst>
                <p:tags r:id="rId9"/>
              </p:custDataLst>
            </p:nvPr>
          </p:nvPicPr>
          <p:blipFill>
            <a:blip r:embed="rId11"/>
            <a:srcRect l="16093" t="19040" r="16095" b="25092"/>
            <a:stretch>
              <a:fillRect/>
            </a:stretch>
          </p:blipFill>
          <p:spPr>
            <a:xfrm>
              <a:off x="125157" y="2969840"/>
              <a:ext cx="827522" cy="403945"/>
            </a:xfrm>
            <a:prstGeom prst="rect">
              <a:avLst/>
            </a:prstGeom>
          </p:spPr>
        </p:pic>
      </p:grpSp>
      <p:sp>
        <p:nvSpPr>
          <p:cNvPr id="5" name="文本框 4">
            <a:extLst>
              <a:ext uri="{FF2B5EF4-FFF2-40B4-BE49-F238E27FC236}">
                <a16:creationId xmlns:a16="http://schemas.microsoft.com/office/drawing/2014/main" id="{4ED430DA-E01D-71B0-45E2-3D5547DF22D0}"/>
              </a:ext>
            </a:extLst>
          </p:cNvPr>
          <p:cNvSpPr txBox="1"/>
          <p:nvPr>
            <p:custDataLst>
              <p:tags r:id="rId2"/>
            </p:custDataLst>
          </p:nvPr>
        </p:nvSpPr>
        <p:spPr>
          <a:xfrm>
            <a:off x="561391" y="564876"/>
            <a:ext cx="7837542" cy="2365328"/>
          </a:xfrm>
          <a:prstGeom prst="rect">
            <a:avLst/>
          </a:prstGeom>
          <a:noFill/>
        </p:spPr>
        <p:txBody>
          <a:bodyPr wrap="square">
            <a:spAutoFit/>
          </a:bodyPr>
          <a:lstStyle/>
          <a:p>
            <a:pPr marL="0" marR="0" lvl="0" indent="456103" algn="l" defTabSz="685160" rtl="0" eaLnBrk="1" fontAlgn="auto" latinLnBrk="0" hangingPunct="1">
              <a:lnSpc>
                <a:spcPts val="3000"/>
              </a:lnSpc>
              <a:spcBef>
                <a:spcPct val="0"/>
              </a:spcBef>
              <a:spcAft>
                <a:spcPct val="0"/>
              </a:spcAft>
              <a:buClrTx/>
              <a:buSzTx/>
              <a:buFontTx/>
              <a:buNone/>
              <a:tabLst>
                <a:tab pos="5587258" algn="l"/>
                <a:tab pos="9711187" algn="l"/>
              </a:tabLst>
              <a:defRPr/>
            </a:pPr>
            <a:r>
              <a:rPr kumimoji="0" lang="en-US" altLang="zh-CN" sz="20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0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000" b="1"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一架客机机载雷达罩在高空被小鸟撞出一个大凹坑。下列关于小鸟和飞机相撞时说法正确的是（　  　）</a:t>
            </a:r>
          </a:p>
          <a:p>
            <a:pPr marL="0" marR="0" lvl="0" indent="456103" algn="l" defTabSz="685160" rtl="0" eaLnBrk="1" fontAlgn="auto" latinLnBrk="0" hangingPunct="1">
              <a:lnSpc>
                <a:spcPts val="3000"/>
              </a:lnSpc>
              <a:spcBef>
                <a:spcPct val="0"/>
              </a:spcBef>
              <a:spcAft>
                <a:spcPct val="0"/>
              </a:spcAft>
              <a:buClrTx/>
              <a:buSzTx/>
              <a:buFontTx/>
              <a:buNone/>
              <a:tabLst>
                <a:tab pos="5587258" algn="l"/>
                <a:tab pos="9711187" algn="l"/>
              </a:tabLst>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．小鸟和飞机相撞时，小鸟只是施力物体</a:t>
            </a:r>
          </a:p>
          <a:p>
            <a:pPr marL="0" marR="0" lvl="0" indent="456103" algn="l" defTabSz="685160" rtl="0" eaLnBrk="1" fontAlgn="auto" latinLnBrk="0" hangingPunct="1">
              <a:lnSpc>
                <a:spcPts val="3000"/>
              </a:lnSpc>
              <a:spcBef>
                <a:spcPct val="0"/>
              </a:spcBef>
              <a:spcAft>
                <a:spcPct val="0"/>
              </a:spcAft>
              <a:buClrTx/>
              <a:buSzTx/>
              <a:buFontTx/>
              <a:buNone/>
              <a:tabLst>
                <a:tab pos="5587258" algn="l"/>
                <a:tab pos="9711187" algn="l"/>
              </a:tabLst>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．小鸟和飞机相撞时，飞机只是受力物体</a:t>
            </a:r>
          </a:p>
          <a:p>
            <a:pPr marL="0" marR="0" lvl="0" indent="456103" algn="l" defTabSz="685160" rtl="0" eaLnBrk="1" fontAlgn="auto" latinLnBrk="0" hangingPunct="1">
              <a:lnSpc>
                <a:spcPts val="3000"/>
              </a:lnSpc>
              <a:spcBef>
                <a:spcPct val="0"/>
              </a:spcBef>
              <a:spcAft>
                <a:spcPct val="0"/>
              </a:spcAft>
              <a:buClrTx/>
              <a:buSzTx/>
              <a:buFontTx/>
              <a:buNone/>
              <a:tabLst>
                <a:tab pos="5587258" algn="l"/>
                <a:tab pos="9711187" algn="l"/>
              </a:tabLst>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．小鸟把飞机撞得变形，说明力可以改变物体的形状</a:t>
            </a:r>
          </a:p>
          <a:p>
            <a:pPr marL="0" marR="0" lvl="0" indent="456103" algn="l" defTabSz="685160" rtl="0" eaLnBrk="1" fontAlgn="auto" latinLnBrk="0" hangingPunct="1">
              <a:lnSpc>
                <a:spcPts val="3000"/>
              </a:lnSpc>
              <a:spcBef>
                <a:spcPct val="0"/>
              </a:spcBef>
              <a:spcAft>
                <a:spcPct val="0"/>
              </a:spcAft>
              <a:buClrTx/>
              <a:buSzTx/>
              <a:buFontTx/>
              <a:buNone/>
              <a:tabLst>
                <a:tab pos="5587258" algn="l"/>
                <a:tab pos="9711187" algn="l"/>
              </a:tabLst>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．小鸟撞飞机的力大于飞机撞小鸟的力</a:t>
            </a:r>
          </a:p>
        </p:txBody>
      </p:sp>
      <p:sp>
        <p:nvSpPr>
          <p:cNvPr id="14" name="文本框 13">
            <a:extLst>
              <a:ext uri="{FF2B5EF4-FFF2-40B4-BE49-F238E27FC236}">
                <a16:creationId xmlns:a16="http://schemas.microsoft.com/office/drawing/2014/main" id="{6265D909-4DE6-4925-B997-F6E7F8B76452}"/>
              </a:ext>
            </a:extLst>
          </p:cNvPr>
          <p:cNvSpPr txBox="1"/>
          <p:nvPr>
            <p:custDataLst>
              <p:tags r:id="rId3"/>
            </p:custDataLst>
          </p:nvPr>
        </p:nvSpPr>
        <p:spPr>
          <a:xfrm>
            <a:off x="632869" y="3033358"/>
            <a:ext cx="7857068" cy="1733936"/>
          </a:xfrm>
          <a:prstGeom prst="rect">
            <a:avLst/>
          </a:prstGeom>
          <a:noFill/>
        </p:spPr>
        <p:txBody>
          <a:bodyPr wrap="square">
            <a:spAutoFit/>
          </a:bodyPr>
          <a:lstStyle/>
          <a:p>
            <a:pPr marL="0" marR="0" lvl="0" indent="457200" algn="l" defTabSz="685160" rtl="0" eaLnBrk="1" fontAlgn="auto" latinLnBrk="0" hangingPunct="1">
              <a:lnSpc>
                <a:spcPts val="2600"/>
              </a:lnSpc>
              <a:spcBef>
                <a:spcPct val="0"/>
              </a:spcBef>
              <a:spcAft>
                <a:spcPct val="0"/>
              </a:spcAft>
              <a:buClrTx/>
              <a:buSzTx/>
              <a:buFontTx/>
              <a:buNone/>
              <a:defRPr/>
            </a:pPr>
            <a:r>
              <a:rPr kumimoji="0" lang="en-US" altLang="zh-CN"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ABD</a:t>
            </a:r>
            <a:r>
              <a:rPr kumimoji="0" lang="zh-CN" altLang="en-US"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．小鸟和飞机相撞时由于力的作用是相互的，且相互作用力大小相等、方向相反，小鸟撞飞机的力施力物体是小鸟，受力物体是飞机，飞机撞小鸟的力施力物体是飞机，受力物体是小鸟，且两个力大小相同，故</a:t>
            </a:r>
            <a:r>
              <a:rPr kumimoji="0" lang="en-US" altLang="zh-CN"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ABD</a:t>
            </a:r>
            <a:r>
              <a:rPr kumimoji="0" lang="zh-CN" altLang="en-US"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错误；</a:t>
            </a:r>
          </a:p>
          <a:p>
            <a:pPr marL="0" marR="0" lvl="0" indent="457200" algn="l" defTabSz="685160" rtl="0" eaLnBrk="1" fontAlgn="auto" latinLnBrk="0" hangingPunct="1">
              <a:lnSpc>
                <a:spcPts val="2600"/>
              </a:lnSpc>
              <a:spcBef>
                <a:spcPct val="0"/>
              </a:spcBef>
              <a:spcAft>
                <a:spcPct val="0"/>
              </a:spcAft>
              <a:buClrTx/>
              <a:buSzTx/>
              <a:buFontTx/>
              <a:buNone/>
              <a:defRPr/>
            </a:pPr>
            <a:r>
              <a:rPr kumimoji="0" lang="en-US" altLang="zh-CN" sz="19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C</a:t>
            </a:r>
            <a:r>
              <a:rPr kumimoji="0" lang="zh-CN" altLang="en-US" sz="19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．小鸟把飞机撞变变形，说明力可以改变物体的形状，</a:t>
            </a:r>
            <a:r>
              <a:rPr kumimoji="0" lang="en-US" altLang="zh-CN" sz="19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C</a:t>
            </a:r>
            <a:r>
              <a:rPr kumimoji="0" lang="zh-CN" altLang="en-US" sz="19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正确。</a:t>
            </a:r>
          </a:p>
        </p:txBody>
      </p:sp>
      <p:sp>
        <p:nvSpPr>
          <p:cNvPr id="16" name="文本框 15">
            <a:extLst>
              <a:ext uri="{FF2B5EF4-FFF2-40B4-BE49-F238E27FC236}">
                <a16:creationId xmlns:a16="http://schemas.microsoft.com/office/drawing/2014/main" id="{0ACE7006-2FC4-D63A-2B7C-EBFD86E03658}"/>
              </a:ext>
            </a:extLst>
          </p:cNvPr>
          <p:cNvSpPr txBox="1"/>
          <p:nvPr>
            <p:custDataLst>
              <p:tags r:id="rId4"/>
            </p:custDataLst>
          </p:nvPr>
        </p:nvSpPr>
        <p:spPr>
          <a:xfrm>
            <a:off x="5552493" y="909070"/>
            <a:ext cx="606213" cy="446276"/>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300" b="0" i="0" u="none" strike="noStrike" kern="1200" cap="none" spc="0" normalizeH="0" baseline="0" noProof="0">
                <a:ln>
                  <a:noFill/>
                </a:ln>
                <a:solidFill>
                  <a:srgbClr val="C00000"/>
                </a:solidFill>
                <a:effectLst/>
                <a:uLnTx/>
                <a:uFillTx/>
                <a:latin typeface="Times New Roman"/>
                <a:ea typeface="微软雅黑"/>
                <a:cs typeface="+mn-cs"/>
              </a:rPr>
              <a:t>C</a:t>
            </a:r>
            <a:endParaRPr kumimoji="0" lang="zh-CN" altLang="en-US" sz="1349"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2" name="文本框 1">
            <a:extLst>
              <a:ext uri="{FF2B5EF4-FFF2-40B4-BE49-F238E27FC236}">
                <a16:creationId xmlns:a16="http://schemas.microsoft.com/office/drawing/2014/main" id="{95BE1B1F-2BA5-3470-6F62-1BBFEC00F453}"/>
              </a:ext>
            </a:extLst>
          </p:cNvPr>
          <p:cNvSpPr txBox="1"/>
          <p:nvPr>
            <p:custDataLst>
              <p:tags r:id="rId5"/>
            </p:custDataLst>
          </p:nvPr>
        </p:nvSpPr>
        <p:spPr>
          <a:xfrm>
            <a:off x="696765" y="26855"/>
            <a:ext cx="1665435"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rPr>
              <a:t>典例分析</a:t>
            </a:r>
          </a:p>
        </p:txBody>
      </p:sp>
      <p:sp>
        <p:nvSpPr>
          <p:cNvPr id="8" name="文本框 7">
            <a:extLst>
              <a:ext uri="{FF2B5EF4-FFF2-40B4-BE49-F238E27FC236}">
                <a16:creationId xmlns:a16="http://schemas.microsoft.com/office/drawing/2014/main" id="{48FA50E2-89C4-8F89-7C81-646B26FCB861}"/>
              </a:ext>
            </a:extLst>
          </p:cNvPr>
          <p:cNvSpPr txBox="1"/>
          <p:nvPr>
            <p:custDataLst>
              <p:tags r:id="rId6"/>
            </p:custDataLst>
          </p:nvPr>
        </p:nvSpPr>
        <p:spPr>
          <a:xfrm>
            <a:off x="7775787" y="4165814"/>
            <a:ext cx="1429173"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所以选</a:t>
            </a:r>
            <a:r>
              <a:rPr kumimoji="0" lang="en-US" altLang="zh-CN"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C</a:t>
            </a:r>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 </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4" name="文本框 3">
            <a:extLst>
              <a:ext uri="{FF2B5EF4-FFF2-40B4-BE49-F238E27FC236}">
                <a16:creationId xmlns:a16="http://schemas.microsoft.com/office/drawing/2014/main" id="{3AC896D9-41DF-D5AF-C8F9-922600C7D146}"/>
              </a:ext>
            </a:extLst>
          </p:cNvPr>
          <p:cNvSpPr txBox="1"/>
          <p:nvPr>
            <p:custDataLst>
              <p:tags r:id="rId7"/>
            </p:custDataLst>
          </p:nvPr>
        </p:nvSpPr>
        <p:spPr>
          <a:xfrm>
            <a:off x="6924051" y="51063"/>
            <a:ext cx="1909718"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弹力</a:t>
            </a:r>
          </a:p>
        </p:txBody>
      </p:sp>
    </p:spTree>
    <p:extLst>
      <p:ext uri="{BB962C8B-B14F-4D97-AF65-F5344CB8AC3E}">
        <p14:creationId xmlns:p14="http://schemas.microsoft.com/office/powerpoint/2010/main" val="26202696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blinds(horizontal)">
                                      <p:cBhvr>
                                        <p:cTn id="12" dur="500"/>
                                        <p:tgtEl>
                                          <p:spTgt spid="1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blinds(horizontal)">
                                      <p:cBhvr>
                                        <p:cTn id="17" dur="500"/>
                                        <p:tgtEl>
                                          <p:spTgt spid="14">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down)">
                                      <p:cBhvr>
                                        <p:cTn id="22" dur="435">
                                          <p:stCondLst>
                                            <p:cond delay="0"/>
                                          </p:stCondLst>
                                        </p:cTn>
                                        <p:tgtEl>
                                          <p:spTgt spid="16"/>
                                        </p:tgtEl>
                                      </p:cBhvr>
                                    </p:animEffect>
                                    <p:anim calcmode="lin" valueType="num">
                                      <p:cBhvr>
                                        <p:cTn id="23" dur="1367"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24" dur="498"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25" dur="498" tmFilter="0, 0; 0.125,0.2665; 0.25,0.4; 0.375,0.465; 0.5,0.5;  0.625,0.535; 0.75,0.6; 0.875,0.7335; 1,1">
                                          <p:stCondLst>
                                            <p:cond delay="498"/>
                                          </p:stCondLst>
                                        </p:cTn>
                                        <p:tgtEl>
                                          <p:spTgt spid="16"/>
                                        </p:tgtEl>
                                        <p:attrNameLst>
                                          <p:attrName>ppt_y</p:attrName>
                                        </p:attrNameLst>
                                      </p:cBhvr>
                                      <p:tavLst>
                                        <p:tav tm="0" fmla="#ppt_y-sin(pi*$)/9">
                                          <p:val>
                                            <p:fltVal val="0"/>
                                          </p:val>
                                        </p:tav>
                                        <p:tav tm="100000">
                                          <p:val>
                                            <p:fltVal val="1"/>
                                          </p:val>
                                        </p:tav>
                                      </p:tavLst>
                                    </p:anim>
                                    <p:anim calcmode="lin" valueType="num">
                                      <p:cBhvr>
                                        <p:cTn id="26" dur="249" tmFilter="0, 0; 0.125,0.2665; 0.25,0.4; 0.375,0.465; 0.5,0.5;  0.625,0.535; 0.75,0.6; 0.875,0.7335; 1,1">
                                          <p:stCondLst>
                                            <p:cond delay="993"/>
                                          </p:stCondLst>
                                        </p:cTn>
                                        <p:tgtEl>
                                          <p:spTgt spid="16"/>
                                        </p:tgtEl>
                                        <p:attrNameLst>
                                          <p:attrName>ppt_y</p:attrName>
                                        </p:attrNameLst>
                                      </p:cBhvr>
                                      <p:tavLst>
                                        <p:tav tm="0" fmla="#ppt_y-sin(pi*$)/27">
                                          <p:val>
                                            <p:fltVal val="0"/>
                                          </p:val>
                                        </p:tav>
                                        <p:tav tm="100000">
                                          <p:val>
                                            <p:fltVal val="1"/>
                                          </p:val>
                                        </p:tav>
                                      </p:tavLst>
                                    </p:anim>
                                    <p:anim calcmode="lin" valueType="num">
                                      <p:cBhvr>
                                        <p:cTn id="27" dur="123" tmFilter="0, 0; 0.125,0.2665; 0.25,0.4; 0.375,0.465; 0.5,0.5;  0.625,0.535; 0.75,0.6; 0.875,0.7335; 1,1">
                                          <p:stCondLst>
                                            <p:cond delay="1242"/>
                                          </p:stCondLst>
                                        </p:cTn>
                                        <p:tgtEl>
                                          <p:spTgt spid="16"/>
                                        </p:tgtEl>
                                        <p:attrNameLst>
                                          <p:attrName>ppt_y</p:attrName>
                                        </p:attrNameLst>
                                      </p:cBhvr>
                                      <p:tavLst>
                                        <p:tav tm="0" fmla="#ppt_y-sin(pi*$)/81">
                                          <p:val>
                                            <p:fltVal val="0"/>
                                          </p:val>
                                        </p:tav>
                                        <p:tav tm="100000">
                                          <p:val>
                                            <p:fltVal val="1"/>
                                          </p:val>
                                        </p:tav>
                                      </p:tavLst>
                                    </p:anim>
                                    <p:animScale>
                                      <p:cBhvr>
                                        <p:cTn id="28" dur="20">
                                          <p:stCondLst>
                                            <p:cond delay="487"/>
                                          </p:stCondLst>
                                        </p:cTn>
                                        <p:tgtEl>
                                          <p:spTgt spid="16"/>
                                        </p:tgtEl>
                                      </p:cBhvr>
                                      <p:to x="100000" y="60000"/>
                                    </p:animScale>
                                    <p:animScale>
                                      <p:cBhvr>
                                        <p:cTn id="29" dur="124" decel="50000">
                                          <p:stCondLst>
                                            <p:cond delay="507"/>
                                          </p:stCondLst>
                                        </p:cTn>
                                        <p:tgtEl>
                                          <p:spTgt spid="16"/>
                                        </p:tgtEl>
                                      </p:cBhvr>
                                      <p:to x="100000" y="100000"/>
                                    </p:animScale>
                                    <p:animScale>
                                      <p:cBhvr>
                                        <p:cTn id="30" dur="20">
                                          <p:stCondLst>
                                            <p:cond delay="984"/>
                                          </p:stCondLst>
                                        </p:cTn>
                                        <p:tgtEl>
                                          <p:spTgt spid="16"/>
                                        </p:tgtEl>
                                      </p:cBhvr>
                                      <p:to x="100000" y="80000"/>
                                    </p:animScale>
                                    <p:animScale>
                                      <p:cBhvr>
                                        <p:cTn id="31" dur="124" decel="50000">
                                          <p:stCondLst>
                                            <p:cond delay="1004"/>
                                          </p:stCondLst>
                                        </p:cTn>
                                        <p:tgtEl>
                                          <p:spTgt spid="16"/>
                                        </p:tgtEl>
                                      </p:cBhvr>
                                      <p:to x="100000" y="100000"/>
                                    </p:animScale>
                                    <p:animScale>
                                      <p:cBhvr>
                                        <p:cTn id="32" dur="20">
                                          <p:stCondLst>
                                            <p:cond delay="1231"/>
                                          </p:stCondLst>
                                        </p:cTn>
                                        <p:tgtEl>
                                          <p:spTgt spid="16"/>
                                        </p:tgtEl>
                                      </p:cBhvr>
                                      <p:to x="100000" y="90000"/>
                                    </p:animScale>
                                    <p:animScale>
                                      <p:cBhvr>
                                        <p:cTn id="33" dur="124" decel="50000">
                                          <p:stCondLst>
                                            <p:cond delay="1251"/>
                                          </p:stCondLst>
                                        </p:cTn>
                                        <p:tgtEl>
                                          <p:spTgt spid="16"/>
                                        </p:tgtEl>
                                      </p:cBhvr>
                                      <p:to x="100000" y="100000"/>
                                    </p:animScale>
                                    <p:animScale>
                                      <p:cBhvr>
                                        <p:cTn id="34" dur="20">
                                          <p:stCondLst>
                                            <p:cond delay="1356"/>
                                          </p:stCondLst>
                                        </p:cTn>
                                        <p:tgtEl>
                                          <p:spTgt spid="16"/>
                                        </p:tgtEl>
                                      </p:cBhvr>
                                      <p:to x="100000" y="95000"/>
                                    </p:animScale>
                                    <p:animScale>
                                      <p:cBhvr>
                                        <p:cTn id="35" dur="124" decel="50000">
                                          <p:stCondLst>
                                            <p:cond delay="1376"/>
                                          </p:stCondLst>
                                        </p:cTn>
                                        <p:tgtEl>
                                          <p:spTgt spid="16"/>
                                        </p:tgtEl>
                                      </p:cBhvr>
                                      <p:to x="100000" y="100000"/>
                                    </p:animScale>
                                  </p:childTnLst>
                                </p:cTn>
                              </p:par>
                              <p:par>
                                <p:cTn id="36" presetID="31"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p:cTn id="38" dur="750" fill="hold"/>
                                        <p:tgtEl>
                                          <p:spTgt spid="8"/>
                                        </p:tgtEl>
                                        <p:attrNameLst>
                                          <p:attrName>ppt_w</p:attrName>
                                        </p:attrNameLst>
                                      </p:cBhvr>
                                      <p:tavLst>
                                        <p:tav tm="0">
                                          <p:val>
                                            <p:fltVal val="0"/>
                                          </p:val>
                                        </p:tav>
                                        <p:tav tm="100000">
                                          <p:val>
                                            <p:strVal val="#ppt_w"/>
                                          </p:val>
                                        </p:tav>
                                      </p:tavLst>
                                    </p:anim>
                                    <p:anim calcmode="lin" valueType="num">
                                      <p:cBhvr>
                                        <p:cTn id="39" dur="750" fill="hold"/>
                                        <p:tgtEl>
                                          <p:spTgt spid="8"/>
                                        </p:tgtEl>
                                        <p:attrNameLst>
                                          <p:attrName>ppt_h</p:attrName>
                                        </p:attrNameLst>
                                      </p:cBhvr>
                                      <p:tavLst>
                                        <p:tav tm="0">
                                          <p:val>
                                            <p:fltVal val="0"/>
                                          </p:val>
                                        </p:tav>
                                        <p:tav tm="100000">
                                          <p:val>
                                            <p:strVal val="#ppt_h"/>
                                          </p:val>
                                        </p:tav>
                                      </p:tavLst>
                                    </p:anim>
                                    <p:anim calcmode="lin" valueType="num">
                                      <p:cBhvr>
                                        <p:cTn id="40" dur="750" fill="hold"/>
                                        <p:tgtEl>
                                          <p:spTgt spid="8"/>
                                        </p:tgtEl>
                                        <p:attrNameLst>
                                          <p:attrName>style.rotation</p:attrName>
                                        </p:attrNameLst>
                                      </p:cBhvr>
                                      <p:tavLst>
                                        <p:tav tm="0">
                                          <p:val>
                                            <p:fltVal val="90"/>
                                          </p:val>
                                        </p:tav>
                                        <p:tav tm="100000">
                                          <p:val>
                                            <p:fltVal val="0"/>
                                          </p:val>
                                        </p:tav>
                                      </p:tavLst>
                                    </p:anim>
                                    <p:animEffect transition="in" filter="fade">
                                      <p:cBhvr>
                                        <p:cTn id="4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a:extLst>
              <a:ext uri="{FF2B5EF4-FFF2-40B4-BE49-F238E27FC236}">
                <a16:creationId xmlns:a16="http://schemas.microsoft.com/office/drawing/2014/main" id="{0C54F658-0FB6-C62A-E7AD-946BE868B5BC}"/>
              </a:ext>
            </a:extLst>
          </p:cNvPr>
          <p:cNvGrpSpPr/>
          <p:nvPr>
            <p:custDataLst>
              <p:tags r:id="rId1"/>
            </p:custDataLst>
          </p:nvPr>
        </p:nvGrpSpPr>
        <p:grpSpPr>
          <a:xfrm>
            <a:off x="73329" y="2967784"/>
            <a:ext cx="8997342" cy="2018783"/>
            <a:chOff x="266265" y="2967784"/>
            <a:chExt cx="8804406" cy="2018783"/>
          </a:xfrm>
        </p:grpSpPr>
        <p:sp>
          <p:nvSpPr>
            <p:cNvPr id="7" name="矩形 37">
              <a:extLst>
                <a:ext uri="{FF2B5EF4-FFF2-40B4-BE49-F238E27FC236}">
                  <a16:creationId xmlns:a16="http://schemas.microsoft.com/office/drawing/2014/main" id="{C6E62346-8256-9F6E-021F-966D86721E3E}"/>
                </a:ext>
              </a:extLst>
            </p:cNvPr>
            <p:cNvSpPr>
              <a:spLocks noChangeArrowheads="1"/>
            </p:cNvSpPr>
            <p:nvPr>
              <p:custDataLst>
                <p:tags r:id="rId7"/>
              </p:custDataLst>
            </p:nvPr>
          </p:nvSpPr>
          <p:spPr bwMode="auto">
            <a:xfrm>
              <a:off x="276531" y="2967784"/>
              <a:ext cx="8794140" cy="201878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4" name="图片 13">
              <a:extLst>
                <a:ext uri="{FF2B5EF4-FFF2-40B4-BE49-F238E27FC236}">
                  <a16:creationId xmlns:a16="http://schemas.microsoft.com/office/drawing/2014/main" id="{4489D6E5-8568-A33B-A2C8-9DE4F6C821B2}"/>
                </a:ext>
              </a:extLst>
            </p:cNvPr>
            <p:cNvPicPr>
              <a:picLocks noChangeAspect="1"/>
            </p:cNvPicPr>
            <p:nvPr>
              <p:custDataLst>
                <p:tags r:id="rId8"/>
              </p:custDataLst>
            </p:nvPr>
          </p:nvPicPr>
          <p:blipFill>
            <a:blip r:embed="rId10"/>
            <a:srcRect l="16093" t="19040" r="16095" b="25092"/>
            <a:stretch>
              <a:fillRect/>
            </a:stretch>
          </p:blipFill>
          <p:spPr>
            <a:xfrm>
              <a:off x="266265" y="3007006"/>
              <a:ext cx="919971" cy="403945"/>
            </a:xfrm>
            <a:prstGeom prst="rect">
              <a:avLst/>
            </a:prstGeom>
          </p:spPr>
        </p:pic>
      </p:grpSp>
      <p:sp>
        <p:nvSpPr>
          <p:cNvPr id="11" name="矩形 10">
            <a:extLst>
              <a:ext uri="{FF2B5EF4-FFF2-40B4-BE49-F238E27FC236}">
                <a16:creationId xmlns:a16="http://schemas.microsoft.com/office/drawing/2014/main" id="{39B4428F-725C-6ED7-75B6-E1244BEAE79A}"/>
              </a:ext>
            </a:extLst>
          </p:cNvPr>
          <p:cNvSpPr/>
          <p:nvPr>
            <p:custDataLst>
              <p:tags r:id="rId2"/>
            </p:custDataLst>
          </p:nvPr>
        </p:nvSpPr>
        <p:spPr>
          <a:xfrm>
            <a:off x="305916" y="522627"/>
            <a:ext cx="7849016" cy="2445157"/>
          </a:xfrm>
          <a:prstGeom prst="rect">
            <a:avLst/>
          </a:prstGeom>
        </p:spPr>
        <p:txBody>
          <a:bodyPr wrap="square">
            <a:spAutoFit/>
          </a:bodyPr>
          <a:lstStyle/>
          <a:p>
            <a:pPr marL="0" marR="0" lvl="0" indent="457200" algn="l" defTabSz="685160" rtl="0" eaLnBrk="1" fontAlgn="auto" latinLnBrk="0" hangingPunct="1">
              <a:lnSpc>
                <a:spcPts val="3100"/>
              </a:lnSpc>
              <a:spcBef>
                <a:spcPct val="0"/>
              </a:spcBef>
              <a:spcAft>
                <a:spcPct val="0"/>
              </a:spcAft>
              <a:buClrTx/>
              <a:buSzTx/>
              <a:buFontTx/>
              <a:buNone/>
              <a:defRPr/>
            </a:pP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r>
              <a:rPr kumimoji="0" lang="zh-CN" altLang="en-US" sz="2200" b="1"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例题</a:t>
            </a: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3】</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如图所示，用手水平向右拉伸固定在竖直墙上的弹簧，下列关于弹力说法正确的是（　　）</a:t>
            </a:r>
          </a:p>
          <a:p>
            <a:pPr marL="0" marR="0" lvl="0" indent="457200" algn="l" defTabSz="685160" rtl="0" eaLnBrk="1" fontAlgn="auto"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．墙受到向右的弹力，施力物体是手</a:t>
            </a:r>
          </a:p>
          <a:p>
            <a:pPr marL="0" marR="0" lvl="0" indent="457200" algn="l" defTabSz="685160" rtl="0" eaLnBrk="1" fontAlgn="auto"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B</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．墙对弹簧有向左的弹力，但墙没有发生形变</a:t>
            </a:r>
          </a:p>
          <a:p>
            <a:pPr marL="0" marR="0" lvl="0" indent="457200" algn="l" defTabSz="685160" rtl="0" eaLnBrk="1" fontAlgn="auto"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C</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．手受到的弹力是由于弹簧力图恢复原状产生的</a:t>
            </a:r>
          </a:p>
          <a:p>
            <a:pPr marL="0" marR="0" lvl="0" indent="457200" algn="l" defTabSz="685160" rtl="0" eaLnBrk="1" fontAlgn="auto" latinLnBrk="0" hangingPunct="1">
              <a:lnSpc>
                <a:spcPts val="31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D</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．手受到向右的弹力，施力物体是墙</a:t>
            </a:r>
          </a:p>
        </p:txBody>
      </p:sp>
      <p:sp>
        <p:nvSpPr>
          <p:cNvPr id="12" name="文本框 11">
            <a:extLst>
              <a:ext uri="{FF2B5EF4-FFF2-40B4-BE49-F238E27FC236}">
                <a16:creationId xmlns:a16="http://schemas.microsoft.com/office/drawing/2014/main" id="{11ECD49B-88FD-2B5C-80D0-C1E246E21699}"/>
              </a:ext>
            </a:extLst>
          </p:cNvPr>
          <p:cNvSpPr txBox="1"/>
          <p:nvPr>
            <p:custDataLst>
              <p:tags r:id="rId3"/>
            </p:custDataLst>
          </p:nvPr>
        </p:nvSpPr>
        <p:spPr>
          <a:xfrm>
            <a:off x="4923603" y="951917"/>
            <a:ext cx="717719" cy="430887"/>
          </a:xfrm>
          <a:prstGeom prst="rect">
            <a:avLst/>
          </a:prstGeom>
          <a:noFill/>
        </p:spPr>
        <p:txBody>
          <a:bodyPr wrap="square" rtlCol="0">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200" b="1" i="0" u="none" strike="noStrike" kern="1200" cap="none" spc="0" normalizeH="0" baseline="0" noProof="0">
                <a:ln>
                  <a:noFill/>
                </a:ln>
                <a:solidFill>
                  <a:srgbClr val="C00000"/>
                </a:solidFill>
                <a:effectLst/>
                <a:uLnTx/>
                <a:uFillTx/>
                <a:latin typeface="Times New Roman" panose="02020603050405020304" pitchFamily="18" charset="0"/>
                <a:ea typeface="微软雅黑"/>
                <a:cs typeface="Times New Roman" panose="02020603050405020304" pitchFamily="18" charset="0"/>
              </a:rPr>
              <a:t>C</a:t>
            </a:r>
          </a:p>
        </p:txBody>
      </p:sp>
      <p:sp>
        <p:nvSpPr>
          <p:cNvPr id="13" name="文本框 12">
            <a:extLst>
              <a:ext uri="{FF2B5EF4-FFF2-40B4-BE49-F238E27FC236}">
                <a16:creationId xmlns:a16="http://schemas.microsoft.com/office/drawing/2014/main" id="{74442431-563A-1C4D-AD28-8548662B0EDC}"/>
              </a:ext>
            </a:extLst>
          </p:cNvPr>
          <p:cNvSpPr txBox="1"/>
          <p:nvPr>
            <p:custDataLst>
              <p:tags r:id="rId4"/>
            </p:custDataLst>
          </p:nvPr>
        </p:nvSpPr>
        <p:spPr>
          <a:xfrm>
            <a:off x="367410" y="3007006"/>
            <a:ext cx="8470835" cy="1858779"/>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A</a:t>
            </a:r>
            <a:r>
              <a:rPr kumimoji="0" lang="zh-CN" altLang="en-US"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．墙受到弹簧向右的弹力，施力物体是弹簧，不是手，</a:t>
            </a:r>
            <a:r>
              <a:rPr kumimoji="0" lang="en-US" altLang="zh-CN"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A</a:t>
            </a:r>
            <a:r>
              <a:rPr kumimoji="0" lang="zh-CN" altLang="en-US"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错误；</a:t>
            </a:r>
          </a:p>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200" cap="none" spc="-100" normalizeH="0" baseline="0" noProof="0">
                <a:ln>
                  <a:noFill/>
                </a:ln>
                <a:solidFill>
                  <a:prstClr val="white"/>
                </a:solidFill>
                <a:effectLst/>
                <a:uLnTx/>
                <a:uFillTx/>
                <a:latin typeface="Times New Roman" panose="02020603050405020304" pitchFamily="18" charset="0"/>
                <a:ea typeface="微软雅黑"/>
                <a:cs typeface="+mn-cs"/>
              </a:rPr>
              <a:t>B</a:t>
            </a:r>
            <a:r>
              <a:rPr kumimoji="0" lang="zh-CN" altLang="en-US" sz="2000" b="0" i="0" u="none" strike="noStrike" kern="1200" cap="none" spc="-100" normalizeH="0" baseline="0" noProof="0">
                <a:ln>
                  <a:noFill/>
                </a:ln>
                <a:solidFill>
                  <a:prstClr val="white"/>
                </a:solidFill>
                <a:effectLst/>
                <a:uLnTx/>
                <a:uFillTx/>
                <a:latin typeface="Times New Roman" panose="02020603050405020304" pitchFamily="18" charset="0"/>
                <a:ea typeface="微软雅黑"/>
                <a:cs typeface="+mn-cs"/>
              </a:rPr>
              <a:t>．墙对弹簧有向左的弹力，这个弹力是墙发生形变产生的，</a:t>
            </a:r>
            <a:r>
              <a:rPr kumimoji="0" lang="en-US" altLang="zh-CN" sz="2000" b="0" i="0" u="none" strike="noStrike" kern="1200" cap="none" spc="-100" normalizeH="0" baseline="0" noProof="0">
                <a:ln>
                  <a:noFill/>
                </a:ln>
                <a:solidFill>
                  <a:prstClr val="white"/>
                </a:solidFill>
                <a:effectLst/>
                <a:uLnTx/>
                <a:uFillTx/>
                <a:latin typeface="Times New Roman" panose="02020603050405020304" pitchFamily="18" charset="0"/>
                <a:ea typeface="微软雅黑"/>
                <a:cs typeface="+mn-cs"/>
              </a:rPr>
              <a:t>B</a:t>
            </a:r>
            <a:r>
              <a:rPr kumimoji="0" lang="zh-CN" altLang="en-US" sz="2000" b="0" i="0" u="none" strike="noStrike" kern="1200" cap="none" spc="-100" normalizeH="0" baseline="0" noProof="0">
                <a:ln>
                  <a:noFill/>
                </a:ln>
                <a:solidFill>
                  <a:prstClr val="white"/>
                </a:solidFill>
                <a:effectLst/>
                <a:uLnTx/>
                <a:uFillTx/>
                <a:latin typeface="Times New Roman" panose="02020603050405020304" pitchFamily="18" charset="0"/>
                <a:ea typeface="微软雅黑"/>
                <a:cs typeface="+mn-cs"/>
              </a:rPr>
              <a:t>错误；</a:t>
            </a:r>
          </a:p>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FFFF00"/>
                </a:solidFill>
                <a:effectLst/>
                <a:uLnTx/>
                <a:uFillTx/>
                <a:latin typeface="Times New Roman" panose="02020603050405020304" pitchFamily="18" charset="0"/>
                <a:ea typeface="微软雅黑"/>
                <a:cs typeface="+mn-cs"/>
              </a:rPr>
              <a:t>C</a:t>
            </a:r>
            <a:r>
              <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微软雅黑"/>
                <a:cs typeface="+mn-cs"/>
              </a:rPr>
              <a:t>．弹力是物体发生弹性形变要恢复原状而产生的力，手受到的弹力是由于弹簧力图恢复原状产生的，故</a:t>
            </a:r>
            <a:r>
              <a:rPr kumimoji="0" lang="en-US" altLang="zh-CN" sz="2000" b="0" i="0" u="none" strike="noStrike" kern="1200" cap="none" spc="0" normalizeH="0" baseline="0" noProof="0">
                <a:ln>
                  <a:noFill/>
                </a:ln>
                <a:solidFill>
                  <a:srgbClr val="FFFF00"/>
                </a:solidFill>
                <a:effectLst/>
                <a:uLnTx/>
                <a:uFillTx/>
                <a:latin typeface="Times New Roman" panose="02020603050405020304" pitchFamily="18" charset="0"/>
                <a:ea typeface="微软雅黑"/>
                <a:cs typeface="+mn-cs"/>
              </a:rPr>
              <a:t>C</a:t>
            </a:r>
            <a:r>
              <a:rPr kumimoji="0" lang="zh-CN" altLang="en-US" sz="2000" b="0" i="0" u="none" strike="noStrike" kern="1200" cap="none" spc="0" normalizeH="0" baseline="0" noProof="0">
                <a:ln>
                  <a:noFill/>
                </a:ln>
                <a:solidFill>
                  <a:srgbClr val="FFFF00"/>
                </a:solidFill>
                <a:effectLst/>
                <a:uLnTx/>
                <a:uFillTx/>
                <a:latin typeface="Times New Roman" panose="02020603050405020304" pitchFamily="18" charset="0"/>
                <a:ea typeface="微软雅黑"/>
                <a:cs typeface="+mn-cs"/>
              </a:rPr>
              <a:t>正确；</a:t>
            </a:r>
          </a:p>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D</a:t>
            </a:r>
            <a:r>
              <a:rPr kumimoji="0" lang="zh-CN" altLang="en-US"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．手受到弹簧向左的弹力，施力物体是弹簧，</a:t>
            </a:r>
            <a:r>
              <a:rPr kumimoji="0" lang="en-US" altLang="zh-CN"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D</a:t>
            </a:r>
            <a:r>
              <a:rPr kumimoji="0" lang="zh-CN" altLang="en-US" sz="2000" b="0" i="0" u="none" strike="noStrike" kern="1200" cap="none" spc="0" normalizeH="0" baseline="0" noProof="0">
                <a:ln>
                  <a:noFill/>
                </a:ln>
                <a:solidFill>
                  <a:prstClr val="white"/>
                </a:solidFill>
                <a:effectLst/>
                <a:uLnTx/>
                <a:uFillTx/>
                <a:latin typeface="Times New Roman" panose="02020603050405020304" pitchFamily="18" charset="0"/>
                <a:ea typeface="微软雅黑"/>
                <a:cs typeface="+mn-cs"/>
              </a:rPr>
              <a:t>错误。</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a:cs typeface="+mn-cs"/>
              </a:rPr>
              <a:t>所以选</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a:cs typeface="+mn-cs"/>
              </a:rPr>
              <a:t>C</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a:cs typeface="+mn-cs"/>
              </a:rPr>
              <a:t>。</a:t>
            </a:r>
            <a:endPar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a:cs typeface="+mn-cs"/>
            </a:endParaRPr>
          </a:p>
        </p:txBody>
      </p:sp>
      <p:sp>
        <p:nvSpPr>
          <p:cNvPr id="3" name="文本框 2">
            <a:extLst>
              <a:ext uri="{FF2B5EF4-FFF2-40B4-BE49-F238E27FC236}">
                <a16:creationId xmlns:a16="http://schemas.microsoft.com/office/drawing/2014/main" id="{B8318B3D-8B6D-5D3A-ED68-65985386477D}"/>
              </a:ext>
            </a:extLst>
          </p:cNvPr>
          <p:cNvSpPr txBox="1"/>
          <p:nvPr>
            <p:custDataLst>
              <p:tags r:id="rId5"/>
            </p:custDataLst>
          </p:nvPr>
        </p:nvSpPr>
        <p:spPr>
          <a:xfrm>
            <a:off x="367411" y="0"/>
            <a:ext cx="2572216"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rPr>
              <a:t>二、形变和弹力</a:t>
            </a:r>
            <a:endParaRPr kumimoji="0" lang="zh-CN" altLang="en-US" sz="1349" b="0" i="0" u="none" strike="noStrike" kern="1200" cap="none" spc="0" normalizeH="0" baseline="0" noProof="0">
              <a:ln>
                <a:noFill/>
              </a:ln>
              <a:solidFill>
                <a:srgbClr val="000000"/>
              </a:solidFill>
              <a:effectLst/>
              <a:uLnTx/>
              <a:uFillTx/>
              <a:latin typeface="Century Gothic" panose="020F0302020204030204"/>
              <a:ea typeface="宋体" panose="02010600030101010101" pitchFamily="2" charset="-122"/>
              <a:cs typeface="+mn-cs"/>
            </a:endParaRPr>
          </a:p>
        </p:txBody>
      </p:sp>
      <p:pic>
        <p:nvPicPr>
          <p:cNvPr id="5" name="图片 4">
            <a:extLst>
              <a:ext uri="{FF2B5EF4-FFF2-40B4-BE49-F238E27FC236}">
                <a16:creationId xmlns:a16="http://schemas.microsoft.com/office/drawing/2014/main" id="{B411164C-DFE5-4C27-6C23-8A61053383E4}"/>
              </a:ext>
            </a:extLst>
          </p:cNvPr>
          <p:cNvPicPr>
            <a:picLocks noChangeAspect="1"/>
          </p:cNvPicPr>
          <p:nvPr>
            <p:custDataLst>
              <p:tags r:id="rId6"/>
            </p:custDataLst>
          </p:nvPr>
        </p:nvPicPr>
        <p:blipFill>
          <a:blip r:embed="rId11"/>
          <a:srcRect b="21372"/>
          <a:stretch>
            <a:fillRect/>
          </a:stretch>
        </p:blipFill>
        <p:spPr>
          <a:xfrm>
            <a:off x="6659018" y="1154857"/>
            <a:ext cx="2179066" cy="674960"/>
          </a:xfrm>
          <a:prstGeom prst="rect">
            <a:avLst/>
          </a:prstGeom>
        </p:spPr>
      </p:pic>
    </p:spTree>
    <p:extLst>
      <p:ext uri="{BB962C8B-B14F-4D97-AF65-F5344CB8AC3E}">
        <p14:creationId xmlns:p14="http://schemas.microsoft.com/office/powerpoint/2010/main" val="28414278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blinds(horizontal)">
                                      <p:cBhvr>
                                        <p:cTn id="12" dur="500"/>
                                        <p:tgtEl>
                                          <p:spTgt spid="13">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xEl>
                                              <p:pRg st="1" end="1"/>
                                            </p:txEl>
                                          </p:spTgt>
                                        </p:tgtEl>
                                        <p:attrNameLst>
                                          <p:attrName>style.visibility</p:attrName>
                                        </p:attrNameLst>
                                      </p:cBhvr>
                                      <p:to>
                                        <p:strVal val="visible"/>
                                      </p:to>
                                    </p:set>
                                    <p:animEffect transition="in" filter="blinds(horizontal)">
                                      <p:cBhvr>
                                        <p:cTn id="17" dur="500"/>
                                        <p:tgtEl>
                                          <p:spTgt spid="13">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2" end="2"/>
                                            </p:txEl>
                                          </p:spTgt>
                                        </p:tgtEl>
                                        <p:attrNameLst>
                                          <p:attrName>style.visibility</p:attrName>
                                        </p:attrNameLst>
                                      </p:cBhvr>
                                      <p:to>
                                        <p:strVal val="visible"/>
                                      </p:to>
                                    </p:set>
                                    <p:animEffect transition="in" filter="blinds(horizontal)">
                                      <p:cBhvr>
                                        <p:cTn id="22" dur="500"/>
                                        <p:tgtEl>
                                          <p:spTgt spid="13">
                                            <p:txEl>
                                              <p:pRg st="2" end="2"/>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3">
                                            <p:txEl>
                                              <p:pRg st="3" end="3"/>
                                            </p:txEl>
                                          </p:spTgt>
                                        </p:tgtEl>
                                        <p:attrNameLst>
                                          <p:attrName>style.visibility</p:attrName>
                                        </p:attrNameLst>
                                      </p:cBhvr>
                                      <p:to>
                                        <p:strVal val="visible"/>
                                      </p:to>
                                    </p:set>
                                    <p:animEffect transition="in" filter="blinds(horizontal)">
                                      <p:cBhvr>
                                        <p:cTn id="27" dur="500"/>
                                        <p:tgtEl>
                                          <p:spTgt spid="13">
                                            <p:txEl>
                                              <p:pRg st="3" end="3"/>
                                            </p:txEl>
                                          </p:spTgt>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434">
                                          <p:stCondLst>
                                            <p:cond delay="0"/>
                                          </p:stCondLst>
                                        </p:cTn>
                                        <p:tgtEl>
                                          <p:spTgt spid="12"/>
                                        </p:tgtEl>
                                      </p:cBhvr>
                                    </p:animEffect>
                                    <p:anim calcmode="lin" valueType="num">
                                      <p:cBhvr>
                                        <p:cTn id="33" dur="1367"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34" dur="498"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35" dur="498" tmFilter="0, 0; 0.125,0.2665; 0.25,0.4; 0.375,0.465; 0.5,0.5;  0.625,0.535; 0.75,0.6; 0.875,0.7335; 1,1">
                                          <p:stCondLst>
                                            <p:cond delay="498"/>
                                          </p:stCondLst>
                                        </p:cTn>
                                        <p:tgtEl>
                                          <p:spTgt spid="12"/>
                                        </p:tgtEl>
                                        <p:attrNameLst>
                                          <p:attrName>ppt_y</p:attrName>
                                        </p:attrNameLst>
                                      </p:cBhvr>
                                      <p:tavLst>
                                        <p:tav tm="0" fmla="#ppt_y-sin(pi*$)/9">
                                          <p:val>
                                            <p:fltVal val="0"/>
                                          </p:val>
                                        </p:tav>
                                        <p:tav tm="100000">
                                          <p:val>
                                            <p:fltVal val="1"/>
                                          </p:val>
                                        </p:tav>
                                      </p:tavLst>
                                    </p:anim>
                                    <p:anim calcmode="lin" valueType="num">
                                      <p:cBhvr>
                                        <p:cTn id="36" dur="248" tmFilter="0, 0; 0.125,0.2665; 0.25,0.4; 0.375,0.465; 0.5,0.5;  0.625,0.535; 0.75,0.6; 0.875,0.7335; 1,1">
                                          <p:stCondLst>
                                            <p:cond delay="994"/>
                                          </p:stCondLst>
                                        </p:cTn>
                                        <p:tgtEl>
                                          <p:spTgt spid="12"/>
                                        </p:tgtEl>
                                        <p:attrNameLst>
                                          <p:attrName>ppt_y</p:attrName>
                                        </p:attrNameLst>
                                      </p:cBhvr>
                                      <p:tavLst>
                                        <p:tav tm="0" fmla="#ppt_y-sin(pi*$)/27">
                                          <p:val>
                                            <p:fltVal val="0"/>
                                          </p:val>
                                        </p:tav>
                                        <p:tav tm="100000">
                                          <p:val>
                                            <p:fltVal val="1"/>
                                          </p:val>
                                        </p:tav>
                                      </p:tavLst>
                                    </p:anim>
                                    <p:anim calcmode="lin" valueType="num">
                                      <p:cBhvr>
                                        <p:cTn id="37" dur="124" tmFilter="0, 0; 0.125,0.2665; 0.25,0.4; 0.375,0.465; 0.5,0.5;  0.625,0.535; 0.75,0.6; 0.875,0.7335; 1,1">
                                          <p:stCondLst>
                                            <p:cond delay="1242"/>
                                          </p:stCondLst>
                                        </p:cTn>
                                        <p:tgtEl>
                                          <p:spTgt spid="12"/>
                                        </p:tgtEl>
                                        <p:attrNameLst>
                                          <p:attrName>ppt_y</p:attrName>
                                        </p:attrNameLst>
                                      </p:cBhvr>
                                      <p:tavLst>
                                        <p:tav tm="0" fmla="#ppt_y-sin(pi*$)/81">
                                          <p:val>
                                            <p:fltVal val="0"/>
                                          </p:val>
                                        </p:tav>
                                        <p:tav tm="100000">
                                          <p:val>
                                            <p:fltVal val="1"/>
                                          </p:val>
                                        </p:tav>
                                      </p:tavLst>
                                    </p:anim>
                                    <p:animScale>
                                      <p:cBhvr>
                                        <p:cTn id="38" dur="19">
                                          <p:stCondLst>
                                            <p:cond delay="487"/>
                                          </p:stCondLst>
                                        </p:cTn>
                                        <p:tgtEl>
                                          <p:spTgt spid="12"/>
                                        </p:tgtEl>
                                      </p:cBhvr>
                                      <p:to x="100000" y="60000"/>
                                    </p:animScale>
                                    <p:animScale>
                                      <p:cBhvr>
                                        <p:cTn id="39" dur="125" decel="50000">
                                          <p:stCondLst>
                                            <p:cond delay="508"/>
                                          </p:stCondLst>
                                        </p:cTn>
                                        <p:tgtEl>
                                          <p:spTgt spid="12"/>
                                        </p:tgtEl>
                                      </p:cBhvr>
                                      <p:to x="100000" y="100000"/>
                                    </p:animScale>
                                    <p:animScale>
                                      <p:cBhvr>
                                        <p:cTn id="40" dur="19">
                                          <p:stCondLst>
                                            <p:cond delay="984"/>
                                          </p:stCondLst>
                                        </p:cTn>
                                        <p:tgtEl>
                                          <p:spTgt spid="12"/>
                                        </p:tgtEl>
                                      </p:cBhvr>
                                      <p:to x="100000" y="80000"/>
                                    </p:animScale>
                                    <p:animScale>
                                      <p:cBhvr>
                                        <p:cTn id="41" dur="125" decel="50000">
                                          <p:stCondLst>
                                            <p:cond delay="1003"/>
                                          </p:stCondLst>
                                        </p:cTn>
                                        <p:tgtEl>
                                          <p:spTgt spid="12"/>
                                        </p:tgtEl>
                                      </p:cBhvr>
                                      <p:to x="100000" y="100000"/>
                                    </p:animScale>
                                    <p:animScale>
                                      <p:cBhvr>
                                        <p:cTn id="42" dur="19">
                                          <p:stCondLst>
                                            <p:cond delay="1231"/>
                                          </p:stCondLst>
                                        </p:cTn>
                                        <p:tgtEl>
                                          <p:spTgt spid="12"/>
                                        </p:tgtEl>
                                      </p:cBhvr>
                                      <p:to x="100000" y="90000"/>
                                    </p:animScale>
                                    <p:animScale>
                                      <p:cBhvr>
                                        <p:cTn id="43" dur="125" decel="50000">
                                          <p:stCondLst>
                                            <p:cond delay="1250"/>
                                          </p:stCondLst>
                                        </p:cTn>
                                        <p:tgtEl>
                                          <p:spTgt spid="12"/>
                                        </p:tgtEl>
                                      </p:cBhvr>
                                      <p:to x="100000" y="100000"/>
                                    </p:animScale>
                                    <p:animScale>
                                      <p:cBhvr>
                                        <p:cTn id="44" dur="19">
                                          <p:stCondLst>
                                            <p:cond delay="1356"/>
                                          </p:stCondLst>
                                        </p:cTn>
                                        <p:tgtEl>
                                          <p:spTgt spid="12"/>
                                        </p:tgtEl>
                                      </p:cBhvr>
                                      <p:to x="100000" y="95000"/>
                                    </p:animScale>
                                    <p:animScale>
                                      <p:cBhvr>
                                        <p:cTn id="45" dur="125" decel="50000">
                                          <p:stCondLst>
                                            <p:cond delay="1375"/>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EC99BDDB-2C0E-8914-CED1-70B549E2DDF1}"/>
              </a:ext>
            </a:extLst>
          </p:cNvPr>
          <p:cNvSpPr txBox="1"/>
          <p:nvPr>
            <p:custDataLst>
              <p:tags r:id="rId1"/>
            </p:custDataLst>
          </p:nvPr>
        </p:nvSpPr>
        <p:spPr>
          <a:xfrm>
            <a:off x="696765" y="564689"/>
            <a:ext cx="7815280" cy="1214179"/>
          </a:xfrm>
          <a:prstGeom prst="rect">
            <a:avLst/>
          </a:prstGeom>
          <a:noFill/>
        </p:spPr>
        <p:txBody>
          <a:bodyPr wrap="square">
            <a:spAutoFit/>
          </a:bodyPr>
          <a:lstStyle/>
          <a:p>
            <a:pPr marL="0" marR="0" lvl="0" indent="432000" algn="l" defTabSz="685160" rtl="0" eaLnBrk="1" fontAlgn="auto" latinLnBrk="0" hangingPunct="1">
              <a:lnSpc>
                <a:spcPts val="3000"/>
              </a:lnSpc>
              <a:spcBef>
                <a:spcPct val="0"/>
              </a:spcBef>
              <a:spcAft>
                <a:spcPct val="0"/>
              </a:spcAft>
              <a:buClrTx/>
              <a:buSzTx/>
              <a:buFontTx/>
              <a:buNone/>
              <a:defRPr/>
            </a:pPr>
            <a:r>
              <a:rPr kumimoji="0" lang="en-US" altLang="zh-CN" sz="2100" b="1" i="0" u="none" strike="noStrike" kern="1200" cap="none" spc="0" normalizeH="0" baseline="0" noProof="0">
                <a:ln>
                  <a:noFill/>
                </a:ln>
                <a:solidFill>
                  <a:prstClr val="black"/>
                </a:solidFill>
                <a:effectLst/>
                <a:uLnTx/>
                <a:uFillTx/>
                <a:ea typeface="微软雅黑"/>
                <a:cs typeface="+mn-cs"/>
              </a:rPr>
              <a:t>【</a:t>
            </a:r>
            <a:r>
              <a:rPr kumimoji="0" lang="zh-CN" altLang="en-US" sz="2100" b="1" i="0" u="none" strike="noStrike" kern="1200" cap="none" spc="0" normalizeH="0" baseline="0" noProof="0">
                <a:ln>
                  <a:noFill/>
                </a:ln>
                <a:solidFill>
                  <a:prstClr val="black"/>
                </a:solidFill>
                <a:effectLst/>
                <a:uLnTx/>
                <a:uFillTx/>
                <a:ea typeface="微软雅黑"/>
                <a:cs typeface="+mn-cs"/>
              </a:rPr>
              <a:t>例题</a:t>
            </a:r>
            <a:r>
              <a:rPr kumimoji="0" lang="en-US" altLang="zh-CN" sz="2100" b="1" i="0" u="none" strike="noStrike" kern="1200" cap="none" spc="0" normalizeH="0" baseline="0" noProof="0">
                <a:ln>
                  <a:noFill/>
                </a:ln>
                <a:solidFill>
                  <a:prstClr val="black"/>
                </a:solidFill>
                <a:effectLst/>
                <a:uLnTx/>
                <a:uFillTx/>
                <a:ea typeface="微软雅黑"/>
                <a:cs typeface="+mn-cs"/>
              </a:rPr>
              <a:t>4】</a:t>
            </a:r>
            <a:r>
              <a:rPr kumimoji="0" lang="zh-CN" altLang="en-US" sz="2100" i="0" u="none" strike="noStrike" kern="1200" cap="none" spc="0" normalizeH="0" baseline="0" noProof="0">
                <a:ln>
                  <a:noFill/>
                </a:ln>
                <a:solidFill>
                  <a:prstClr val="black"/>
                </a:solidFill>
                <a:effectLst/>
                <a:uLnTx/>
                <a:uFillTx/>
                <a:ea typeface="微软雅黑"/>
                <a:cs typeface="+mn-cs"/>
              </a:rPr>
              <a:t>为制作弹簧测力计，某物理实验小组对弹簧的伸长与拉力的关系作了探究。如表是他们利用甲、乙两根不同的弹簧做实验时所记录的数据。</a:t>
            </a:r>
            <a:endParaRPr kumimoji="0" lang="zh-CN" altLang="en-US" sz="2100" b="0" i="0" u="none" strike="noStrike" kern="1200" cap="none" spc="0" normalizeH="0" baseline="0" noProof="0">
              <a:ln>
                <a:noFill/>
              </a:ln>
              <a:solidFill>
                <a:prstClr val="black"/>
              </a:solidFill>
              <a:effectLst/>
              <a:uLnTx/>
              <a:uFillTx/>
              <a:ea typeface="微软雅黑"/>
              <a:cs typeface="+mn-cs"/>
            </a:endParaRPr>
          </a:p>
        </p:txBody>
      </p:sp>
      <p:sp>
        <p:nvSpPr>
          <p:cNvPr id="2169" name="矩形 315396">
            <a:extLst>
              <a:ext uri="{FF2B5EF4-FFF2-40B4-BE49-F238E27FC236}">
                <a16:creationId xmlns:a16="http://schemas.microsoft.com/office/drawing/2014/main" id="{75B39BA6-6E6D-C9F6-8415-B2753534B79D}"/>
              </a:ext>
            </a:extLst>
          </p:cNvPr>
          <p:cNvSpPr>
            <a:spLocks noChangeArrowheads="1"/>
          </p:cNvSpPr>
          <p:nvPr>
            <p:custDataLst>
              <p:tags r:id="rId2"/>
            </p:custDataLst>
          </p:nvPr>
        </p:nvSpPr>
        <p:spPr bwMode="auto">
          <a:xfrm>
            <a:off x="200905" y="-97755"/>
            <a:ext cx="8552264" cy="5231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8288">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1pPr>
            <a:lvl2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2pPr>
            <a:lvl3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3pPr>
            <a:lvl4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4pPr>
            <a:lvl5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5pPr>
            <a:lvl6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6pPr>
            <a:lvl7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7pPr>
            <a:lvl8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8pPr>
            <a:lvl9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9pPr>
          </a:lstStyle>
          <a:p>
            <a:pPr indent="432000">
              <a:lnSpc>
                <a:spcPts val="3800"/>
              </a:lnSpc>
            </a:pPr>
            <a:endParaRPr lang="zh-CN" altLang="en-US" sz="2400" b="0">
              <a:latin typeface="+mn-ea"/>
              <a:ea typeface="+mn-ea"/>
            </a:endParaRPr>
          </a:p>
        </p:txBody>
      </p:sp>
      <p:sp>
        <p:nvSpPr>
          <p:cNvPr id="9" name="文本框 8">
            <a:extLst>
              <a:ext uri="{FF2B5EF4-FFF2-40B4-BE49-F238E27FC236}">
                <a16:creationId xmlns:a16="http://schemas.microsoft.com/office/drawing/2014/main" id="{3CF474F8-8688-8419-F352-E87765121619}"/>
              </a:ext>
            </a:extLst>
          </p:cNvPr>
          <p:cNvSpPr txBox="1"/>
          <p:nvPr>
            <p:custDataLst>
              <p:tags r:id="rId3"/>
            </p:custDataLst>
          </p:nvPr>
        </p:nvSpPr>
        <p:spPr>
          <a:xfrm>
            <a:off x="696765" y="26855"/>
            <a:ext cx="1511341" cy="430887"/>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典例分析</a:t>
            </a:r>
          </a:p>
        </p:txBody>
      </p:sp>
      <p:sp>
        <p:nvSpPr>
          <p:cNvPr id="2" name="文本框 1">
            <a:extLst>
              <a:ext uri="{FF2B5EF4-FFF2-40B4-BE49-F238E27FC236}">
                <a16:creationId xmlns:a16="http://schemas.microsoft.com/office/drawing/2014/main" id="{BB009D2F-D558-F39C-8C9D-56A27CD5EEF6}"/>
              </a:ext>
            </a:extLst>
          </p:cNvPr>
          <p:cNvSpPr txBox="1"/>
          <p:nvPr>
            <p:custDataLst>
              <p:tags r:id="rId4"/>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B870E8B0-AA92-9F8C-1067-2E47B67FEA3C}"/>
              </a:ext>
            </a:extLst>
          </p:cNvPr>
          <p:cNvGraphicFramePr>
            <a:graphicFrameLocks noGrp="1"/>
          </p:cNvGraphicFramePr>
          <p:nvPr>
            <p:custDataLst>
              <p:tags r:id="rId5"/>
            </p:custDataLst>
            <p:extLst>
              <p:ext uri="{D42A27DB-BD31-4B8C-83A1-F6EECF244321}">
                <p14:modId xmlns:p14="http://schemas.microsoft.com/office/powerpoint/2010/main" val="3031914202"/>
              </p:ext>
            </p:extLst>
          </p:nvPr>
        </p:nvGraphicFramePr>
        <p:xfrm>
          <a:off x="1715240" y="1839968"/>
          <a:ext cx="6487265" cy="926876"/>
        </p:xfrm>
        <a:graphic>
          <a:graphicData uri="http://schemas.openxmlformats.org/drawingml/2006/table">
            <a:tbl>
              <a:tblPr firstRow="1" firstCol="1" bandRow="1">
                <a:tableStyleId>{5C22544A-7EE6-4342-B048-85BDC9FD1C3A}</a:tableStyleId>
              </a:tblPr>
              <a:tblGrid>
                <a:gridCol w="2226974">
                  <a:extLst>
                    <a:ext uri="{9D8B030D-6E8A-4147-A177-3AD203B41FA5}">
                      <a16:colId xmlns:a16="http://schemas.microsoft.com/office/drawing/2014/main" val="4194195261"/>
                    </a:ext>
                  </a:extLst>
                </a:gridCol>
                <a:gridCol w="608613">
                  <a:extLst>
                    <a:ext uri="{9D8B030D-6E8A-4147-A177-3AD203B41FA5}">
                      <a16:colId xmlns:a16="http://schemas.microsoft.com/office/drawing/2014/main" val="2614903560"/>
                    </a:ext>
                  </a:extLst>
                </a:gridCol>
                <a:gridCol w="608613">
                  <a:extLst>
                    <a:ext uri="{9D8B030D-6E8A-4147-A177-3AD203B41FA5}">
                      <a16:colId xmlns:a16="http://schemas.microsoft.com/office/drawing/2014/main" val="981342984"/>
                    </a:ext>
                  </a:extLst>
                </a:gridCol>
                <a:gridCol w="608613">
                  <a:extLst>
                    <a:ext uri="{9D8B030D-6E8A-4147-A177-3AD203B41FA5}">
                      <a16:colId xmlns:a16="http://schemas.microsoft.com/office/drawing/2014/main" val="2514219502"/>
                    </a:ext>
                  </a:extLst>
                </a:gridCol>
                <a:gridCol w="608613">
                  <a:extLst>
                    <a:ext uri="{9D8B030D-6E8A-4147-A177-3AD203B41FA5}">
                      <a16:colId xmlns:a16="http://schemas.microsoft.com/office/drawing/2014/main" val="1260890043"/>
                    </a:ext>
                  </a:extLst>
                </a:gridCol>
                <a:gridCol w="608613">
                  <a:extLst>
                    <a:ext uri="{9D8B030D-6E8A-4147-A177-3AD203B41FA5}">
                      <a16:colId xmlns:a16="http://schemas.microsoft.com/office/drawing/2014/main" val="2535823491"/>
                    </a:ext>
                  </a:extLst>
                </a:gridCol>
                <a:gridCol w="608613">
                  <a:extLst>
                    <a:ext uri="{9D8B030D-6E8A-4147-A177-3AD203B41FA5}">
                      <a16:colId xmlns:a16="http://schemas.microsoft.com/office/drawing/2014/main" val="850208265"/>
                    </a:ext>
                  </a:extLst>
                </a:gridCol>
                <a:gridCol w="608613">
                  <a:extLst>
                    <a:ext uri="{9D8B030D-6E8A-4147-A177-3AD203B41FA5}">
                      <a16:colId xmlns:a16="http://schemas.microsoft.com/office/drawing/2014/main" val="1022402396"/>
                    </a:ext>
                  </a:extLst>
                </a:gridCol>
              </a:tblGrid>
              <a:tr h="463438">
                <a:tc>
                  <a:txBody>
                    <a:bodyPr/>
                    <a:lstStyle/>
                    <a:p>
                      <a:pPr algn="ctr">
                        <a:lnSpc>
                          <a:spcPct val="150000"/>
                        </a:lnSpc>
                      </a:pPr>
                      <a:r>
                        <a:rPr lang="zh-CN" sz="1600" b="0" kern="100">
                          <a:solidFill>
                            <a:schemeClr val="tx1"/>
                          </a:solidFill>
                          <a:effectLst/>
                        </a:rPr>
                        <a:t>甲弹簧受到的拉力</a:t>
                      </a:r>
                      <a:r>
                        <a:rPr lang="en-US" sz="1600" b="0" kern="100">
                          <a:solidFill>
                            <a:schemeClr val="tx1"/>
                          </a:solidFill>
                          <a:effectLst/>
                        </a:rPr>
                        <a:t>/N</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1</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3</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44530700"/>
                  </a:ext>
                </a:extLst>
              </a:tr>
              <a:tr h="463438">
                <a:tc>
                  <a:txBody>
                    <a:bodyPr/>
                    <a:lstStyle/>
                    <a:p>
                      <a:pPr algn="ctr">
                        <a:lnSpc>
                          <a:spcPct val="150000"/>
                        </a:lnSpc>
                      </a:pPr>
                      <a:r>
                        <a:rPr lang="zh-CN" sz="1600" b="0" kern="100">
                          <a:solidFill>
                            <a:schemeClr val="tx1"/>
                          </a:solidFill>
                          <a:effectLst/>
                        </a:rPr>
                        <a:t>甲弹簧的长度</a:t>
                      </a:r>
                      <a:r>
                        <a:rPr lang="en-US" sz="1600" b="0" kern="100">
                          <a:solidFill>
                            <a:schemeClr val="tx1"/>
                          </a:solidFill>
                          <a:effectLst/>
                        </a:rPr>
                        <a:t>/cm</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9</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21</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24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90695930"/>
                  </a:ext>
                </a:extLst>
              </a:tr>
            </a:tbl>
          </a:graphicData>
        </a:graphic>
      </p:graphicFrame>
      <p:graphicFrame>
        <p:nvGraphicFramePr>
          <p:cNvPr id="5" name="表格 4">
            <a:extLst>
              <a:ext uri="{FF2B5EF4-FFF2-40B4-BE49-F238E27FC236}">
                <a16:creationId xmlns:a16="http://schemas.microsoft.com/office/drawing/2014/main" id="{F26EF979-FCD7-2686-B2DE-97EA0463C94B}"/>
              </a:ext>
            </a:extLst>
          </p:cNvPr>
          <p:cNvGraphicFramePr>
            <a:graphicFrameLocks noGrp="1"/>
          </p:cNvGraphicFramePr>
          <p:nvPr>
            <p:custDataLst>
              <p:tags r:id="rId6"/>
            </p:custDataLst>
            <p:extLst>
              <p:ext uri="{D42A27DB-BD31-4B8C-83A1-F6EECF244321}">
                <p14:modId xmlns:p14="http://schemas.microsoft.com/office/powerpoint/2010/main" val="680413681"/>
              </p:ext>
            </p:extLst>
          </p:nvPr>
        </p:nvGraphicFramePr>
        <p:xfrm>
          <a:off x="1707853" y="2827944"/>
          <a:ext cx="6487263" cy="926876"/>
        </p:xfrm>
        <a:graphic>
          <a:graphicData uri="http://schemas.openxmlformats.org/drawingml/2006/table">
            <a:tbl>
              <a:tblPr firstRow="1" firstCol="1" bandRow="1">
                <a:tableStyleId>{5C22544A-7EE6-4342-B048-85BDC9FD1C3A}</a:tableStyleId>
              </a:tblPr>
              <a:tblGrid>
                <a:gridCol w="2280788">
                  <a:extLst>
                    <a:ext uri="{9D8B030D-6E8A-4147-A177-3AD203B41FA5}">
                      <a16:colId xmlns:a16="http://schemas.microsoft.com/office/drawing/2014/main" val="2819370898"/>
                    </a:ext>
                  </a:extLst>
                </a:gridCol>
                <a:gridCol w="600925">
                  <a:extLst>
                    <a:ext uri="{9D8B030D-6E8A-4147-A177-3AD203B41FA5}">
                      <a16:colId xmlns:a16="http://schemas.microsoft.com/office/drawing/2014/main" val="1561453952"/>
                    </a:ext>
                  </a:extLst>
                </a:gridCol>
                <a:gridCol w="600925">
                  <a:extLst>
                    <a:ext uri="{9D8B030D-6E8A-4147-A177-3AD203B41FA5}">
                      <a16:colId xmlns:a16="http://schemas.microsoft.com/office/drawing/2014/main" val="3609604236"/>
                    </a:ext>
                  </a:extLst>
                </a:gridCol>
                <a:gridCol w="600925">
                  <a:extLst>
                    <a:ext uri="{9D8B030D-6E8A-4147-A177-3AD203B41FA5}">
                      <a16:colId xmlns:a16="http://schemas.microsoft.com/office/drawing/2014/main" val="2120138208"/>
                    </a:ext>
                  </a:extLst>
                </a:gridCol>
                <a:gridCol w="600925">
                  <a:extLst>
                    <a:ext uri="{9D8B030D-6E8A-4147-A177-3AD203B41FA5}">
                      <a16:colId xmlns:a16="http://schemas.microsoft.com/office/drawing/2014/main" val="875769178"/>
                    </a:ext>
                  </a:extLst>
                </a:gridCol>
                <a:gridCol w="600925">
                  <a:extLst>
                    <a:ext uri="{9D8B030D-6E8A-4147-A177-3AD203B41FA5}">
                      <a16:colId xmlns:a16="http://schemas.microsoft.com/office/drawing/2014/main" val="2944818335"/>
                    </a:ext>
                  </a:extLst>
                </a:gridCol>
                <a:gridCol w="600925">
                  <a:extLst>
                    <a:ext uri="{9D8B030D-6E8A-4147-A177-3AD203B41FA5}">
                      <a16:colId xmlns:a16="http://schemas.microsoft.com/office/drawing/2014/main" val="3510837640"/>
                    </a:ext>
                  </a:extLst>
                </a:gridCol>
                <a:gridCol w="600925">
                  <a:extLst>
                    <a:ext uri="{9D8B030D-6E8A-4147-A177-3AD203B41FA5}">
                      <a16:colId xmlns:a16="http://schemas.microsoft.com/office/drawing/2014/main" val="3096744097"/>
                    </a:ext>
                  </a:extLst>
                </a:gridCol>
              </a:tblGrid>
              <a:tr h="463438">
                <a:tc>
                  <a:txBody>
                    <a:bodyPr/>
                    <a:lstStyle/>
                    <a:p>
                      <a:pPr algn="ctr">
                        <a:lnSpc>
                          <a:spcPct val="150000"/>
                        </a:lnSpc>
                      </a:pPr>
                      <a:r>
                        <a:rPr lang="zh-CN" sz="1600" b="0" kern="100">
                          <a:solidFill>
                            <a:schemeClr val="tx1"/>
                          </a:solidFill>
                          <a:effectLst/>
                        </a:rPr>
                        <a:t>乙弹簧受到的拉力</a:t>
                      </a:r>
                      <a:r>
                        <a:rPr lang="en-US" sz="1600" b="0" kern="100">
                          <a:solidFill>
                            <a:schemeClr val="tx1"/>
                          </a:solidFill>
                          <a:effectLst/>
                        </a:rPr>
                        <a:t>/N</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l</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3</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5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49648301"/>
                  </a:ext>
                </a:extLst>
              </a:tr>
              <a:tr h="463438">
                <a:tc>
                  <a:txBody>
                    <a:bodyPr/>
                    <a:lstStyle/>
                    <a:p>
                      <a:pPr algn="ctr">
                        <a:lnSpc>
                          <a:spcPct val="150000"/>
                        </a:lnSpc>
                      </a:pPr>
                      <a:r>
                        <a:rPr lang="zh-CN" sz="1600" b="0" kern="100">
                          <a:solidFill>
                            <a:schemeClr val="tx1"/>
                          </a:solidFill>
                          <a:effectLst/>
                        </a:rPr>
                        <a:t>乙弹簧的长度</a:t>
                      </a:r>
                      <a:r>
                        <a:rPr lang="en-US" sz="1600" b="0" kern="100">
                          <a:solidFill>
                            <a:schemeClr val="tx1"/>
                          </a:solidFill>
                          <a:effectLst/>
                        </a:rPr>
                        <a:t>/cm</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50000"/>
                        </a:lnSpc>
                      </a:pPr>
                      <a:r>
                        <a:rPr lang="en-US" sz="1600" b="0" kern="100">
                          <a:solidFill>
                            <a:schemeClr val="tx1"/>
                          </a:solidFill>
                          <a:effectLst/>
                        </a:rPr>
                        <a:t>18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82304003"/>
                  </a:ext>
                </a:extLst>
              </a:tr>
            </a:tbl>
          </a:graphicData>
        </a:graphic>
      </p:graphicFrame>
      <p:sp>
        <p:nvSpPr>
          <p:cNvPr id="7" name="文本框 6">
            <a:extLst>
              <a:ext uri="{FF2B5EF4-FFF2-40B4-BE49-F238E27FC236}">
                <a16:creationId xmlns:a16="http://schemas.microsoft.com/office/drawing/2014/main" id="{DE866743-BD7B-FF18-D34E-CC33CD71B1C5}"/>
              </a:ext>
            </a:extLst>
          </p:cNvPr>
          <p:cNvSpPr txBox="1"/>
          <p:nvPr>
            <p:custDataLst>
              <p:tags r:id="rId7"/>
            </p:custDataLst>
          </p:nvPr>
        </p:nvSpPr>
        <p:spPr>
          <a:xfrm>
            <a:off x="981688" y="2117867"/>
            <a:ext cx="941493" cy="369332"/>
          </a:xfrm>
          <a:prstGeom prst="rect">
            <a:avLst/>
          </a:prstGeom>
          <a:noFill/>
        </p:spPr>
        <p:txBody>
          <a:bodyPr wrap="square">
            <a:spAutoFit/>
          </a:bodyPr>
          <a:lstStyle/>
          <a:p>
            <a:r>
              <a:rPr lang="zh-CN" altLang="en-US" sz="1800">
                <a:solidFill>
                  <a:prstClr val="black"/>
                </a:solidFill>
                <a:latin typeface="Times New Roman"/>
                <a:ea typeface="微软雅黑"/>
              </a:rPr>
              <a:t>表一</a:t>
            </a:r>
            <a:endParaRPr lang="zh-CN" altLang="en-US" sz="1800"/>
          </a:p>
        </p:txBody>
      </p:sp>
      <p:sp>
        <p:nvSpPr>
          <p:cNvPr id="17" name="文本框 16">
            <a:extLst>
              <a:ext uri="{FF2B5EF4-FFF2-40B4-BE49-F238E27FC236}">
                <a16:creationId xmlns:a16="http://schemas.microsoft.com/office/drawing/2014/main" id="{1A784EEF-8010-CEFE-B647-85502C4BD819}"/>
              </a:ext>
            </a:extLst>
          </p:cNvPr>
          <p:cNvSpPr txBox="1"/>
          <p:nvPr>
            <p:custDataLst>
              <p:tags r:id="rId8"/>
            </p:custDataLst>
          </p:nvPr>
        </p:nvSpPr>
        <p:spPr>
          <a:xfrm>
            <a:off x="981687" y="3086899"/>
            <a:ext cx="941493" cy="369332"/>
          </a:xfrm>
          <a:prstGeom prst="rect">
            <a:avLst/>
          </a:prstGeom>
          <a:noFill/>
        </p:spPr>
        <p:txBody>
          <a:bodyPr wrap="square">
            <a:spAutoFit/>
          </a:bodyPr>
          <a:lstStyle/>
          <a:p>
            <a:r>
              <a:rPr lang="zh-CN" altLang="en-US" sz="1800">
                <a:solidFill>
                  <a:prstClr val="black"/>
                </a:solidFill>
                <a:latin typeface="Times New Roman"/>
                <a:ea typeface="微软雅黑"/>
              </a:rPr>
              <a:t>表二</a:t>
            </a:r>
            <a:endParaRPr lang="zh-CN" altLang="en-US" sz="1800"/>
          </a:p>
        </p:txBody>
      </p:sp>
      <p:sp>
        <p:nvSpPr>
          <p:cNvPr id="20" name="文本框 19">
            <a:extLst>
              <a:ext uri="{FF2B5EF4-FFF2-40B4-BE49-F238E27FC236}">
                <a16:creationId xmlns:a16="http://schemas.microsoft.com/office/drawing/2014/main" id="{97AD36BB-2E5E-FEB5-D55E-4AEC9B2CDE74}"/>
              </a:ext>
            </a:extLst>
          </p:cNvPr>
          <p:cNvSpPr txBox="1"/>
          <p:nvPr>
            <p:custDataLst>
              <p:tags r:id="rId9"/>
            </p:custDataLst>
          </p:nvPr>
        </p:nvSpPr>
        <p:spPr>
          <a:xfrm>
            <a:off x="823867" y="3924477"/>
            <a:ext cx="7929302" cy="826445"/>
          </a:xfrm>
          <a:prstGeom prst="rect">
            <a:avLst/>
          </a:prstGeom>
          <a:noFill/>
        </p:spPr>
        <p:txBody>
          <a:bodyPr wrap="square">
            <a:spAutoFit/>
          </a:bodyPr>
          <a:lstStyle/>
          <a:p>
            <a:pPr indent="457200">
              <a:lnSpc>
                <a:spcPts val="3000"/>
              </a:lnSpc>
            </a:pPr>
            <a:r>
              <a:rPr lang="zh-CN" altLang="en-US" sz="2000"/>
              <a:t>（</a:t>
            </a:r>
            <a:r>
              <a:rPr lang="en-US" altLang="zh-CN" sz="2000"/>
              <a:t>1</a:t>
            </a:r>
            <a:r>
              <a:rPr lang="zh-CN" altLang="en-US" sz="2000"/>
              <a:t>）分析表一可知：在一定限度内，弹簧的伸长量与拉力成 </a:t>
            </a:r>
            <a:r>
              <a:rPr lang="en-US" altLang="zh-CN" sz="2000"/>
              <a:t>______</a:t>
            </a:r>
            <a:r>
              <a:rPr lang="zh-CN" altLang="en-US" sz="2000"/>
              <a:t>（选填“正比”或“反比”），判断依据是 </a:t>
            </a:r>
            <a:r>
              <a:rPr lang="en-US" altLang="zh-CN" sz="2000"/>
              <a:t>___________</a:t>
            </a:r>
            <a:r>
              <a:rPr lang="zh-CN" altLang="en-US" sz="2000"/>
              <a:t>；</a:t>
            </a:r>
          </a:p>
        </p:txBody>
      </p:sp>
      <p:sp>
        <p:nvSpPr>
          <p:cNvPr id="21" name="文本框 20">
            <a:extLst>
              <a:ext uri="{FF2B5EF4-FFF2-40B4-BE49-F238E27FC236}">
                <a16:creationId xmlns:a16="http://schemas.microsoft.com/office/drawing/2014/main" id="{359FDA7B-B155-D4E3-924B-AEE132EA548D}"/>
              </a:ext>
            </a:extLst>
          </p:cNvPr>
          <p:cNvSpPr txBox="1"/>
          <p:nvPr>
            <p:custDataLst>
              <p:tags r:id="rId10"/>
            </p:custDataLst>
          </p:nvPr>
        </p:nvSpPr>
        <p:spPr>
          <a:xfrm>
            <a:off x="934273" y="4280109"/>
            <a:ext cx="1036320" cy="400110"/>
          </a:xfrm>
          <a:prstGeom prst="rect">
            <a:avLst/>
          </a:prstGeom>
          <a:noFill/>
        </p:spPr>
        <p:txBody>
          <a:bodyPr wrap="square">
            <a:spAutoFit/>
          </a:bodyPr>
          <a:lstStyle/>
          <a:p>
            <a:r>
              <a:rPr kumimoji="0" lang="zh-CN" altLang="en-US" sz="2000" i="0" u="none" strike="noStrike" kern="1200" cap="none" spc="0" normalizeH="0" baseline="0" noProof="0">
                <a:ln>
                  <a:noFill/>
                </a:ln>
                <a:solidFill>
                  <a:srgbClr val="FF0000"/>
                </a:solidFill>
                <a:effectLst/>
                <a:uLnTx/>
                <a:uFillTx/>
                <a:latin typeface="Times New Roman"/>
                <a:ea typeface="微软雅黑"/>
                <a:cs typeface="Times New Roman" panose="02020603050405020304" pitchFamily="18" charset="0"/>
              </a:rPr>
              <a:t>正比</a:t>
            </a:r>
            <a:endParaRPr lang="zh-CN" altLang="en-US">
              <a:solidFill>
                <a:srgbClr val="FF0000"/>
              </a:solidFill>
            </a:endParaRPr>
          </a:p>
        </p:txBody>
      </p:sp>
      <p:sp>
        <p:nvSpPr>
          <p:cNvPr id="23" name="文本框 22">
            <a:extLst>
              <a:ext uri="{FF2B5EF4-FFF2-40B4-BE49-F238E27FC236}">
                <a16:creationId xmlns:a16="http://schemas.microsoft.com/office/drawing/2014/main" id="{5CD1A426-52F1-B9D0-31D5-380F4ECE0B50}"/>
              </a:ext>
            </a:extLst>
          </p:cNvPr>
          <p:cNvSpPr txBox="1"/>
          <p:nvPr>
            <p:custDataLst>
              <p:tags r:id="rId11"/>
            </p:custDataLst>
          </p:nvPr>
        </p:nvSpPr>
        <p:spPr>
          <a:xfrm>
            <a:off x="2649053" y="4698971"/>
            <a:ext cx="6104116" cy="400110"/>
          </a:xfrm>
          <a:prstGeom prst="rect">
            <a:avLst/>
          </a:prstGeom>
          <a:noFill/>
        </p:spPr>
        <p:txBody>
          <a:bodyPr wrap="square">
            <a:spAutoFit/>
          </a:bodyPr>
          <a:lstStyle/>
          <a:p>
            <a:r>
              <a:rPr lang="zh-CN" altLang="zh-CN" sz="2000">
                <a:solidFill>
                  <a:srgbClr val="FF0000"/>
                </a:solidFill>
                <a:latin typeface="Times New Roman"/>
                <a:ea typeface="微软雅黑"/>
                <a:cs typeface="Times New Roman" panose="02020603050405020304" pitchFamily="18" charset="0"/>
              </a:rPr>
              <a:t>弹簧伸长的长度与弹簧受到的拉力之比是定值</a:t>
            </a:r>
            <a:endParaRPr lang="zh-CN" altLang="en-US" sz="2000">
              <a:solidFill>
                <a:srgbClr val="FF0000"/>
              </a:solidFill>
              <a:latin typeface="Times New Roman"/>
              <a:ea typeface="微软雅黑"/>
              <a:cs typeface="Times New Roman" panose="02020603050405020304" pitchFamily="18" charset="0"/>
            </a:endParaRPr>
          </a:p>
        </p:txBody>
      </p:sp>
      <p:sp>
        <p:nvSpPr>
          <p:cNvPr id="24" name="文本框 23">
            <a:extLst>
              <a:ext uri="{FF2B5EF4-FFF2-40B4-BE49-F238E27FC236}">
                <a16:creationId xmlns:a16="http://schemas.microsoft.com/office/drawing/2014/main" id="{792C2F9E-0F98-9D39-A203-011EAD5FCB0C}"/>
              </a:ext>
            </a:extLst>
          </p:cNvPr>
          <p:cNvSpPr txBox="1"/>
          <p:nvPr>
            <p:custDataLst>
              <p:tags r:id="rId12"/>
            </p:custDataLst>
          </p:nvPr>
        </p:nvSpPr>
        <p:spPr>
          <a:xfrm>
            <a:off x="6855651" y="1417421"/>
            <a:ext cx="1591584" cy="400110"/>
          </a:xfrm>
          <a:prstGeom prst="rect">
            <a:avLst/>
          </a:prstGeom>
          <a:solidFill>
            <a:srgbClr val="FF0000">
              <a:alpha val="31000"/>
            </a:srgbClr>
          </a:solidFill>
          <a:ln>
            <a:solidFill>
              <a:schemeClr val="tx1"/>
            </a:solidFill>
          </a:ln>
        </p:spPr>
        <p:txBody>
          <a:bodyPr wrap="square">
            <a:spAutoFit/>
          </a:bodyPr>
          <a:lstStyle/>
          <a:p>
            <a:pPr algn="ctr"/>
            <a:r>
              <a:rPr lang="zh-CN" altLang="en-US" sz="2000">
                <a:latin typeface="Times New Roman" panose="02020603050405020304" pitchFamily="18" charset="0"/>
                <a:ea typeface="微软雅黑" panose="020B0503020204020204" pitchFamily="34" charset="-122"/>
                <a:cs typeface="Times New Roman" panose="02020603050405020304" pitchFamily="18" charset="0"/>
              </a:rPr>
              <a:t>解析见下页</a:t>
            </a:r>
            <a:endParaRPr lang="zh-CN" altLang="en-US" sz="2000"/>
          </a:p>
        </p:txBody>
      </p:sp>
    </p:spTree>
    <p:extLst>
      <p:ext uri="{BB962C8B-B14F-4D97-AF65-F5344CB8AC3E}">
        <p14:creationId xmlns:p14="http://schemas.microsoft.com/office/powerpoint/2010/main" val="156301988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p:cTn id="7" dur="750" fill="hold"/>
                                        <p:tgtEl>
                                          <p:spTgt spid="21"/>
                                        </p:tgtEl>
                                        <p:attrNameLst>
                                          <p:attrName>ppt_w</p:attrName>
                                        </p:attrNameLst>
                                      </p:cBhvr>
                                      <p:tavLst>
                                        <p:tav tm="0">
                                          <p:val>
                                            <p:fltVal val="0"/>
                                          </p:val>
                                        </p:tav>
                                        <p:tav tm="100000">
                                          <p:val>
                                            <p:strVal val="#ppt_w"/>
                                          </p:val>
                                        </p:tav>
                                      </p:tavLst>
                                    </p:anim>
                                    <p:anim calcmode="lin" valueType="num">
                                      <p:cBhvr>
                                        <p:cTn id="8" dur="750" fill="hold"/>
                                        <p:tgtEl>
                                          <p:spTgt spid="21"/>
                                        </p:tgtEl>
                                        <p:attrNameLst>
                                          <p:attrName>ppt_h</p:attrName>
                                        </p:attrNameLst>
                                      </p:cBhvr>
                                      <p:tavLst>
                                        <p:tav tm="0">
                                          <p:val>
                                            <p:fltVal val="0"/>
                                          </p:val>
                                        </p:tav>
                                        <p:tav tm="100000">
                                          <p:val>
                                            <p:strVal val="#ppt_h"/>
                                          </p:val>
                                        </p:tav>
                                      </p:tavLst>
                                    </p:anim>
                                    <p:anim calcmode="lin" valueType="num">
                                      <p:cBhvr>
                                        <p:cTn id="9" dur="750" fill="hold"/>
                                        <p:tgtEl>
                                          <p:spTgt spid="21"/>
                                        </p:tgtEl>
                                        <p:attrNameLst>
                                          <p:attrName>style.rotation</p:attrName>
                                        </p:attrNameLst>
                                      </p:cBhvr>
                                      <p:tavLst>
                                        <p:tav tm="0">
                                          <p:val>
                                            <p:fltVal val="90"/>
                                          </p:val>
                                        </p:tav>
                                        <p:tav tm="100000">
                                          <p:val>
                                            <p:fltVal val="0"/>
                                          </p:val>
                                        </p:tav>
                                      </p:tavLst>
                                    </p:anim>
                                    <p:animEffect transition="in" filter="fade">
                                      <p:cBhvr>
                                        <p:cTn id="10" dur="750"/>
                                        <p:tgtEl>
                                          <p:spTgt spid="21"/>
                                        </p:tgtEl>
                                      </p:cBhvr>
                                    </p:animEffect>
                                  </p:childTnLst>
                                </p:cTn>
                              </p:par>
                            </p:childTnLst>
                          </p:cTn>
                        </p:par>
                      </p:childTnLst>
                    </p:cTn>
                  </p:par>
                  <p:par>
                    <p:cTn id="11" fill="hold" nodeType="clickPar">
                      <p:stCondLst>
                        <p:cond delay="indefinite"/>
                        <p:cond evt="onBegin" delay="0">
                          <p:tn val="10"/>
                        </p:cond>
                      </p:stCondLst>
                      <p:childTnLst>
                        <p:par>
                          <p:cTn id="12" fill="hold" nodeType="afterGroup">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5" dur="1250"/>
                                        <p:tgtEl>
                                          <p:spTgt spid="23"/>
                                        </p:tgtEl>
                                      </p:cBhvr>
                                    </p:animEffect>
                                  </p:childTnLst>
                                </p:cTn>
                              </p:par>
                            </p:childTnLst>
                          </p:cTn>
                        </p:par>
                        <p:par>
                          <p:cTn id="16" fill="hold" nodeType="afterGroup">
                            <p:stCondLst>
                              <p:cond delay="1250"/>
                            </p:stCondLst>
                            <p:childTnLst>
                              <p:par>
                                <p:cTn id="17" presetID="31" presetClass="entr" presetSubtype="0" fill="hold" grpId="0" nodeType="after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p:cTn id="19" dur="750" fill="hold"/>
                                        <p:tgtEl>
                                          <p:spTgt spid="24"/>
                                        </p:tgtEl>
                                        <p:attrNameLst>
                                          <p:attrName>ppt_w</p:attrName>
                                        </p:attrNameLst>
                                      </p:cBhvr>
                                      <p:tavLst>
                                        <p:tav tm="0">
                                          <p:val>
                                            <p:fltVal val="0"/>
                                          </p:val>
                                        </p:tav>
                                        <p:tav tm="100000">
                                          <p:val>
                                            <p:strVal val="#ppt_w"/>
                                          </p:val>
                                        </p:tav>
                                      </p:tavLst>
                                    </p:anim>
                                    <p:anim calcmode="lin" valueType="num">
                                      <p:cBhvr>
                                        <p:cTn id="20" dur="750" fill="hold"/>
                                        <p:tgtEl>
                                          <p:spTgt spid="24"/>
                                        </p:tgtEl>
                                        <p:attrNameLst>
                                          <p:attrName>ppt_h</p:attrName>
                                        </p:attrNameLst>
                                      </p:cBhvr>
                                      <p:tavLst>
                                        <p:tav tm="0">
                                          <p:val>
                                            <p:fltVal val="0"/>
                                          </p:val>
                                        </p:tav>
                                        <p:tav tm="100000">
                                          <p:val>
                                            <p:strVal val="#ppt_h"/>
                                          </p:val>
                                        </p:tav>
                                      </p:tavLst>
                                    </p:anim>
                                    <p:anim calcmode="lin" valueType="num">
                                      <p:cBhvr>
                                        <p:cTn id="21" dur="750" fill="hold"/>
                                        <p:tgtEl>
                                          <p:spTgt spid="24"/>
                                        </p:tgtEl>
                                        <p:attrNameLst>
                                          <p:attrName>style.rotation</p:attrName>
                                        </p:attrNameLst>
                                      </p:cBhvr>
                                      <p:tavLst>
                                        <p:tav tm="0">
                                          <p:val>
                                            <p:fltVal val="90"/>
                                          </p:val>
                                        </p:tav>
                                        <p:tav tm="100000">
                                          <p:val>
                                            <p:fltVal val="0"/>
                                          </p:val>
                                        </p:tav>
                                      </p:tavLst>
                                    </p:anim>
                                    <p:animEffect transition="in" filter="fade">
                                      <p:cBhvr>
                                        <p:cTn id="22" dur="7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3" grpId="0"/>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 name="矩形 315396">
            <a:extLst>
              <a:ext uri="{FF2B5EF4-FFF2-40B4-BE49-F238E27FC236}">
                <a16:creationId xmlns:a16="http://schemas.microsoft.com/office/drawing/2014/main" id="{75B39BA6-6E6D-C9F6-8415-B2753534B79D}"/>
              </a:ext>
            </a:extLst>
          </p:cNvPr>
          <p:cNvSpPr>
            <a:spLocks noChangeArrowheads="1"/>
          </p:cNvSpPr>
          <p:nvPr>
            <p:custDataLst>
              <p:tags r:id="rId1"/>
            </p:custDataLst>
          </p:nvPr>
        </p:nvSpPr>
        <p:spPr bwMode="auto">
          <a:xfrm>
            <a:off x="200905" y="-97755"/>
            <a:ext cx="8552264" cy="5231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8288">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1pPr>
            <a:lvl2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2pPr>
            <a:lvl3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3pPr>
            <a:lvl4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4pPr>
            <a:lvl5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5pPr>
            <a:lvl6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6pPr>
            <a:lvl7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7pPr>
            <a:lvl8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8pPr>
            <a:lvl9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9pPr>
          </a:lstStyle>
          <a:p>
            <a:pPr indent="432000">
              <a:lnSpc>
                <a:spcPts val="3800"/>
              </a:lnSpc>
            </a:pPr>
            <a:endParaRPr lang="zh-CN" altLang="en-US" sz="2400" b="0">
              <a:latin typeface="+mn-ea"/>
              <a:ea typeface="+mn-ea"/>
            </a:endParaRPr>
          </a:p>
        </p:txBody>
      </p:sp>
      <p:sp>
        <p:nvSpPr>
          <p:cNvPr id="9" name="文本框 8">
            <a:extLst>
              <a:ext uri="{FF2B5EF4-FFF2-40B4-BE49-F238E27FC236}">
                <a16:creationId xmlns:a16="http://schemas.microsoft.com/office/drawing/2014/main" id="{3CF474F8-8688-8419-F352-E87765121619}"/>
              </a:ext>
            </a:extLst>
          </p:cNvPr>
          <p:cNvSpPr txBox="1"/>
          <p:nvPr>
            <p:custDataLst>
              <p:tags r:id="rId2"/>
            </p:custDataLst>
          </p:nvPr>
        </p:nvSpPr>
        <p:spPr>
          <a:xfrm>
            <a:off x="696765" y="26855"/>
            <a:ext cx="1511341" cy="430887"/>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典例分析</a:t>
            </a:r>
          </a:p>
        </p:txBody>
      </p:sp>
      <p:sp>
        <p:nvSpPr>
          <p:cNvPr id="2" name="文本框 1">
            <a:extLst>
              <a:ext uri="{FF2B5EF4-FFF2-40B4-BE49-F238E27FC236}">
                <a16:creationId xmlns:a16="http://schemas.microsoft.com/office/drawing/2014/main" id="{BB009D2F-D558-F39C-8C9D-56A27CD5EEF6}"/>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B870E8B0-AA92-9F8C-1067-2E47B67FEA3C}"/>
              </a:ext>
            </a:extLst>
          </p:cNvPr>
          <p:cNvGraphicFramePr>
            <a:graphicFrameLocks noGrp="1"/>
          </p:cNvGraphicFramePr>
          <p:nvPr>
            <p:custDataLst>
              <p:tags r:id="rId4"/>
            </p:custDataLst>
            <p:extLst>
              <p:ext uri="{D42A27DB-BD31-4B8C-83A1-F6EECF244321}">
                <p14:modId xmlns:p14="http://schemas.microsoft.com/office/powerpoint/2010/main" val="4133362810"/>
              </p:ext>
            </p:extLst>
          </p:nvPr>
        </p:nvGraphicFramePr>
        <p:xfrm>
          <a:off x="1715240" y="641090"/>
          <a:ext cx="6487265" cy="774538"/>
        </p:xfrm>
        <a:graphic>
          <a:graphicData uri="http://schemas.openxmlformats.org/drawingml/2006/table">
            <a:tbl>
              <a:tblPr firstRow="1" firstCol="1" bandRow="1">
                <a:tableStyleId>{5C22544A-7EE6-4342-B048-85BDC9FD1C3A}</a:tableStyleId>
              </a:tblPr>
              <a:tblGrid>
                <a:gridCol w="2226974">
                  <a:extLst>
                    <a:ext uri="{9D8B030D-6E8A-4147-A177-3AD203B41FA5}">
                      <a16:colId xmlns:a16="http://schemas.microsoft.com/office/drawing/2014/main" val="4194195261"/>
                    </a:ext>
                  </a:extLst>
                </a:gridCol>
                <a:gridCol w="608613">
                  <a:extLst>
                    <a:ext uri="{9D8B030D-6E8A-4147-A177-3AD203B41FA5}">
                      <a16:colId xmlns:a16="http://schemas.microsoft.com/office/drawing/2014/main" val="2614903560"/>
                    </a:ext>
                  </a:extLst>
                </a:gridCol>
                <a:gridCol w="608613">
                  <a:extLst>
                    <a:ext uri="{9D8B030D-6E8A-4147-A177-3AD203B41FA5}">
                      <a16:colId xmlns:a16="http://schemas.microsoft.com/office/drawing/2014/main" val="981342984"/>
                    </a:ext>
                  </a:extLst>
                </a:gridCol>
                <a:gridCol w="608613">
                  <a:extLst>
                    <a:ext uri="{9D8B030D-6E8A-4147-A177-3AD203B41FA5}">
                      <a16:colId xmlns:a16="http://schemas.microsoft.com/office/drawing/2014/main" val="2514219502"/>
                    </a:ext>
                  </a:extLst>
                </a:gridCol>
                <a:gridCol w="608613">
                  <a:extLst>
                    <a:ext uri="{9D8B030D-6E8A-4147-A177-3AD203B41FA5}">
                      <a16:colId xmlns:a16="http://schemas.microsoft.com/office/drawing/2014/main" val="1260890043"/>
                    </a:ext>
                  </a:extLst>
                </a:gridCol>
                <a:gridCol w="608613">
                  <a:extLst>
                    <a:ext uri="{9D8B030D-6E8A-4147-A177-3AD203B41FA5}">
                      <a16:colId xmlns:a16="http://schemas.microsoft.com/office/drawing/2014/main" val="2535823491"/>
                    </a:ext>
                  </a:extLst>
                </a:gridCol>
                <a:gridCol w="608613">
                  <a:extLst>
                    <a:ext uri="{9D8B030D-6E8A-4147-A177-3AD203B41FA5}">
                      <a16:colId xmlns:a16="http://schemas.microsoft.com/office/drawing/2014/main" val="850208265"/>
                    </a:ext>
                  </a:extLst>
                </a:gridCol>
                <a:gridCol w="608613">
                  <a:extLst>
                    <a:ext uri="{9D8B030D-6E8A-4147-A177-3AD203B41FA5}">
                      <a16:colId xmlns:a16="http://schemas.microsoft.com/office/drawing/2014/main" val="1022402396"/>
                    </a:ext>
                  </a:extLst>
                </a:gridCol>
              </a:tblGrid>
              <a:tr h="387269">
                <a:tc>
                  <a:txBody>
                    <a:bodyPr/>
                    <a:lstStyle/>
                    <a:p>
                      <a:pPr algn="ctr">
                        <a:lnSpc>
                          <a:spcPct val="100000"/>
                        </a:lnSpc>
                      </a:pPr>
                      <a:r>
                        <a:rPr lang="zh-CN" sz="1600" b="0" kern="100">
                          <a:solidFill>
                            <a:schemeClr val="tx1"/>
                          </a:solidFill>
                          <a:effectLst/>
                        </a:rPr>
                        <a:t>甲弹簧受到的拉力</a:t>
                      </a:r>
                      <a:r>
                        <a:rPr lang="en-US" sz="1600" b="0" kern="100">
                          <a:solidFill>
                            <a:schemeClr val="tx1"/>
                          </a:solidFill>
                          <a:effectLst/>
                        </a:rPr>
                        <a:t>/N</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1</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3</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844530700"/>
                  </a:ext>
                </a:extLst>
              </a:tr>
              <a:tr h="387269">
                <a:tc>
                  <a:txBody>
                    <a:bodyPr/>
                    <a:lstStyle/>
                    <a:p>
                      <a:pPr algn="ctr">
                        <a:lnSpc>
                          <a:spcPct val="100000"/>
                        </a:lnSpc>
                      </a:pPr>
                      <a:r>
                        <a:rPr lang="zh-CN" sz="1600" b="0" kern="100">
                          <a:solidFill>
                            <a:schemeClr val="tx1"/>
                          </a:solidFill>
                          <a:effectLst/>
                        </a:rPr>
                        <a:t>甲弹簧的长度</a:t>
                      </a:r>
                      <a:r>
                        <a:rPr lang="en-US" sz="1600" b="0" kern="100">
                          <a:solidFill>
                            <a:schemeClr val="tx1"/>
                          </a:solidFill>
                          <a:effectLst/>
                        </a:rPr>
                        <a:t>/cm</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9</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21</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24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90695930"/>
                  </a:ext>
                </a:extLst>
              </a:tr>
            </a:tbl>
          </a:graphicData>
        </a:graphic>
      </p:graphicFrame>
      <p:graphicFrame>
        <p:nvGraphicFramePr>
          <p:cNvPr id="5" name="表格 4">
            <a:extLst>
              <a:ext uri="{FF2B5EF4-FFF2-40B4-BE49-F238E27FC236}">
                <a16:creationId xmlns:a16="http://schemas.microsoft.com/office/drawing/2014/main" id="{F26EF979-FCD7-2686-B2DE-97EA0463C94B}"/>
              </a:ext>
            </a:extLst>
          </p:cNvPr>
          <p:cNvGraphicFramePr>
            <a:graphicFrameLocks noGrp="1"/>
          </p:cNvGraphicFramePr>
          <p:nvPr>
            <p:custDataLst>
              <p:tags r:id="rId5"/>
            </p:custDataLst>
            <p:extLst>
              <p:ext uri="{D42A27DB-BD31-4B8C-83A1-F6EECF244321}">
                <p14:modId xmlns:p14="http://schemas.microsoft.com/office/powerpoint/2010/main" val="2540548389"/>
              </p:ext>
            </p:extLst>
          </p:nvPr>
        </p:nvGraphicFramePr>
        <p:xfrm>
          <a:off x="1707853" y="1554560"/>
          <a:ext cx="6487263" cy="774538"/>
        </p:xfrm>
        <a:graphic>
          <a:graphicData uri="http://schemas.openxmlformats.org/drawingml/2006/table">
            <a:tbl>
              <a:tblPr firstRow="1" firstCol="1" bandRow="1">
                <a:tableStyleId>{5C22544A-7EE6-4342-B048-85BDC9FD1C3A}</a:tableStyleId>
              </a:tblPr>
              <a:tblGrid>
                <a:gridCol w="2280788">
                  <a:extLst>
                    <a:ext uri="{9D8B030D-6E8A-4147-A177-3AD203B41FA5}">
                      <a16:colId xmlns:a16="http://schemas.microsoft.com/office/drawing/2014/main" val="2819370898"/>
                    </a:ext>
                  </a:extLst>
                </a:gridCol>
                <a:gridCol w="600925">
                  <a:extLst>
                    <a:ext uri="{9D8B030D-6E8A-4147-A177-3AD203B41FA5}">
                      <a16:colId xmlns:a16="http://schemas.microsoft.com/office/drawing/2014/main" val="1561453952"/>
                    </a:ext>
                  </a:extLst>
                </a:gridCol>
                <a:gridCol w="600925">
                  <a:extLst>
                    <a:ext uri="{9D8B030D-6E8A-4147-A177-3AD203B41FA5}">
                      <a16:colId xmlns:a16="http://schemas.microsoft.com/office/drawing/2014/main" val="3609604236"/>
                    </a:ext>
                  </a:extLst>
                </a:gridCol>
                <a:gridCol w="600925">
                  <a:extLst>
                    <a:ext uri="{9D8B030D-6E8A-4147-A177-3AD203B41FA5}">
                      <a16:colId xmlns:a16="http://schemas.microsoft.com/office/drawing/2014/main" val="2120138208"/>
                    </a:ext>
                  </a:extLst>
                </a:gridCol>
                <a:gridCol w="600925">
                  <a:extLst>
                    <a:ext uri="{9D8B030D-6E8A-4147-A177-3AD203B41FA5}">
                      <a16:colId xmlns:a16="http://schemas.microsoft.com/office/drawing/2014/main" val="875769178"/>
                    </a:ext>
                  </a:extLst>
                </a:gridCol>
                <a:gridCol w="600925">
                  <a:extLst>
                    <a:ext uri="{9D8B030D-6E8A-4147-A177-3AD203B41FA5}">
                      <a16:colId xmlns:a16="http://schemas.microsoft.com/office/drawing/2014/main" val="2944818335"/>
                    </a:ext>
                  </a:extLst>
                </a:gridCol>
                <a:gridCol w="600925">
                  <a:extLst>
                    <a:ext uri="{9D8B030D-6E8A-4147-A177-3AD203B41FA5}">
                      <a16:colId xmlns:a16="http://schemas.microsoft.com/office/drawing/2014/main" val="3510837640"/>
                    </a:ext>
                  </a:extLst>
                </a:gridCol>
                <a:gridCol w="600925">
                  <a:extLst>
                    <a:ext uri="{9D8B030D-6E8A-4147-A177-3AD203B41FA5}">
                      <a16:colId xmlns:a16="http://schemas.microsoft.com/office/drawing/2014/main" val="3096744097"/>
                    </a:ext>
                  </a:extLst>
                </a:gridCol>
              </a:tblGrid>
              <a:tr h="387269">
                <a:tc>
                  <a:txBody>
                    <a:bodyPr/>
                    <a:lstStyle/>
                    <a:p>
                      <a:pPr algn="ctr">
                        <a:lnSpc>
                          <a:spcPct val="100000"/>
                        </a:lnSpc>
                      </a:pPr>
                      <a:r>
                        <a:rPr lang="zh-CN" sz="1600" b="0" kern="100">
                          <a:solidFill>
                            <a:schemeClr val="tx1"/>
                          </a:solidFill>
                          <a:effectLst/>
                        </a:rPr>
                        <a:t>乙弹簧受到的拉力</a:t>
                      </a:r>
                      <a:r>
                        <a:rPr lang="en-US" sz="1600" b="0" kern="100">
                          <a:solidFill>
                            <a:schemeClr val="tx1"/>
                          </a:solidFill>
                          <a:effectLst/>
                        </a:rPr>
                        <a:t>/N</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l</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3</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5</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a:lnSpc>
                          <a:spcPct val="10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149648301"/>
                  </a:ext>
                </a:extLst>
              </a:tr>
              <a:tr h="387269">
                <a:tc>
                  <a:txBody>
                    <a:bodyPr/>
                    <a:lstStyle/>
                    <a:p>
                      <a:pPr algn="ctr">
                        <a:lnSpc>
                          <a:spcPct val="100000"/>
                        </a:lnSpc>
                      </a:pPr>
                      <a:r>
                        <a:rPr lang="zh-CN" sz="1600" b="0" kern="100">
                          <a:solidFill>
                            <a:schemeClr val="tx1"/>
                          </a:solidFill>
                          <a:effectLst/>
                        </a:rPr>
                        <a:t>乙弹簧的长度</a:t>
                      </a:r>
                      <a:r>
                        <a:rPr lang="en-US" sz="1600" b="0" kern="100">
                          <a:solidFill>
                            <a:schemeClr val="tx1"/>
                          </a:solidFill>
                          <a:effectLst/>
                        </a:rPr>
                        <a:t>/cm</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10</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16</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kern="100">
                          <a:solidFill>
                            <a:schemeClr val="tx1"/>
                          </a:solidFill>
                          <a:effectLst/>
                        </a:rPr>
                        <a:t>18</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82304003"/>
                  </a:ext>
                </a:extLst>
              </a:tr>
            </a:tbl>
          </a:graphicData>
        </a:graphic>
      </p:graphicFrame>
      <p:sp>
        <p:nvSpPr>
          <p:cNvPr id="7" name="文本框 6">
            <a:extLst>
              <a:ext uri="{FF2B5EF4-FFF2-40B4-BE49-F238E27FC236}">
                <a16:creationId xmlns:a16="http://schemas.microsoft.com/office/drawing/2014/main" id="{DE866743-BD7B-FF18-D34E-CC33CD71B1C5}"/>
              </a:ext>
            </a:extLst>
          </p:cNvPr>
          <p:cNvSpPr txBox="1"/>
          <p:nvPr>
            <p:custDataLst>
              <p:tags r:id="rId6"/>
            </p:custDataLst>
          </p:nvPr>
        </p:nvSpPr>
        <p:spPr>
          <a:xfrm>
            <a:off x="981688" y="918989"/>
            <a:ext cx="941493" cy="369332"/>
          </a:xfrm>
          <a:prstGeom prst="rect">
            <a:avLst/>
          </a:prstGeom>
          <a:noFill/>
        </p:spPr>
        <p:txBody>
          <a:bodyPr wrap="square">
            <a:spAutoFit/>
          </a:bodyPr>
          <a:lstStyle/>
          <a:p>
            <a:r>
              <a:rPr lang="zh-CN" altLang="en-US" sz="1800">
                <a:solidFill>
                  <a:prstClr val="black"/>
                </a:solidFill>
                <a:latin typeface="Times New Roman"/>
                <a:ea typeface="微软雅黑"/>
              </a:rPr>
              <a:t>表一</a:t>
            </a:r>
            <a:endParaRPr lang="zh-CN" altLang="en-US" sz="1800"/>
          </a:p>
        </p:txBody>
      </p:sp>
      <p:sp>
        <p:nvSpPr>
          <p:cNvPr id="17" name="文本框 16">
            <a:extLst>
              <a:ext uri="{FF2B5EF4-FFF2-40B4-BE49-F238E27FC236}">
                <a16:creationId xmlns:a16="http://schemas.microsoft.com/office/drawing/2014/main" id="{1A784EEF-8010-CEFE-B647-85502C4BD819}"/>
              </a:ext>
            </a:extLst>
          </p:cNvPr>
          <p:cNvSpPr txBox="1"/>
          <p:nvPr>
            <p:custDataLst>
              <p:tags r:id="rId7"/>
            </p:custDataLst>
          </p:nvPr>
        </p:nvSpPr>
        <p:spPr>
          <a:xfrm>
            <a:off x="981687" y="1796958"/>
            <a:ext cx="941493" cy="369332"/>
          </a:xfrm>
          <a:prstGeom prst="rect">
            <a:avLst/>
          </a:prstGeom>
          <a:noFill/>
        </p:spPr>
        <p:txBody>
          <a:bodyPr wrap="square">
            <a:spAutoFit/>
          </a:bodyPr>
          <a:lstStyle/>
          <a:p>
            <a:r>
              <a:rPr lang="zh-CN" altLang="en-US" sz="1800">
                <a:solidFill>
                  <a:prstClr val="black"/>
                </a:solidFill>
                <a:latin typeface="Times New Roman"/>
                <a:ea typeface="微软雅黑"/>
              </a:rPr>
              <a:t>表二</a:t>
            </a:r>
            <a:endParaRPr lang="zh-CN" altLang="en-US" sz="1800"/>
          </a:p>
        </p:txBody>
      </p:sp>
      <p:sp>
        <p:nvSpPr>
          <p:cNvPr id="20" name="文本框 19">
            <a:extLst>
              <a:ext uri="{FF2B5EF4-FFF2-40B4-BE49-F238E27FC236}">
                <a16:creationId xmlns:a16="http://schemas.microsoft.com/office/drawing/2014/main" id="{97AD36BB-2E5E-FEB5-D55E-4AEC9B2CDE74}"/>
              </a:ext>
            </a:extLst>
          </p:cNvPr>
          <p:cNvSpPr txBox="1"/>
          <p:nvPr>
            <p:custDataLst>
              <p:tags r:id="rId8"/>
            </p:custDataLst>
          </p:nvPr>
        </p:nvSpPr>
        <p:spPr>
          <a:xfrm>
            <a:off x="534871" y="2400974"/>
            <a:ext cx="7929302" cy="826445"/>
          </a:xfrm>
          <a:prstGeom prst="rect">
            <a:avLst/>
          </a:prstGeom>
          <a:noFill/>
        </p:spPr>
        <p:txBody>
          <a:bodyPr wrap="square">
            <a:spAutoFit/>
          </a:bodyPr>
          <a:lstStyle/>
          <a:p>
            <a:pPr indent="457200">
              <a:lnSpc>
                <a:spcPts val="3000"/>
              </a:lnSpc>
            </a:pPr>
            <a:r>
              <a:rPr lang="zh-CN" altLang="en-US" sz="2000"/>
              <a:t>（</a:t>
            </a:r>
            <a:r>
              <a:rPr lang="en-US" altLang="zh-CN" sz="2000"/>
              <a:t>2</a:t>
            </a:r>
            <a:r>
              <a:rPr lang="zh-CN" altLang="en-US" sz="2000"/>
              <a:t>）在拉力相同的情况下，甲弹簧伸长的长度比乙弹簧伸长的长度 </a:t>
            </a:r>
            <a:r>
              <a:rPr lang="en-US" altLang="zh-CN" sz="2000"/>
              <a:t>_____</a:t>
            </a:r>
            <a:r>
              <a:rPr lang="zh-CN" altLang="en-US" sz="2000"/>
              <a:t>（选填“大”或“小”）；</a:t>
            </a:r>
          </a:p>
        </p:txBody>
      </p:sp>
      <p:sp>
        <p:nvSpPr>
          <p:cNvPr id="21" name="文本框 20">
            <a:extLst>
              <a:ext uri="{FF2B5EF4-FFF2-40B4-BE49-F238E27FC236}">
                <a16:creationId xmlns:a16="http://schemas.microsoft.com/office/drawing/2014/main" id="{359FDA7B-B155-D4E3-924B-AEE132EA548D}"/>
              </a:ext>
            </a:extLst>
          </p:cNvPr>
          <p:cNvSpPr txBox="1"/>
          <p:nvPr>
            <p:custDataLst>
              <p:tags r:id="rId9"/>
            </p:custDataLst>
          </p:nvPr>
        </p:nvSpPr>
        <p:spPr>
          <a:xfrm>
            <a:off x="981687" y="2791022"/>
            <a:ext cx="1036320" cy="400110"/>
          </a:xfrm>
          <a:prstGeom prst="rect">
            <a:avLst/>
          </a:prstGeom>
          <a:noFill/>
        </p:spPr>
        <p:txBody>
          <a:bodyPr wrap="square">
            <a:spAutoFit/>
          </a:bodyPr>
          <a:lstStyle/>
          <a:p>
            <a:r>
              <a:rPr kumimoji="0" lang="zh-CN" altLang="en-US" sz="2000" i="0" u="none" strike="noStrike" kern="1200" cap="none" spc="0" normalizeH="0" baseline="0" noProof="0">
                <a:ln>
                  <a:noFill/>
                </a:ln>
                <a:solidFill>
                  <a:srgbClr val="FF0000"/>
                </a:solidFill>
                <a:effectLst/>
                <a:uLnTx/>
                <a:uFillTx/>
                <a:latin typeface="Times New Roman"/>
                <a:ea typeface="微软雅黑"/>
                <a:cs typeface="Times New Roman" panose="02020603050405020304" pitchFamily="18" charset="0"/>
              </a:rPr>
              <a:t>大</a:t>
            </a:r>
            <a:endParaRPr lang="zh-CN" altLang="en-US">
              <a:solidFill>
                <a:srgbClr val="FF0000"/>
              </a:solidFill>
            </a:endParaRPr>
          </a:p>
        </p:txBody>
      </p:sp>
      <p:grpSp>
        <p:nvGrpSpPr>
          <p:cNvPr id="4" name="组合 3">
            <a:extLst>
              <a:ext uri="{FF2B5EF4-FFF2-40B4-BE49-F238E27FC236}">
                <a16:creationId xmlns:a16="http://schemas.microsoft.com/office/drawing/2014/main" id="{DFBF7F79-EE47-45FA-7E1D-9229C9C2F743}"/>
              </a:ext>
            </a:extLst>
          </p:cNvPr>
          <p:cNvGrpSpPr/>
          <p:nvPr>
            <p:custDataLst>
              <p:tags r:id="rId10"/>
            </p:custDataLst>
          </p:nvPr>
        </p:nvGrpSpPr>
        <p:grpSpPr>
          <a:xfrm>
            <a:off x="88053" y="3227419"/>
            <a:ext cx="8982618" cy="1759148"/>
            <a:chOff x="276531" y="3227419"/>
            <a:chExt cx="8794140" cy="1759148"/>
          </a:xfrm>
        </p:grpSpPr>
        <p:sp>
          <p:nvSpPr>
            <p:cNvPr id="6" name="矩形 37">
              <a:extLst>
                <a:ext uri="{FF2B5EF4-FFF2-40B4-BE49-F238E27FC236}">
                  <a16:creationId xmlns:a16="http://schemas.microsoft.com/office/drawing/2014/main" id="{CA908CFC-DBE8-8E8C-2DD9-CA7BC4A065DC}"/>
                </a:ext>
              </a:extLst>
            </p:cNvPr>
            <p:cNvSpPr>
              <a:spLocks noChangeArrowheads="1"/>
            </p:cNvSpPr>
            <p:nvPr>
              <p:custDataLst>
                <p:tags r:id="rId12"/>
              </p:custDataLst>
            </p:nvPr>
          </p:nvSpPr>
          <p:spPr bwMode="auto">
            <a:xfrm>
              <a:off x="276531" y="3227419"/>
              <a:ext cx="8794140" cy="1759148"/>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500423C0-3961-4B74-1E3A-A1CF93D1A568}"/>
                </a:ext>
              </a:extLst>
            </p:cNvPr>
            <p:cNvPicPr>
              <a:picLocks noChangeAspect="1"/>
            </p:cNvPicPr>
            <p:nvPr>
              <p:custDataLst>
                <p:tags r:id="rId13"/>
              </p:custDataLst>
            </p:nvPr>
          </p:nvPicPr>
          <p:blipFill>
            <a:blip r:embed="rId15"/>
            <a:srcRect l="16093" t="19040" r="16095" b="25092"/>
            <a:stretch>
              <a:fillRect/>
            </a:stretch>
          </p:blipFill>
          <p:spPr>
            <a:xfrm>
              <a:off x="351282" y="3260130"/>
              <a:ext cx="874883" cy="403945"/>
            </a:xfrm>
            <a:prstGeom prst="rect">
              <a:avLst/>
            </a:prstGeom>
          </p:spPr>
        </p:pic>
      </p:grpSp>
      <p:sp>
        <p:nvSpPr>
          <p:cNvPr id="11" name="文本框 10">
            <a:extLst>
              <a:ext uri="{FF2B5EF4-FFF2-40B4-BE49-F238E27FC236}">
                <a16:creationId xmlns:a16="http://schemas.microsoft.com/office/drawing/2014/main" id="{B48598BB-282D-9A90-22A6-D6AB6C879FDF}"/>
              </a:ext>
            </a:extLst>
          </p:cNvPr>
          <p:cNvSpPr txBox="1"/>
          <p:nvPr>
            <p:custDataLst>
              <p:tags r:id="rId11"/>
            </p:custDataLst>
          </p:nvPr>
        </p:nvSpPr>
        <p:spPr>
          <a:xfrm>
            <a:off x="696765" y="3337796"/>
            <a:ext cx="7980778" cy="1496692"/>
          </a:xfrm>
          <a:prstGeom prst="rect">
            <a:avLst/>
          </a:prstGeom>
          <a:noFill/>
        </p:spPr>
        <p:txBody>
          <a:bodyPr wrap="square">
            <a:spAutoFit/>
          </a:bodyPr>
          <a:lstStyle/>
          <a:p>
            <a:pPr lvl="0" indent="457200">
              <a:lnSpc>
                <a:spcPts val="2800"/>
              </a:lnSpc>
              <a:defRPr/>
            </a:pPr>
            <a:r>
              <a:rPr lang="zh-CN" altLang="en-US" sz="1900">
                <a:solidFill>
                  <a:prstClr val="white"/>
                </a:solidFill>
                <a:cs typeface="Times New Roman" panose="02020603050405020304" pitchFamily="18" charset="0"/>
              </a:rPr>
              <a:t>（</a:t>
            </a:r>
            <a:r>
              <a:rPr lang="en-US" altLang="zh-CN" sz="1900">
                <a:solidFill>
                  <a:prstClr val="white"/>
                </a:solidFill>
                <a:cs typeface="Times New Roman" panose="02020603050405020304" pitchFamily="18" charset="0"/>
              </a:rPr>
              <a:t>1</a:t>
            </a:r>
            <a:r>
              <a:rPr lang="zh-CN" altLang="en-US" sz="1900">
                <a:solidFill>
                  <a:prstClr val="white"/>
                </a:solidFill>
                <a:cs typeface="Times New Roman" panose="02020603050405020304" pitchFamily="18" charset="0"/>
              </a:rPr>
              <a:t>）根据表格数据，甲、乙弹簧伸长的长度与弹簧受到的拉力之比是定值，即在一定条件下，弹簧伸长的长度与它所受的拉力成正比。</a:t>
            </a:r>
          </a:p>
          <a:p>
            <a:pPr lvl="0" indent="457200">
              <a:lnSpc>
                <a:spcPts val="2800"/>
              </a:lnSpc>
              <a:defRPr/>
            </a:pPr>
            <a:r>
              <a:rPr lang="zh-CN" altLang="en-US" sz="1900">
                <a:solidFill>
                  <a:srgbClr val="FFFF00"/>
                </a:solidFill>
                <a:cs typeface="Times New Roman" panose="02020603050405020304" pitchFamily="18" charset="0"/>
              </a:rPr>
              <a:t>（</a:t>
            </a:r>
            <a:r>
              <a:rPr lang="en-US" altLang="zh-CN" sz="1900">
                <a:solidFill>
                  <a:srgbClr val="FFFF00"/>
                </a:solidFill>
                <a:cs typeface="Times New Roman" panose="02020603050405020304" pitchFamily="18" charset="0"/>
              </a:rPr>
              <a:t>2</a:t>
            </a:r>
            <a:r>
              <a:rPr lang="zh-CN" altLang="en-US" sz="1900">
                <a:solidFill>
                  <a:srgbClr val="FFFF00"/>
                </a:solidFill>
                <a:cs typeface="Times New Roman" panose="02020603050405020304" pitchFamily="18" charset="0"/>
              </a:rPr>
              <a:t>）根据表中数据可知，在拉力相同的情况下甲弹簧伸长的长度大于乙弹簧伸长的长度。</a:t>
            </a:r>
          </a:p>
        </p:txBody>
      </p:sp>
    </p:spTree>
    <p:extLst>
      <p:ext uri="{BB962C8B-B14F-4D97-AF65-F5344CB8AC3E}">
        <p14:creationId xmlns:p14="http://schemas.microsoft.com/office/powerpoint/2010/main" val="213258905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1">
                                            <p:txEl>
                                              <p:pRg st="1" end="1"/>
                                            </p:txEl>
                                          </p:spTgt>
                                        </p:tgtEl>
                                        <p:attrNameLst>
                                          <p:attrName>style.visibility</p:attrName>
                                        </p:attrNameLst>
                                      </p:cBhvr>
                                      <p:to>
                                        <p:strVal val="visible"/>
                                      </p:to>
                                    </p:set>
                                    <p:animEffect transition="in" filter="blinds(horizontal)">
                                      <p:cBhvr>
                                        <p:cTn id="17" dur="500"/>
                                        <p:tgtEl>
                                          <p:spTgt spid="11">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 calcmode="lin" valueType="num">
                                      <p:cBhvr>
                                        <p:cTn id="22" dur="750" fill="hold"/>
                                        <p:tgtEl>
                                          <p:spTgt spid="21"/>
                                        </p:tgtEl>
                                        <p:attrNameLst>
                                          <p:attrName>ppt_w</p:attrName>
                                        </p:attrNameLst>
                                      </p:cBhvr>
                                      <p:tavLst>
                                        <p:tav tm="0">
                                          <p:val>
                                            <p:fltVal val="0"/>
                                          </p:val>
                                        </p:tav>
                                        <p:tav tm="100000">
                                          <p:val>
                                            <p:strVal val="#ppt_w"/>
                                          </p:val>
                                        </p:tav>
                                      </p:tavLst>
                                    </p:anim>
                                    <p:anim calcmode="lin" valueType="num">
                                      <p:cBhvr>
                                        <p:cTn id="23" dur="750" fill="hold"/>
                                        <p:tgtEl>
                                          <p:spTgt spid="21"/>
                                        </p:tgtEl>
                                        <p:attrNameLst>
                                          <p:attrName>ppt_h</p:attrName>
                                        </p:attrNameLst>
                                      </p:cBhvr>
                                      <p:tavLst>
                                        <p:tav tm="0">
                                          <p:val>
                                            <p:fltVal val="0"/>
                                          </p:val>
                                        </p:tav>
                                        <p:tav tm="100000">
                                          <p:val>
                                            <p:strVal val="#ppt_h"/>
                                          </p:val>
                                        </p:tav>
                                      </p:tavLst>
                                    </p:anim>
                                    <p:anim calcmode="lin" valueType="num">
                                      <p:cBhvr>
                                        <p:cTn id="24" dur="750" fill="hold"/>
                                        <p:tgtEl>
                                          <p:spTgt spid="21"/>
                                        </p:tgtEl>
                                        <p:attrNameLst>
                                          <p:attrName>style.rotation</p:attrName>
                                        </p:attrNameLst>
                                      </p:cBhvr>
                                      <p:tavLst>
                                        <p:tav tm="0">
                                          <p:val>
                                            <p:fltVal val="90"/>
                                          </p:val>
                                        </p:tav>
                                        <p:tav tm="100000">
                                          <p:val>
                                            <p:fltVal val="0"/>
                                          </p:val>
                                        </p:tav>
                                      </p:tavLst>
                                    </p:anim>
                                    <p:animEffect transition="in" filter="fade">
                                      <p:cBhvr>
                                        <p:cTn id="25"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 name="矩形 315396">
            <a:extLst>
              <a:ext uri="{FF2B5EF4-FFF2-40B4-BE49-F238E27FC236}">
                <a16:creationId xmlns:a16="http://schemas.microsoft.com/office/drawing/2014/main" id="{75B39BA6-6E6D-C9F6-8415-B2753534B79D}"/>
              </a:ext>
            </a:extLst>
          </p:cNvPr>
          <p:cNvSpPr>
            <a:spLocks noChangeArrowheads="1"/>
          </p:cNvSpPr>
          <p:nvPr>
            <p:custDataLst>
              <p:tags r:id="rId1"/>
            </p:custDataLst>
          </p:nvPr>
        </p:nvSpPr>
        <p:spPr bwMode="auto">
          <a:xfrm>
            <a:off x="200905" y="-97755"/>
            <a:ext cx="8552264" cy="5231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lgn="ctr">
                <a:solidFill>
                  <a:srgbClr val="000000"/>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indent="268288">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1pPr>
            <a:lvl2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2pPr>
            <a:lvl3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3pPr>
            <a:lvl4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4pPr>
            <a:lvl5pPr>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5pPr>
            <a:lvl6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6pPr>
            <a:lvl7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7pPr>
            <a:lvl8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8pPr>
            <a:lvl9pPr fontAlgn="base">
              <a:spcBef>
                <a:spcPct val="0"/>
              </a:spcBef>
              <a:spcAft>
                <a:spcPct val="0"/>
              </a:spcAft>
              <a:buSzTx/>
              <a:defRPr sz="3200" b="1">
                <a:solidFill>
                  <a:schemeClr val="tx1"/>
                </a:solidFill>
                <a:latin typeface="Times New Roman" panose="02020603050405020304" pitchFamily="18" charset="0"/>
                <a:ea typeface="黑体" panose="02010609060101010101" pitchFamily="49" charset="-122"/>
                <a:cs typeface="黑体" panose="02010609060101010101" pitchFamily="49" charset="-122"/>
              </a:defRPr>
            </a:lvl9pPr>
          </a:lstStyle>
          <a:p>
            <a:pPr indent="432000">
              <a:lnSpc>
                <a:spcPts val="3800"/>
              </a:lnSpc>
            </a:pPr>
            <a:endParaRPr lang="zh-CN" altLang="en-US" sz="2400" b="0">
              <a:latin typeface="+mn-ea"/>
              <a:ea typeface="+mn-ea"/>
            </a:endParaRPr>
          </a:p>
        </p:txBody>
      </p:sp>
      <p:sp>
        <p:nvSpPr>
          <p:cNvPr id="9" name="文本框 8">
            <a:extLst>
              <a:ext uri="{FF2B5EF4-FFF2-40B4-BE49-F238E27FC236}">
                <a16:creationId xmlns:a16="http://schemas.microsoft.com/office/drawing/2014/main" id="{3CF474F8-8688-8419-F352-E87765121619}"/>
              </a:ext>
            </a:extLst>
          </p:cNvPr>
          <p:cNvSpPr txBox="1"/>
          <p:nvPr>
            <p:custDataLst>
              <p:tags r:id="rId2"/>
            </p:custDataLst>
          </p:nvPr>
        </p:nvSpPr>
        <p:spPr>
          <a:xfrm>
            <a:off x="696765" y="26855"/>
            <a:ext cx="1511341" cy="430887"/>
          </a:xfrm>
          <a:prstGeom prst="rect">
            <a:avLst/>
          </a:prstGeom>
          <a:noFill/>
        </p:spPr>
        <p:txBody>
          <a:bodyPr wrap="square">
            <a:spAutoFit/>
          </a:bodyPr>
          <a:lstStyle/>
          <a:p>
            <a:pPr marL="0" marR="0" lvl="0" indent="0"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rPr>
              <a:t>典例分析</a:t>
            </a:r>
          </a:p>
        </p:txBody>
      </p:sp>
      <p:sp>
        <p:nvSpPr>
          <p:cNvPr id="2" name="文本框 1">
            <a:extLst>
              <a:ext uri="{FF2B5EF4-FFF2-40B4-BE49-F238E27FC236}">
                <a16:creationId xmlns:a16="http://schemas.microsoft.com/office/drawing/2014/main" id="{BB009D2F-D558-F39C-8C9D-56A27CD5EEF6}"/>
              </a:ext>
            </a:extLst>
          </p:cNvPr>
          <p:cNvSpPr txBox="1"/>
          <p:nvPr>
            <p:custDataLst>
              <p:tags r:id="rId3"/>
            </p:custDataLst>
          </p:nvPr>
        </p:nvSpPr>
        <p:spPr>
          <a:xfrm>
            <a:off x="6924051" y="51063"/>
            <a:ext cx="1909718" cy="400110"/>
          </a:xfrm>
          <a:prstGeom prst="rect">
            <a:avLst/>
          </a:prstGeom>
          <a:noFill/>
        </p:spPr>
        <p:txBody>
          <a:bodyPr wrap="square">
            <a:spAutoFit/>
          </a:bodyPr>
          <a:lstStyle/>
          <a:p>
            <a:pPr algn="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力 </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弹力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a:extLst>
              <a:ext uri="{FF2B5EF4-FFF2-40B4-BE49-F238E27FC236}">
                <a16:creationId xmlns:a16="http://schemas.microsoft.com/office/drawing/2014/main" id="{97AD36BB-2E5E-FEB5-D55E-4AEC9B2CDE74}"/>
              </a:ext>
            </a:extLst>
          </p:cNvPr>
          <p:cNvSpPr txBox="1"/>
          <p:nvPr>
            <p:custDataLst>
              <p:tags r:id="rId4"/>
            </p:custDataLst>
          </p:nvPr>
        </p:nvSpPr>
        <p:spPr>
          <a:xfrm>
            <a:off x="336651" y="518687"/>
            <a:ext cx="7073375" cy="1595886"/>
          </a:xfrm>
          <a:prstGeom prst="rect">
            <a:avLst/>
          </a:prstGeom>
          <a:noFill/>
        </p:spPr>
        <p:txBody>
          <a:bodyPr wrap="square">
            <a:spAutoFit/>
          </a:bodyPr>
          <a:lstStyle/>
          <a:p>
            <a:pPr indent="457200">
              <a:lnSpc>
                <a:spcPts val="3000"/>
              </a:lnSpc>
            </a:pPr>
            <a:r>
              <a:rPr lang="zh-CN" altLang="en-US" sz="2000"/>
              <a:t>（</a:t>
            </a:r>
            <a:r>
              <a:rPr lang="en-US" altLang="zh-CN" sz="2000"/>
              <a:t>3</a:t>
            </a:r>
            <a:r>
              <a:rPr lang="zh-CN" altLang="en-US" sz="2000"/>
              <a:t>）如图所示，小明分别用甲、乙两弹簧制作了弹簧测力计</a:t>
            </a:r>
            <a:r>
              <a:rPr lang="en-US" altLang="zh-CN" sz="2000"/>
              <a:t>A</a:t>
            </a:r>
            <a:r>
              <a:rPr lang="zh-CN" altLang="en-US" sz="2000"/>
              <a:t>和</a:t>
            </a:r>
            <a:r>
              <a:rPr lang="en-US" altLang="zh-CN" sz="2000"/>
              <a:t>B</a:t>
            </a:r>
            <a:r>
              <a:rPr lang="zh-CN" altLang="en-US" sz="2000"/>
              <a:t>，</a:t>
            </a:r>
            <a:r>
              <a:rPr lang="en-US" altLang="zh-CN" sz="2000"/>
              <a:t>A</a:t>
            </a:r>
            <a:r>
              <a:rPr lang="zh-CN" altLang="en-US" sz="2000"/>
              <a:t>和</a:t>
            </a:r>
            <a:r>
              <a:rPr lang="en-US" altLang="zh-CN" sz="2000"/>
              <a:t>B</a:t>
            </a:r>
            <a:r>
              <a:rPr lang="zh-CN" altLang="en-US" sz="2000"/>
              <a:t>的外壳相同，刻度线分布情况相同，则在</a:t>
            </a:r>
            <a:r>
              <a:rPr lang="en-US" altLang="zh-CN" sz="2000"/>
              <a:t>A</a:t>
            </a:r>
            <a:r>
              <a:rPr lang="zh-CN" altLang="en-US" sz="2000"/>
              <a:t>测力计的</a:t>
            </a:r>
            <a:r>
              <a:rPr lang="en-US" altLang="zh-CN" sz="2000"/>
              <a:t>12cm</a:t>
            </a:r>
            <a:r>
              <a:rPr lang="zh-CN" altLang="en-US" sz="2000"/>
              <a:t>处应标上 </a:t>
            </a:r>
            <a:r>
              <a:rPr lang="en-US" altLang="zh-CN" sz="2000"/>
              <a:t>______N</a:t>
            </a:r>
            <a:r>
              <a:rPr lang="zh-CN" altLang="en-US" sz="2000"/>
              <a:t>的刻度，则精确程度较高（分度值较小）的是 </a:t>
            </a:r>
            <a:r>
              <a:rPr lang="en-US" altLang="zh-CN" sz="2000"/>
              <a:t>_____</a:t>
            </a:r>
            <a:r>
              <a:rPr lang="zh-CN" altLang="en-US" sz="2000"/>
              <a:t>（“</a:t>
            </a:r>
            <a:r>
              <a:rPr lang="en-US" altLang="zh-CN" sz="2000"/>
              <a:t>A</a:t>
            </a:r>
            <a:r>
              <a:rPr lang="zh-CN" altLang="en-US" sz="2000"/>
              <a:t>”或“</a:t>
            </a:r>
            <a:r>
              <a:rPr lang="en-US" altLang="zh-CN" sz="2000"/>
              <a:t>B</a:t>
            </a:r>
            <a:r>
              <a:rPr lang="zh-CN" altLang="en-US" sz="2000"/>
              <a:t>”）测力计。</a:t>
            </a:r>
          </a:p>
        </p:txBody>
      </p:sp>
      <p:sp>
        <p:nvSpPr>
          <p:cNvPr id="21" name="文本框 20">
            <a:extLst>
              <a:ext uri="{FF2B5EF4-FFF2-40B4-BE49-F238E27FC236}">
                <a16:creationId xmlns:a16="http://schemas.microsoft.com/office/drawing/2014/main" id="{359FDA7B-B155-D4E3-924B-AEE132EA548D}"/>
              </a:ext>
            </a:extLst>
          </p:cNvPr>
          <p:cNvSpPr txBox="1"/>
          <p:nvPr>
            <p:custDataLst>
              <p:tags r:id="rId5"/>
            </p:custDataLst>
          </p:nvPr>
        </p:nvSpPr>
        <p:spPr>
          <a:xfrm>
            <a:off x="3053951" y="1344215"/>
            <a:ext cx="711646" cy="400110"/>
          </a:xfrm>
          <a:prstGeom prst="rect">
            <a:avLst/>
          </a:prstGeom>
          <a:noFill/>
        </p:spPr>
        <p:txBody>
          <a:bodyPr wrap="square">
            <a:spAutoFit/>
          </a:bodyPr>
          <a:lstStyle/>
          <a:p>
            <a:r>
              <a:rPr kumimoji="0" lang="en-US" altLang="zh-CN" sz="2000" i="0" u="none" strike="noStrike" kern="1200" cap="none" spc="0" normalizeH="0" baseline="0" noProof="0">
                <a:ln>
                  <a:noFill/>
                </a:ln>
                <a:solidFill>
                  <a:srgbClr val="FF0000"/>
                </a:solidFill>
                <a:effectLst/>
                <a:uLnTx/>
                <a:uFillTx/>
                <a:latin typeface="Times New Roman"/>
                <a:ea typeface="微软雅黑"/>
                <a:cs typeface="Times New Roman" panose="02020603050405020304" pitchFamily="18" charset="0"/>
              </a:rPr>
              <a:t>4</a:t>
            </a:r>
            <a:endParaRPr lang="zh-CN" altLang="en-US">
              <a:solidFill>
                <a:srgbClr val="FF0000"/>
              </a:solidFill>
            </a:endParaRPr>
          </a:p>
        </p:txBody>
      </p:sp>
      <p:grpSp>
        <p:nvGrpSpPr>
          <p:cNvPr id="4" name="组合 3">
            <a:extLst>
              <a:ext uri="{FF2B5EF4-FFF2-40B4-BE49-F238E27FC236}">
                <a16:creationId xmlns:a16="http://schemas.microsoft.com/office/drawing/2014/main" id="{DFBF7F79-EE47-45FA-7E1D-9229C9C2F743}"/>
              </a:ext>
            </a:extLst>
          </p:cNvPr>
          <p:cNvGrpSpPr/>
          <p:nvPr>
            <p:custDataLst>
              <p:tags r:id="rId6"/>
            </p:custDataLst>
          </p:nvPr>
        </p:nvGrpSpPr>
        <p:grpSpPr>
          <a:xfrm>
            <a:off x="80691" y="2143438"/>
            <a:ext cx="8982618" cy="2936299"/>
            <a:chOff x="269323" y="3118152"/>
            <a:chExt cx="8794140" cy="1929643"/>
          </a:xfrm>
        </p:grpSpPr>
        <p:sp>
          <p:nvSpPr>
            <p:cNvPr id="6" name="矩形 37">
              <a:extLst>
                <a:ext uri="{FF2B5EF4-FFF2-40B4-BE49-F238E27FC236}">
                  <a16:creationId xmlns:a16="http://schemas.microsoft.com/office/drawing/2014/main" id="{CA908CFC-DBE8-8E8C-2DD9-CA7BC4A065DC}"/>
                </a:ext>
              </a:extLst>
            </p:cNvPr>
            <p:cNvSpPr>
              <a:spLocks noChangeArrowheads="1"/>
            </p:cNvSpPr>
            <p:nvPr>
              <p:custDataLst>
                <p:tags r:id="rId11"/>
              </p:custDataLst>
            </p:nvPr>
          </p:nvSpPr>
          <p:spPr bwMode="auto">
            <a:xfrm>
              <a:off x="269323" y="3118152"/>
              <a:ext cx="8794140" cy="192964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500423C0-3961-4B74-1E3A-A1CF93D1A568}"/>
                </a:ext>
              </a:extLst>
            </p:cNvPr>
            <p:cNvPicPr>
              <a:picLocks noChangeAspect="1"/>
            </p:cNvPicPr>
            <p:nvPr>
              <p:custDataLst>
                <p:tags r:id="rId12"/>
              </p:custDataLst>
            </p:nvPr>
          </p:nvPicPr>
          <p:blipFill>
            <a:blip r:embed="rId14"/>
            <a:srcRect l="16093" t="19040" r="16095" b="25092"/>
            <a:stretch>
              <a:fillRect/>
            </a:stretch>
          </p:blipFill>
          <p:spPr>
            <a:xfrm>
              <a:off x="269323" y="3139220"/>
              <a:ext cx="791919" cy="300828"/>
            </a:xfrm>
            <a:prstGeom prst="rect">
              <a:avLst/>
            </a:prstGeom>
          </p:spPr>
        </p:pic>
      </p:grpSp>
      <p:sp>
        <p:nvSpPr>
          <p:cNvPr id="11" name="文本框 10">
            <a:extLst>
              <a:ext uri="{FF2B5EF4-FFF2-40B4-BE49-F238E27FC236}">
                <a16:creationId xmlns:a16="http://schemas.microsoft.com/office/drawing/2014/main" id="{B48598BB-282D-9A90-22A6-D6AB6C879FDF}"/>
              </a:ext>
            </a:extLst>
          </p:cNvPr>
          <p:cNvSpPr txBox="1"/>
          <p:nvPr>
            <p:custDataLst>
              <p:tags r:id="rId7"/>
            </p:custDataLst>
          </p:nvPr>
        </p:nvSpPr>
        <p:spPr>
          <a:xfrm>
            <a:off x="356970" y="2208400"/>
            <a:ext cx="8396199" cy="2731132"/>
          </a:xfrm>
          <a:prstGeom prst="rect">
            <a:avLst/>
          </a:prstGeom>
          <a:noFill/>
        </p:spPr>
        <p:txBody>
          <a:bodyPr wrap="square">
            <a:spAutoFit/>
          </a:bodyPr>
          <a:lstStyle/>
          <a:p>
            <a:pPr lvl="0" indent="457200">
              <a:lnSpc>
                <a:spcPts val="2600"/>
              </a:lnSpc>
              <a:defRPr/>
            </a:pPr>
            <a:r>
              <a:rPr lang="zh-CN" altLang="en-US" sz="1800">
                <a:solidFill>
                  <a:prstClr val="white"/>
                </a:solidFill>
                <a:cs typeface="Times New Roman" panose="02020603050405020304" pitchFamily="18" charset="0"/>
              </a:rPr>
              <a:t>（</a:t>
            </a:r>
            <a:r>
              <a:rPr lang="en-US" altLang="zh-CN" sz="1800">
                <a:solidFill>
                  <a:prstClr val="white"/>
                </a:solidFill>
                <a:cs typeface="Times New Roman" panose="02020603050405020304" pitchFamily="18" charset="0"/>
              </a:rPr>
              <a:t>3</a:t>
            </a:r>
            <a:r>
              <a:rPr lang="zh-CN" altLang="en-US" sz="1800">
                <a:solidFill>
                  <a:prstClr val="white"/>
                </a:solidFill>
                <a:cs typeface="Times New Roman" panose="02020603050405020304" pitchFamily="18" charset="0"/>
              </a:rPr>
              <a:t>）根据表一的数据，弹簧受到的拉力每增大</a:t>
            </a:r>
            <a:r>
              <a:rPr lang="en-US" altLang="zh-CN" sz="1800">
                <a:solidFill>
                  <a:prstClr val="white"/>
                </a:solidFill>
                <a:cs typeface="Times New Roman" panose="02020603050405020304" pitchFamily="18" charset="0"/>
              </a:rPr>
              <a:t>1N</a:t>
            </a:r>
            <a:r>
              <a:rPr lang="zh-CN" altLang="en-US" sz="1800">
                <a:solidFill>
                  <a:prstClr val="white"/>
                </a:solidFill>
                <a:cs typeface="Times New Roman" panose="02020603050405020304" pitchFamily="18" charset="0"/>
              </a:rPr>
              <a:t>，</a:t>
            </a:r>
            <a:endParaRPr lang="en-US" altLang="zh-CN" sz="1800">
              <a:solidFill>
                <a:prstClr val="white"/>
              </a:solidFill>
              <a:cs typeface="Times New Roman" panose="02020603050405020304" pitchFamily="18" charset="0"/>
            </a:endParaRPr>
          </a:p>
          <a:p>
            <a:pPr lvl="0">
              <a:lnSpc>
                <a:spcPts val="2600"/>
              </a:lnSpc>
              <a:defRPr/>
            </a:pPr>
            <a:r>
              <a:rPr lang="zh-CN" altLang="en-US" sz="1800">
                <a:solidFill>
                  <a:prstClr val="white"/>
                </a:solidFill>
                <a:cs typeface="Times New Roman" panose="02020603050405020304" pitchFamily="18" charset="0"/>
              </a:rPr>
              <a:t>       弹簧就伸长</a:t>
            </a:r>
            <a:r>
              <a:rPr lang="en-US" altLang="zh-CN" sz="1800">
                <a:solidFill>
                  <a:prstClr val="white"/>
                </a:solidFill>
                <a:cs typeface="Times New Roman" panose="02020603050405020304" pitchFamily="18" charset="0"/>
              </a:rPr>
              <a:t>3cm</a:t>
            </a:r>
            <a:r>
              <a:rPr lang="zh-CN" altLang="en-US" sz="1800">
                <a:solidFill>
                  <a:prstClr val="white"/>
                </a:solidFill>
                <a:cs typeface="Times New Roman" panose="02020603050405020304" pitchFamily="18" charset="0"/>
              </a:rPr>
              <a:t>，当弹簧伸长</a:t>
            </a:r>
            <a:r>
              <a:rPr lang="en-US" altLang="zh-CN" sz="1800">
                <a:solidFill>
                  <a:prstClr val="white"/>
                </a:solidFill>
                <a:cs typeface="Times New Roman" panose="02020603050405020304" pitchFamily="18" charset="0"/>
              </a:rPr>
              <a:t>12cm</a:t>
            </a:r>
            <a:r>
              <a:rPr lang="zh-CN" altLang="en-US" sz="1800">
                <a:solidFill>
                  <a:prstClr val="white"/>
                </a:solidFill>
                <a:cs typeface="Times New Roman" panose="02020603050405020304" pitchFamily="18" charset="0"/>
              </a:rPr>
              <a:t>时，受到的拉力为</a:t>
            </a:r>
            <a:endParaRPr lang="en-US" altLang="zh-CN" sz="1800">
              <a:solidFill>
                <a:prstClr val="white"/>
              </a:solidFill>
              <a:cs typeface="Times New Roman" panose="02020603050405020304" pitchFamily="18" charset="0"/>
            </a:endParaRPr>
          </a:p>
          <a:p>
            <a:pPr lvl="0">
              <a:lnSpc>
                <a:spcPts val="2600"/>
              </a:lnSpc>
              <a:defRPr/>
            </a:pPr>
            <a:r>
              <a:rPr lang="en-US" altLang="zh-CN" sz="1800">
                <a:solidFill>
                  <a:prstClr val="white"/>
                </a:solidFill>
                <a:cs typeface="Times New Roman" panose="02020603050405020304" pitchFamily="18" charset="0"/>
              </a:rPr>
              <a:t>      12cm×1N/3cm=4N.  </a:t>
            </a:r>
            <a:r>
              <a:rPr lang="zh-CN" altLang="en-US" sz="1800">
                <a:solidFill>
                  <a:prstClr val="white"/>
                </a:solidFill>
                <a:cs typeface="Times New Roman" panose="02020603050405020304" pitchFamily="18" charset="0"/>
              </a:rPr>
              <a:t>所以在</a:t>
            </a:r>
            <a:r>
              <a:rPr lang="en-US" altLang="zh-CN" sz="1800">
                <a:solidFill>
                  <a:prstClr val="white"/>
                </a:solidFill>
                <a:cs typeface="Times New Roman" panose="02020603050405020304" pitchFamily="18" charset="0"/>
              </a:rPr>
              <a:t>A</a:t>
            </a:r>
            <a:r>
              <a:rPr lang="zh-CN" altLang="en-US" sz="1800">
                <a:solidFill>
                  <a:prstClr val="white"/>
                </a:solidFill>
                <a:cs typeface="Times New Roman" panose="02020603050405020304" pitchFamily="18" charset="0"/>
              </a:rPr>
              <a:t>测力计的</a:t>
            </a:r>
            <a:r>
              <a:rPr lang="en-US" altLang="zh-CN" sz="1800">
                <a:solidFill>
                  <a:prstClr val="white"/>
                </a:solidFill>
                <a:cs typeface="Times New Roman" panose="02020603050405020304" pitchFamily="18" charset="0"/>
              </a:rPr>
              <a:t>12cm</a:t>
            </a:r>
            <a:r>
              <a:rPr lang="zh-CN" altLang="en-US" sz="1800">
                <a:solidFill>
                  <a:prstClr val="white"/>
                </a:solidFill>
                <a:cs typeface="Times New Roman" panose="02020603050405020304" pitchFamily="18" charset="0"/>
              </a:rPr>
              <a:t>处应标上</a:t>
            </a:r>
            <a:r>
              <a:rPr lang="en-US" altLang="zh-CN" sz="1800">
                <a:solidFill>
                  <a:prstClr val="white"/>
                </a:solidFill>
                <a:cs typeface="Times New Roman" panose="02020603050405020304" pitchFamily="18" charset="0"/>
              </a:rPr>
              <a:t>4N</a:t>
            </a:r>
            <a:r>
              <a:rPr lang="zh-CN" altLang="en-US" sz="1800">
                <a:solidFill>
                  <a:prstClr val="white"/>
                </a:solidFill>
                <a:cs typeface="Times New Roman" panose="02020603050405020304" pitchFamily="18" charset="0"/>
              </a:rPr>
              <a:t>的刻度；</a:t>
            </a:r>
            <a:endParaRPr lang="en-US" altLang="zh-CN" sz="1800">
              <a:solidFill>
                <a:prstClr val="white"/>
              </a:solidFill>
              <a:cs typeface="Times New Roman" panose="02020603050405020304" pitchFamily="18" charset="0"/>
            </a:endParaRPr>
          </a:p>
          <a:p>
            <a:pPr lvl="0">
              <a:lnSpc>
                <a:spcPts val="2600"/>
              </a:lnSpc>
              <a:defRPr/>
            </a:pPr>
            <a:r>
              <a:rPr lang="en-US" altLang="zh-CN" sz="1800">
                <a:solidFill>
                  <a:prstClr val="white"/>
                </a:solidFill>
                <a:cs typeface="Times New Roman" panose="02020603050405020304" pitchFamily="18" charset="0"/>
              </a:rPr>
              <a:t>       </a:t>
            </a:r>
            <a:r>
              <a:rPr lang="zh-CN" altLang="en-US" sz="1800">
                <a:solidFill>
                  <a:schemeClr val="bg1"/>
                </a:solidFill>
                <a:cs typeface="Times New Roman" panose="02020603050405020304" pitchFamily="18" charset="0"/>
              </a:rPr>
              <a:t>根据</a:t>
            </a:r>
            <a:r>
              <a:rPr lang="zh-CN" altLang="en-US" sz="1800">
                <a:solidFill>
                  <a:srgbClr val="FFFF00"/>
                </a:solidFill>
                <a:cs typeface="Times New Roman" panose="02020603050405020304" pitchFamily="18" charset="0"/>
              </a:rPr>
              <a:t>甲乙弹簧在拉力相同时，甲弹簧伸长的长度大于乙弹簧伸长的长度</a:t>
            </a:r>
            <a:r>
              <a:rPr lang="zh-CN" altLang="en-US" sz="1800">
                <a:solidFill>
                  <a:schemeClr val="bg1"/>
                </a:solidFill>
                <a:cs typeface="Times New Roman" panose="02020603050405020304" pitchFamily="18" charset="0"/>
              </a:rPr>
              <a:t>，可得出在</a:t>
            </a:r>
            <a:r>
              <a:rPr lang="zh-CN" altLang="en-US" sz="1800">
                <a:solidFill>
                  <a:srgbClr val="FFFF00"/>
                </a:solidFill>
                <a:cs typeface="Times New Roman" panose="02020603050405020304" pitchFamily="18" charset="0"/>
              </a:rPr>
              <a:t>弹簧的伸长相同时，甲弹簧所受拉力小于乙弹簧所受拉力</a:t>
            </a:r>
            <a:r>
              <a:rPr lang="zh-CN" altLang="en-US" sz="1800">
                <a:solidFill>
                  <a:schemeClr val="bg1"/>
                </a:solidFill>
                <a:cs typeface="Times New Roman" panose="02020603050405020304" pitchFamily="18" charset="0"/>
              </a:rPr>
              <a:t>，即甲弹簧测力计的量程小于乙，所以量程较大的是</a:t>
            </a:r>
            <a:r>
              <a:rPr lang="en-US" altLang="zh-CN" sz="1800">
                <a:solidFill>
                  <a:schemeClr val="bg1"/>
                </a:solidFill>
                <a:cs typeface="Times New Roman" panose="02020603050405020304" pitchFamily="18" charset="0"/>
              </a:rPr>
              <a:t>B</a:t>
            </a:r>
            <a:r>
              <a:rPr lang="zh-CN" altLang="en-US" sz="1800">
                <a:solidFill>
                  <a:schemeClr val="bg1"/>
                </a:solidFill>
                <a:cs typeface="Times New Roman" panose="02020603050405020304" pitchFamily="18" charset="0"/>
              </a:rPr>
              <a:t>测力计。</a:t>
            </a:r>
          </a:p>
          <a:p>
            <a:pPr lvl="0" indent="457200">
              <a:lnSpc>
                <a:spcPts val="2600"/>
              </a:lnSpc>
              <a:defRPr/>
            </a:pPr>
            <a:r>
              <a:rPr lang="zh-CN" altLang="en-US" sz="1800">
                <a:solidFill>
                  <a:srgbClr val="FFC000"/>
                </a:solidFill>
                <a:cs typeface="Times New Roman" panose="02020603050405020304" pitchFamily="18" charset="0"/>
              </a:rPr>
              <a:t>在拉力相同时用甲弹簧做成的测力计，示数间的间距较大，刻刻度时可以刻得更小，因此用甲弹簧做成的测力计精度更高，即精度较高的是</a:t>
            </a:r>
            <a:r>
              <a:rPr lang="en-US" altLang="zh-CN" sz="1800">
                <a:solidFill>
                  <a:srgbClr val="FFC000"/>
                </a:solidFill>
                <a:cs typeface="Times New Roman" panose="02020603050405020304" pitchFamily="18" charset="0"/>
              </a:rPr>
              <a:t>A</a:t>
            </a:r>
            <a:r>
              <a:rPr lang="zh-CN" altLang="en-US" sz="1800">
                <a:solidFill>
                  <a:srgbClr val="FFC000"/>
                </a:solidFill>
                <a:cs typeface="Times New Roman" panose="02020603050405020304" pitchFamily="18" charset="0"/>
              </a:rPr>
              <a:t>测力计。</a:t>
            </a:r>
          </a:p>
        </p:txBody>
      </p:sp>
      <p:pic>
        <p:nvPicPr>
          <p:cNvPr id="8" name="图片 7">
            <a:extLst>
              <a:ext uri="{FF2B5EF4-FFF2-40B4-BE49-F238E27FC236}">
                <a16:creationId xmlns:a16="http://schemas.microsoft.com/office/drawing/2014/main" id="{07CAE84D-EACB-F671-B248-94AC61DD8555}"/>
              </a:ext>
            </a:extLst>
          </p:cNvPr>
          <p:cNvPicPr>
            <a:picLocks noChangeAspect="1"/>
          </p:cNvPicPr>
          <p:nvPr>
            <p:custDataLst>
              <p:tags r:id="rId8"/>
            </p:custDataLst>
          </p:nvPr>
        </p:nvPicPr>
        <p:blipFill>
          <a:blip r:embed="rId15"/>
          <a:stretch>
            <a:fillRect/>
          </a:stretch>
        </p:blipFill>
        <p:spPr>
          <a:xfrm>
            <a:off x="7495817" y="524362"/>
            <a:ext cx="1543095" cy="2108897"/>
          </a:xfrm>
          <a:prstGeom prst="rect">
            <a:avLst/>
          </a:prstGeom>
        </p:spPr>
      </p:pic>
      <p:sp>
        <p:nvSpPr>
          <p:cNvPr id="12" name="文本框 11">
            <a:extLst>
              <a:ext uri="{FF2B5EF4-FFF2-40B4-BE49-F238E27FC236}">
                <a16:creationId xmlns:a16="http://schemas.microsoft.com/office/drawing/2014/main" id="{B4BAC975-E849-E460-C68F-E382B499F23D}"/>
              </a:ext>
            </a:extLst>
          </p:cNvPr>
          <p:cNvSpPr txBox="1"/>
          <p:nvPr>
            <p:custDataLst>
              <p:tags r:id="rId9"/>
            </p:custDataLst>
          </p:nvPr>
        </p:nvSpPr>
        <p:spPr>
          <a:xfrm>
            <a:off x="2933737" y="1688422"/>
            <a:ext cx="711646" cy="400110"/>
          </a:xfrm>
          <a:prstGeom prst="rect">
            <a:avLst/>
          </a:prstGeom>
          <a:noFill/>
        </p:spPr>
        <p:txBody>
          <a:bodyPr wrap="square">
            <a:spAutoFit/>
          </a:bodyPr>
          <a:lstStyle/>
          <a:p>
            <a:r>
              <a:rPr kumimoji="0" lang="en-US" altLang="zh-CN" sz="2000" i="0" u="none" strike="noStrike" kern="1200" cap="none" spc="0" normalizeH="0" baseline="0" noProof="0">
                <a:ln>
                  <a:noFill/>
                </a:ln>
                <a:solidFill>
                  <a:srgbClr val="FF0000"/>
                </a:solidFill>
                <a:effectLst/>
                <a:uLnTx/>
                <a:uFillTx/>
                <a:latin typeface="Times New Roman"/>
                <a:ea typeface="微软雅黑"/>
                <a:cs typeface="Times New Roman" panose="02020603050405020304" pitchFamily="18" charset="0"/>
              </a:rPr>
              <a:t>A</a:t>
            </a:r>
            <a:endParaRPr lang="zh-CN" altLang="en-US">
              <a:solidFill>
                <a:srgbClr val="FF0000"/>
              </a:solidFill>
            </a:endParaRPr>
          </a:p>
        </p:txBody>
      </p:sp>
      <p:sp>
        <p:nvSpPr>
          <p:cNvPr id="13" name="Rectangle 2">
            <a:extLst>
              <a:ext uri="{FF2B5EF4-FFF2-40B4-BE49-F238E27FC236}">
                <a16:creationId xmlns:a16="http://schemas.microsoft.com/office/drawing/2014/main" id="{9CBD1C18-00E2-5A26-1D65-A20537DF11A9}"/>
              </a:ext>
            </a:extLst>
          </p:cNvPr>
          <p:cNvSpPr>
            <a:spLocks noChangeArrowheads="1"/>
          </p:cNvSpPr>
          <p:nvPr>
            <p:custDataLst>
              <p:tags r:id="rId10"/>
            </p:custDataLst>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7950996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par>
                          <p:cTn id="13" fill="hold" nodeType="afterGroup">
                            <p:stCondLst>
                              <p:cond delay="500"/>
                            </p:stCondLst>
                            <p:childTnLst>
                              <p:par>
                                <p:cTn id="14" presetID="3" presetClass="entr" presetSubtype="10" fill="hold" nodeType="afterEffect">
                                  <p:stCondLst>
                                    <p:cond delay="0"/>
                                  </p:stCondLst>
                                  <p:childTnLst>
                                    <p:set>
                                      <p:cBhvr>
                                        <p:cTn id="15" dur="1" fill="hold">
                                          <p:stCondLst>
                                            <p:cond delay="0"/>
                                          </p:stCondLst>
                                        </p:cTn>
                                        <p:tgtEl>
                                          <p:spTgt spid="11">
                                            <p:txEl>
                                              <p:pRg st="1" end="1"/>
                                            </p:txEl>
                                          </p:spTgt>
                                        </p:tgtEl>
                                        <p:attrNameLst>
                                          <p:attrName>style.visibility</p:attrName>
                                        </p:attrNameLst>
                                      </p:cBhvr>
                                      <p:to>
                                        <p:strVal val="visible"/>
                                      </p:to>
                                    </p:set>
                                    <p:animEffect transition="in" filter="blinds(horizontal)">
                                      <p:cBhvr>
                                        <p:cTn id="16" dur="500"/>
                                        <p:tgtEl>
                                          <p:spTgt spid="11">
                                            <p:txEl>
                                              <p:pRg st="1" end="1"/>
                                            </p:txEl>
                                          </p:spTgt>
                                        </p:tgtEl>
                                      </p:cBhvr>
                                    </p:animEffect>
                                  </p:childTnLst>
                                </p:cTn>
                              </p:par>
                            </p:childTnLst>
                          </p:cTn>
                        </p:par>
                        <p:par>
                          <p:cTn id="17" fill="hold" nodeType="afterGroup">
                            <p:stCondLst>
                              <p:cond delay="1000"/>
                            </p:stCondLst>
                            <p:childTnLst>
                              <p:par>
                                <p:cTn id="18" presetID="3" presetClass="entr" presetSubtype="10" fill="hold" nodeType="afterEffect">
                                  <p:stCondLst>
                                    <p:cond delay="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blinds(horizontal)">
                                      <p:cBhvr>
                                        <p:cTn id="20" dur="500"/>
                                        <p:tgtEl>
                                          <p:spTgt spid="11">
                                            <p:txEl>
                                              <p:pRg st="2" end="2"/>
                                            </p:txEl>
                                          </p:spTgt>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xEl>
                                              <p:pRg st="3" end="3"/>
                                            </p:txEl>
                                          </p:spTgt>
                                        </p:tgtEl>
                                        <p:attrNameLst>
                                          <p:attrName>style.visibility</p:attrName>
                                        </p:attrNameLst>
                                      </p:cBhvr>
                                      <p:to>
                                        <p:strVal val="visible"/>
                                      </p:to>
                                    </p:set>
                                    <p:animEffect transition="in" filter="blinds(horizontal)">
                                      <p:cBhvr>
                                        <p:cTn id="25" dur="500"/>
                                        <p:tgtEl>
                                          <p:spTgt spid="11">
                                            <p:txEl>
                                              <p:pRg st="3" end="3"/>
                                            </p:txEl>
                                          </p:spTgt>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1">
                                            <p:txEl>
                                              <p:pRg st="4" end="4"/>
                                            </p:txEl>
                                          </p:spTgt>
                                        </p:tgtEl>
                                        <p:attrNameLst>
                                          <p:attrName>style.visibility</p:attrName>
                                        </p:attrNameLst>
                                      </p:cBhvr>
                                      <p:to>
                                        <p:strVal val="visible"/>
                                      </p:to>
                                    </p:set>
                                    <p:animEffect transition="in" filter="blinds(horizontal)">
                                      <p:cBhvr>
                                        <p:cTn id="30" dur="500"/>
                                        <p:tgtEl>
                                          <p:spTgt spid="11">
                                            <p:txEl>
                                              <p:pRg st="4" end="4"/>
                                            </p:txEl>
                                          </p:spTgt>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 calcmode="lin" valueType="num">
                                      <p:cBhvr>
                                        <p:cTn id="35" dur="750" fill="hold"/>
                                        <p:tgtEl>
                                          <p:spTgt spid="21"/>
                                        </p:tgtEl>
                                        <p:attrNameLst>
                                          <p:attrName>ppt_w</p:attrName>
                                        </p:attrNameLst>
                                      </p:cBhvr>
                                      <p:tavLst>
                                        <p:tav tm="0">
                                          <p:val>
                                            <p:fltVal val="0"/>
                                          </p:val>
                                        </p:tav>
                                        <p:tav tm="100000">
                                          <p:val>
                                            <p:strVal val="#ppt_w"/>
                                          </p:val>
                                        </p:tav>
                                      </p:tavLst>
                                    </p:anim>
                                    <p:anim calcmode="lin" valueType="num">
                                      <p:cBhvr>
                                        <p:cTn id="36" dur="750" fill="hold"/>
                                        <p:tgtEl>
                                          <p:spTgt spid="21"/>
                                        </p:tgtEl>
                                        <p:attrNameLst>
                                          <p:attrName>ppt_h</p:attrName>
                                        </p:attrNameLst>
                                      </p:cBhvr>
                                      <p:tavLst>
                                        <p:tav tm="0">
                                          <p:val>
                                            <p:fltVal val="0"/>
                                          </p:val>
                                        </p:tav>
                                        <p:tav tm="100000">
                                          <p:val>
                                            <p:strVal val="#ppt_h"/>
                                          </p:val>
                                        </p:tav>
                                      </p:tavLst>
                                    </p:anim>
                                    <p:anim calcmode="lin" valueType="num">
                                      <p:cBhvr>
                                        <p:cTn id="37" dur="750" fill="hold"/>
                                        <p:tgtEl>
                                          <p:spTgt spid="21"/>
                                        </p:tgtEl>
                                        <p:attrNameLst>
                                          <p:attrName>style.rotation</p:attrName>
                                        </p:attrNameLst>
                                      </p:cBhvr>
                                      <p:tavLst>
                                        <p:tav tm="0">
                                          <p:val>
                                            <p:fltVal val="90"/>
                                          </p:val>
                                        </p:tav>
                                        <p:tav tm="100000">
                                          <p:val>
                                            <p:fltVal val="0"/>
                                          </p:val>
                                        </p:tav>
                                      </p:tavLst>
                                    </p:anim>
                                    <p:animEffect transition="in" filter="fade">
                                      <p:cBhvr>
                                        <p:cTn id="38" dur="750"/>
                                        <p:tgtEl>
                                          <p:spTgt spid="21"/>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p:cTn id="41" dur="750" fill="hold"/>
                                        <p:tgtEl>
                                          <p:spTgt spid="12"/>
                                        </p:tgtEl>
                                        <p:attrNameLst>
                                          <p:attrName>ppt_w</p:attrName>
                                        </p:attrNameLst>
                                      </p:cBhvr>
                                      <p:tavLst>
                                        <p:tav tm="0">
                                          <p:val>
                                            <p:fltVal val="0"/>
                                          </p:val>
                                        </p:tav>
                                        <p:tav tm="100000">
                                          <p:val>
                                            <p:strVal val="#ppt_w"/>
                                          </p:val>
                                        </p:tav>
                                      </p:tavLst>
                                    </p:anim>
                                    <p:anim calcmode="lin" valueType="num">
                                      <p:cBhvr>
                                        <p:cTn id="42" dur="750" fill="hold"/>
                                        <p:tgtEl>
                                          <p:spTgt spid="12"/>
                                        </p:tgtEl>
                                        <p:attrNameLst>
                                          <p:attrName>ppt_h</p:attrName>
                                        </p:attrNameLst>
                                      </p:cBhvr>
                                      <p:tavLst>
                                        <p:tav tm="0">
                                          <p:val>
                                            <p:fltVal val="0"/>
                                          </p:val>
                                        </p:tav>
                                        <p:tav tm="100000">
                                          <p:val>
                                            <p:strVal val="#ppt_h"/>
                                          </p:val>
                                        </p:tav>
                                      </p:tavLst>
                                    </p:anim>
                                    <p:anim calcmode="lin" valueType="num">
                                      <p:cBhvr>
                                        <p:cTn id="43" dur="750" fill="hold"/>
                                        <p:tgtEl>
                                          <p:spTgt spid="12"/>
                                        </p:tgtEl>
                                        <p:attrNameLst>
                                          <p:attrName>style.rotation</p:attrName>
                                        </p:attrNameLst>
                                      </p:cBhvr>
                                      <p:tavLst>
                                        <p:tav tm="0">
                                          <p:val>
                                            <p:fltVal val="90"/>
                                          </p:val>
                                        </p:tav>
                                        <p:tav tm="100000">
                                          <p:val>
                                            <p:fltVal val="0"/>
                                          </p:val>
                                        </p:tav>
                                      </p:tavLst>
                                    </p:anim>
                                    <p:animEffect transition="in" filter="fade">
                                      <p:cBhvr>
                                        <p:cTn id="44"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1881805" y="1816567"/>
            <a:ext cx="2723274" cy="2030229"/>
            <a:chOff x="693085" y="1816567"/>
            <a:chExt cx="2723274" cy="2030229"/>
          </a:xfrm>
        </p:grpSpPr>
        <p:grpSp>
          <p:nvGrpSpPr>
            <p:cNvPr id="19" name="组合 18">
              <a:extLst>
                <a:ext uri="{FF2B5EF4-FFF2-40B4-BE49-F238E27FC236}">
                  <a16:creationId xmlns:a16="http://schemas.microsoft.com/office/drawing/2014/main" id="{A0D84D34-A8C1-78F9-98AC-611E86F9910D}"/>
                </a:ext>
              </a:extLst>
            </p:cNvPr>
            <p:cNvGrpSpPr/>
            <p:nvPr>
              <p:custDataLst>
                <p:tags r:id="rId8"/>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0"/>
                </p:custDataLst>
              </p:nvPr>
            </p:nvSpPr>
            <p:spPr>
              <a:xfrm rot="5400000">
                <a:off x="40681" y="2468972"/>
                <a:ext cx="1522671" cy="217861"/>
              </a:xfrm>
              <a:prstGeom prst="corner">
                <a:avLst>
                  <a:gd name="adj1" fmla="val 1000"/>
                  <a:gd name="adj2" fmla="val 1000"/>
                </a:avLst>
              </a:prstGeom>
              <a:ln>
                <a:solidFill>
                  <a:srgbClr val="B9EBDC"/>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1"/>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41CAA0"/>
              </a:solidFill>
              <a:ln>
                <a:solidFill>
                  <a:schemeClr val="accent3"/>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9"/>
              </p:custDataLst>
            </p:nvPr>
          </p:nvSpPr>
          <p:spPr>
            <a:xfrm>
              <a:off x="910947"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1244600" rtl="0" eaLnBrk="1" fontAlgn="auto" latinLnBrk="0" hangingPunct="1">
                <a:lnSpc>
                  <a:spcPts val="1500"/>
                </a:lnSpc>
                <a:spcBef>
                  <a:spcPct val="0"/>
                </a:spcBef>
                <a:spcAft>
                  <a:spcPct val="3500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重力</a:t>
              </a:r>
              <a:endParaRPr kumimoji="0" lang="en-US" sz="2800" b="1" i="0" u="none" strike="noStrike" kern="1200" cap="none" spc="0" normalizeH="0" baseline="0" noProof="0">
                <a:ln>
                  <a:noFill/>
                </a:ln>
                <a:solidFill>
                  <a:srgbClr val="002060"/>
                </a:solidFill>
                <a:effectLst/>
                <a:uLnTx/>
                <a:uFillTx/>
                <a:latin typeface="Times New Roman"/>
                <a:ea typeface="微软雅黑"/>
                <a:cs typeface="+mn-cs"/>
              </a:endParaRPr>
            </a:p>
          </p:txBody>
        </p:sp>
      </p:grpSp>
      <p:grpSp>
        <p:nvGrpSpPr>
          <p:cNvPr id="22" name="组合 21">
            <a:extLst>
              <a:ext uri="{FF2B5EF4-FFF2-40B4-BE49-F238E27FC236}">
                <a16:creationId xmlns:a16="http://schemas.microsoft.com/office/drawing/2014/main" id="{BB0D28AF-F859-B4FB-1D3F-030B6BED1894}"/>
              </a:ext>
            </a:extLst>
          </p:cNvPr>
          <p:cNvGrpSpPr/>
          <p:nvPr>
            <p:custDataLst>
              <p:tags r:id="rId2"/>
            </p:custDataLst>
          </p:nvPr>
        </p:nvGrpSpPr>
        <p:grpSpPr>
          <a:xfrm>
            <a:off x="4612256" y="1816567"/>
            <a:ext cx="2723274" cy="2030229"/>
            <a:chOff x="5976236" y="1816567"/>
            <a:chExt cx="2723274" cy="2030229"/>
          </a:xfrm>
        </p:grpSpPr>
        <p:sp>
          <p:nvSpPr>
            <p:cNvPr id="16" name="L 形 15">
              <a:extLst>
                <a:ext uri="{FF2B5EF4-FFF2-40B4-BE49-F238E27FC236}">
                  <a16:creationId xmlns:a16="http://schemas.microsoft.com/office/drawing/2014/main" id="{A7B39701-181C-1CDD-5CAB-9158740D2DB8}"/>
                </a:ext>
              </a:extLst>
            </p:cNvPr>
            <p:cNvSpPr/>
            <p:nvPr>
              <p:custDataLst>
                <p:tags r:id="rId5"/>
              </p:custDataLst>
            </p:nvPr>
          </p:nvSpPr>
          <p:spPr>
            <a:xfrm rot="5400000">
              <a:off x="5323831" y="2468972"/>
              <a:ext cx="1522671" cy="217861"/>
            </a:xfrm>
            <a:prstGeom prst="corner">
              <a:avLst>
                <a:gd name="adj1" fmla="val 1000"/>
                <a:gd name="adj2" fmla="val 1000"/>
              </a:avLst>
            </a:prstGeom>
            <a:ln>
              <a:solidFill>
                <a:schemeClr val="accent5"/>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7" name="任意多边形: 形状 16">
              <a:extLst>
                <a:ext uri="{FF2B5EF4-FFF2-40B4-BE49-F238E27FC236}">
                  <a16:creationId xmlns:a16="http://schemas.microsoft.com/office/drawing/2014/main" id="{C2FAD615-E2C7-4849-1B8D-00877A790117}"/>
                </a:ext>
              </a:extLst>
            </p:cNvPr>
            <p:cNvSpPr/>
            <p:nvPr>
              <p:custDataLst>
                <p:tags r:id="rId6"/>
              </p:custDataLst>
            </p:nvPr>
          </p:nvSpPr>
          <p:spPr>
            <a:xfrm>
              <a:off x="5976236"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chemeClr val="accent5"/>
            </a:solidFill>
            <a:ln>
              <a:solidFill>
                <a:schemeClr val="accent5"/>
              </a:solid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02</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8" name="任意多边形: 形状 17">
              <a:extLst>
                <a:ext uri="{FF2B5EF4-FFF2-40B4-BE49-F238E27FC236}">
                  <a16:creationId xmlns:a16="http://schemas.microsoft.com/office/drawing/2014/main" id="{0C3927E7-D405-48E6-8B4D-799ADABB973E}"/>
                </a:ext>
              </a:extLst>
            </p:cNvPr>
            <p:cNvSpPr/>
            <p:nvPr>
              <p:custDataLst>
                <p:tags r:id="rId7"/>
              </p:custDataLst>
            </p:nvPr>
          </p:nvSpPr>
          <p:spPr>
            <a:xfrm>
              <a:off x="6194098" y="1947285"/>
              <a:ext cx="2211298" cy="76543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533400" rtl="0" eaLnBrk="1" fontAlgn="auto" latinLnBrk="0" hangingPunct="1">
                <a:lnSpc>
                  <a:spcPts val="15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力的示意图</a:t>
              </a: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3"/>
            </p:custDataLst>
          </p:nvPr>
        </p:nvSpPr>
        <p:spPr>
          <a:xfrm>
            <a:off x="721994" y="885428"/>
            <a:ext cx="2211297" cy="508794"/>
          </a:xfrm>
          <a:prstGeom prst="rect">
            <a:avLst/>
          </a:prstGeom>
          <a:noFill/>
        </p:spPr>
        <p:txBody>
          <a:bodyPr wrap="square">
            <a:spAutoFit/>
          </a:bodyPr>
          <a:lstStyle/>
          <a:p>
            <a:pPr marL="0" marR="0" lvl="0" indent="0" algn="l" defTabSz="685160" rtl="0" eaLnBrk="1" fontAlgn="auto" latinLnBrk="0" hangingPunct="1">
              <a:lnSpc>
                <a:spcPts val="36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p>
        </p:txBody>
      </p:sp>
      <p:sp>
        <p:nvSpPr>
          <p:cNvPr id="2" name="文本框 1">
            <a:extLst>
              <a:ext uri="{FF2B5EF4-FFF2-40B4-BE49-F238E27FC236}">
                <a16:creationId xmlns:a16="http://schemas.microsoft.com/office/drawing/2014/main" id="{71AAA581-3D9D-5166-C8CC-6FFEC9BCDFBB}"/>
              </a:ext>
            </a:extLst>
          </p:cNvPr>
          <p:cNvSpPr txBox="1"/>
          <p:nvPr>
            <p:custDataLst>
              <p:tags r:id="rId4"/>
            </p:custDataLst>
          </p:nvPr>
        </p:nvSpPr>
        <p:spPr>
          <a:xfrm>
            <a:off x="2595753" y="-36576"/>
            <a:ext cx="3538347" cy="508794"/>
          </a:xfrm>
          <a:prstGeom prst="rect">
            <a:avLst/>
          </a:prstGeom>
          <a:noFill/>
        </p:spPr>
        <p:txBody>
          <a:bodyPr wrap="square">
            <a:spAutoFit/>
          </a:bodyPr>
          <a:lstStyle/>
          <a:p>
            <a:pPr marL="0" marR="0" lvl="0" indent="0" algn="ctr" defTabSz="685160" rtl="0" eaLnBrk="1" fontAlgn="auto" latinLnBrk="0" hangingPunct="1">
              <a:lnSpc>
                <a:spcPts val="3600"/>
              </a:lnSpc>
              <a:spcBef>
                <a:spcPct val="0"/>
              </a:spcBef>
              <a:spcAft>
                <a:spcPct val="0"/>
              </a:spcAft>
              <a:buClrTx/>
              <a:buSzTx/>
              <a:buFontTx/>
              <a:buNone/>
              <a:defRPr/>
            </a:pP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重力  力的示意图</a:t>
            </a:r>
          </a:p>
        </p:txBody>
      </p:sp>
    </p:spTree>
    <p:extLst>
      <p:ext uri="{BB962C8B-B14F-4D97-AF65-F5344CB8AC3E}">
        <p14:creationId xmlns:p14="http://schemas.microsoft.com/office/powerpoint/2010/main" val="197423926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down)">
                                      <p:cBhvr>
                                        <p:cTn id="11"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左大括号 4">
            <a:extLst>
              <a:ext uri="{FF2B5EF4-FFF2-40B4-BE49-F238E27FC236}">
                <a16:creationId xmlns:a16="http://schemas.microsoft.com/office/drawing/2014/main" id="{49F9CBC8-22C0-56D2-C88B-5E4D82CC8EC2}"/>
              </a:ext>
            </a:extLst>
          </p:cNvPr>
          <p:cNvSpPr/>
          <p:nvPr>
            <p:custDataLst>
              <p:tags r:id="rId1"/>
            </p:custDataLst>
          </p:nvPr>
        </p:nvSpPr>
        <p:spPr>
          <a:xfrm>
            <a:off x="952025" y="1767813"/>
            <a:ext cx="277375" cy="3041704"/>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marL="0" marR="0" lvl="0" indent="0" algn="ctr" defTabSz="683407" rtl="0" eaLnBrk="0" fontAlgn="auto" latinLnBrk="0" hangingPunct="0">
              <a:lnSpc>
                <a:spcPct val="100000"/>
              </a:lnSpc>
              <a:spcBef>
                <a:spcPct val="0"/>
              </a:spcBef>
              <a:spcAft>
                <a:spcPct val="0"/>
              </a:spcAft>
              <a:buClrTx/>
              <a:buSzTx/>
              <a:buFontTx/>
              <a:buNone/>
              <a:defRPr/>
            </a:pPr>
            <a:endParaRPr kumimoji="0" lang="zh-CN" altLang="en-US" sz="752" b="0" i="0" u="none" strike="noStrike" kern="1200" cap="none" spc="0" normalizeH="0" baseline="0" noProof="0">
              <a:ln>
                <a:noFill/>
              </a:ln>
              <a:solidFill>
                <a:srgbClr val="002060"/>
              </a:solidFill>
              <a:effectLst/>
              <a:uLnTx/>
              <a:uFillTx/>
              <a:latin typeface="Century Gothic" panose="020F0302020204030204"/>
              <a:ea typeface="宋体" panose="02010600030101010101" pitchFamily="2" charset="-122"/>
              <a:cs typeface="+mn-cs"/>
            </a:endParaRPr>
          </a:p>
        </p:txBody>
      </p:sp>
      <p:sp>
        <p:nvSpPr>
          <p:cNvPr id="3" name="Rectangle 2">
            <a:extLst>
              <a:ext uri="{FF2B5EF4-FFF2-40B4-BE49-F238E27FC236}">
                <a16:creationId xmlns:a16="http://schemas.microsoft.com/office/drawing/2014/main" id="{6D98DD46-21B0-B9F2-47DE-C0106E61BAEB}"/>
              </a:ext>
            </a:extLst>
          </p:cNvPr>
          <p:cNvSpPr/>
          <p:nvPr>
            <p:custDataLst>
              <p:tags r:id="rId2"/>
            </p:custDataLst>
          </p:nvPr>
        </p:nvSpPr>
        <p:spPr>
          <a:xfrm>
            <a:off x="111739" y="2261811"/>
            <a:ext cx="861774" cy="1774315"/>
          </a:xfrm>
          <a:prstGeom prst="rect">
            <a:avLst/>
          </a:prstGeom>
          <a:solidFill>
            <a:srgbClr val="FFC000"/>
          </a:solidFill>
          <a:ln w="9525">
            <a:solidFill>
              <a:schemeClr val="tx1"/>
            </a:solidFill>
          </a:ln>
        </p:spPr>
        <p:txBody>
          <a:bodyPr vert="eaVert" wrap="square" anchor="t">
            <a:spAutoFit/>
          </a:bodyPr>
          <a:lstStyle/>
          <a:p>
            <a:pPr marL="0" marR="0" lvl="0" indent="0" algn="ctr" defTabSz="683407" rtl="0" eaLnBrk="1" fontAlgn="auto" latinLnBrk="0" hangingPunct="1">
              <a:lnSpc>
                <a:spcPct val="1000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重力</a:t>
            </a:r>
            <a:endParaRPr kumimoji="0" lang="en-US" altLang="zh-CN" sz="2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力的示意图</a:t>
            </a:r>
          </a:p>
        </p:txBody>
      </p:sp>
      <p:sp>
        <p:nvSpPr>
          <p:cNvPr id="4" name="矩形 82950">
            <a:extLst>
              <a:ext uri="{FF2B5EF4-FFF2-40B4-BE49-F238E27FC236}">
                <a16:creationId xmlns:a16="http://schemas.microsoft.com/office/drawing/2014/main" id="{8A27CE63-0BC9-88AA-D094-E643482A3C17}"/>
              </a:ext>
            </a:extLst>
          </p:cNvPr>
          <p:cNvSpPr/>
          <p:nvPr>
            <p:custDataLst>
              <p:tags r:id="rId3"/>
            </p:custDataLst>
          </p:nvPr>
        </p:nvSpPr>
        <p:spPr>
          <a:xfrm>
            <a:off x="1193397" y="1469917"/>
            <a:ext cx="1058692" cy="429990"/>
          </a:xfrm>
          <a:prstGeom prst="rect">
            <a:avLst/>
          </a:prstGeom>
          <a:solidFill>
            <a:schemeClr val="bg1">
              <a:lumMod val="95000"/>
            </a:schemeClr>
          </a:solidFill>
          <a:ln w="9525">
            <a:solidFill>
              <a:schemeClr val="tx1"/>
            </a:solidFill>
          </a:ln>
        </p:spPr>
        <p:txBody>
          <a:bodyPr wrap="square" anchor="t">
            <a:spAutoFit/>
          </a:bodyPr>
          <a:lstStyle/>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重力</a:t>
            </a:r>
            <a:r>
              <a:rPr kumimoji="0" lang="en-US" altLang="zh-CN" sz="2194"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 </a:t>
            </a:r>
            <a:endParaRPr kumimoji="0" lang="zh-CN" altLang="en-US" sz="2194"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sp>
        <p:nvSpPr>
          <p:cNvPr id="7" name="矩形 82950">
            <a:extLst>
              <a:ext uri="{FF2B5EF4-FFF2-40B4-BE49-F238E27FC236}">
                <a16:creationId xmlns:a16="http://schemas.microsoft.com/office/drawing/2014/main" id="{97D408DA-CE8E-3C90-F1B5-2B23DF53F391}"/>
              </a:ext>
            </a:extLst>
          </p:cNvPr>
          <p:cNvSpPr/>
          <p:nvPr>
            <p:custDataLst>
              <p:tags r:id="rId4"/>
            </p:custDataLst>
          </p:nvPr>
        </p:nvSpPr>
        <p:spPr>
          <a:xfrm>
            <a:off x="1213844" y="3298061"/>
            <a:ext cx="1058692" cy="677108"/>
          </a:xfrm>
          <a:prstGeom prst="rect">
            <a:avLst/>
          </a:prstGeom>
          <a:solidFill>
            <a:schemeClr val="accent1">
              <a:lumMod val="20000"/>
              <a:lumOff val="80000"/>
            </a:schemeClr>
          </a:solidFill>
          <a:ln w="9525">
            <a:solidFill>
              <a:schemeClr val="tx1"/>
            </a:solidFill>
          </a:ln>
        </p:spPr>
        <p:txBody>
          <a:bodyPr wrap="square" anchor="t">
            <a:spAutoFit/>
          </a:bodyPr>
          <a:lstStyle/>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1900" b="0" i="0" u="none" strike="noStrike" kern="1200" cap="none" spc="-99"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力的</a:t>
            </a:r>
            <a:endParaRPr kumimoji="0" lang="en-US" altLang="zh-CN" sz="1900" b="0" i="0" u="none" strike="noStrike" kern="1200" cap="none" spc="-99"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1900" b="0" i="0" u="none" strike="noStrike" kern="1200" cap="none" spc="-99"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示意图</a:t>
            </a:r>
          </a:p>
        </p:txBody>
      </p:sp>
      <p:sp>
        <p:nvSpPr>
          <p:cNvPr id="11" name="矩形 82950">
            <a:extLst>
              <a:ext uri="{FF2B5EF4-FFF2-40B4-BE49-F238E27FC236}">
                <a16:creationId xmlns:a16="http://schemas.microsoft.com/office/drawing/2014/main" id="{0B043760-BE75-89AC-69E3-81157EB55FEE}"/>
              </a:ext>
            </a:extLst>
          </p:cNvPr>
          <p:cNvSpPr/>
          <p:nvPr>
            <p:custDataLst>
              <p:tags r:id="rId5"/>
            </p:custDataLst>
          </p:nvPr>
        </p:nvSpPr>
        <p:spPr>
          <a:xfrm>
            <a:off x="2446065" y="551560"/>
            <a:ext cx="6401844" cy="406778"/>
          </a:xfrm>
          <a:prstGeom prst="rect">
            <a:avLst/>
          </a:prstGeom>
          <a:noFill/>
          <a:ln w="9525">
            <a:noFill/>
          </a:ln>
        </p:spPr>
        <p:txBody>
          <a:bodyPr wrap="square" anchor="t">
            <a:spAutoFit/>
          </a:bodyPr>
          <a:lstStyle/>
          <a:p>
            <a:pPr marL="0" marR="0" lvl="0" indent="0" algn="l" defTabSz="683407" rtl="0" eaLnBrk="1" fontAlgn="auto" latinLnBrk="0" hangingPunct="1">
              <a:lnSpc>
                <a:spcPts val="27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①重力</a:t>
            </a: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由于地球的吸引而使物体受到的力叫作重力</a:t>
            </a:r>
            <a:r>
              <a:rPr kumimoji="0" lang="en-US" altLang="zh-CN"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a:extLst>
              <a:ext uri="{FF2B5EF4-FFF2-40B4-BE49-F238E27FC236}">
                <a16:creationId xmlns:a16="http://schemas.microsoft.com/office/drawing/2014/main" id="{3B7A1D7E-E03F-CF16-5029-2F6B408F8EDB}"/>
              </a:ext>
            </a:extLst>
          </p:cNvPr>
          <p:cNvSpPr txBox="1"/>
          <p:nvPr>
            <p:custDataLst>
              <p:tags r:id="rId6"/>
            </p:custDataLst>
          </p:nvPr>
        </p:nvSpPr>
        <p:spPr>
          <a:xfrm>
            <a:off x="2446065" y="928755"/>
            <a:ext cx="6227672" cy="406778"/>
          </a:xfrm>
          <a:prstGeom prst="rect">
            <a:avLst/>
          </a:prstGeom>
          <a:noFill/>
        </p:spPr>
        <p:txBody>
          <a:bodyPr wrap="square">
            <a:spAutoFit/>
          </a:bodyPr>
          <a:lstStyle/>
          <a:p>
            <a:pPr marL="0" marR="0" lvl="0" indent="0" algn="l" defTabSz="683407" rtl="0" eaLnBrk="1" fontAlgn="auto" latinLnBrk="0" hangingPunct="1">
              <a:lnSpc>
                <a:spcPts val="2700"/>
              </a:lnSpc>
              <a:spcBef>
                <a:spcPct val="0"/>
              </a:spcBef>
              <a:spcAft>
                <a:spcPct val="0"/>
              </a:spcAft>
              <a:buClrTx/>
              <a:buSzTx/>
              <a:buFontTx/>
              <a:buNone/>
              <a:defRPr/>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②大小：</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物体所受重力的大小与它的质量成正比，</a:t>
            </a:r>
            <a:r>
              <a:rPr kumimoji="0" lang="en-US" altLang="zh-CN" sz="1800" b="0" i="1"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G=mg</a:t>
            </a:r>
            <a:endParaRPr kumimoji="0" lang="zh-CN" altLang="en-US" sz="1800" b="0" i="1"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82950">
            <a:extLst>
              <a:ext uri="{FF2B5EF4-FFF2-40B4-BE49-F238E27FC236}">
                <a16:creationId xmlns:a16="http://schemas.microsoft.com/office/drawing/2014/main" id="{4E622B42-68A0-0B5C-6A29-EA5C2E73AA62}"/>
              </a:ext>
            </a:extLst>
          </p:cNvPr>
          <p:cNvSpPr/>
          <p:nvPr>
            <p:custDataLst>
              <p:tags r:id="rId7"/>
            </p:custDataLst>
          </p:nvPr>
        </p:nvSpPr>
        <p:spPr>
          <a:xfrm>
            <a:off x="2425746" y="3122324"/>
            <a:ext cx="6679228" cy="377924"/>
          </a:xfrm>
          <a:prstGeom prst="rect">
            <a:avLst/>
          </a:prstGeom>
          <a:noFill/>
          <a:ln w="9525">
            <a:noFill/>
          </a:ln>
        </p:spPr>
        <p:txBody>
          <a:bodyPr wrap="square" anchor="t">
            <a:spAutoFit/>
          </a:bodyPr>
          <a:lstStyle/>
          <a:p>
            <a:pPr marL="0" marR="0" lvl="0" indent="0" algn="l" defTabSz="512568" rtl="0" eaLnBrk="1" fontAlgn="auto" latinLnBrk="0" hangingPunct="1">
              <a:lnSpc>
                <a:spcPts val="24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①力的三要素</a:t>
            </a: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力的大小、方向、作用点称为力的三要素</a:t>
            </a:r>
            <a:r>
              <a:rPr kumimoji="0" lang="en-US" altLang="zh-CN"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endParaRPr>
          </a:p>
        </p:txBody>
      </p:sp>
      <p:sp>
        <p:nvSpPr>
          <p:cNvPr id="15" name="文本框 14">
            <a:extLst>
              <a:ext uri="{FF2B5EF4-FFF2-40B4-BE49-F238E27FC236}">
                <a16:creationId xmlns:a16="http://schemas.microsoft.com/office/drawing/2014/main" id="{6510FF6F-CC5B-B3E9-8FF9-49CDC6072ECF}"/>
              </a:ext>
            </a:extLst>
          </p:cNvPr>
          <p:cNvSpPr txBox="1"/>
          <p:nvPr>
            <p:custDataLst>
              <p:tags r:id="rId8"/>
            </p:custDataLst>
          </p:nvPr>
        </p:nvSpPr>
        <p:spPr>
          <a:xfrm>
            <a:off x="3981356" y="3455958"/>
            <a:ext cx="4542884" cy="1134541"/>
          </a:xfrm>
          <a:prstGeom prst="rect">
            <a:avLst/>
          </a:prstGeom>
          <a:noFill/>
        </p:spPr>
        <p:txBody>
          <a:bodyPr wrap="square">
            <a:spAutoFit/>
          </a:bodyPr>
          <a:lstStyle/>
          <a:p>
            <a:pPr marL="0" marR="0" lvl="0" indent="0" algn="l" defTabSz="683407" rtl="0" eaLnBrk="1" fontAlgn="auto" latinLnBrk="0" hangingPunct="1">
              <a:lnSpc>
                <a:spcPts val="2800"/>
              </a:lnSpc>
              <a:buClrTx/>
              <a:buSzTx/>
              <a:buFontTx/>
              <a:buNone/>
              <a:defRPr/>
            </a:pP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从力的作用点沿力的方向画一条线段，线段起点表示力的作用点；箭头表示力的方向，</a:t>
            </a:r>
            <a:endParaRPr kumimoji="0" lang="en-US" altLang="zh-CN"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0" algn="l" defTabSz="683407" rtl="0" eaLnBrk="1" fontAlgn="auto" latinLnBrk="0" hangingPunct="1">
              <a:lnSpc>
                <a:spcPts val="2800"/>
              </a:lnSpc>
              <a:buClrTx/>
              <a:buSzTx/>
              <a:buFontTx/>
              <a:buNone/>
              <a:defRPr/>
            </a:pP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线段的长度定性表示力的大小</a:t>
            </a:r>
            <a:r>
              <a:rPr kumimoji="0" lang="en-US" altLang="zh-CN"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a:extLst>
              <a:ext uri="{FF2B5EF4-FFF2-40B4-BE49-F238E27FC236}">
                <a16:creationId xmlns:a16="http://schemas.microsoft.com/office/drawing/2014/main" id="{B86E14B3-9224-1DE5-0080-32CC947A0869}"/>
              </a:ext>
            </a:extLst>
          </p:cNvPr>
          <p:cNvSpPr txBox="1"/>
          <p:nvPr>
            <p:custDataLst>
              <p:tags r:id="rId9"/>
            </p:custDataLst>
          </p:nvPr>
        </p:nvSpPr>
        <p:spPr>
          <a:xfrm>
            <a:off x="2896118" y="4518374"/>
            <a:ext cx="5322949" cy="406778"/>
          </a:xfrm>
          <a:prstGeom prst="rect">
            <a:avLst/>
          </a:prstGeom>
          <a:noFill/>
        </p:spPr>
        <p:txBody>
          <a:bodyPr wrap="square">
            <a:spAutoFit/>
          </a:bodyPr>
          <a:lstStyle/>
          <a:p>
            <a:pPr marL="0" marR="0" lvl="0" indent="0" algn="l" defTabSz="683407" rtl="0" eaLnBrk="1" fontAlgn="auto" latinLnBrk="0" hangingPunct="1">
              <a:lnSpc>
                <a:spcPts val="27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被举高的物体具有能量，这种能量叫作重力势能</a:t>
            </a:r>
            <a:r>
              <a:rPr kumimoji="0" lang="en-US" altLang="zh-CN"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左大括号 16">
            <a:extLst>
              <a:ext uri="{FF2B5EF4-FFF2-40B4-BE49-F238E27FC236}">
                <a16:creationId xmlns:a16="http://schemas.microsoft.com/office/drawing/2014/main" id="{3B5863B0-18B8-340E-0A58-07B84E5D436D}"/>
              </a:ext>
            </a:extLst>
          </p:cNvPr>
          <p:cNvSpPr/>
          <p:nvPr>
            <p:custDataLst>
              <p:tags r:id="rId10"/>
            </p:custDataLst>
          </p:nvPr>
        </p:nvSpPr>
        <p:spPr>
          <a:xfrm>
            <a:off x="2235491" y="738293"/>
            <a:ext cx="277375" cy="1893238"/>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marL="0" marR="0" lvl="0" indent="0" algn="ctr" defTabSz="683407" rtl="0" eaLnBrk="0" fontAlgn="auto" latinLnBrk="0" hangingPunct="0">
              <a:lnSpc>
                <a:spcPct val="100000"/>
              </a:lnSpc>
              <a:spcBef>
                <a:spcPct val="0"/>
              </a:spcBef>
              <a:spcAft>
                <a:spcPct val="0"/>
              </a:spcAft>
              <a:buClrTx/>
              <a:buSzTx/>
              <a:buFontTx/>
              <a:buNone/>
              <a:defRPr/>
            </a:pPr>
            <a:endParaRPr kumimoji="0" lang="zh-CN" altLang="en-US" sz="752" b="0" i="0" u="none" strike="noStrike" kern="1200" cap="none" spc="0" normalizeH="0" baseline="0" noProof="0">
              <a:ln>
                <a:noFill/>
              </a:ln>
              <a:solidFill>
                <a:srgbClr val="002060"/>
              </a:solidFill>
              <a:effectLst/>
              <a:uLnTx/>
              <a:uFillTx/>
              <a:latin typeface="Century Gothic" panose="020F0302020204030204"/>
              <a:ea typeface="宋体" panose="02010600030101010101" pitchFamily="2" charset="-122"/>
              <a:cs typeface="+mn-cs"/>
            </a:endParaRPr>
          </a:p>
        </p:txBody>
      </p:sp>
      <p:sp>
        <p:nvSpPr>
          <p:cNvPr id="6" name="文本框 5">
            <a:extLst>
              <a:ext uri="{FF2B5EF4-FFF2-40B4-BE49-F238E27FC236}">
                <a16:creationId xmlns:a16="http://schemas.microsoft.com/office/drawing/2014/main" id="{384D7066-B105-DA1E-5926-BBCED38D79EE}"/>
              </a:ext>
            </a:extLst>
          </p:cNvPr>
          <p:cNvSpPr txBox="1"/>
          <p:nvPr>
            <p:custDataLst>
              <p:tags r:id="rId11"/>
            </p:custDataLst>
          </p:nvPr>
        </p:nvSpPr>
        <p:spPr>
          <a:xfrm>
            <a:off x="2446064" y="1319496"/>
            <a:ext cx="6401843" cy="1852687"/>
          </a:xfrm>
          <a:prstGeom prst="rect">
            <a:avLst/>
          </a:prstGeom>
          <a:noFill/>
        </p:spPr>
        <p:txBody>
          <a:bodyPr wrap="square">
            <a:spAutoFit/>
          </a:bodyPr>
          <a:lstStyle/>
          <a:p>
            <a:pPr marL="0" marR="0" lvl="0" indent="0" algn="l" defTabSz="683407" rtl="0" eaLnBrk="1" fontAlgn="auto" latinLnBrk="0" hangingPunct="1">
              <a:lnSpc>
                <a:spcPts val="2800"/>
              </a:lnSpc>
              <a:buClrTx/>
              <a:buSzTx/>
              <a:buFontTx/>
              <a:buNone/>
              <a:defRPr/>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③重力的方向</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：是竖直向下的</a:t>
            </a:r>
            <a:r>
              <a:rPr lang="zh-CN" altLang="en-US"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lvl="0" defTabSz="683407">
              <a:lnSpc>
                <a:spcPts val="2800"/>
              </a:lnSpc>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④铅垂线：</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利用重力的方向总是竖直向下的性质制成的； </a:t>
            </a:r>
            <a:endParaRPr kumimoji="0" lang="en-US" altLang="zh-CN"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defTabSz="683407">
              <a:lnSpc>
                <a:spcPts val="2800"/>
              </a:lnSpc>
            </a:pPr>
            <a:r>
              <a:rPr lang="en-US" altLang="zh-CN"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可以</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判断物体是否竖直或水平。</a:t>
            </a:r>
            <a:endParaRPr kumimoji="0" lang="en-US" altLang="zh-CN"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defTabSz="683407">
              <a:lnSpc>
                <a:spcPts val="2800"/>
              </a:lnSpc>
            </a:pPr>
            <a:r>
              <a:rPr lang="zh-CN" altLang="en-US" sz="18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⑤重心：</a:t>
            </a:r>
            <a:r>
              <a:rPr lang="zh-CN" altLang="en-US"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对于</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整个物体，重力的作用等效于集中在一个点上， </a:t>
            </a:r>
            <a:endParaRPr kumimoji="0" lang="en-US" altLang="zh-CN"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lvl="0" defTabSz="683407">
              <a:lnSpc>
                <a:spcPts val="2800"/>
              </a:lnSpc>
            </a:pPr>
            <a:r>
              <a:rPr lang="en-US" altLang="zh-CN" sz="1800" spc="-99">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kumimoji="0" lang="zh-CN" altLang="en-US" sz="1800" b="0" i="0" u="none" strike="noStrike" kern="1200" cap="none" spc="-99"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这一点叫作物体的重心。</a:t>
            </a:r>
            <a:endParaRPr kumimoji="0" lang="zh-CN" altLang="en-US" sz="1800" b="0" i="0" u="none" strike="noStrike" kern="1200" cap="none" spc="-99"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左大括号 18">
            <a:extLst>
              <a:ext uri="{FF2B5EF4-FFF2-40B4-BE49-F238E27FC236}">
                <a16:creationId xmlns:a16="http://schemas.microsoft.com/office/drawing/2014/main" id="{BBB18BA9-AE24-8C74-559B-58F7EBD0B2B5}"/>
              </a:ext>
            </a:extLst>
          </p:cNvPr>
          <p:cNvSpPr/>
          <p:nvPr>
            <p:custDataLst>
              <p:tags r:id="rId12"/>
            </p:custDataLst>
          </p:nvPr>
        </p:nvSpPr>
        <p:spPr>
          <a:xfrm>
            <a:off x="2269791" y="3298060"/>
            <a:ext cx="243076" cy="755783"/>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marL="0" marR="0" lvl="0" indent="0" algn="ctr" defTabSz="683407" rtl="0" eaLnBrk="0" fontAlgn="auto" latinLnBrk="0" hangingPunct="0">
              <a:lnSpc>
                <a:spcPct val="100000"/>
              </a:lnSpc>
              <a:spcBef>
                <a:spcPct val="0"/>
              </a:spcBef>
              <a:spcAft>
                <a:spcPct val="0"/>
              </a:spcAft>
              <a:buClrTx/>
              <a:buSzTx/>
              <a:buFontTx/>
              <a:buNone/>
              <a:defRPr/>
            </a:pPr>
            <a:endParaRPr kumimoji="0" lang="zh-CN" altLang="en-US" sz="752" b="0" i="0" u="none" strike="noStrike" kern="1200" cap="none" spc="0" normalizeH="0" baseline="0" noProof="0">
              <a:ln>
                <a:noFill/>
              </a:ln>
              <a:solidFill>
                <a:srgbClr val="002060"/>
              </a:solidFill>
              <a:effectLst/>
              <a:uLnTx/>
              <a:uFillTx/>
              <a:latin typeface="Century Gothic" panose="020F0302020204030204"/>
              <a:ea typeface="宋体" panose="02010600030101010101" pitchFamily="2" charset="-122"/>
              <a:cs typeface="+mn-cs"/>
            </a:endParaRPr>
          </a:p>
        </p:txBody>
      </p:sp>
      <p:sp>
        <p:nvSpPr>
          <p:cNvPr id="20" name="矩形 82950">
            <a:extLst>
              <a:ext uri="{FF2B5EF4-FFF2-40B4-BE49-F238E27FC236}">
                <a16:creationId xmlns:a16="http://schemas.microsoft.com/office/drawing/2014/main" id="{75C27B3D-B03E-56F7-CD7F-DC64B8D7F8FF}"/>
              </a:ext>
            </a:extLst>
          </p:cNvPr>
          <p:cNvSpPr/>
          <p:nvPr>
            <p:custDataLst>
              <p:tags r:id="rId13"/>
            </p:custDataLst>
          </p:nvPr>
        </p:nvSpPr>
        <p:spPr>
          <a:xfrm>
            <a:off x="1260348" y="4539953"/>
            <a:ext cx="1220341" cy="406330"/>
          </a:xfrm>
          <a:prstGeom prst="rect">
            <a:avLst/>
          </a:prstGeom>
          <a:solidFill>
            <a:schemeClr val="accent6">
              <a:lumMod val="40000"/>
              <a:lumOff val="60000"/>
            </a:schemeClr>
          </a:solidFill>
          <a:ln w="9525">
            <a:solidFill>
              <a:schemeClr val="tx1"/>
            </a:solidFill>
          </a:ln>
        </p:spPr>
        <p:txBody>
          <a:bodyPr wrap="square" anchor="t">
            <a:spAutoFit/>
          </a:bodyPr>
          <a:lstStyle/>
          <a:p>
            <a:pPr marL="0" marR="0" lvl="0" indent="0" algn="ctr" defTabSz="683407" rtl="0" eaLnBrk="1" fontAlgn="auto" latinLnBrk="0" hangingPunct="1">
              <a:lnSpc>
                <a:spcPts val="2633"/>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重力势能</a:t>
            </a:r>
            <a:endParaRPr kumimoji="0" lang="en-US" altLang="zh-CN" sz="18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p:txBody>
      </p:sp>
      <p:cxnSp>
        <p:nvCxnSpPr>
          <p:cNvPr id="22" name="直接连接符 21">
            <a:extLst>
              <a:ext uri="{FF2B5EF4-FFF2-40B4-BE49-F238E27FC236}">
                <a16:creationId xmlns:a16="http://schemas.microsoft.com/office/drawing/2014/main" id="{3EEA303E-C7C2-99E1-A934-C86C3ECA6AA4}"/>
              </a:ext>
            </a:extLst>
          </p:cNvPr>
          <p:cNvCxnSpPr>
            <a:stCxn id="20" idx="3"/>
          </p:cNvCxnSpPr>
          <p:nvPr>
            <p:custDataLst>
              <p:tags r:id="rId14"/>
            </p:custDataLst>
          </p:nvPr>
        </p:nvCxnSpPr>
        <p:spPr>
          <a:xfrm>
            <a:off x="2480689" y="4743118"/>
            <a:ext cx="49552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8A8EB1F7-AAA3-4776-26AA-4AD03AD7E36A}"/>
              </a:ext>
            </a:extLst>
          </p:cNvPr>
          <p:cNvSpPr txBox="1"/>
          <p:nvPr>
            <p:custDataLst>
              <p:tags r:id="rId15"/>
            </p:custDataLst>
          </p:nvPr>
        </p:nvSpPr>
        <p:spPr>
          <a:xfrm>
            <a:off x="2398401" y="3812488"/>
            <a:ext cx="1767796" cy="369332"/>
          </a:xfrm>
          <a:prstGeom prst="rect">
            <a:avLst/>
          </a:prstGeom>
          <a:noFill/>
        </p:spPr>
        <p:txBody>
          <a:bodyPr wrap="square">
            <a:spAutoFit/>
          </a:bodyPr>
          <a:lstStyle/>
          <a:p>
            <a:r>
              <a:rPr kumimoji="0" lang="zh-CN" altLang="en-US" sz="18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②力的示意图</a:t>
            </a:r>
            <a:r>
              <a:rPr kumimoji="0" lang="zh-CN" altLang="en-US" sz="18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sz="1800"/>
          </a:p>
        </p:txBody>
      </p:sp>
      <p:sp>
        <p:nvSpPr>
          <p:cNvPr id="10" name="左大括号 9">
            <a:extLst>
              <a:ext uri="{FF2B5EF4-FFF2-40B4-BE49-F238E27FC236}">
                <a16:creationId xmlns:a16="http://schemas.microsoft.com/office/drawing/2014/main" id="{979BAB86-4CBC-ED73-0F4A-75245244CEF6}"/>
              </a:ext>
            </a:extLst>
          </p:cNvPr>
          <p:cNvSpPr/>
          <p:nvPr>
            <p:custDataLst>
              <p:tags r:id="rId16"/>
            </p:custDataLst>
          </p:nvPr>
        </p:nvSpPr>
        <p:spPr>
          <a:xfrm>
            <a:off x="3869038" y="3644055"/>
            <a:ext cx="226784" cy="826136"/>
          </a:xfrm>
          <a:prstGeom prst="leftBrace">
            <a:avLst>
              <a:gd name="adj1" fmla="val 42598"/>
              <a:gd name="adj2" fmla="val 50000"/>
            </a:avLst>
          </a:prstGeom>
          <a:ln w="12700">
            <a:solidFill>
              <a:srgbClr val="002060"/>
            </a:solidFill>
          </a:ln>
        </p:spPr>
        <p:style>
          <a:lnRef idx="3">
            <a:schemeClr val="accent1"/>
          </a:lnRef>
          <a:fillRef idx="0">
            <a:schemeClr val="accent1"/>
          </a:fillRef>
          <a:effectRef idx="2">
            <a:schemeClr val="accent1"/>
          </a:effectRef>
          <a:fontRef idx="minor">
            <a:schemeClr val="tx1"/>
          </a:fontRef>
        </p:style>
        <p:txBody>
          <a:bodyPr anchor="ctr"/>
          <a:lstStyle/>
          <a:p>
            <a:pPr marL="0" marR="0" lvl="0" indent="0" algn="ctr" defTabSz="683407" rtl="0" eaLnBrk="0" fontAlgn="auto" latinLnBrk="0" hangingPunct="0">
              <a:lnSpc>
                <a:spcPct val="100000"/>
              </a:lnSpc>
              <a:spcBef>
                <a:spcPct val="0"/>
              </a:spcBef>
              <a:spcAft>
                <a:spcPct val="0"/>
              </a:spcAft>
              <a:buClrTx/>
              <a:buSzTx/>
              <a:buFontTx/>
              <a:buNone/>
              <a:defRPr/>
            </a:pPr>
            <a:endParaRPr kumimoji="0" lang="zh-CN" altLang="en-US" sz="752" b="0" i="0" u="none" strike="noStrike" kern="1200" cap="none" spc="0" normalizeH="0" baseline="0" noProof="0">
              <a:ln>
                <a:noFill/>
              </a:ln>
              <a:solidFill>
                <a:srgbClr val="002060"/>
              </a:solidFill>
              <a:effectLst/>
              <a:uLnTx/>
              <a:uFillTx/>
              <a:latin typeface="Century Gothic" panose="020F0302020204030204"/>
              <a:ea typeface="宋体" panose="02010600030101010101" pitchFamily="2" charset="-122"/>
              <a:cs typeface="+mn-cs"/>
            </a:endParaRPr>
          </a:p>
        </p:txBody>
      </p:sp>
      <p:sp>
        <p:nvSpPr>
          <p:cNvPr id="8" name="文本框 7">
            <a:extLst>
              <a:ext uri="{FF2B5EF4-FFF2-40B4-BE49-F238E27FC236}">
                <a16:creationId xmlns:a16="http://schemas.microsoft.com/office/drawing/2014/main" id="{E532AD36-5254-023A-D258-4CDB22AC5D7E}"/>
              </a:ext>
            </a:extLst>
          </p:cNvPr>
          <p:cNvSpPr txBox="1"/>
          <p:nvPr>
            <p:custDataLst>
              <p:tags r:id="rId17"/>
            </p:custDataLst>
          </p:nvPr>
        </p:nvSpPr>
        <p:spPr>
          <a:xfrm>
            <a:off x="395174" y="41937"/>
            <a:ext cx="1909719"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知识结构</a:t>
            </a:r>
          </a:p>
        </p:txBody>
      </p:sp>
      <p:sp>
        <p:nvSpPr>
          <p:cNvPr id="12" name="文本框 11">
            <a:extLst>
              <a:ext uri="{FF2B5EF4-FFF2-40B4-BE49-F238E27FC236}">
                <a16:creationId xmlns:a16="http://schemas.microsoft.com/office/drawing/2014/main" id="{D6E10EF3-3D4B-1E0B-84B0-A8901C0C45FC}"/>
              </a:ext>
            </a:extLst>
          </p:cNvPr>
          <p:cNvSpPr txBox="1"/>
          <p:nvPr>
            <p:custDataLst>
              <p:tags r:id="rId18"/>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37213587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250"/>
                                        <p:tgtEl>
                                          <p:spTgt spid="1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1250"/>
                                        <p:tgtEl>
                                          <p:spTgt spid="13"/>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wipe(left)">
                                      <p:cBhvr>
                                        <p:cTn id="17" dur="1250"/>
                                        <p:tgtEl>
                                          <p:spTgt spid="6">
                                            <p:txEl>
                                              <p:pRg st="0" end="0"/>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1" end="1"/>
                                            </p:txEl>
                                          </p:spTgt>
                                        </p:tgtEl>
                                        <p:attrNameLst>
                                          <p:attrName>style.visibility</p:attrName>
                                        </p:attrNameLst>
                                      </p:cBhvr>
                                      <p:to>
                                        <p:strVal val="visible"/>
                                      </p:to>
                                    </p:set>
                                    <p:animEffect transition="in" filter="wipe(left)">
                                      <p:cBhvr>
                                        <p:cTn id="22" dur="1250"/>
                                        <p:tgtEl>
                                          <p:spTgt spid="6">
                                            <p:txEl>
                                              <p:pRg st="1" end="1"/>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wipe(left)">
                                      <p:cBhvr>
                                        <p:cTn id="25" dur="1250"/>
                                        <p:tgtEl>
                                          <p:spTgt spid="6">
                                            <p:txEl>
                                              <p:pRg st="2" end="2"/>
                                            </p:txEl>
                                          </p:spTgt>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wipe(left)">
                                      <p:cBhvr>
                                        <p:cTn id="30" dur="1250"/>
                                        <p:tgtEl>
                                          <p:spTgt spid="6">
                                            <p:txEl>
                                              <p:pRg st="3" end="3"/>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6">
                                            <p:txEl>
                                              <p:pRg st="4" end="4"/>
                                            </p:txEl>
                                          </p:spTgt>
                                        </p:tgtEl>
                                        <p:attrNameLst>
                                          <p:attrName>style.visibility</p:attrName>
                                        </p:attrNameLst>
                                      </p:cBhvr>
                                      <p:to>
                                        <p:strVal val="visible"/>
                                      </p:to>
                                    </p:set>
                                    <p:animEffect transition="in" filter="wipe(left)">
                                      <p:cBhvr>
                                        <p:cTn id="33" dur="1250"/>
                                        <p:tgtEl>
                                          <p:spTgt spid="6">
                                            <p:txEl>
                                              <p:pRg st="4" end="4"/>
                                            </p:txEl>
                                          </p:spTgt>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500"/>
                                        <p:tgtEl>
                                          <p:spTgt spid="4"/>
                                        </p:tgtEl>
                                      </p:cBhvr>
                                    </p:animEffect>
                                  </p:childTnLst>
                                </p:cTn>
                              </p:par>
                              <p:par>
                                <p:cTn id="39" presetID="16" presetClass="entr" presetSubtype="42"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arn(outHorizontal)">
                                      <p:cBhvr>
                                        <p:cTn id="41" dur="500"/>
                                        <p:tgtEl>
                                          <p:spTgt spid="17"/>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wipe(left)">
                                      <p:cBhvr>
                                        <p:cTn id="46" dur="1000"/>
                                        <p:tgtEl>
                                          <p:spTgt spid="14"/>
                                        </p:tgtEl>
                                      </p:cBhvr>
                                    </p:animEffect>
                                  </p:childTnLst>
                                </p:cTn>
                              </p:par>
                            </p:childTnLst>
                          </p:cTn>
                        </p:par>
                      </p:childTnLst>
                    </p:cTn>
                  </p:par>
                  <p:par>
                    <p:cTn id="47" fill="hold" nodeType="clickPar">
                      <p:stCondLst>
                        <p:cond delay="indefinite"/>
                      </p:stCondLst>
                      <p:childTnLst>
                        <p:par>
                          <p:cTn id="48" fill="hold" nodeType="afterGroup">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wipe(down)">
                                      <p:cBhvr>
                                        <p:cTn id="51" dur="500"/>
                                        <p:tgtEl>
                                          <p:spTgt spid="9"/>
                                        </p:tgtEl>
                                      </p:cBhvr>
                                    </p:animEffect>
                                  </p:childTnLst>
                                </p:cTn>
                              </p:par>
                              <p:par>
                                <p:cTn id="52" presetID="16" presetClass="entr" presetSubtype="42" fill="hold" grpId="0" nodeType="withEffect">
                                  <p:stCondLst>
                                    <p:cond delay="0"/>
                                  </p:stCondLst>
                                  <p:childTnLst>
                                    <p:set>
                                      <p:cBhvr>
                                        <p:cTn id="53" dur="1" fill="hold">
                                          <p:stCondLst>
                                            <p:cond delay="0"/>
                                          </p:stCondLst>
                                        </p:cTn>
                                        <p:tgtEl>
                                          <p:spTgt spid="10"/>
                                        </p:tgtEl>
                                        <p:attrNameLst>
                                          <p:attrName>style.visibility</p:attrName>
                                        </p:attrNameLst>
                                      </p:cBhvr>
                                      <p:to>
                                        <p:strVal val="visible"/>
                                      </p:to>
                                    </p:set>
                                    <p:animEffect transition="in" filter="barn(outHorizontal)">
                                      <p:cBhvr>
                                        <p:cTn id="54" dur="500"/>
                                        <p:tgtEl>
                                          <p:spTgt spid="10"/>
                                        </p:tgtEl>
                                      </p:cBhvr>
                                    </p:animEffect>
                                  </p:childTnLst>
                                </p:cTn>
                              </p:par>
                            </p:childTnLst>
                          </p:cTn>
                        </p:par>
                      </p:childTnLst>
                    </p:cTn>
                  </p:par>
                  <p:par>
                    <p:cTn id="55" fill="hold" nodeType="clickPar">
                      <p:stCondLst>
                        <p:cond delay="indefinite"/>
                      </p:stCondLst>
                      <p:childTnLst>
                        <p:par>
                          <p:cTn id="56" fill="hold" nodeType="afterGroup">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left)">
                                      <p:cBhvr>
                                        <p:cTn id="59" dur="1000"/>
                                        <p:tgtEl>
                                          <p:spTgt spid="15"/>
                                        </p:tgtEl>
                                      </p:cBhvr>
                                    </p:animEffect>
                                  </p:childTnLst>
                                </p:cTn>
                              </p:par>
                            </p:childTnLst>
                          </p:cTn>
                        </p:par>
                      </p:childTnLst>
                    </p:cTn>
                  </p:par>
                  <p:par>
                    <p:cTn id="60" fill="hold" nodeType="clickPar">
                      <p:stCondLst>
                        <p:cond delay="indefinite"/>
                      </p:stCondLst>
                      <p:childTnLst>
                        <p:par>
                          <p:cTn id="61" fill="hold" nodeType="afterGroup">
                            <p:stCondLst>
                              <p:cond delay="0"/>
                            </p:stCondLst>
                            <p:childTnLst>
                              <p:par>
                                <p:cTn id="62" presetID="22" presetClass="entr" presetSubtype="4" fill="hold" grpId="0" nodeType="clickEffect">
                                  <p:stCondLst>
                                    <p:cond delay="0"/>
                                  </p:stCondLst>
                                  <p:childTnLst>
                                    <p:set>
                                      <p:cBhvr>
                                        <p:cTn id="63" dur="1" fill="hold">
                                          <p:stCondLst>
                                            <p:cond delay="0"/>
                                          </p:stCondLst>
                                        </p:cTn>
                                        <p:tgtEl>
                                          <p:spTgt spid="7"/>
                                        </p:tgtEl>
                                        <p:attrNameLst>
                                          <p:attrName>style.visibility</p:attrName>
                                        </p:attrNameLst>
                                      </p:cBhvr>
                                      <p:to>
                                        <p:strVal val="visible"/>
                                      </p:to>
                                    </p:set>
                                    <p:animEffect transition="in" filter="wipe(down)">
                                      <p:cBhvr>
                                        <p:cTn id="64" dur="500"/>
                                        <p:tgtEl>
                                          <p:spTgt spid="7"/>
                                        </p:tgtEl>
                                      </p:cBhvr>
                                    </p:animEffect>
                                  </p:childTnLst>
                                </p:cTn>
                              </p:par>
                              <p:par>
                                <p:cTn id="65" presetID="16" presetClass="entr" presetSubtype="42"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arn(outHorizontal)">
                                      <p:cBhvr>
                                        <p:cTn id="67" dur="500"/>
                                        <p:tgtEl>
                                          <p:spTgt spid="19"/>
                                        </p:tgtEl>
                                      </p:cBhvr>
                                    </p:animEffect>
                                  </p:childTnLst>
                                </p:cTn>
                              </p:par>
                            </p:childTnLst>
                          </p:cTn>
                        </p:par>
                      </p:childTnLst>
                    </p:cTn>
                  </p:par>
                  <p:par>
                    <p:cTn id="68" fill="hold" nodeType="clickPar">
                      <p:stCondLst>
                        <p:cond delay="indefinite"/>
                      </p:stCondLst>
                      <p:childTnLst>
                        <p:par>
                          <p:cTn id="69" fill="hold" nodeType="after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0"/>
                                        </p:tgtEl>
                                        <p:attrNameLst>
                                          <p:attrName>style.visibility</p:attrName>
                                        </p:attrNameLst>
                                      </p:cBhvr>
                                      <p:to>
                                        <p:strVal val="visible"/>
                                      </p:to>
                                    </p:set>
                                    <p:animEffect transition="in" filter="blinds(horizontal)">
                                      <p:cBhvr>
                                        <p:cTn id="72" dur="500"/>
                                        <p:tgtEl>
                                          <p:spTgt spid="20"/>
                                        </p:tgtEl>
                                      </p:cBhvr>
                                    </p:animEffect>
                                  </p:childTnLst>
                                </p:cTn>
                              </p:par>
                            </p:childTnLst>
                          </p:cTn>
                        </p:par>
                        <p:par>
                          <p:cTn id="73" fill="hold" nodeType="afterGroup">
                            <p:stCondLst>
                              <p:cond delay="500"/>
                            </p:stCondLst>
                            <p:childTnLst>
                              <p:par>
                                <p:cTn id="74" presetID="10" presetClass="entr" presetSubtype="0" fill="hold" nodeType="afterEffect">
                                  <p:stCondLst>
                                    <p:cond delay="0"/>
                                  </p:stCondLst>
                                  <p:childTnLst>
                                    <p:set>
                                      <p:cBhvr>
                                        <p:cTn id="75" dur="1" fill="hold">
                                          <p:stCondLst>
                                            <p:cond delay="0"/>
                                          </p:stCondLst>
                                        </p:cTn>
                                        <p:tgtEl>
                                          <p:spTgt spid="22"/>
                                        </p:tgtEl>
                                        <p:attrNameLst>
                                          <p:attrName>style.visibility</p:attrName>
                                        </p:attrNameLst>
                                      </p:cBhvr>
                                      <p:to>
                                        <p:strVal val="visible"/>
                                      </p:to>
                                    </p:set>
                                    <p:animEffect transition="in" filter="fade">
                                      <p:cBhvr>
                                        <p:cTn id="76" dur="500"/>
                                        <p:tgtEl>
                                          <p:spTgt spid="22"/>
                                        </p:tgtEl>
                                      </p:cBhvr>
                                    </p:animEffect>
                                  </p:childTnLst>
                                </p:cTn>
                              </p:par>
                            </p:childTnLst>
                          </p:cTn>
                        </p:par>
                      </p:childTnLst>
                    </p:cTn>
                  </p:par>
                  <p:par>
                    <p:cTn id="77" fill="hold" nodeType="clickPar">
                      <p:stCondLst>
                        <p:cond delay="indefinite"/>
                      </p:stCondLst>
                      <p:childTnLst>
                        <p:par>
                          <p:cTn id="78" fill="hold" nodeType="after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16"/>
                                        </p:tgtEl>
                                        <p:attrNameLst>
                                          <p:attrName>style.visibility</p:attrName>
                                        </p:attrNameLst>
                                      </p:cBhvr>
                                      <p:to>
                                        <p:strVal val="visible"/>
                                      </p:to>
                                    </p:set>
                                    <p:animEffect transition="in" filter="wipe(left)">
                                      <p:cBhvr>
                                        <p:cTn id="81" dur="1000"/>
                                        <p:tgtEl>
                                          <p:spTgt spid="16"/>
                                        </p:tgtEl>
                                      </p:cBhvr>
                                    </p:animEffect>
                                  </p:childTnLst>
                                </p:cTn>
                              </p:par>
                            </p:childTnLst>
                          </p:cTn>
                        </p:par>
                      </p:childTnLst>
                    </p:cTn>
                  </p:par>
                  <p:par>
                    <p:cTn id="82" fill="hold" nodeType="clickPar">
                      <p:stCondLst>
                        <p:cond delay="indefinite"/>
                      </p:stCondLst>
                      <p:childTnLst>
                        <p:par>
                          <p:cTn id="83" fill="hold" nodeType="afterGroup">
                            <p:stCondLst>
                              <p:cond delay="0"/>
                            </p:stCondLst>
                            <p:childTnLst>
                              <p:par>
                                <p:cTn id="84" presetID="16" presetClass="entr" presetSubtype="42" fill="hold" grpId="0" nodeType="clickEffect">
                                  <p:stCondLst>
                                    <p:cond delay="0"/>
                                  </p:stCondLst>
                                  <p:childTnLst>
                                    <p:set>
                                      <p:cBhvr>
                                        <p:cTn id="85" dur="1" fill="hold">
                                          <p:stCondLst>
                                            <p:cond delay="0"/>
                                          </p:stCondLst>
                                        </p:cTn>
                                        <p:tgtEl>
                                          <p:spTgt spid="3"/>
                                        </p:tgtEl>
                                        <p:attrNameLst>
                                          <p:attrName>style.visibility</p:attrName>
                                        </p:attrNameLst>
                                      </p:cBhvr>
                                      <p:to>
                                        <p:strVal val="visible"/>
                                      </p:to>
                                    </p:set>
                                    <p:animEffect transition="in" filter="barn(outHorizontal)">
                                      <p:cBhvr>
                                        <p:cTn id="86" dur="500"/>
                                        <p:tgtEl>
                                          <p:spTgt spid="3"/>
                                        </p:tgtEl>
                                      </p:cBhvr>
                                    </p:animEffect>
                                  </p:childTnLst>
                                </p:cTn>
                              </p:par>
                              <p:par>
                                <p:cTn id="87" presetID="16" presetClass="entr" presetSubtype="42" fill="hold" grpId="0" nodeType="withEffect">
                                  <p:stCondLst>
                                    <p:cond delay="0"/>
                                  </p:stCondLst>
                                  <p:childTnLst>
                                    <p:set>
                                      <p:cBhvr>
                                        <p:cTn id="88" dur="1" fill="hold">
                                          <p:stCondLst>
                                            <p:cond delay="0"/>
                                          </p:stCondLst>
                                        </p:cTn>
                                        <p:tgtEl>
                                          <p:spTgt spid="5"/>
                                        </p:tgtEl>
                                        <p:attrNameLst>
                                          <p:attrName>style.visibility</p:attrName>
                                        </p:attrNameLst>
                                      </p:cBhvr>
                                      <p:to>
                                        <p:strVal val="visible"/>
                                      </p:to>
                                    </p:set>
                                    <p:animEffect transition="in" filter="barn(outHorizontal)">
                                      <p:cBhvr>
                                        <p:cTn id="8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animBg="1"/>
      <p:bldP spid="4" grpId="0" animBg="1"/>
      <p:bldP spid="7" grpId="0" animBg="1"/>
      <p:bldP spid="11" grpId="0"/>
      <p:bldP spid="13" grpId="0"/>
      <p:bldP spid="14" grpId="0"/>
      <p:bldP spid="15" grpId="0"/>
      <p:bldP spid="16" grpId="0"/>
      <p:bldP spid="17" grpId="0" animBg="1"/>
      <p:bldP spid="19" grpId="0" animBg="1"/>
      <p:bldP spid="20" grpId="0" animBg="1"/>
      <p:bldP spid="9" grpId="0"/>
      <p:bldP spid="1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253C1DB2-D45F-3CD0-65F8-2AFA5D4BF985}"/>
              </a:ext>
            </a:extLst>
          </p:cNvPr>
          <p:cNvSpPr txBox="1"/>
          <p:nvPr>
            <p:custDataLst>
              <p:tags r:id="rId1"/>
            </p:custDataLst>
          </p:nvPr>
        </p:nvSpPr>
        <p:spPr>
          <a:xfrm>
            <a:off x="392856" y="34628"/>
            <a:ext cx="2485811"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知识点一、重力</a:t>
            </a:r>
            <a:endParaRPr lang="en-US" altLang="zh-CN" sz="2000">
              <a:solidFill>
                <a:schemeClr val="bg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A5077E8-B2CD-F331-73F7-66AAE8930FEC}"/>
              </a:ext>
            </a:extLst>
          </p:cNvPr>
          <p:cNvSpPr txBox="1"/>
          <p:nvPr>
            <p:custDataLst>
              <p:tags r:id="rId2"/>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12" name="矩形 11">
            <a:extLst>
              <a:ext uri="{FF2B5EF4-FFF2-40B4-BE49-F238E27FC236}">
                <a16:creationId xmlns:a16="http://schemas.microsoft.com/office/drawing/2014/main" id="{01A940CE-8238-ED79-5B70-02337D9FDAB7}"/>
              </a:ext>
            </a:extLst>
          </p:cNvPr>
          <p:cNvSpPr/>
          <p:nvPr>
            <p:custDataLst>
              <p:tags r:id="rId3"/>
            </p:custDataLst>
          </p:nvPr>
        </p:nvSpPr>
        <p:spPr>
          <a:xfrm>
            <a:off x="810498" y="664943"/>
            <a:ext cx="7670003" cy="1249445"/>
          </a:xfrm>
          <a:prstGeom prst="rect">
            <a:avLst/>
          </a:prstGeom>
        </p:spPr>
        <p:txBody>
          <a:bodyPr wrap="square">
            <a:spAutoFit/>
          </a:bodyPr>
          <a:lstStyle/>
          <a:p>
            <a:pPr marL="0" marR="0" lvl="0" indent="0" algn="l" defTabSz="685160" rtl="0" eaLnBrk="1" fontAlgn="auto" latinLnBrk="0" hangingPunct="1">
              <a:lnSpc>
                <a:spcPts val="3100"/>
              </a:lnSpc>
              <a:spcBef>
                <a:spcPct val="0"/>
              </a:spcBef>
              <a:spcAft>
                <a:spcPct val="0"/>
              </a:spcAft>
              <a:buClrTx/>
              <a:buSzTx/>
              <a:buFontTx/>
              <a:buNone/>
              <a:defRPr/>
            </a:pPr>
            <a:r>
              <a:rPr kumimoji="0" lang="en-US" altLang="zh-CN" sz="2300" b="0" i="0" u="none" strike="noStrike" kern="1200" cap="none" spc="0" normalizeH="0" baseline="0" noProof="0">
                <a:ln>
                  <a:noFill/>
                </a:ln>
                <a:solidFill>
                  <a:srgbClr val="002060"/>
                </a:solidFill>
                <a:effectLst/>
                <a:uLnTx/>
                <a:uFillTx/>
                <a:ea typeface="微软雅黑" panose="020B0503020204020204" pitchFamily="34" charset="-122"/>
              </a:rPr>
              <a:t>1. </a:t>
            </a:r>
            <a:r>
              <a:rPr kumimoji="0" lang="zh-CN" altLang="en-US" sz="2300" b="0" i="0" u="none" strike="noStrike" kern="1200" cap="none" spc="0" normalizeH="0" baseline="0" noProof="0">
                <a:ln>
                  <a:noFill/>
                </a:ln>
                <a:solidFill>
                  <a:srgbClr val="002060"/>
                </a:solidFill>
                <a:effectLst/>
                <a:uLnTx/>
                <a:uFillTx/>
                <a:ea typeface="微软雅黑" panose="020B0503020204020204" pitchFamily="34" charset="-122"/>
              </a:rPr>
              <a:t>重力</a:t>
            </a:r>
            <a:endParaRPr kumimoji="0" lang="en-US" altLang="zh-CN" sz="2300" b="0" i="0" u="none" strike="noStrike" kern="1200" cap="none" spc="0" normalizeH="0" baseline="0" noProof="0">
              <a:ln>
                <a:noFill/>
              </a:ln>
              <a:solidFill>
                <a:srgbClr val="002060"/>
              </a:solidFill>
              <a:effectLst/>
              <a:uLnTx/>
              <a:uFillTx/>
              <a:ea typeface="微软雅黑" panose="020B0503020204020204" pitchFamily="34" charset="-122"/>
            </a:endParaRPr>
          </a:p>
          <a:p>
            <a:pPr marL="0" marR="0" lvl="0" indent="0" algn="l" defTabSz="685160" rtl="0" eaLnBrk="1" fontAlgn="auto" latinLnBrk="0" hangingPunct="1">
              <a:lnSpc>
                <a:spcPts val="3100"/>
              </a:lnSpc>
              <a:spcBef>
                <a:spcPct val="0"/>
              </a:spcBef>
              <a:spcAft>
                <a:spcPct val="0"/>
              </a:spcAft>
              <a:buClrTx/>
              <a:buSzTx/>
              <a:buFontTx/>
              <a:buNone/>
              <a:defRPr/>
            </a:pPr>
            <a:r>
              <a:rPr kumimoji="0" lang="en-US" altLang="zh-CN" sz="2100" b="0" i="0" u="none" strike="noStrike" kern="1200" cap="none" spc="0" normalizeH="0" baseline="0" noProof="0">
                <a:ln>
                  <a:noFill/>
                </a:ln>
                <a:solidFill>
                  <a:srgbClr val="002060"/>
                </a:solidFill>
                <a:effectLst/>
                <a:uLnTx/>
                <a:uFillTx/>
                <a:ea typeface="微软雅黑" panose="020B0503020204020204" pitchFamily="34" charset="-122"/>
              </a:rPr>
              <a:t>      ①</a:t>
            </a:r>
            <a:r>
              <a:rPr kumimoji="0" lang="zh-CN" altLang="zh-CN" sz="2100" b="0" i="0" u="none" strike="noStrike" kern="1200" cap="none" spc="0" normalizeH="0" baseline="0" noProof="0">
                <a:ln>
                  <a:noFill/>
                </a:ln>
                <a:solidFill>
                  <a:srgbClr val="002060"/>
                </a:solidFill>
                <a:effectLst/>
                <a:uLnTx/>
                <a:uFillTx/>
                <a:ea typeface="微软雅黑" panose="020B0503020204020204" pitchFamily="34" charset="-122"/>
              </a:rPr>
              <a:t>由于地球的吸引而使物体受到的力</a:t>
            </a:r>
            <a:r>
              <a:rPr kumimoji="0" lang="zh-CN" altLang="en-US" sz="2100" b="0" i="0" u="none" strike="noStrike" kern="1200" cap="none" spc="0" normalizeH="0" baseline="0" noProof="0">
                <a:ln>
                  <a:noFill/>
                </a:ln>
                <a:solidFill>
                  <a:srgbClr val="002060"/>
                </a:solidFill>
                <a:effectLst/>
                <a:uLnTx/>
                <a:uFillTx/>
                <a:ea typeface="微软雅黑" panose="020B0503020204020204" pitchFamily="34" charset="-122"/>
              </a:rPr>
              <a:t>叫作</a:t>
            </a:r>
            <a:r>
              <a:rPr kumimoji="0" lang="zh-CN" altLang="zh-CN" sz="2100" b="0" i="0" u="none" strike="noStrike" kern="1200" cap="none" spc="0" normalizeH="0" baseline="0" noProof="0">
                <a:ln>
                  <a:noFill/>
                </a:ln>
                <a:solidFill>
                  <a:srgbClr val="002060"/>
                </a:solidFill>
                <a:effectLst/>
                <a:uLnTx/>
                <a:uFillTx/>
                <a:ea typeface="微软雅黑" panose="020B0503020204020204" pitchFamily="34" charset="-122"/>
              </a:rPr>
              <a:t>重力</a:t>
            </a:r>
            <a:r>
              <a:rPr kumimoji="0" lang="zh-CN" altLang="en-US" sz="2100" b="0" i="0" u="none" strike="noStrike" kern="1200" cap="none" spc="0" normalizeH="0" baseline="0" noProof="0">
                <a:ln>
                  <a:noFill/>
                </a:ln>
                <a:solidFill>
                  <a:srgbClr val="002060"/>
                </a:solidFill>
                <a:effectLst/>
                <a:uLnTx/>
                <a:uFillTx/>
                <a:ea typeface="微软雅黑" panose="020B0503020204020204" pitchFamily="34" charset="-122"/>
              </a:rPr>
              <a:t>，</a:t>
            </a:r>
            <a:r>
              <a:rPr kumimoji="0" lang="zh-CN" altLang="en-US" sz="2100" b="0" i="0" u="none" strike="noStrike" kern="1200" cap="none" spc="0" normalizeH="0" baseline="0" noProof="0">
                <a:ln>
                  <a:noFill/>
                </a:ln>
                <a:solidFill>
                  <a:srgbClr val="002060"/>
                </a:solidFill>
                <a:effectLst/>
                <a:uLnTx/>
                <a:uFillTx/>
                <a:ea typeface="微软雅黑"/>
                <a:sym typeface="宋体" panose="02010600030101010101" pitchFamily="2" charset="-122"/>
              </a:rPr>
              <a:t>符号</a:t>
            </a:r>
            <a:r>
              <a:rPr kumimoji="0" lang="en-US" altLang="zh-CN" sz="2100" b="0" i="1" u="none" strike="noStrike" kern="1200" cap="none" spc="0" normalizeH="0" baseline="0" noProof="0">
                <a:ln>
                  <a:noFill/>
                </a:ln>
                <a:solidFill>
                  <a:srgbClr val="002060"/>
                </a:solidFill>
                <a:effectLst/>
                <a:uLnTx/>
                <a:uFillTx/>
                <a:ea typeface="微软雅黑"/>
                <a:cs typeface="Times New Roman" panose="02020603050405020304" pitchFamily="18" charset="0"/>
              </a:rPr>
              <a:t>G</a:t>
            </a:r>
            <a:r>
              <a:rPr kumimoji="0" lang="zh-CN" altLang="en-US" sz="2100" b="0" i="0" u="none" strike="noStrike" kern="1200" cap="none" spc="0" normalizeH="0" baseline="0" noProof="0">
                <a:ln>
                  <a:noFill/>
                </a:ln>
                <a:solidFill>
                  <a:srgbClr val="002060"/>
                </a:solidFill>
                <a:effectLst/>
                <a:uLnTx/>
                <a:uFillTx/>
                <a:ea typeface="微软雅黑"/>
                <a:cs typeface="Times New Roman" panose="02020603050405020304" pitchFamily="18" charset="0"/>
              </a:rPr>
              <a:t>。</a:t>
            </a:r>
            <a:endParaRPr kumimoji="0" lang="en-US" altLang="zh-CN" sz="2100" b="0" i="0" u="none" strike="noStrike" kern="1200" cap="none" spc="0" normalizeH="0" baseline="0" noProof="0">
              <a:ln>
                <a:noFill/>
              </a:ln>
              <a:solidFill>
                <a:srgbClr val="002060"/>
              </a:solidFill>
              <a:effectLst/>
              <a:uLnTx/>
              <a:uFillTx/>
              <a:ea typeface="微软雅黑"/>
              <a:cs typeface="Times New Roman" panose="02020603050405020304" pitchFamily="18" charset="0"/>
            </a:endParaRPr>
          </a:p>
          <a:p>
            <a:pPr marL="0" marR="0" lvl="0" indent="0" algn="l" defTabSz="685160" rtl="0" eaLnBrk="1" fontAlgn="auto" latinLnBrk="0" hangingPunct="1">
              <a:lnSpc>
                <a:spcPts val="31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ea typeface="微软雅黑"/>
                <a:cs typeface="Times New Roman" panose="02020603050405020304" pitchFamily="18" charset="0"/>
              </a:rPr>
              <a:t>          生活中常把物体所受重力的大小简称为物重。</a:t>
            </a:r>
            <a:endParaRPr kumimoji="0" lang="zh-CN" altLang="en-US" sz="2100" b="0" i="0" u="none" strike="noStrike" kern="1200" cap="none" spc="0" normalizeH="0" baseline="0" noProof="0">
              <a:ln>
                <a:noFill/>
              </a:ln>
              <a:solidFill>
                <a:srgbClr val="002060"/>
              </a:solidFill>
              <a:effectLst/>
              <a:uLnTx/>
              <a:uFillTx/>
              <a:ea typeface="微软雅黑" panose="020B0503020204020204" pitchFamily="34" charset="-122"/>
            </a:endParaRPr>
          </a:p>
        </p:txBody>
      </p:sp>
      <p:sp>
        <p:nvSpPr>
          <p:cNvPr id="13" name="矩形 12">
            <a:extLst>
              <a:ext uri="{FF2B5EF4-FFF2-40B4-BE49-F238E27FC236}">
                <a16:creationId xmlns:a16="http://schemas.microsoft.com/office/drawing/2014/main" id="{16C3BBAB-689F-1A57-AB5C-9D264AA7BBA7}"/>
              </a:ext>
            </a:extLst>
          </p:cNvPr>
          <p:cNvSpPr/>
          <p:nvPr>
            <p:custDataLst>
              <p:tags r:id="rId4"/>
            </p:custDataLst>
          </p:nvPr>
        </p:nvSpPr>
        <p:spPr>
          <a:xfrm>
            <a:off x="885005" y="1849144"/>
            <a:ext cx="6681095" cy="467244"/>
          </a:xfrm>
          <a:prstGeom prst="rect">
            <a:avLst/>
          </a:prstGeom>
        </p:spPr>
        <p:txBody>
          <a:bodyPr wrap="square">
            <a:spAutoFit/>
          </a:bodyPr>
          <a:lstStyle/>
          <a:p>
            <a:pPr marL="0" marR="0" lvl="0" indent="0" algn="l" defTabSz="685160" rtl="0" eaLnBrk="1" fontAlgn="auto" latinLnBrk="0" hangingPunct="1">
              <a:lnSpc>
                <a:spcPts val="3100"/>
              </a:lnSpc>
              <a:spcBef>
                <a:spcPct val="0"/>
              </a:spcBef>
              <a:spcAft>
                <a:spcPct val="0"/>
              </a:spcAft>
              <a:buClrTx/>
              <a:buSzTx/>
              <a:buFontTx/>
              <a:buNone/>
              <a:defRPr/>
            </a:pPr>
            <a:r>
              <a:rPr kumimoji="0" lang="en-US" altLang="zh-CN"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   ②</a:t>
            </a:r>
            <a:r>
              <a:rPr kumimoji="0"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物体所受重力的大小可以用弹簧测力计测量</a:t>
            </a:r>
            <a:r>
              <a:rPr kumimoji="0" lang="en-US" altLang="zh-CN"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zh-CN"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25C9EB9D-4059-FF90-EAD6-7F7CC408E809}"/>
              </a:ext>
            </a:extLst>
          </p:cNvPr>
          <p:cNvSpPr txBox="1"/>
          <p:nvPr>
            <p:custDataLst>
              <p:tags r:id="rId5"/>
            </p:custDataLst>
          </p:nvPr>
        </p:nvSpPr>
        <p:spPr>
          <a:xfrm>
            <a:off x="730971" y="2797164"/>
            <a:ext cx="6348446" cy="479940"/>
          </a:xfrm>
          <a:prstGeom prst="rect">
            <a:avLst/>
          </a:prstGeom>
          <a:noFill/>
        </p:spPr>
        <p:txBody>
          <a:bodyPr wrap="square">
            <a:spAutoFit/>
          </a:bodyPr>
          <a:lstStyle/>
          <a:p>
            <a:pPr indent="457200">
              <a:lnSpc>
                <a:spcPts val="3300"/>
              </a:lnSpc>
            </a:pPr>
            <a:r>
              <a:rPr lang="zh-CN" altLang="en-US" sz="2100">
                <a:solidFill>
                  <a:srgbClr val="002060"/>
                </a:solidFill>
                <a:latin typeface="微软雅黑" panose="020B0503020204020204" pitchFamily="34" charset="-122"/>
                <a:ea typeface="微软雅黑" panose="020B0503020204020204" pitchFamily="34" charset="-122"/>
              </a:rPr>
              <a:t>①物体所受重力的大小与它的质量成正比。即：</a:t>
            </a:r>
          </a:p>
        </p:txBody>
      </p:sp>
      <p:sp>
        <p:nvSpPr>
          <p:cNvPr id="18" name="Rectangle 24">
            <a:extLst>
              <a:ext uri="{FF2B5EF4-FFF2-40B4-BE49-F238E27FC236}">
                <a16:creationId xmlns:a16="http://schemas.microsoft.com/office/drawing/2014/main" id="{A23BAFE4-35DC-54B2-3989-57E4F53544B8}"/>
              </a:ext>
            </a:extLst>
          </p:cNvPr>
          <p:cNvSpPr>
            <a:spLocks noChangeArrowheads="1"/>
          </p:cNvSpPr>
          <p:nvPr>
            <p:custDataLst>
              <p:tags r:id="rId6"/>
            </p:custDataLst>
          </p:nvPr>
        </p:nvSpPr>
        <p:spPr bwMode="auto">
          <a:xfrm>
            <a:off x="1723205" y="3320586"/>
            <a:ext cx="3395061" cy="415498"/>
          </a:xfrm>
          <a:prstGeom prst="rect">
            <a:avLst/>
          </a:prstGeom>
          <a:noFill/>
          <a:ln w="9525">
            <a:noFill/>
            <a:miter lim="800000"/>
          </a:ln>
          <a:effectLst/>
        </p:spPr>
        <p:txBody>
          <a:bodyPr wrap="square">
            <a:spAutoFit/>
          </a:bodyPr>
          <a:lstStyle/>
          <a:p>
            <a:pPr algn="l"/>
            <a:r>
              <a:rPr kumimoji="1"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重力，单位牛顿（</a:t>
            </a:r>
            <a:r>
              <a:rPr kumimoji="1"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N</a:t>
            </a:r>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9" name="Text Box 22">
            <a:extLst>
              <a:ext uri="{FF2B5EF4-FFF2-40B4-BE49-F238E27FC236}">
                <a16:creationId xmlns:a16="http://schemas.microsoft.com/office/drawing/2014/main" id="{FB2B626D-4C4E-077F-6ACA-9C6D36A32390}"/>
              </a:ext>
            </a:extLst>
          </p:cNvPr>
          <p:cNvSpPr txBox="1">
            <a:spLocks noChangeArrowheads="1"/>
          </p:cNvSpPr>
          <p:nvPr>
            <p:custDataLst>
              <p:tags r:id="rId7"/>
            </p:custDataLst>
          </p:nvPr>
        </p:nvSpPr>
        <p:spPr bwMode="auto">
          <a:xfrm>
            <a:off x="1195703" y="3302147"/>
            <a:ext cx="802186" cy="430887"/>
          </a:xfrm>
          <a:prstGeom prst="rect">
            <a:avLst/>
          </a:prstGeom>
          <a:noFill/>
          <a:ln w="9525">
            <a:noFill/>
            <a:miter lim="800000"/>
          </a:ln>
          <a:effectLst/>
        </p:spPr>
        <p:txBody>
          <a:bodyPr wrap="square">
            <a:spAutoFit/>
          </a:bodyPr>
          <a:lstStyle/>
          <a:p>
            <a:pPr algn="l"/>
            <a:r>
              <a:rPr lang="en-US" altLang="zh-CN" sz="2100" b="1"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kumimoji="1" lang="en-US" altLang="zh-CN"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 </a:t>
            </a:r>
          </a:p>
        </p:txBody>
      </p:sp>
      <p:sp>
        <p:nvSpPr>
          <p:cNvPr id="20" name="Text Box 20">
            <a:extLst>
              <a:ext uri="{FF2B5EF4-FFF2-40B4-BE49-F238E27FC236}">
                <a16:creationId xmlns:a16="http://schemas.microsoft.com/office/drawing/2014/main" id="{65D0B3A6-19DC-B06D-BBBA-69BE4E17F5E0}"/>
              </a:ext>
            </a:extLst>
          </p:cNvPr>
          <p:cNvSpPr txBox="1">
            <a:spLocks noChangeArrowheads="1"/>
          </p:cNvSpPr>
          <p:nvPr>
            <p:custDataLst>
              <p:tags r:id="rId8"/>
            </p:custDataLst>
          </p:nvPr>
        </p:nvSpPr>
        <p:spPr bwMode="auto">
          <a:xfrm>
            <a:off x="6845326" y="2802854"/>
            <a:ext cx="1368189" cy="453009"/>
          </a:xfrm>
          <a:prstGeom prst="rect">
            <a:avLst/>
          </a:prstGeom>
          <a:solidFill>
            <a:srgbClr val="2EA2CF">
              <a:alpha val="44000"/>
            </a:srgbClr>
          </a:solidFill>
          <a:ln w="9525">
            <a:solidFill>
              <a:schemeClr val="tx1"/>
            </a:solidFill>
            <a:miter lim="800000"/>
          </a:ln>
          <a:effectLst/>
        </p:spPr>
        <p:txBody>
          <a:bodyPr wrap="square" anchor="b" anchorCtr="0">
            <a:spAutoFit/>
          </a:bodyPr>
          <a:lstStyle/>
          <a:p>
            <a:pPr algn="ctr">
              <a:lnSpc>
                <a:spcPts val="3000"/>
              </a:lnSpc>
            </a:pPr>
            <a:r>
              <a:rPr lang="en-US" altLang="zh-CN" sz="2400" b="1" i="1">
                <a:latin typeface="Times New Roman" panose="02020603050405020304" pitchFamily="18" charset="0"/>
                <a:cs typeface="Times New Roman" panose="02020603050405020304" pitchFamily="18" charset="0"/>
              </a:rPr>
              <a:t>G = mg</a:t>
            </a:r>
          </a:p>
        </p:txBody>
      </p:sp>
      <p:sp>
        <p:nvSpPr>
          <p:cNvPr id="21" name="Rectangle 25">
            <a:extLst>
              <a:ext uri="{FF2B5EF4-FFF2-40B4-BE49-F238E27FC236}">
                <a16:creationId xmlns:a16="http://schemas.microsoft.com/office/drawing/2014/main" id="{DC367321-9F61-BAEA-D371-5E3C82B41CDA}"/>
              </a:ext>
            </a:extLst>
          </p:cNvPr>
          <p:cNvSpPr>
            <a:spLocks noChangeArrowheads="1"/>
          </p:cNvSpPr>
          <p:nvPr>
            <p:custDataLst>
              <p:tags r:id="rId9"/>
            </p:custDataLst>
          </p:nvPr>
        </p:nvSpPr>
        <p:spPr bwMode="auto">
          <a:xfrm>
            <a:off x="1849671" y="3690503"/>
            <a:ext cx="3629349" cy="415498"/>
          </a:xfrm>
          <a:prstGeom prst="rect">
            <a:avLst/>
          </a:prstGeom>
          <a:noFill/>
          <a:ln w="9525">
            <a:noFill/>
            <a:miter lim="800000"/>
          </a:ln>
          <a:effectLst/>
        </p:spPr>
        <p:txBody>
          <a:bodyPr wrap="square">
            <a:spAutoFit/>
          </a:bodyPr>
          <a:lstStyle/>
          <a:p>
            <a:pPr algn="l"/>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质量，单位千克 </a:t>
            </a:r>
            <a:r>
              <a:rPr kumimoji="1" lang="en-US" altLang="zh-CN" sz="21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kg</a:t>
            </a:r>
            <a:r>
              <a:rPr kumimoji="1" lang="en-US" altLang="zh-CN" sz="21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22" name="Text Box 23">
            <a:extLst>
              <a:ext uri="{FF2B5EF4-FFF2-40B4-BE49-F238E27FC236}">
                <a16:creationId xmlns:a16="http://schemas.microsoft.com/office/drawing/2014/main" id="{E1F0F854-D6C6-A6D4-96F8-363A5E75F689}"/>
              </a:ext>
            </a:extLst>
          </p:cNvPr>
          <p:cNvSpPr txBox="1">
            <a:spLocks noChangeArrowheads="1"/>
          </p:cNvSpPr>
          <p:nvPr>
            <p:custDataLst>
              <p:tags r:id="rId10"/>
            </p:custDataLst>
          </p:nvPr>
        </p:nvSpPr>
        <p:spPr bwMode="auto">
          <a:xfrm>
            <a:off x="1227028" y="3664894"/>
            <a:ext cx="686406" cy="430887"/>
          </a:xfrm>
          <a:prstGeom prst="rect">
            <a:avLst/>
          </a:prstGeom>
          <a:noFill/>
          <a:ln w="9525">
            <a:noFill/>
            <a:miter lim="800000"/>
          </a:ln>
          <a:effectLst/>
        </p:spPr>
        <p:txBody>
          <a:bodyPr wrap="none">
            <a:spAutoFit/>
          </a:bodyPr>
          <a:lstStyle/>
          <a:p>
            <a:pPr algn="l"/>
            <a:r>
              <a:rPr lang="en-US" altLang="zh-CN" sz="2100" b="1"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m</a:t>
            </a:r>
            <a:r>
              <a:rPr kumimoji="1" lang="en-US" altLang="zh-CN"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3" name="矩形 22">
            <a:extLst>
              <a:ext uri="{FF2B5EF4-FFF2-40B4-BE49-F238E27FC236}">
                <a16:creationId xmlns:a16="http://schemas.microsoft.com/office/drawing/2014/main" id="{5CA1397B-B801-7207-2B1A-FD385CF65AFE}"/>
              </a:ext>
            </a:extLst>
          </p:cNvPr>
          <p:cNvSpPr/>
          <p:nvPr>
            <p:custDataLst>
              <p:tags r:id="rId11"/>
            </p:custDataLst>
          </p:nvPr>
        </p:nvSpPr>
        <p:spPr>
          <a:xfrm>
            <a:off x="1227028" y="4075941"/>
            <a:ext cx="7456367" cy="415498"/>
          </a:xfrm>
          <a:prstGeom prst="rect">
            <a:avLst/>
          </a:prstGeom>
        </p:spPr>
        <p:txBody>
          <a:bodyPr wrap="square">
            <a:spAutoFit/>
          </a:bodyPr>
          <a:lstStyle/>
          <a:p>
            <a:r>
              <a:rPr lang="en-US" altLang="zh-CN" sz="2100" b="1"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 </a:t>
            </a:r>
            <a:r>
              <a:rPr lang="en-US" altLang="zh-CN"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比例系数，在地球上，约为</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9.8N/</a:t>
            </a:r>
            <a:r>
              <a:rPr kumimoji="1"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kg</a:t>
            </a:r>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，粗略计算取</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10N/</a:t>
            </a:r>
            <a:r>
              <a:rPr kumimoji="1"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kg</a:t>
            </a:r>
            <a:endParaRPr lang="zh-CN" altLang="en-US" sz="2100">
              <a:solidFill>
                <a:srgbClr val="002060"/>
              </a:solidFill>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FBAC069A-DED7-75A7-4475-EE19CD7CAE21}"/>
              </a:ext>
            </a:extLst>
          </p:cNvPr>
          <p:cNvSpPr txBox="1"/>
          <p:nvPr>
            <p:custDataLst>
              <p:tags r:id="rId12"/>
            </p:custDataLst>
          </p:nvPr>
        </p:nvSpPr>
        <p:spPr>
          <a:xfrm>
            <a:off x="810498" y="2355080"/>
            <a:ext cx="2632533" cy="461665"/>
          </a:xfrm>
          <a:prstGeom prst="rect">
            <a:avLst/>
          </a:prstGeom>
          <a:noFill/>
        </p:spPr>
        <p:txBody>
          <a:bodyPr wrap="square">
            <a:spAutoFit/>
          </a:bodyPr>
          <a:lstStyle/>
          <a:p>
            <a:r>
              <a:rPr kumimoji="0" lang="en-US" altLang="zh-CN" sz="2300" i="0" u="none" strike="noStrike" kern="1200" cap="none" spc="0" normalizeH="0" baseline="0" noProof="0">
                <a:ln>
                  <a:noFill/>
                </a:ln>
                <a:solidFill>
                  <a:srgbClr val="002060"/>
                </a:solidFill>
                <a:effectLst/>
                <a:uLnTx/>
                <a:uFillTx/>
                <a:latin typeface="Times New Roman"/>
                <a:ea typeface="微软雅黑"/>
                <a:cs typeface="+mn-cs"/>
              </a:rPr>
              <a:t>2. </a:t>
            </a:r>
            <a:r>
              <a:rPr kumimoji="0" lang="zh-CN" altLang="en-US" sz="2300" i="0" u="none" strike="noStrike" kern="1200" cap="none" spc="0" normalizeH="0" baseline="0" noProof="0">
                <a:ln>
                  <a:noFill/>
                </a:ln>
                <a:solidFill>
                  <a:srgbClr val="002060"/>
                </a:solidFill>
                <a:effectLst/>
                <a:uLnTx/>
                <a:uFillTx/>
                <a:latin typeface="Times New Roman"/>
                <a:ea typeface="微软雅黑"/>
                <a:cs typeface="+mn-cs"/>
              </a:rPr>
              <a:t>重力的大小</a:t>
            </a:r>
            <a:endParaRPr lang="zh-CN" altLang="en-US" sz="2300"/>
          </a:p>
        </p:txBody>
      </p:sp>
    </p:spTree>
    <p:extLst>
      <p:ext uri="{BB962C8B-B14F-4D97-AF65-F5344CB8AC3E}">
        <p14:creationId xmlns:p14="http://schemas.microsoft.com/office/powerpoint/2010/main" val="208097151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1500"/>
                                        <p:tgtEl>
                                          <p:spTgt spid="12"/>
                                        </p:tgtEl>
                                      </p:cBhvr>
                                    </p:animEffect>
                                  </p:childTnLst>
                                </p:cTn>
                              </p:par>
                            </p:childTnLst>
                          </p:cTn>
                        </p:par>
                      </p:childTnLst>
                    </p:cTn>
                  </p:par>
                  <p:par>
                    <p:cTn id="8" fill="hold" nodeType="clickPar">
                      <p:stCondLst>
                        <p:cond delay="indefinite"/>
                        <p:cond evt="onBegin" delay="0">
                          <p:tn val="7"/>
                        </p:cond>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1" end="1"/>
                                            </p:txEl>
                                          </p:spTgt>
                                        </p:tgtEl>
                                        <p:attrNameLst>
                                          <p:attrName>style.visibility</p:attrName>
                                        </p:attrNameLst>
                                      </p:cBhvr>
                                      <p:to>
                                        <p:strVal val="visible"/>
                                      </p:to>
                                    </p:set>
                                    <p:animEffect transition="in" filter="wipe(left)">
                                      <p:cBhvr>
                                        <p:cTn id="12" dur="1000"/>
                                        <p:tgtEl>
                                          <p:spTgt spid="12">
                                            <p:txEl>
                                              <p:pRg st="1" end="1"/>
                                            </p:txEl>
                                          </p:spTgt>
                                        </p:tgtEl>
                                      </p:cBhvr>
                                    </p:animEffect>
                                  </p:childTnLst>
                                </p:cTn>
                              </p:par>
                            </p:childTnLst>
                          </p:cTn>
                        </p:par>
                      </p:childTnLst>
                    </p:cTn>
                  </p:par>
                  <p:par>
                    <p:cTn id="13" fill="hold" nodeType="clickPar">
                      <p:stCondLst>
                        <p:cond delay="indefinite"/>
                        <p:cond evt="onBegin" delay="0">
                          <p:tn val="12"/>
                        </p:cond>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animEffect transition="in" filter="wipe(left)">
                                      <p:cBhvr>
                                        <p:cTn id="17" dur="1000"/>
                                        <p:tgtEl>
                                          <p:spTgt spid="12">
                                            <p:txEl>
                                              <p:pRg st="2" end="2"/>
                                            </p:txEl>
                                          </p:spTgt>
                                        </p:tgtEl>
                                      </p:cBhvr>
                                    </p:animEffect>
                                  </p:childTnLst>
                                </p:cTn>
                              </p:par>
                            </p:childTnLst>
                          </p:cTn>
                        </p:par>
                      </p:childTnLst>
                    </p:cTn>
                  </p:par>
                  <p:par>
                    <p:cTn id="18" fill="hold" nodeType="clickPar">
                      <p:stCondLst>
                        <p:cond delay="indefinite"/>
                        <p:cond evt="onBegin" delay="0">
                          <p:tn val="17"/>
                        </p:cond>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nodeType="clickPar">
                      <p:stCondLst>
                        <p:cond delay="indefinite"/>
                        <p:cond evt="onBegin" delay="0">
                          <p:tn val="22"/>
                        </p:cond>
                      </p:stCondLst>
                      <p:childTnLst>
                        <p:par>
                          <p:cTn id="24" fill="hold" nodeType="afterGroup">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wipe(down)">
                                      <p:cBhvr>
                                        <p:cTn id="27" dur="500"/>
                                        <p:tgtEl>
                                          <p:spTgt spid="25"/>
                                        </p:tgtEl>
                                      </p:cBhvr>
                                    </p:animEffect>
                                  </p:childTnLst>
                                </p:cTn>
                              </p:par>
                            </p:childTnLst>
                          </p:cTn>
                        </p:par>
                      </p:childTnLst>
                    </p:cTn>
                  </p:par>
                  <p:par>
                    <p:cTn id="28" fill="hold" nodeType="clickPar">
                      <p:stCondLst>
                        <p:cond delay="indefinite"/>
                        <p:cond evt="onBegin" delay="0">
                          <p:tn val="27"/>
                        </p:cond>
                      </p:stCondLst>
                      <p:childTnLst>
                        <p:par>
                          <p:cTn id="29" fill="hold" nodeType="after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1000"/>
                                        <p:tgtEl>
                                          <p:spTgt spid="17"/>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nodeType="clickPar">
                      <p:stCondLst>
                        <p:cond delay="indefinite"/>
                        <p:cond evt="onBegin" delay="0">
                          <p:tn val="34"/>
                        </p:cond>
                      </p:stCondLst>
                      <p:childTnLst>
                        <p:par>
                          <p:cTn id="36" fill="hold" nodeType="after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22" presetClass="entr" presetSubtype="8"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750"/>
                                        <p:tgtEl>
                                          <p:spTgt spid="18"/>
                                        </p:tgtEl>
                                      </p:cBhvr>
                                    </p:animEffect>
                                  </p:childTnLst>
                                </p:cTn>
                              </p:par>
                            </p:childTnLst>
                          </p:cTn>
                        </p:par>
                      </p:childTnLst>
                    </p:cTn>
                  </p:par>
                  <p:par>
                    <p:cTn id="42" fill="hold" nodeType="clickPar">
                      <p:stCondLst>
                        <p:cond delay="indefinite"/>
                        <p:cond evt="onBegin" delay="0">
                          <p:tn val="41"/>
                        </p:cond>
                      </p:stCondLst>
                      <p:childTnLst>
                        <p:par>
                          <p:cTn id="43" fill="hold" nodeType="afterGroup">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par>
                          <p:cTn id="46" fill="hold" nodeType="afterGroup">
                            <p:stCondLst>
                              <p:cond delay="1"/>
                            </p:stCondLst>
                            <p:childTnLst>
                              <p:par>
                                <p:cTn id="47" presetID="22" presetClass="entr" presetSubtype="8"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left)">
                                      <p:cBhvr>
                                        <p:cTn id="49" dur="1000"/>
                                        <p:tgtEl>
                                          <p:spTgt spid="21"/>
                                        </p:tgtEl>
                                      </p:cBhvr>
                                    </p:animEffect>
                                  </p:childTnLst>
                                </p:cTn>
                              </p:par>
                            </p:childTnLst>
                          </p:cTn>
                        </p:par>
                      </p:childTnLst>
                    </p:cTn>
                  </p:par>
                  <p:par>
                    <p:cTn id="50" fill="hold" nodeType="clickPar">
                      <p:stCondLst>
                        <p:cond delay="indefinite"/>
                        <p:cond evt="onBegin" delay="0">
                          <p:tn val="49"/>
                        </p:cond>
                      </p:stCondLst>
                      <p:childTnLst>
                        <p:par>
                          <p:cTn id="51" fill="hold" nodeType="afterGroup">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wipe(left)">
                                      <p:cBhvr>
                                        <p:cTn id="54" dur="12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7" grpId="0"/>
      <p:bldP spid="18" grpId="0"/>
      <p:bldP spid="19" grpId="0"/>
      <p:bldP spid="20" grpId="0" animBg="1"/>
      <p:bldP spid="21" grpId="0"/>
      <p:bldP spid="22" grpId="0"/>
      <p:bldP spid="23" grpId="0"/>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253C1DB2-D45F-3CD0-65F8-2AFA5D4BF985}"/>
              </a:ext>
            </a:extLst>
          </p:cNvPr>
          <p:cNvSpPr txBox="1"/>
          <p:nvPr>
            <p:custDataLst>
              <p:tags r:id="rId1"/>
            </p:custDataLst>
          </p:nvPr>
        </p:nvSpPr>
        <p:spPr>
          <a:xfrm>
            <a:off x="392856" y="34628"/>
            <a:ext cx="2485811"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a:solidFill>
                  <a:schemeClr val="bg1"/>
                </a:solidFill>
                <a:latin typeface="微软雅黑" panose="020B0503020204020204" pitchFamily="34" charset="-122"/>
                <a:ea typeface="微软雅黑" panose="020B0503020204020204" pitchFamily="34" charset="-122"/>
              </a:rPr>
              <a:t>知识点一、重力</a:t>
            </a:r>
            <a:endParaRPr lang="en-US" altLang="zh-CN" sz="2000">
              <a:solidFill>
                <a:schemeClr val="bg1"/>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A5077E8-B2CD-F331-73F7-66AAE8930FEC}"/>
              </a:ext>
            </a:extLst>
          </p:cNvPr>
          <p:cNvSpPr txBox="1"/>
          <p:nvPr>
            <p:custDataLst>
              <p:tags r:id="rId2"/>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3" name="Rectangle 9">
            <a:extLst>
              <a:ext uri="{FF2B5EF4-FFF2-40B4-BE49-F238E27FC236}">
                <a16:creationId xmlns:a16="http://schemas.microsoft.com/office/drawing/2014/main" id="{806831A7-90E4-984D-11A2-CEF24DA81DEC}"/>
              </a:ext>
            </a:extLst>
          </p:cNvPr>
          <p:cNvSpPr>
            <a:spLocks noChangeArrowheads="1"/>
          </p:cNvSpPr>
          <p:nvPr>
            <p:custDataLst>
              <p:tags r:id="rId3"/>
            </p:custDataLst>
          </p:nvPr>
        </p:nvSpPr>
        <p:spPr bwMode="auto">
          <a:xfrm>
            <a:off x="802586" y="573510"/>
            <a:ext cx="2542939" cy="4462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kumimoji="1"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a:t>
            </a:r>
            <a:r>
              <a:rPr kumimoji="1"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比例系数</a:t>
            </a:r>
            <a:r>
              <a:rPr kumimoji="1" lang="en-US" altLang="zh-CN"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3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4" name="文本框 3">
            <a:extLst>
              <a:ext uri="{FF2B5EF4-FFF2-40B4-BE49-F238E27FC236}">
                <a16:creationId xmlns:a16="http://schemas.microsoft.com/office/drawing/2014/main" id="{4DCBC457-407B-1C85-932C-69B7F24726CC}"/>
              </a:ext>
            </a:extLst>
          </p:cNvPr>
          <p:cNvSpPr txBox="1"/>
          <p:nvPr>
            <p:custDataLst>
              <p:tags r:id="rId4"/>
            </p:custDataLst>
          </p:nvPr>
        </p:nvSpPr>
        <p:spPr>
          <a:xfrm>
            <a:off x="802586" y="972372"/>
            <a:ext cx="7781897" cy="851900"/>
          </a:xfrm>
          <a:prstGeom prst="rect">
            <a:avLst/>
          </a:prstGeom>
          <a:noFill/>
        </p:spPr>
        <p:txBody>
          <a:bodyPr wrap="square">
            <a:spAutoFit/>
          </a:bodyPr>
          <a:lstStyle/>
          <a:p>
            <a:pPr marL="0" marR="0" lvl="0" indent="432000" algn="l" defTabSz="685160" rtl="0" eaLnBrk="1" fontAlgn="auto" latinLnBrk="0" hangingPunct="1">
              <a:lnSpc>
                <a:spcPts val="3100"/>
              </a:lnSpc>
              <a:spcBef>
                <a:spcPct val="0"/>
              </a:spcBef>
              <a:spcAft>
                <a:spcPct val="0"/>
              </a:spcAft>
              <a:buClrTx/>
              <a:buSzTx/>
              <a:buFontTx/>
              <a:buNone/>
              <a:defRPr/>
            </a:pPr>
            <a:r>
              <a:rPr kumimoji="0" lang="en-US" altLang="zh-CN" sz="2100" b="1"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a:t>
            </a:r>
            <a:r>
              <a:rPr kumimoji="0" lang="en-US" altLang="zh-CN" sz="210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a:t>
            </a:r>
            <a:r>
              <a:rPr kumimoji="0" lang="en-US" altLang="zh-CN"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=9.8N/kg</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的物理意义：</a:t>
            </a:r>
            <a:endPar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32000" algn="l" defTabSz="685160" rtl="0" eaLnBrk="1" fontAlgn="auto" latinLnBrk="0" hangingPunct="1">
              <a:lnSpc>
                <a:spcPts val="3100"/>
              </a:lnSpc>
              <a:spcBef>
                <a:spcPct val="0"/>
              </a:spcBef>
              <a:spcAft>
                <a:spcPct val="0"/>
              </a:spcAft>
              <a:buClrTx/>
              <a:buSzTx/>
              <a:buFontTx/>
              <a:buNone/>
              <a:defRPr/>
            </a:pPr>
            <a:r>
              <a:rPr kumimoji="0" lang="zh-CN" altLang="en-US"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表示质量为</a:t>
            </a:r>
            <a:r>
              <a:rPr kumimoji="0" lang="en-US" altLang="zh-CN"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千克的物体在地球上受到的重力为</a:t>
            </a:r>
            <a:r>
              <a:rPr kumimoji="0" lang="en-US" altLang="zh-CN"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9.8N</a:t>
            </a:r>
            <a:endParaRPr kumimoji="0" lang="zh-CN" altLang="en-US" sz="210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Rectangle 3">
            <a:extLst>
              <a:ext uri="{FF2B5EF4-FFF2-40B4-BE49-F238E27FC236}">
                <a16:creationId xmlns:a16="http://schemas.microsoft.com/office/drawing/2014/main" id="{FE5AE821-2583-5895-550A-892706344F5E}"/>
              </a:ext>
            </a:extLst>
          </p:cNvPr>
          <p:cNvSpPr>
            <a:spLocks noChangeArrowheads="1"/>
          </p:cNvSpPr>
          <p:nvPr>
            <p:custDataLst>
              <p:tags r:id="rId5"/>
            </p:custDataLst>
          </p:nvPr>
        </p:nvSpPr>
        <p:spPr bwMode="auto">
          <a:xfrm>
            <a:off x="686911" y="2890455"/>
            <a:ext cx="4518244" cy="410882"/>
          </a:xfrm>
          <a:prstGeom prst="rect">
            <a:avLst/>
          </a:prstGeom>
          <a:noFill/>
          <a:ln w="9525">
            <a:noFill/>
            <a:miter lim="800000"/>
          </a:ln>
          <a:effectLst/>
        </p:spPr>
        <p:txBody>
          <a:bodyPr wrap="square">
            <a:spAutoFit/>
          </a:bodyPr>
          <a:lstStyle/>
          <a:p>
            <a:pPr>
              <a:lnSpc>
                <a:spcPct val="90000"/>
              </a:lnSpc>
            </a:pPr>
            <a:r>
              <a:rPr lang="en-US" altLang="zh-CN" sz="2300">
                <a:solidFill>
                  <a:srgbClr val="002060"/>
                </a:solidFill>
                <a:latin typeface="微软雅黑" panose="020B0503020204020204" pitchFamily="34" charset="-122"/>
                <a:ea typeface="微软雅黑" panose="020B0503020204020204" pitchFamily="34" charset="-122"/>
              </a:rPr>
              <a:t>  ③</a:t>
            </a:r>
            <a:r>
              <a:rPr lang="zh-CN" altLang="en-US" sz="2300">
                <a:solidFill>
                  <a:srgbClr val="002060"/>
                </a:solidFill>
                <a:latin typeface="微软雅黑" panose="020B0503020204020204" pitchFamily="34" charset="-122"/>
                <a:ea typeface="微软雅黑" panose="020B0503020204020204" pitchFamily="34" charset="-122"/>
              </a:rPr>
              <a:t>常见一些物体的重力大小</a:t>
            </a:r>
          </a:p>
        </p:txBody>
      </p:sp>
      <p:grpSp>
        <p:nvGrpSpPr>
          <p:cNvPr id="7" name="组合 6">
            <a:extLst>
              <a:ext uri="{FF2B5EF4-FFF2-40B4-BE49-F238E27FC236}">
                <a16:creationId xmlns:a16="http://schemas.microsoft.com/office/drawing/2014/main" id="{5F295B47-AA50-2B41-12B8-BADEB85A701C}"/>
              </a:ext>
            </a:extLst>
          </p:cNvPr>
          <p:cNvGrpSpPr/>
          <p:nvPr>
            <p:custDataLst>
              <p:tags r:id="rId6"/>
            </p:custDataLst>
          </p:nvPr>
        </p:nvGrpSpPr>
        <p:grpSpPr>
          <a:xfrm>
            <a:off x="4232898" y="3223094"/>
            <a:ext cx="1471672" cy="1747392"/>
            <a:chOff x="967723" y="2021068"/>
            <a:chExt cx="2373377" cy="3244403"/>
          </a:xfrm>
        </p:grpSpPr>
        <p:sp>
          <p:nvSpPr>
            <p:cNvPr id="8" name="Rectangle 3">
              <a:extLst>
                <a:ext uri="{FF2B5EF4-FFF2-40B4-BE49-F238E27FC236}">
                  <a16:creationId xmlns:a16="http://schemas.microsoft.com/office/drawing/2014/main" id="{489CFD0C-6382-0E38-7696-9B6221058108}"/>
                </a:ext>
              </a:extLst>
            </p:cNvPr>
            <p:cNvSpPr>
              <a:spLocks noChangeArrowheads="1"/>
            </p:cNvSpPr>
            <p:nvPr>
              <p:custDataLst>
                <p:tags r:id="rId17"/>
              </p:custDataLst>
            </p:nvPr>
          </p:nvSpPr>
          <p:spPr bwMode="auto">
            <a:xfrm>
              <a:off x="967723" y="4271145"/>
              <a:ext cx="2373377" cy="994326"/>
            </a:xfrm>
            <a:prstGeom prst="rect">
              <a:avLst/>
            </a:prstGeom>
            <a:noFill/>
            <a:ln w="9525">
              <a:noFill/>
              <a:miter lim="800000"/>
            </a:ln>
            <a:effectLst/>
          </p:spPr>
          <p:txBody>
            <a:bodyPr wrap="square">
              <a:spAutoFit/>
            </a:bodyPr>
            <a:lstStyle/>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一瓶可乐的</a:t>
              </a:r>
              <a:endPar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重力约</a:t>
              </a:r>
              <a:r>
                <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5N</a:t>
              </a:r>
              <a:endPar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9" name="图片 8">
              <a:extLst>
                <a:ext uri="{FF2B5EF4-FFF2-40B4-BE49-F238E27FC236}">
                  <a16:creationId xmlns:a16="http://schemas.microsoft.com/office/drawing/2014/main" id="{E179A51F-9AE2-8955-2012-3AD304A474EE}"/>
                </a:ext>
              </a:extLst>
            </p:cNvPr>
            <p:cNvPicPr>
              <a:picLocks noChangeAspect="1"/>
            </p:cNvPicPr>
            <p:nvPr>
              <p:custDataLst>
                <p:tags r:id="rId18"/>
              </p:custDataLst>
            </p:nvPr>
          </p:nvPicPr>
          <p:blipFill>
            <a:blip r:embed="rId20">
              <a:extLst>
                <a:ext uri="{28A0092B-C50C-407E-A947-70E740481C1C}">
                  <a14:useLocalDpi xmlns:a14="http://schemas.microsoft.com/office/drawing/2010/main" val="0"/>
                </a:ext>
              </a:extLst>
            </a:blip>
            <a:srcRect l="19215" r="15395" b="3254"/>
            <a:stretch>
              <a:fillRect/>
            </a:stretch>
          </p:blipFill>
          <p:spPr>
            <a:xfrm>
              <a:off x="1648034" y="2021068"/>
              <a:ext cx="1041629" cy="2210658"/>
            </a:xfrm>
            <a:prstGeom prst="rect">
              <a:avLst/>
            </a:prstGeom>
          </p:spPr>
        </p:pic>
      </p:grpSp>
      <p:grpSp>
        <p:nvGrpSpPr>
          <p:cNvPr id="15" name="组合 14">
            <a:extLst>
              <a:ext uri="{FF2B5EF4-FFF2-40B4-BE49-F238E27FC236}">
                <a16:creationId xmlns:a16="http://schemas.microsoft.com/office/drawing/2014/main" id="{64E36422-16E3-4076-C6E0-16E5CF23C668}"/>
              </a:ext>
            </a:extLst>
          </p:cNvPr>
          <p:cNvGrpSpPr/>
          <p:nvPr>
            <p:custDataLst>
              <p:tags r:id="rId7"/>
            </p:custDataLst>
          </p:nvPr>
        </p:nvGrpSpPr>
        <p:grpSpPr>
          <a:xfrm>
            <a:off x="5396309" y="2638291"/>
            <a:ext cx="1864691" cy="2037337"/>
            <a:chOff x="4125804" y="1482370"/>
            <a:chExt cx="3007201" cy="3782745"/>
          </a:xfrm>
        </p:grpSpPr>
        <p:sp>
          <p:nvSpPr>
            <p:cNvPr id="16" name="Rectangle 3">
              <a:extLst>
                <a:ext uri="{FF2B5EF4-FFF2-40B4-BE49-F238E27FC236}">
                  <a16:creationId xmlns:a16="http://schemas.microsoft.com/office/drawing/2014/main" id="{BE0C0271-DA77-E3AD-0EEF-0C0690B707F9}"/>
                </a:ext>
              </a:extLst>
            </p:cNvPr>
            <p:cNvSpPr>
              <a:spLocks noChangeArrowheads="1"/>
            </p:cNvSpPr>
            <p:nvPr>
              <p:custDataLst>
                <p:tags r:id="rId15"/>
              </p:custDataLst>
            </p:nvPr>
          </p:nvSpPr>
          <p:spPr bwMode="auto">
            <a:xfrm>
              <a:off x="4125804" y="4270789"/>
              <a:ext cx="3007201" cy="994326"/>
            </a:xfrm>
            <a:prstGeom prst="rect">
              <a:avLst/>
            </a:prstGeom>
            <a:noFill/>
            <a:ln w="9525">
              <a:noFill/>
              <a:miter lim="800000"/>
            </a:ln>
            <a:effectLst/>
          </p:spPr>
          <p:txBody>
            <a:bodyPr wrap="square">
              <a:spAutoFit/>
            </a:bodyPr>
            <a:lstStyle/>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一个篮球重</a:t>
              </a:r>
              <a:endPar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力约</a:t>
              </a:r>
              <a:r>
                <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7N</a:t>
              </a:r>
              <a:endPar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4" name="图片 23">
              <a:extLst>
                <a:ext uri="{FF2B5EF4-FFF2-40B4-BE49-F238E27FC236}">
                  <a16:creationId xmlns:a16="http://schemas.microsoft.com/office/drawing/2014/main" id="{FC6B024C-3FB2-F75A-A98B-4641FB937267}"/>
                </a:ext>
              </a:extLst>
            </p:cNvPr>
            <p:cNvPicPr>
              <a:picLocks noChangeAspect="1"/>
            </p:cNvPicPr>
            <p:nvPr>
              <p:custDataLst>
                <p:tags r:id="rId16"/>
              </p:custDataLst>
            </p:nvPr>
          </p:nvPicPr>
          <p:blipFill>
            <a:blip r:embed="rId21">
              <a:extLst>
                <a:ext uri="{28A0092B-C50C-407E-A947-70E740481C1C}">
                  <a14:useLocalDpi xmlns:a14="http://schemas.microsoft.com/office/drawing/2010/main" val="0"/>
                </a:ext>
              </a:extLst>
            </a:blip>
            <a:srcRect b="13466"/>
            <a:stretch>
              <a:fillRect/>
            </a:stretch>
          </p:blipFill>
          <p:spPr>
            <a:xfrm>
              <a:off x="4648294" y="1482370"/>
              <a:ext cx="1962223" cy="2843347"/>
            </a:xfrm>
            <a:prstGeom prst="rect">
              <a:avLst/>
            </a:prstGeom>
            <a:effectLst>
              <a:softEdge rad="31750"/>
            </a:effectLst>
          </p:spPr>
        </p:pic>
      </p:grpSp>
      <p:grpSp>
        <p:nvGrpSpPr>
          <p:cNvPr id="27" name="组合 26">
            <a:extLst>
              <a:ext uri="{FF2B5EF4-FFF2-40B4-BE49-F238E27FC236}">
                <a16:creationId xmlns:a16="http://schemas.microsoft.com/office/drawing/2014/main" id="{91195EBC-7CCD-9242-47E0-0291E014A761}"/>
              </a:ext>
            </a:extLst>
          </p:cNvPr>
          <p:cNvGrpSpPr/>
          <p:nvPr>
            <p:custDataLst>
              <p:tags r:id="rId8"/>
            </p:custDataLst>
          </p:nvPr>
        </p:nvGrpSpPr>
        <p:grpSpPr>
          <a:xfrm>
            <a:off x="7138343" y="2093894"/>
            <a:ext cx="1745855" cy="2037337"/>
            <a:chOff x="5341885" y="2684275"/>
            <a:chExt cx="1745855" cy="2037337"/>
          </a:xfrm>
        </p:grpSpPr>
        <p:sp>
          <p:nvSpPr>
            <p:cNvPr id="11" name="Rectangle 3">
              <a:extLst>
                <a:ext uri="{FF2B5EF4-FFF2-40B4-BE49-F238E27FC236}">
                  <a16:creationId xmlns:a16="http://schemas.microsoft.com/office/drawing/2014/main" id="{F444648E-9E4E-6A0F-DDE5-51618ACBDDF3}"/>
                </a:ext>
              </a:extLst>
            </p:cNvPr>
            <p:cNvSpPr>
              <a:spLocks noChangeArrowheads="1"/>
            </p:cNvSpPr>
            <p:nvPr>
              <p:custDataLst>
                <p:tags r:id="rId13"/>
              </p:custDataLst>
            </p:nvPr>
          </p:nvSpPr>
          <p:spPr bwMode="auto">
            <a:xfrm>
              <a:off x="5341885" y="4186081"/>
              <a:ext cx="1745855" cy="535531"/>
            </a:xfrm>
            <a:prstGeom prst="rect">
              <a:avLst/>
            </a:prstGeom>
            <a:noFill/>
            <a:ln w="9525">
              <a:noFill/>
              <a:miter lim="800000"/>
            </a:ln>
            <a:effectLst/>
          </p:spPr>
          <p:txBody>
            <a:bodyPr wrap="square">
              <a:spAutoFit/>
            </a:bodyPr>
            <a:lstStyle/>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一个中学生的</a:t>
              </a:r>
              <a:endPar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重力约</a:t>
              </a:r>
              <a:r>
                <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500N</a:t>
              </a:r>
              <a:endPar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6" name="图片 25">
              <a:extLst>
                <a:ext uri="{FF2B5EF4-FFF2-40B4-BE49-F238E27FC236}">
                  <a16:creationId xmlns:a16="http://schemas.microsoft.com/office/drawing/2014/main" id="{C6BBC6A5-A6FD-2781-51A4-AE360B54665A}"/>
                </a:ext>
              </a:extLst>
            </p:cNvPr>
            <p:cNvPicPr>
              <a:picLocks noChangeAspect="1"/>
            </p:cNvPicPr>
            <p:nvPr>
              <p:custDataLst>
                <p:tags r:id="rId14"/>
              </p:custDataLst>
            </p:nvPr>
          </p:nvPicPr>
          <p:blipFill>
            <a:blip r:embed="rId22"/>
            <a:stretch>
              <a:fillRect/>
            </a:stretch>
          </p:blipFill>
          <p:spPr>
            <a:xfrm>
              <a:off x="5341885" y="2684275"/>
              <a:ext cx="1677135" cy="1474153"/>
            </a:xfrm>
            <a:prstGeom prst="rect">
              <a:avLst/>
            </a:prstGeom>
            <a:effectLst>
              <a:softEdge rad="31750"/>
            </a:effectLst>
          </p:spPr>
        </p:pic>
      </p:grpSp>
      <p:sp>
        <p:nvSpPr>
          <p:cNvPr id="28" name="Rectangle 9">
            <a:extLst>
              <a:ext uri="{FF2B5EF4-FFF2-40B4-BE49-F238E27FC236}">
                <a16:creationId xmlns:a16="http://schemas.microsoft.com/office/drawing/2014/main" id="{0B8CC7F2-D27B-948C-DE84-41D89B858C29}"/>
              </a:ext>
            </a:extLst>
          </p:cNvPr>
          <p:cNvSpPr>
            <a:spLocks noChangeArrowheads="1"/>
          </p:cNvSpPr>
          <p:nvPr>
            <p:custDataLst>
              <p:tags r:id="rId9"/>
            </p:custDataLst>
          </p:nvPr>
        </p:nvSpPr>
        <p:spPr bwMode="auto">
          <a:xfrm>
            <a:off x="889887" y="1845502"/>
            <a:ext cx="5069893" cy="8519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indent="360000">
              <a:lnSpc>
                <a:spcPts val="3100"/>
              </a:lnSpc>
            </a:pPr>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在地球上，</a:t>
            </a:r>
            <a:r>
              <a:rPr kumimoji="1" lang="en-US" altLang="zh-CN" sz="21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 </a:t>
            </a:r>
            <a:r>
              <a:rPr kumimoji="1"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会随着纬度与海拔高度的不同而有所变化。</a:t>
            </a:r>
            <a:endPar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30" name="组合 29">
            <a:extLst>
              <a:ext uri="{FF2B5EF4-FFF2-40B4-BE49-F238E27FC236}">
                <a16:creationId xmlns:a16="http://schemas.microsoft.com/office/drawing/2014/main" id="{0CEECCA6-9316-8462-4B70-381D0FA5B58A}"/>
              </a:ext>
            </a:extLst>
          </p:cNvPr>
          <p:cNvGrpSpPr/>
          <p:nvPr>
            <p:custDataLst>
              <p:tags r:id="rId10"/>
            </p:custDataLst>
          </p:nvPr>
        </p:nvGrpSpPr>
        <p:grpSpPr>
          <a:xfrm>
            <a:off x="2486825" y="3608909"/>
            <a:ext cx="1614369" cy="1534444"/>
            <a:chOff x="2362371" y="3636105"/>
            <a:chExt cx="1614369" cy="1534444"/>
          </a:xfrm>
        </p:grpSpPr>
        <p:pic>
          <p:nvPicPr>
            <p:cNvPr id="2052" name="Picture 4">
              <a:extLst>
                <a:ext uri="{FF2B5EF4-FFF2-40B4-BE49-F238E27FC236}">
                  <a16:creationId xmlns:a16="http://schemas.microsoft.com/office/drawing/2014/main" id="{F1226793-B164-3943-226C-A3C1677C0786}"/>
                </a:ext>
              </a:extLst>
            </p:cNvPr>
            <p:cNvPicPr>
              <a:picLocks noChangeAspect="1" noChangeArrowheads="1"/>
            </p:cNvPicPr>
            <p:nvPr>
              <p:custDataLst>
                <p:tags r:id="rId11"/>
              </p:custDataLst>
            </p:nvPr>
          </p:nvPicPr>
          <p:blipFill>
            <a:blip r:embed="rId23">
              <a:extLst>
                <a:ext uri="{28A0092B-C50C-407E-A947-70E740481C1C}">
                  <a14:useLocalDpi xmlns:a14="http://schemas.microsoft.com/office/drawing/2010/main" val="0"/>
                </a:ext>
              </a:extLst>
            </a:blip>
            <a:stretch>
              <a:fillRect/>
            </a:stretch>
          </p:blipFill>
          <p:spPr bwMode="auto">
            <a:xfrm>
              <a:off x="2362371" y="3636105"/>
              <a:ext cx="1566968" cy="1044645"/>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
          <p:nvSpPr>
            <p:cNvPr id="29" name="Rectangle 3">
              <a:extLst>
                <a:ext uri="{FF2B5EF4-FFF2-40B4-BE49-F238E27FC236}">
                  <a16:creationId xmlns:a16="http://schemas.microsoft.com/office/drawing/2014/main" id="{824E30F8-F295-65BD-9A28-072549C2700E}"/>
                </a:ext>
              </a:extLst>
            </p:cNvPr>
            <p:cNvSpPr>
              <a:spLocks noChangeArrowheads="1"/>
            </p:cNvSpPr>
            <p:nvPr>
              <p:custDataLst>
                <p:tags r:id="rId12"/>
              </p:custDataLst>
            </p:nvPr>
          </p:nvSpPr>
          <p:spPr bwMode="auto">
            <a:xfrm>
              <a:off x="2505068" y="4635018"/>
              <a:ext cx="1471672" cy="535531"/>
            </a:xfrm>
            <a:prstGeom prst="rect">
              <a:avLst/>
            </a:prstGeom>
            <a:noFill/>
            <a:ln w="9525">
              <a:noFill/>
              <a:miter lim="800000"/>
            </a:ln>
            <a:effectLst/>
          </p:spPr>
          <p:txBody>
            <a:bodyPr wrap="square">
              <a:spAutoFit/>
            </a:bodyPr>
            <a:lstStyle/>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两个鸡蛋的</a:t>
              </a:r>
              <a:endPar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90000"/>
                </a:lnSpc>
              </a:pPr>
              <a:r>
                <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重力约</a:t>
              </a:r>
              <a:r>
                <a:rPr lang="en-US" altLang="zh-CN"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1N</a:t>
              </a:r>
              <a:endParaRPr lang="zh-CN" altLang="en-US" sz="16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extLst>
      <p:ext uri="{BB962C8B-B14F-4D97-AF65-F5344CB8AC3E}">
        <p14:creationId xmlns:p14="http://schemas.microsoft.com/office/powerpoint/2010/main" val="17959889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250"/>
                                        <p:tgtEl>
                                          <p:spTgt spid="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left)">
                                      <p:cBhvr>
                                        <p:cTn id="17" dur="1250"/>
                                        <p:tgtEl>
                                          <p:spTgt spid="4">
                                            <p:txEl>
                                              <p:pRg st="1" end="1"/>
                                            </p:txEl>
                                          </p:spTgt>
                                        </p:tgtEl>
                                      </p:cBhvr>
                                    </p:animEffect>
                                  </p:childTnLst>
                                </p:cTn>
                              </p:par>
                            </p:childTnLst>
                          </p:cTn>
                        </p:par>
                        <p:par>
                          <p:cTn id="18" fill="hold" nodeType="afterGroup">
                            <p:stCondLst>
                              <p:cond delay="1250"/>
                            </p:stCondLst>
                            <p:childTnLst>
                              <p:par>
                                <p:cTn id="19" presetID="3" presetClass="entr" presetSubtype="10"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blinds(horizontal)">
                                      <p:cBhvr>
                                        <p:cTn id="21" dur="500"/>
                                        <p:tgtEl>
                                          <p:spTgt spid="28"/>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linds(horizontal)">
                                      <p:cBhvr>
                                        <p:cTn id="26" dur="500"/>
                                        <p:tgtEl>
                                          <p:spTgt spid="5"/>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16" presetClass="entr" presetSubtype="21"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arn(inVertical)">
                                      <p:cBhvr>
                                        <p:cTn id="31" dur="500"/>
                                        <p:tgtEl>
                                          <p:spTgt spid="30"/>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22" presetClass="entr" presetSubtype="4"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wipe(down)">
                                      <p:cBhvr>
                                        <p:cTn id="36" dur="750"/>
                                        <p:tgtEl>
                                          <p:spTgt spid="7"/>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4" fill="hold"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down)">
                                      <p:cBhvr>
                                        <p:cTn id="41" dur="750"/>
                                        <p:tgtEl>
                                          <p:spTgt spid="15"/>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16" presetClass="entr" presetSubtype="21" fill="hold"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barn(inVertical)">
                                      <p:cBhvr>
                                        <p:cTn id="4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E14A804D-92ED-EF20-F1D0-3228459EA076}"/>
              </a:ext>
            </a:extLst>
          </p:cNvPr>
          <p:cNvPicPr>
            <a:picLocks noChangeAspect="1"/>
          </p:cNvPicPr>
          <p:nvPr>
            <p:custDataLst>
              <p:tags r:id="rId1"/>
            </p:custDataLst>
          </p:nvPr>
        </p:nvPicPr>
        <p:blipFill>
          <a:blip r:embed="rId10">
            <a:extLst>
              <a:ext uri="{BEBA8EAE-BF5A-486C-A8C5-ECC9F3942E4B}">
                <a14:imgProps xmlns:a14="http://schemas.microsoft.com/office/drawing/2010/main">
                  <a14:imgLayer r:embed="rId11">
                    <a14:imgEffect>
                      <a14:brightnessContrast bright="20000" contrast="-40000"/>
                    </a14:imgEffect>
                  </a14:imgLayer>
                </a14:imgProps>
              </a:ext>
            </a:extLst>
          </a:blip>
          <a:srcRect b="7048"/>
          <a:stretch>
            <a:fillRect/>
          </a:stretch>
        </p:blipFill>
        <p:spPr>
          <a:xfrm>
            <a:off x="6380954" y="1010607"/>
            <a:ext cx="1265148" cy="1269439"/>
          </a:xfrm>
          <a:prstGeom prst="rect">
            <a:avLst/>
          </a:prstGeom>
        </p:spPr>
      </p:pic>
      <p:pic>
        <p:nvPicPr>
          <p:cNvPr id="12" name="图片 11">
            <a:extLst>
              <a:ext uri="{FF2B5EF4-FFF2-40B4-BE49-F238E27FC236}">
                <a16:creationId xmlns:a16="http://schemas.microsoft.com/office/drawing/2014/main" id="{577CE8AF-39E3-3F01-F481-792AE8BB3E74}"/>
              </a:ext>
            </a:extLst>
          </p:cNvPr>
          <p:cNvPicPr>
            <a:picLocks noChangeAspect="1"/>
          </p:cNvPicPr>
          <p:nvPr>
            <p:custDataLst>
              <p:tags r:id="rId2"/>
            </p:custDataLst>
          </p:nvPr>
        </p:nvPicPr>
        <p:blipFill>
          <a:blip r:embed="rId12"/>
          <a:srcRect l="24029" r="20188"/>
          <a:stretch>
            <a:fillRect/>
          </a:stretch>
        </p:blipFill>
        <p:spPr>
          <a:xfrm>
            <a:off x="7794122" y="665199"/>
            <a:ext cx="1043257" cy="3721039"/>
          </a:xfrm>
          <a:prstGeom prst="rect">
            <a:avLst/>
          </a:prstGeom>
        </p:spPr>
      </p:pic>
      <p:sp>
        <p:nvSpPr>
          <p:cNvPr id="13" name="TextBox 1">
            <a:extLst>
              <a:ext uri="{FF2B5EF4-FFF2-40B4-BE49-F238E27FC236}">
                <a16:creationId xmlns:a16="http://schemas.microsoft.com/office/drawing/2014/main" id="{21B30714-0EE4-1D08-CEDD-EC93E0409856}"/>
              </a:ext>
            </a:extLst>
          </p:cNvPr>
          <p:cNvSpPr txBox="1"/>
          <p:nvPr>
            <p:custDataLst>
              <p:tags r:id="rId3"/>
            </p:custDataLst>
          </p:nvPr>
        </p:nvSpPr>
        <p:spPr>
          <a:xfrm>
            <a:off x="542712" y="1177785"/>
            <a:ext cx="5514456" cy="1602170"/>
          </a:xfrm>
          <a:prstGeom prst="rect">
            <a:avLst/>
          </a:prstGeom>
          <a:noFill/>
          <a:ln>
            <a:noFill/>
          </a:ln>
        </p:spPr>
        <p:txBody>
          <a:bodyPr wrap="square" rtlCol="0">
            <a:spAutoFit/>
          </a:bodyPr>
          <a:lstStyle/>
          <a:p>
            <a:pPr algn="l">
              <a:lnSpc>
                <a:spcPts val="3000"/>
              </a:lnSpc>
            </a:pPr>
            <a:r>
              <a:rPr lang="zh-CN" altLang="en-US"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       用弹簧测力计分别测量不同质量的钩码所受的重力。</a:t>
            </a:r>
            <a:endParaRPr lang="en-US" altLang="zh-CN"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endParaRPr>
          </a:p>
          <a:p>
            <a:pPr>
              <a:lnSpc>
                <a:spcPts val="3000"/>
              </a:lnSpc>
            </a:pPr>
            <a:r>
              <a:rPr lang="zh-CN" altLang="en-US"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       分析</a:t>
            </a:r>
            <a:r>
              <a:rPr lang="zh-CN" altLang="zh-CN" sz="2200">
                <a:solidFill>
                  <a:srgbClr val="002060"/>
                </a:solidFill>
                <a:latin typeface="微软雅黑" panose="020B0503020204020204" pitchFamily="34" charset="-122"/>
                <a:ea typeface="微软雅黑" panose="020B0503020204020204" pitchFamily="34" charset="-122"/>
              </a:rPr>
              <a:t>比较质量不同的钩码受到的重力大小</a:t>
            </a:r>
            <a:r>
              <a:rPr lang="zh-CN" altLang="en-US" sz="2200">
                <a:solidFill>
                  <a:srgbClr val="002060"/>
                </a:solidFill>
                <a:latin typeface="微软雅黑" panose="020B0503020204020204" pitchFamily="34" charset="-122"/>
                <a:ea typeface="微软雅黑" panose="020B0503020204020204" pitchFamily="34" charset="-122"/>
              </a:rPr>
              <a:t>，</a:t>
            </a:r>
            <a:r>
              <a:rPr lang="zh-CN" altLang="en-US" sz="220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得出重力与质量之间的关系。</a:t>
            </a:r>
            <a:endParaRPr lang="zh-CN" altLang="en-US" sz="2200">
              <a:solidFill>
                <a:srgbClr val="002060"/>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B28EEEB9-777E-7C40-3415-CF1FE1FAC21D}"/>
              </a:ext>
            </a:extLst>
          </p:cNvPr>
          <p:cNvSpPr txBox="1"/>
          <p:nvPr>
            <p:custDataLst>
              <p:tags r:id="rId4"/>
            </p:custDataLst>
          </p:nvPr>
        </p:nvSpPr>
        <p:spPr>
          <a:xfrm>
            <a:off x="712046" y="665199"/>
            <a:ext cx="1367367" cy="400110"/>
          </a:xfrm>
          <a:prstGeom prst="rect">
            <a:avLst/>
          </a:prstGeom>
          <a:solidFill>
            <a:srgbClr val="2EA2CF">
              <a:alpha val="58000"/>
            </a:srgbClr>
          </a:solidFill>
          <a:ln>
            <a:solidFill>
              <a:schemeClr val="tx1"/>
            </a:solidFill>
          </a:ln>
        </p:spPr>
        <p:txBody>
          <a:bodyPr wrap="square">
            <a:spAutoFit/>
          </a:bodyPr>
          <a:lstStyle/>
          <a:p>
            <a:pPr algn="ctr"/>
            <a:r>
              <a:rPr lang="zh-CN" altLang="en-US" sz="2000">
                <a:latin typeface="微软雅黑" panose="020B0503020204020204" pitchFamily="34" charset="-122"/>
                <a:ea typeface="微软雅黑" panose="020B0503020204020204" pitchFamily="34" charset="-122"/>
              </a:rPr>
              <a:t>实验方案</a:t>
            </a:r>
            <a:endParaRPr lang="zh-CN" altLang="en-US" sz="2000"/>
          </a:p>
        </p:txBody>
      </p:sp>
      <p:sp>
        <p:nvSpPr>
          <p:cNvPr id="6" name="内容占位符 2">
            <a:extLst>
              <a:ext uri="{FF2B5EF4-FFF2-40B4-BE49-F238E27FC236}">
                <a16:creationId xmlns:a16="http://schemas.microsoft.com/office/drawing/2014/main" id="{A4E2135D-8EB7-2AF7-2D8D-30F051E17716}"/>
              </a:ext>
            </a:extLst>
          </p:cNvPr>
          <p:cNvSpPr txBox="1"/>
          <p:nvPr>
            <p:custDataLst>
              <p:tags r:id="rId5"/>
            </p:custDataLst>
          </p:nvPr>
        </p:nvSpPr>
        <p:spPr>
          <a:xfrm>
            <a:off x="209975" y="22045"/>
            <a:ext cx="472101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00">
                <a:solidFill>
                  <a:srgbClr val="FFFF00"/>
                </a:solidFill>
                <a:latin typeface="微软雅黑" panose="020B0503020204020204" pitchFamily="34" charset="-122"/>
                <a:ea typeface="微软雅黑" panose="020B0503020204020204" pitchFamily="34" charset="-122"/>
              </a:rPr>
              <a:t>知识点二、探究重力大小与质量的关系</a:t>
            </a:r>
            <a:endParaRPr lang="en-US" altLang="zh-CN" sz="2000" spc="-100">
              <a:solidFill>
                <a:srgbClr val="FFFF00"/>
              </a:solidFill>
              <a:latin typeface="微软雅黑" panose="020B0503020204020204" pitchFamily="34" charset="-122"/>
              <a:ea typeface="微软雅黑" panose="020B0503020204020204" pitchFamily="34" charset="-122"/>
            </a:endParaRPr>
          </a:p>
        </p:txBody>
      </p:sp>
      <p:sp>
        <p:nvSpPr>
          <p:cNvPr id="11" name="Text Box 7">
            <a:extLst>
              <a:ext uri="{FF2B5EF4-FFF2-40B4-BE49-F238E27FC236}">
                <a16:creationId xmlns:a16="http://schemas.microsoft.com/office/drawing/2014/main" id="{5BD4132C-5EB4-A1A2-96A4-D45F7D78A6E0}"/>
              </a:ext>
            </a:extLst>
          </p:cNvPr>
          <p:cNvSpPr/>
          <p:nvPr>
            <p:custDataLst>
              <p:tags r:id="rId6"/>
            </p:custDataLst>
          </p:nvPr>
        </p:nvSpPr>
        <p:spPr>
          <a:xfrm>
            <a:off x="630767" y="3325368"/>
            <a:ext cx="6372860" cy="1217449"/>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marL="0" marR="0" lvl="0" indent="457200" algn="l" defTabSz="914400" rtl="0" eaLnBrk="0" fontAlgn="base" latinLnBrk="0" hangingPunct="0">
              <a:lnSpc>
                <a:spcPts val="30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用弹簧测力计测量一个钩码所受的重力，再逐次增加钩码的个数，分别测量所受的重力，将各次测得的实验数据记录在表格中</a:t>
            </a:r>
            <a:r>
              <a:rPr kumimoji="0" lang="en-US" altLang="zh-CN" sz="22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p>
        </p:txBody>
      </p:sp>
      <p:sp>
        <p:nvSpPr>
          <p:cNvPr id="15" name="文本框 14">
            <a:extLst>
              <a:ext uri="{FF2B5EF4-FFF2-40B4-BE49-F238E27FC236}">
                <a16:creationId xmlns:a16="http://schemas.microsoft.com/office/drawing/2014/main" id="{28AE1459-B7B2-B616-DC00-3B67F7FA890A}"/>
              </a:ext>
            </a:extLst>
          </p:cNvPr>
          <p:cNvSpPr txBox="1"/>
          <p:nvPr>
            <p:custDataLst>
              <p:tags r:id="rId7"/>
            </p:custDataLst>
          </p:nvPr>
        </p:nvSpPr>
        <p:spPr>
          <a:xfrm>
            <a:off x="786553" y="2850755"/>
            <a:ext cx="1072310" cy="400110"/>
          </a:xfrm>
          <a:prstGeom prst="rect">
            <a:avLst/>
          </a:prstGeom>
          <a:solidFill>
            <a:srgbClr val="F8CBAD">
              <a:alpha val="58000"/>
            </a:srgbClr>
          </a:solidFill>
          <a:ln>
            <a:solidFill>
              <a:schemeClr val="tx1"/>
            </a:solidFill>
          </a:ln>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实 验</a:t>
            </a:r>
            <a:endParaRPr kumimoji="0" lang="zh-CN" altLang="en-US" sz="2000" b="0" i="0" u="none" strike="noStrike" kern="1200" cap="none" spc="0" normalizeH="0" baseline="0" noProof="0">
              <a:ln>
                <a:noFill/>
              </a:ln>
              <a:solidFill>
                <a:srgbClr val="000000"/>
              </a:solidFill>
              <a:effectLst/>
              <a:uLnTx/>
              <a:uFillTx/>
              <a:latin typeface="Century Gothic" panose="020F0302020204030204"/>
              <a:ea typeface="宋体" panose="02010600030101010101" pitchFamily="2" charset="-122"/>
              <a:cs typeface="+mn-cs"/>
            </a:endParaRPr>
          </a:p>
        </p:txBody>
      </p:sp>
      <p:sp>
        <p:nvSpPr>
          <p:cNvPr id="16" name="文本框 15">
            <a:extLst>
              <a:ext uri="{FF2B5EF4-FFF2-40B4-BE49-F238E27FC236}">
                <a16:creationId xmlns:a16="http://schemas.microsoft.com/office/drawing/2014/main" id="{02BA97D0-2ABD-7E2C-F5EA-78DD33853689}"/>
              </a:ext>
            </a:extLst>
          </p:cNvPr>
          <p:cNvSpPr txBox="1"/>
          <p:nvPr>
            <p:custDataLst>
              <p:tags r:id="rId8"/>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12520316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wipe(left)">
                                      <p:cBhvr>
                                        <p:cTn id="12" dur="1250"/>
                                        <p:tgtEl>
                                          <p:spTgt spid="13">
                                            <p:txEl>
                                              <p:pRg st="0" end="0"/>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13">
                                            <p:txEl>
                                              <p:pRg st="1" end="1"/>
                                            </p:txEl>
                                          </p:spTgt>
                                        </p:tgtEl>
                                        <p:attrNameLst>
                                          <p:attrName>style.visibility</p:attrName>
                                        </p:attrNameLst>
                                      </p:cBhvr>
                                      <p:to>
                                        <p:strVal val="visible"/>
                                      </p:to>
                                    </p:set>
                                    <p:animEffect transition="in" filter="wipe(left)">
                                      <p:cBhvr>
                                        <p:cTn id="23" dur="1250"/>
                                        <p:tgtEl>
                                          <p:spTgt spid="13">
                                            <p:txEl>
                                              <p:pRg st="1" end="1"/>
                                            </p:txEl>
                                          </p:spTgt>
                                        </p:tgtEl>
                                      </p:cBhvr>
                                    </p:animEffect>
                                  </p:childTnLst>
                                </p:cTn>
                              </p:par>
                            </p:childTnLst>
                          </p:cTn>
                        </p:par>
                      </p:childTnLst>
                    </p:cTn>
                  </p:par>
                  <p:par>
                    <p:cTn id="24" fill="hold" nodeType="clickPar">
                      <p:stCondLst>
                        <p:cond delay="indefinite"/>
                      </p:stCondLst>
                      <p:childTnLst>
                        <p:par>
                          <p:cTn id="25" fill="hold" nodeType="afterGroup">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arn(inVertical)">
                                      <p:cBhvr>
                                        <p:cTn id="28" dur="500"/>
                                        <p:tgtEl>
                                          <p:spTgt spid="15"/>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11">
                                            <p:txEl>
                                              <p:pRg st="0" end="0"/>
                                            </p:txEl>
                                          </p:spTgt>
                                        </p:tgtEl>
                                        <p:attrNameLst>
                                          <p:attrName>style.visibility</p:attrName>
                                        </p:attrNameLst>
                                      </p:cBhvr>
                                      <p:to>
                                        <p:strVal val="visible"/>
                                      </p:to>
                                    </p:set>
                                    <p:animEffect transition="in" filter="wipe(left)">
                                      <p:cBhvr>
                                        <p:cTn id="33" dur="10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圆角 9">
            <a:extLst>
              <a:ext uri="{FF2B5EF4-FFF2-40B4-BE49-F238E27FC236}">
                <a16:creationId xmlns:a16="http://schemas.microsoft.com/office/drawing/2014/main" id="{83439306-2C59-4040-A28F-BE596B77D772}"/>
              </a:ext>
            </a:extLst>
          </p:cNvPr>
          <p:cNvSpPr/>
          <p:nvPr>
            <p:custDataLst>
              <p:tags r:id="rId1"/>
            </p:custDataLst>
          </p:nvPr>
        </p:nvSpPr>
        <p:spPr>
          <a:xfrm>
            <a:off x="634902" y="607224"/>
            <a:ext cx="1636243" cy="412405"/>
          </a:xfrm>
          <a:prstGeom prst="roundRect">
            <a:avLst>
              <a:gd name="adj" fmla="val 0"/>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rPr>
              <a:t>分析与论证</a:t>
            </a:r>
            <a:endParaRPr kumimoji="0" lang="en-US" altLang="zh-CN" sz="2000" b="0" i="0" u="none" strike="noStrike" kern="120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pic>
        <p:nvPicPr>
          <p:cNvPr id="9" name="图片 8">
            <a:extLst>
              <a:ext uri="{FF2B5EF4-FFF2-40B4-BE49-F238E27FC236}">
                <a16:creationId xmlns:a16="http://schemas.microsoft.com/office/drawing/2014/main" id="{D031EF13-46F5-9C55-9AA4-E5252E38837C}"/>
              </a:ext>
            </a:extLst>
          </p:cNvPr>
          <p:cNvPicPr>
            <a:picLocks noChangeAspect="1"/>
          </p:cNvPicPr>
          <p:nvPr>
            <p:custDataLst>
              <p:tags r:id="rId2"/>
            </p:custDataLst>
          </p:nvPr>
        </p:nvPicPr>
        <p:blipFill>
          <a:blip r:embed="rId16"/>
          <a:stretch>
            <a:fillRect/>
          </a:stretch>
        </p:blipFill>
        <p:spPr>
          <a:xfrm>
            <a:off x="4994578" y="2061876"/>
            <a:ext cx="3883858" cy="2994077"/>
          </a:xfrm>
          <a:prstGeom prst="rect">
            <a:avLst/>
          </a:prstGeom>
        </p:spPr>
      </p:pic>
      <p:sp>
        <p:nvSpPr>
          <p:cNvPr id="12" name="Rectangle 65">
            <a:extLst>
              <a:ext uri="{FF2B5EF4-FFF2-40B4-BE49-F238E27FC236}">
                <a16:creationId xmlns:a16="http://schemas.microsoft.com/office/drawing/2014/main" id="{DDF9C403-5712-40B7-B8B7-2B534CBC442E}"/>
              </a:ext>
            </a:extLst>
          </p:cNvPr>
          <p:cNvSpPr>
            <a:spLocks noChangeArrowheads="1"/>
          </p:cNvSpPr>
          <p:nvPr>
            <p:custDataLst>
              <p:tags r:id="rId3"/>
            </p:custDataLst>
          </p:nvPr>
        </p:nvSpPr>
        <p:spPr bwMode="auto">
          <a:xfrm>
            <a:off x="574978" y="2484847"/>
            <a:ext cx="4169741" cy="114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a:lnSpc>
                <a:spcPts val="2800"/>
              </a:lnSpc>
              <a:defRPr/>
            </a:pPr>
            <a:r>
              <a:rPr kumimoji="1" lang="zh-CN" altLang="en-US" sz="20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     </a:t>
            </a:r>
            <a:r>
              <a:rPr kumimoji="1" lang="zh-CN" altLang="en-US" sz="2000">
                <a:solidFill>
                  <a:srgbClr val="002060"/>
                </a:solidFill>
                <a:latin typeface="Times New Roman" panose="02020603050405020304" pitchFamily="18" charset="0"/>
                <a:ea typeface="微软雅黑"/>
                <a:cs typeface="Times New Roman" panose="02020603050405020304" pitchFamily="18" charset="0"/>
              </a:rPr>
              <a:t>①以</a:t>
            </a:r>
            <a:r>
              <a:rPr kumimoji="1" lang="zh-CN" altLang="en-US" sz="20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质量</a:t>
            </a:r>
            <a:r>
              <a:rPr kumimoji="1" lang="en-US" altLang="zh-CN" sz="2000" b="0" i="1"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m</a:t>
            </a:r>
            <a:r>
              <a:rPr kumimoji="1" lang="zh-CN" altLang="en-US" sz="20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为横坐标、重力</a:t>
            </a:r>
            <a:r>
              <a:rPr kumimoji="1" lang="en-US" altLang="zh-CN" sz="2000" b="0" i="1"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G</a:t>
            </a:r>
            <a:r>
              <a:rPr kumimoji="1" lang="zh-CN" altLang="en-US" sz="20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为纵坐标建立坐标系。描点连线，</a:t>
            </a:r>
            <a:r>
              <a:rPr kumimoji="0" lang="zh-CN" altLang="en-US" sz="2000" b="0" i="0" u="none" strike="noStrike" kern="12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sym typeface="宋体" panose="02010600030101010101" pitchFamily="2" charset="-122"/>
              </a:rPr>
              <a:t>画出重力与质量的关系图象。</a:t>
            </a:r>
          </a:p>
        </p:txBody>
      </p:sp>
      <p:sp>
        <p:nvSpPr>
          <p:cNvPr id="16" name="椭圆 15">
            <a:extLst>
              <a:ext uri="{FF2B5EF4-FFF2-40B4-BE49-F238E27FC236}">
                <a16:creationId xmlns:a16="http://schemas.microsoft.com/office/drawing/2014/main" id="{1BCC8BB3-B7C4-1C32-078F-C2F9F28ED6F1}"/>
              </a:ext>
            </a:extLst>
          </p:cNvPr>
          <p:cNvSpPr/>
          <p:nvPr>
            <p:custDataLst>
              <p:tags r:id="rId4"/>
            </p:custDataLst>
          </p:nvPr>
        </p:nvSpPr>
        <p:spPr>
          <a:xfrm>
            <a:off x="5833532" y="4290303"/>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sp>
        <p:nvSpPr>
          <p:cNvPr id="17" name="椭圆 16">
            <a:extLst>
              <a:ext uri="{FF2B5EF4-FFF2-40B4-BE49-F238E27FC236}">
                <a16:creationId xmlns:a16="http://schemas.microsoft.com/office/drawing/2014/main" id="{6F4BB3EE-0A7F-8099-FF6B-96A6A4D67952}"/>
              </a:ext>
            </a:extLst>
          </p:cNvPr>
          <p:cNvSpPr/>
          <p:nvPr>
            <p:custDataLst>
              <p:tags r:id="rId5"/>
            </p:custDataLst>
          </p:nvPr>
        </p:nvSpPr>
        <p:spPr>
          <a:xfrm>
            <a:off x="6290732" y="3918662"/>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sp>
        <p:nvSpPr>
          <p:cNvPr id="18" name="椭圆 17">
            <a:extLst>
              <a:ext uri="{FF2B5EF4-FFF2-40B4-BE49-F238E27FC236}">
                <a16:creationId xmlns:a16="http://schemas.microsoft.com/office/drawing/2014/main" id="{AE081674-39D8-5C44-138C-F08B2F960221}"/>
              </a:ext>
            </a:extLst>
          </p:cNvPr>
          <p:cNvSpPr/>
          <p:nvPr>
            <p:custDataLst>
              <p:tags r:id="rId6"/>
            </p:custDataLst>
          </p:nvPr>
        </p:nvSpPr>
        <p:spPr>
          <a:xfrm>
            <a:off x="7601369" y="2813723"/>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sp>
        <p:nvSpPr>
          <p:cNvPr id="19" name="椭圆 18">
            <a:extLst>
              <a:ext uri="{FF2B5EF4-FFF2-40B4-BE49-F238E27FC236}">
                <a16:creationId xmlns:a16="http://schemas.microsoft.com/office/drawing/2014/main" id="{4BBBDDA1-EF1C-DFB0-9EC4-48F6F0DD3DF3}"/>
              </a:ext>
            </a:extLst>
          </p:cNvPr>
          <p:cNvSpPr/>
          <p:nvPr>
            <p:custDataLst>
              <p:tags r:id="rId7"/>
            </p:custDataLst>
          </p:nvPr>
        </p:nvSpPr>
        <p:spPr>
          <a:xfrm>
            <a:off x="8051795" y="2437804"/>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sp>
        <p:nvSpPr>
          <p:cNvPr id="20" name="椭圆 19">
            <a:extLst>
              <a:ext uri="{FF2B5EF4-FFF2-40B4-BE49-F238E27FC236}">
                <a16:creationId xmlns:a16="http://schemas.microsoft.com/office/drawing/2014/main" id="{0278A4B7-EBF3-658A-CC2D-C733CE157F9C}"/>
              </a:ext>
            </a:extLst>
          </p:cNvPr>
          <p:cNvSpPr/>
          <p:nvPr>
            <p:custDataLst>
              <p:tags r:id="rId8"/>
            </p:custDataLst>
          </p:nvPr>
        </p:nvSpPr>
        <p:spPr>
          <a:xfrm>
            <a:off x="7188201" y="3165934"/>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sp>
        <p:nvSpPr>
          <p:cNvPr id="21" name="椭圆 20">
            <a:extLst>
              <a:ext uri="{FF2B5EF4-FFF2-40B4-BE49-F238E27FC236}">
                <a16:creationId xmlns:a16="http://schemas.microsoft.com/office/drawing/2014/main" id="{0E04111F-DE17-C54E-50B1-641A9975B206}"/>
              </a:ext>
            </a:extLst>
          </p:cNvPr>
          <p:cNvSpPr/>
          <p:nvPr>
            <p:custDataLst>
              <p:tags r:id="rId9"/>
            </p:custDataLst>
          </p:nvPr>
        </p:nvSpPr>
        <p:spPr>
          <a:xfrm>
            <a:off x="6744547" y="3541853"/>
            <a:ext cx="87208" cy="869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srgbClr val="FFFFFF"/>
              </a:solidFill>
              <a:effectLst/>
              <a:uLnTx/>
              <a:uFillTx/>
              <a:latin typeface="Century Gothic" panose="020F0302020204030204"/>
              <a:ea typeface="宋体" panose="02010600030101010101" pitchFamily="2" charset="-122"/>
              <a:cs typeface="+mn-cs"/>
            </a:endParaRPr>
          </a:p>
        </p:txBody>
      </p:sp>
      <p:cxnSp>
        <p:nvCxnSpPr>
          <p:cNvPr id="24" name="直接连接符 23">
            <a:extLst>
              <a:ext uri="{FF2B5EF4-FFF2-40B4-BE49-F238E27FC236}">
                <a16:creationId xmlns:a16="http://schemas.microsoft.com/office/drawing/2014/main" id="{61933C7E-477D-2B03-AFE9-FDF6EEE75F71}"/>
              </a:ext>
            </a:extLst>
          </p:cNvPr>
          <p:cNvCxnSpPr/>
          <p:nvPr>
            <p:custDataLst>
              <p:tags r:id="rId10"/>
            </p:custDataLst>
          </p:nvPr>
        </p:nvCxnSpPr>
        <p:spPr>
          <a:xfrm flipV="1">
            <a:off x="5451194" y="2263987"/>
            <a:ext cx="2922339" cy="2407652"/>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 name="表格 7">
            <a:extLst>
              <a:ext uri="{FF2B5EF4-FFF2-40B4-BE49-F238E27FC236}">
                <a16:creationId xmlns:a16="http://schemas.microsoft.com/office/drawing/2014/main" id="{7BD8D4C5-767A-6733-8754-E1D11EDD5E37}"/>
              </a:ext>
            </a:extLst>
          </p:cNvPr>
          <p:cNvGraphicFramePr>
            <a:graphicFrameLocks noGrp="1"/>
          </p:cNvGraphicFramePr>
          <p:nvPr>
            <p:custDataLst>
              <p:tags r:id="rId11"/>
            </p:custDataLst>
            <p:extLst>
              <p:ext uri="{D42A27DB-BD31-4B8C-83A1-F6EECF244321}">
                <p14:modId xmlns:p14="http://schemas.microsoft.com/office/powerpoint/2010/main" val="1120697123"/>
              </p:ext>
            </p:extLst>
          </p:nvPr>
        </p:nvGraphicFramePr>
        <p:xfrm>
          <a:off x="2766060" y="597781"/>
          <a:ext cx="6080760" cy="1305526"/>
        </p:xfrm>
        <a:graphic>
          <a:graphicData uri="http://schemas.openxmlformats.org/drawingml/2006/table">
            <a:tbl>
              <a:tblPr firstRow="1" bandRow="1"/>
              <a:tblGrid>
                <a:gridCol w="1035203">
                  <a:extLst>
                    <a:ext uri="{9D8B030D-6E8A-4147-A177-3AD203B41FA5}">
                      <a16:colId xmlns:a16="http://schemas.microsoft.com/office/drawing/2014/main" val="883999249"/>
                    </a:ext>
                  </a:extLst>
                </a:gridCol>
                <a:gridCol w="1606185">
                  <a:extLst>
                    <a:ext uri="{9D8B030D-6E8A-4147-A177-3AD203B41FA5}">
                      <a16:colId xmlns:a16="http://schemas.microsoft.com/office/drawing/2014/main" val="1329030665"/>
                    </a:ext>
                  </a:extLst>
                </a:gridCol>
                <a:gridCol w="1719686">
                  <a:extLst>
                    <a:ext uri="{9D8B030D-6E8A-4147-A177-3AD203B41FA5}">
                      <a16:colId xmlns:a16="http://schemas.microsoft.com/office/drawing/2014/main" val="2436566189"/>
                    </a:ext>
                  </a:extLst>
                </a:gridCol>
                <a:gridCol w="1719686">
                  <a:extLst>
                    <a:ext uri="{9D8B030D-6E8A-4147-A177-3AD203B41FA5}">
                      <a16:colId xmlns:a16="http://schemas.microsoft.com/office/drawing/2014/main" val="2848630288"/>
                    </a:ext>
                  </a:extLst>
                </a:gridCol>
              </a:tblGrid>
              <a:tr h="307879">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algn="ctr"/>
                      <a:r>
                        <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实验序号</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钩码的质量</a:t>
                      </a:r>
                      <a:r>
                        <a:rPr kumimoji="0" lang="en-US" altLang="zh-CN" sz="1400" b="0"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a:t>
                      </a: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kg</a:t>
                      </a:r>
                      <a:endPar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钩码的重力</a:t>
                      </a:r>
                      <a:r>
                        <a:rPr kumimoji="0" lang="en-US" altLang="zh-CN" sz="1400" b="0"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a:t>
                      </a: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endPar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重力</a:t>
                      </a: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质量（</a:t>
                      </a: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N•kg</a:t>
                      </a:r>
                      <a:r>
                        <a:rPr kumimoji="0" lang="en-US" altLang="zh-CN" sz="1400" b="0" i="0" u="none" strike="noStrike" kern="1200" cap="none" spc="0" normalizeH="0" baseline="3000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4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extLst>
                  <a:ext uri="{0D108BD9-81ED-4DB2-BD59-A6C34878D82A}">
                    <a16:rowId xmlns:a16="http://schemas.microsoft.com/office/drawing/2014/main" val="2594454722"/>
                  </a:ext>
                </a:extLst>
              </a:tr>
              <a:tr h="331853">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400" b="0" i="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①</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 </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4918789"/>
                  </a:ext>
                </a:extLst>
              </a:tr>
              <a:tr h="331853">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400" b="0" i="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②</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580084"/>
                  </a:ext>
                </a:extLst>
              </a:tr>
              <a:tr h="333941">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400" b="0" i="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③</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4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648055"/>
                  </a:ext>
                </a:extLst>
              </a:tr>
            </a:tbl>
          </a:graphicData>
        </a:graphic>
      </p:graphicFrame>
      <p:sp>
        <p:nvSpPr>
          <p:cNvPr id="5" name="矩形 4">
            <a:extLst>
              <a:ext uri="{FF2B5EF4-FFF2-40B4-BE49-F238E27FC236}">
                <a16:creationId xmlns:a16="http://schemas.microsoft.com/office/drawing/2014/main" id="{8B6A1E62-772D-7957-C511-79864872228F}"/>
              </a:ext>
            </a:extLst>
          </p:cNvPr>
          <p:cNvSpPr/>
          <p:nvPr>
            <p:custDataLst>
              <p:tags r:id="rId12"/>
            </p:custDataLst>
          </p:nvPr>
        </p:nvSpPr>
        <p:spPr>
          <a:xfrm>
            <a:off x="606668" y="3867444"/>
            <a:ext cx="4236265" cy="804195"/>
          </a:xfrm>
          <a:prstGeom prst="rect">
            <a:avLst/>
          </a:prstGeom>
        </p:spPr>
        <p:txBody>
          <a:bodyPr wrap="square">
            <a:spAutoFit/>
          </a:bodyPr>
          <a:lstStyle/>
          <a:p>
            <a:pPr marL="0" marR="0" lvl="0" indent="324000" algn="l" defTabSz="685160" rtl="0" eaLnBrk="1" fontAlgn="auto" latinLnBrk="0" hangingPunct="1">
              <a:lnSpc>
                <a:spcPts val="29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由实验数据可知，</a:t>
            </a:r>
            <a:r>
              <a:rPr kumimoji="0" lang="zh-CN" altLang="en-US" sz="20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图像是</a:t>
            </a:r>
            <a:r>
              <a:rPr kumimoji="0" lang="zh-CN" altLang="zh-CN" sz="20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一条过原点的直线，即正比例函数图像</a:t>
            </a:r>
            <a:r>
              <a:rPr kumimoji="0" lang="zh-CN" altLang="en-US" sz="2000" b="0"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cs typeface="+mn-cs"/>
              </a:rPr>
              <a:t>。</a:t>
            </a:r>
          </a:p>
        </p:txBody>
      </p:sp>
      <p:sp>
        <p:nvSpPr>
          <p:cNvPr id="3" name="内容占位符 2">
            <a:extLst>
              <a:ext uri="{FF2B5EF4-FFF2-40B4-BE49-F238E27FC236}">
                <a16:creationId xmlns:a16="http://schemas.microsoft.com/office/drawing/2014/main" id="{824CC20D-5F76-B037-A588-63F6E2E44F79}"/>
              </a:ext>
            </a:extLst>
          </p:cNvPr>
          <p:cNvSpPr txBox="1"/>
          <p:nvPr>
            <p:custDataLst>
              <p:tags r:id="rId13"/>
            </p:custDataLst>
          </p:nvPr>
        </p:nvSpPr>
        <p:spPr>
          <a:xfrm>
            <a:off x="209975" y="33002"/>
            <a:ext cx="472101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00">
                <a:solidFill>
                  <a:srgbClr val="FFFF00"/>
                </a:solidFill>
                <a:latin typeface="微软雅黑" panose="020B0503020204020204" pitchFamily="34" charset="-122"/>
                <a:ea typeface="微软雅黑" panose="020B0503020204020204" pitchFamily="34" charset="-122"/>
              </a:rPr>
              <a:t>知识点二、探究重力大小与质量的关系</a:t>
            </a:r>
            <a:endParaRPr lang="en-US" altLang="zh-CN" sz="2000" spc="-100">
              <a:solidFill>
                <a:srgbClr val="FFFF00"/>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39C7357D-D3A0-48C6-2DF3-44EF08617EAE}"/>
              </a:ext>
            </a:extLst>
          </p:cNvPr>
          <p:cNvSpPr txBox="1"/>
          <p:nvPr>
            <p:custDataLst>
              <p:tags r:id="rId14"/>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507258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6" presetClass="entr" presetSubtype="37"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barn(outVertical)">
                                      <p:cBhvr>
                                        <p:cTn id="11" dur="750"/>
                                        <p:tgtEl>
                                          <p:spTgt spid="2"/>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checkerboard(across)">
                                      <p:cBhvr>
                                        <p:cTn id="16" dur="500"/>
                                        <p:tgtEl>
                                          <p:spTgt spid="12"/>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par>
                          <p:cTn id="21" fill="hold" nodeType="afterGroup">
                            <p:stCondLst>
                              <p:cond delay="1"/>
                            </p:stCondLst>
                            <p:childTnLst>
                              <p:par>
                                <p:cTn id="22" presetID="22" presetClass="entr" presetSubtype="4"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wipe(down)">
                                      <p:cBhvr>
                                        <p:cTn id="24" dur="500"/>
                                        <p:tgtEl>
                                          <p:spTgt spid="16"/>
                                        </p:tgtEl>
                                      </p:cBhvr>
                                    </p:animEffect>
                                  </p:childTnLst>
                                </p:cTn>
                              </p:par>
                            </p:childTnLst>
                          </p:cTn>
                        </p:par>
                        <p:par>
                          <p:cTn id="25" fill="hold" nodeType="afterGroup">
                            <p:stCondLst>
                              <p:cond delay="501"/>
                            </p:stCondLst>
                            <p:childTnLst>
                              <p:par>
                                <p:cTn id="26" presetID="22" presetClass="entr" presetSubtype="4" fill="hold" grpId="0" nodeType="after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wipe(down)">
                                      <p:cBhvr>
                                        <p:cTn id="28" dur="500"/>
                                        <p:tgtEl>
                                          <p:spTgt spid="17"/>
                                        </p:tgtEl>
                                      </p:cBhvr>
                                    </p:animEffect>
                                  </p:childTnLst>
                                </p:cTn>
                              </p:par>
                            </p:childTnLst>
                          </p:cTn>
                        </p:par>
                        <p:par>
                          <p:cTn id="29" fill="hold" nodeType="afterGroup">
                            <p:stCondLst>
                              <p:cond delay="1001"/>
                            </p:stCondLst>
                            <p:childTnLst>
                              <p:par>
                                <p:cTn id="30" presetID="22" presetClass="entr" presetSubtype="4" fill="hold" grpId="0" nodeType="after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down)">
                                      <p:cBhvr>
                                        <p:cTn id="32" dur="500"/>
                                        <p:tgtEl>
                                          <p:spTgt spid="21"/>
                                        </p:tgtEl>
                                      </p:cBhvr>
                                    </p:animEffect>
                                  </p:childTnLst>
                                </p:cTn>
                              </p:par>
                            </p:childTnLst>
                          </p:cTn>
                        </p:par>
                        <p:par>
                          <p:cTn id="33" fill="hold" nodeType="afterGroup">
                            <p:stCondLst>
                              <p:cond delay="1501"/>
                            </p:stCondLst>
                            <p:childTnLst>
                              <p:par>
                                <p:cTn id="34" presetID="22" presetClass="entr" presetSubtype="4" fill="hold" grpId="0" nodeType="after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down)">
                                      <p:cBhvr>
                                        <p:cTn id="36" dur="500"/>
                                        <p:tgtEl>
                                          <p:spTgt spid="20"/>
                                        </p:tgtEl>
                                      </p:cBhvr>
                                    </p:animEffect>
                                  </p:childTnLst>
                                </p:cTn>
                              </p:par>
                            </p:childTnLst>
                          </p:cTn>
                        </p:par>
                        <p:par>
                          <p:cTn id="37" fill="hold" nodeType="afterGroup">
                            <p:stCondLst>
                              <p:cond delay="2001"/>
                            </p:stCondLst>
                            <p:childTnLst>
                              <p:par>
                                <p:cTn id="38" presetID="22" presetClass="entr" presetSubtype="4" fill="hold" grpId="0" nodeType="after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down)">
                                      <p:cBhvr>
                                        <p:cTn id="40" dur="500"/>
                                        <p:tgtEl>
                                          <p:spTgt spid="18"/>
                                        </p:tgtEl>
                                      </p:cBhvr>
                                    </p:animEffect>
                                  </p:childTnLst>
                                </p:cTn>
                              </p:par>
                            </p:childTnLst>
                          </p:cTn>
                        </p:par>
                        <p:par>
                          <p:cTn id="41" fill="hold" nodeType="afterGroup">
                            <p:stCondLst>
                              <p:cond delay="2501"/>
                            </p:stCondLst>
                            <p:childTnLst>
                              <p:par>
                                <p:cTn id="42" presetID="22" presetClass="entr" presetSubtype="4"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wipe(down)">
                                      <p:cBhvr>
                                        <p:cTn id="44" dur="500"/>
                                        <p:tgtEl>
                                          <p:spTgt spid="19"/>
                                        </p:tgtEl>
                                      </p:cBhvr>
                                    </p:animEffect>
                                  </p:childTnLst>
                                </p:cTn>
                              </p:par>
                            </p:childTnLst>
                          </p:cTn>
                        </p:par>
                      </p:childTnLst>
                    </p:cTn>
                  </p:par>
                  <p:par>
                    <p:cTn id="45" fill="hold" nodeType="clickPar">
                      <p:stCondLst>
                        <p:cond delay="indefinite"/>
                      </p:stCondLst>
                      <p:childTnLst>
                        <p:par>
                          <p:cTn id="46" fill="hold" nodeType="afterGroup">
                            <p:stCondLst>
                              <p:cond delay="0"/>
                            </p:stCondLst>
                            <p:childTnLst>
                              <p:par>
                                <p:cTn id="47" presetID="22" presetClass="entr" presetSubtype="4"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down)">
                                      <p:cBhvr>
                                        <p:cTn id="49" dur="750"/>
                                        <p:tgtEl>
                                          <p:spTgt spid="24"/>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linds(horizontal)">
                                      <p:cBhvr>
                                        <p:cTn id="5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6" grpId="0" animBg="1"/>
      <p:bldP spid="17" grpId="0" animBg="1"/>
      <p:bldP spid="18" grpId="0" animBg="1"/>
      <p:bldP spid="19" grpId="0" animBg="1"/>
      <p:bldP spid="20" grpId="0" animBg="1"/>
      <p:bldP spid="21"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609014DE-DEC6-4A6D-8D79-5F7054885E48}"/>
              </a:ext>
            </a:extLst>
          </p:cNvPr>
          <p:cNvSpPr/>
          <p:nvPr>
            <p:custDataLst>
              <p:tags r:id="rId1"/>
            </p:custDataLst>
          </p:nvPr>
        </p:nvSpPr>
        <p:spPr>
          <a:xfrm>
            <a:off x="713779" y="1173788"/>
            <a:ext cx="3332442" cy="1287981"/>
          </a:xfrm>
          <a:prstGeom prst="rect">
            <a:avLst/>
          </a:prstGeom>
        </p:spPr>
        <p:txBody>
          <a:bodyPr wrap="square">
            <a:spAutoFit/>
          </a:bodyPr>
          <a:lstStyle/>
          <a:p>
            <a:pPr indent="457200">
              <a:lnSpc>
                <a:spcPts val="3200"/>
              </a:lnSpc>
            </a:pPr>
            <a:r>
              <a:rPr lang="zh-CN" altLang="zh-CN" sz="2200">
                <a:solidFill>
                  <a:srgbClr val="002060"/>
                </a:solidFill>
                <a:latin typeface="微软雅黑" panose="020B0503020204020204" pitchFamily="34" charset="-122"/>
                <a:ea typeface="微软雅黑" panose="020B0503020204020204" pitchFamily="34" charset="-122"/>
              </a:rPr>
              <a:t>分析表格中数据</a:t>
            </a:r>
            <a:r>
              <a:rPr lang="zh-CN" altLang="en-US" sz="2200">
                <a:solidFill>
                  <a:srgbClr val="002060"/>
                </a:solidFill>
                <a:latin typeface="微软雅黑" panose="020B0503020204020204" pitchFamily="34" charset="-122"/>
                <a:ea typeface="微软雅黑" panose="020B0503020204020204" pitchFamily="34" charset="-122"/>
              </a:rPr>
              <a:t>，钩码所受重力的大小与它的质量有什么关系</a:t>
            </a:r>
            <a:r>
              <a:rPr lang="zh-CN" altLang="zh-CN" sz="2200">
                <a:solidFill>
                  <a:srgbClr val="002060"/>
                </a:solidFill>
                <a:latin typeface="微软雅黑" panose="020B0503020204020204" pitchFamily="34" charset="-122"/>
                <a:ea typeface="微软雅黑" panose="020B0503020204020204" pitchFamily="34" charset="-122"/>
              </a:rPr>
              <a:t>？</a:t>
            </a:r>
          </a:p>
        </p:txBody>
      </p:sp>
      <p:sp>
        <p:nvSpPr>
          <p:cNvPr id="94" name="矩形 93">
            <a:extLst>
              <a:ext uri="{FF2B5EF4-FFF2-40B4-BE49-F238E27FC236}">
                <a16:creationId xmlns:a16="http://schemas.microsoft.com/office/drawing/2014/main" id="{6E457CF6-A8D1-47DB-9860-E7B70CD8CBB0}"/>
              </a:ext>
            </a:extLst>
          </p:cNvPr>
          <p:cNvSpPr/>
          <p:nvPr>
            <p:custDataLst>
              <p:tags r:id="rId2"/>
            </p:custDataLst>
          </p:nvPr>
        </p:nvSpPr>
        <p:spPr>
          <a:xfrm>
            <a:off x="733680" y="2601074"/>
            <a:ext cx="7387721" cy="877420"/>
          </a:xfrm>
          <a:prstGeom prst="rect">
            <a:avLst/>
          </a:prstGeom>
        </p:spPr>
        <p:txBody>
          <a:bodyPr wrap="square">
            <a:spAutoFit/>
          </a:bodyPr>
          <a:lstStyle/>
          <a:p>
            <a:pPr indent="457200">
              <a:lnSpc>
                <a:spcPts val="32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①由实验数据可知，当质量成倍增加时，重力也成倍增加，</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钩码所受的重力跟它的质量成正比。</a:t>
            </a:r>
          </a:p>
        </p:txBody>
      </p:sp>
      <p:sp>
        <p:nvSpPr>
          <p:cNvPr id="2" name="Rectangle 65">
            <a:extLst>
              <a:ext uri="{FF2B5EF4-FFF2-40B4-BE49-F238E27FC236}">
                <a16:creationId xmlns:a16="http://schemas.microsoft.com/office/drawing/2014/main" id="{3A5930C8-4632-5C6D-9D68-BB854C1E1EDC}"/>
              </a:ext>
            </a:extLst>
          </p:cNvPr>
          <p:cNvSpPr>
            <a:spLocks noChangeArrowheads="1"/>
          </p:cNvSpPr>
          <p:nvPr>
            <p:custDataLst>
              <p:tags r:id="rId3"/>
            </p:custDataLst>
          </p:nvPr>
        </p:nvSpPr>
        <p:spPr bwMode="auto">
          <a:xfrm>
            <a:off x="723728" y="3511048"/>
            <a:ext cx="7696544" cy="877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lvl="0" indent="457200">
              <a:lnSpc>
                <a:spcPts val="3200"/>
              </a:lnSpc>
            </a:pPr>
            <a:r>
              <a:rPr kumimoji="1"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a:t>
            </a:r>
            <a:r>
              <a:rPr kumimoji="1"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对实验数据进一步分析，计算出每一次实验中</a:t>
            </a:r>
            <a:r>
              <a:rPr kumimoji="1"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重力与质量的比值，该</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比值是一个不变的值</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，大约是</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10.0N/kg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圆角 2">
            <a:extLst>
              <a:ext uri="{FF2B5EF4-FFF2-40B4-BE49-F238E27FC236}">
                <a16:creationId xmlns:a16="http://schemas.microsoft.com/office/drawing/2014/main" id="{605B5F7F-B95E-E0DE-869B-849BA7AD1E90}"/>
              </a:ext>
            </a:extLst>
          </p:cNvPr>
          <p:cNvSpPr/>
          <p:nvPr>
            <p:custDataLst>
              <p:tags r:id="rId4"/>
            </p:custDataLst>
          </p:nvPr>
        </p:nvSpPr>
        <p:spPr>
          <a:xfrm>
            <a:off x="887238" y="640783"/>
            <a:ext cx="1636243" cy="412405"/>
          </a:xfrm>
          <a:prstGeom prst="roundRect">
            <a:avLst>
              <a:gd name="adj" fmla="val 0"/>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sz="2000">
                <a:solidFill>
                  <a:schemeClr val="tx1"/>
                </a:solidFill>
                <a:latin typeface="微软雅黑" panose="020B0503020204020204" pitchFamily="34" charset="-122"/>
                <a:ea typeface="微软雅黑" panose="020B0503020204020204" pitchFamily="34" charset="-122"/>
              </a:rPr>
              <a:t> </a:t>
            </a:r>
            <a:r>
              <a:rPr lang="zh-CN" altLang="en-US" sz="2000">
                <a:solidFill>
                  <a:schemeClr val="tx1"/>
                </a:solidFill>
                <a:latin typeface="微软雅黑" panose="020B0503020204020204" pitchFamily="34" charset="-122"/>
                <a:ea typeface="微软雅黑" panose="020B0503020204020204" pitchFamily="34" charset="-122"/>
              </a:rPr>
              <a:t>分析与论证</a:t>
            </a:r>
            <a:endParaRPr lang="en-US" altLang="zh-CN" sz="2000">
              <a:solidFill>
                <a:schemeClr val="tx1"/>
              </a:solidFill>
              <a:latin typeface="微软雅黑" panose="020B0503020204020204" pitchFamily="34" charset="-122"/>
              <a:ea typeface="微软雅黑" panose="020B0503020204020204" pitchFamily="34" charset="-122"/>
            </a:endParaRPr>
          </a:p>
        </p:txBody>
      </p:sp>
      <p:graphicFrame>
        <p:nvGraphicFramePr>
          <p:cNvPr id="7" name="表格 7">
            <a:extLst>
              <a:ext uri="{FF2B5EF4-FFF2-40B4-BE49-F238E27FC236}">
                <a16:creationId xmlns:a16="http://schemas.microsoft.com/office/drawing/2014/main" id="{59CAE8E5-C8C6-D889-4E96-B3C3244D0D26}"/>
              </a:ext>
            </a:extLst>
          </p:cNvPr>
          <p:cNvGraphicFramePr>
            <a:graphicFrameLocks noGrp="1"/>
          </p:cNvGraphicFramePr>
          <p:nvPr>
            <p:custDataLst>
              <p:tags r:id="rId5"/>
            </p:custDataLst>
          </p:nvPr>
        </p:nvGraphicFramePr>
        <p:xfrm>
          <a:off x="4107180" y="621555"/>
          <a:ext cx="4754881" cy="1923396"/>
        </p:xfrm>
        <a:graphic>
          <a:graphicData uri="http://schemas.openxmlformats.org/drawingml/2006/table">
            <a:tbl>
              <a:tblPr firstRow="1" bandRow="1"/>
              <a:tblGrid>
                <a:gridCol w="720730">
                  <a:extLst>
                    <a:ext uri="{9D8B030D-6E8A-4147-A177-3AD203B41FA5}">
                      <a16:colId xmlns:a16="http://schemas.microsoft.com/office/drawing/2014/main" val="883999249"/>
                    </a:ext>
                  </a:extLst>
                </a:gridCol>
                <a:gridCol w="1344717">
                  <a:extLst>
                    <a:ext uri="{9D8B030D-6E8A-4147-A177-3AD203B41FA5}">
                      <a16:colId xmlns:a16="http://schemas.microsoft.com/office/drawing/2014/main" val="1329030665"/>
                    </a:ext>
                  </a:extLst>
                </a:gridCol>
                <a:gridCol w="1344717">
                  <a:extLst>
                    <a:ext uri="{9D8B030D-6E8A-4147-A177-3AD203B41FA5}">
                      <a16:colId xmlns:a16="http://schemas.microsoft.com/office/drawing/2014/main" val="2436566189"/>
                    </a:ext>
                  </a:extLst>
                </a:gridCol>
                <a:gridCol w="1344717">
                  <a:extLst>
                    <a:ext uri="{9D8B030D-6E8A-4147-A177-3AD203B41FA5}">
                      <a16:colId xmlns:a16="http://schemas.microsoft.com/office/drawing/2014/main" val="2848630288"/>
                    </a:ext>
                  </a:extLst>
                </a:gridCol>
              </a:tblGrid>
              <a:tr h="448092">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algn="ctr"/>
                      <a:r>
                        <a:rPr lang="zh-CN" altLang="en-US" sz="16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实验序号</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钩码的质量 </a:t>
                      </a:r>
                      <a:r>
                        <a:rPr kumimoji="0" lang="en-US" altLang="zh-CN" sz="1600" b="0"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m/</a:t>
                      </a:r>
                      <a:r>
                        <a:rPr kumimoji="0" lang="en-US" altLang="zh-CN"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kg</a:t>
                      </a: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钩码的重力 </a:t>
                      </a:r>
                      <a:r>
                        <a:rPr kumimoji="0" lang="en-US" altLang="zh-CN" sz="1600" b="0" i="1"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G/</a:t>
                      </a:r>
                      <a:r>
                        <a:rPr kumimoji="0" lang="en-US" altLang="zh-CN"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endPar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tc>
                  <a:txBody>
                    <a:bodyPr/>
                    <a:lstStyle>
                      <a:lvl1pPr marL="0" algn="l" defTabSz="684063" rtl="0" eaLnBrk="1" latinLnBrk="0" hangingPunct="1">
                        <a:defRPr sz="1347" b="1" kern="1200">
                          <a:solidFill>
                            <a:schemeClr val="lt1"/>
                          </a:solidFill>
                          <a:latin typeface="Times New Roman"/>
                          <a:ea typeface="微软雅黑"/>
                        </a:defRPr>
                      </a:lvl1pPr>
                      <a:lvl2pPr marL="342031" algn="l" defTabSz="684063" rtl="0" eaLnBrk="1" latinLnBrk="0" hangingPunct="1">
                        <a:defRPr sz="1347" b="1" kern="1200">
                          <a:solidFill>
                            <a:schemeClr val="lt1"/>
                          </a:solidFill>
                          <a:latin typeface="Times New Roman"/>
                          <a:ea typeface="微软雅黑"/>
                        </a:defRPr>
                      </a:lvl2pPr>
                      <a:lvl3pPr marL="684063" algn="l" defTabSz="684063" rtl="0" eaLnBrk="1" latinLnBrk="0" hangingPunct="1">
                        <a:defRPr sz="1347" b="1" kern="1200">
                          <a:solidFill>
                            <a:schemeClr val="lt1"/>
                          </a:solidFill>
                          <a:latin typeface="Times New Roman"/>
                          <a:ea typeface="微软雅黑"/>
                        </a:defRPr>
                      </a:lvl3pPr>
                      <a:lvl4pPr marL="1026094" algn="l" defTabSz="684063" rtl="0" eaLnBrk="1" latinLnBrk="0" hangingPunct="1">
                        <a:defRPr sz="1347" b="1" kern="1200">
                          <a:solidFill>
                            <a:schemeClr val="lt1"/>
                          </a:solidFill>
                          <a:latin typeface="Times New Roman"/>
                          <a:ea typeface="微软雅黑"/>
                        </a:defRPr>
                      </a:lvl4pPr>
                      <a:lvl5pPr marL="1368125" algn="l" defTabSz="684063" rtl="0" eaLnBrk="1" latinLnBrk="0" hangingPunct="1">
                        <a:defRPr sz="1347" b="1" kern="1200">
                          <a:solidFill>
                            <a:schemeClr val="lt1"/>
                          </a:solidFill>
                          <a:latin typeface="Times New Roman"/>
                          <a:ea typeface="微软雅黑"/>
                        </a:defRPr>
                      </a:lvl5pPr>
                      <a:lvl6pPr marL="1710157" algn="l" defTabSz="684063" rtl="0" eaLnBrk="1" latinLnBrk="0" hangingPunct="1">
                        <a:defRPr sz="1347" b="1" kern="1200">
                          <a:solidFill>
                            <a:schemeClr val="lt1"/>
                          </a:solidFill>
                          <a:latin typeface="Times New Roman"/>
                          <a:ea typeface="微软雅黑"/>
                        </a:defRPr>
                      </a:lvl6pPr>
                      <a:lvl7pPr marL="2052188" algn="l" defTabSz="684063" rtl="0" eaLnBrk="1" latinLnBrk="0" hangingPunct="1">
                        <a:defRPr sz="1347" b="1" kern="1200">
                          <a:solidFill>
                            <a:schemeClr val="lt1"/>
                          </a:solidFill>
                          <a:latin typeface="Times New Roman"/>
                          <a:ea typeface="微软雅黑"/>
                        </a:defRPr>
                      </a:lvl7pPr>
                      <a:lvl8pPr marL="2394219" algn="l" defTabSz="684063" rtl="0" eaLnBrk="1" latinLnBrk="0" hangingPunct="1">
                        <a:defRPr sz="1347" b="1" kern="1200">
                          <a:solidFill>
                            <a:schemeClr val="lt1"/>
                          </a:solidFill>
                          <a:latin typeface="Times New Roman"/>
                          <a:ea typeface="微软雅黑"/>
                        </a:defRPr>
                      </a:lvl8pPr>
                      <a:lvl9pPr marL="2736251" algn="l" defTabSz="684063" rtl="0" eaLnBrk="1" latinLnBrk="0" hangingPunct="1">
                        <a:defRPr sz="1347" b="1" kern="1200">
                          <a:solidFill>
                            <a:schemeClr val="lt1"/>
                          </a:solidFill>
                          <a:latin typeface="Times New Roman"/>
                          <a:ea typeface="微软雅黑"/>
                        </a:defRPr>
                      </a:lvl9pPr>
                    </a:lstStyle>
                    <a:p>
                      <a:pPr marL="0" marR="0" lvl="0" indent="0" algn="ctr" defTabSz="684063" rtl="0" eaLnBrk="1" fontAlgn="auto" latinLnBrk="0" hangingPunct="1">
                        <a:lnSpc>
                          <a:spcPct val="100000"/>
                        </a:lnSpc>
                        <a:spcBef>
                          <a:spcPct val="0"/>
                        </a:spcBef>
                        <a:spcAft>
                          <a:spcPct val="0"/>
                        </a:spcAft>
                        <a:buClrTx/>
                        <a:buSzTx/>
                        <a:buFontTx/>
                        <a:buNone/>
                        <a:defRPr/>
                      </a:pPr>
                      <a:r>
                        <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重力</a:t>
                      </a:r>
                      <a:r>
                        <a:rPr kumimoji="0" lang="en-US" altLang="zh-CN"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质量（</a:t>
                      </a:r>
                      <a:r>
                        <a:rPr kumimoji="0" lang="en-US" altLang="zh-CN"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N•kg</a:t>
                      </a:r>
                      <a:r>
                        <a:rPr kumimoji="0" lang="en-US" altLang="zh-CN" sz="1600" b="0" i="0" u="none" strike="noStrike" kern="1200" cap="none" spc="0" normalizeH="0" baseline="3000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600" b="0" i="0" u="none" strike="noStrike" kern="1200" cap="none" spc="0" normalizeH="0" baseline="0" noProof="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70AD47">
                        <a:lumMod val="60000"/>
                        <a:lumOff val="40000"/>
                      </a:srgbClr>
                    </a:solidFill>
                  </a:tcPr>
                </a:tc>
                <a:extLst>
                  <a:ext uri="{0D108BD9-81ED-4DB2-BD59-A6C34878D82A}">
                    <a16:rowId xmlns:a16="http://schemas.microsoft.com/office/drawing/2014/main" val="2594454722"/>
                  </a:ext>
                </a:extLst>
              </a:tr>
              <a:tr h="448092">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800" b="0" i="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①</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0.1 </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4918789"/>
                  </a:ext>
                </a:extLst>
              </a:tr>
              <a:tr h="448092">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800" b="0" i="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②</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580084"/>
                  </a:ext>
                </a:extLst>
              </a:tr>
              <a:tr h="448092">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zh-CN" altLang="en-US" sz="1800" b="0" i="0" kern="120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③</a:t>
                      </a: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4063" rtl="0" eaLnBrk="1" latinLnBrk="0" hangingPunct="1">
                        <a:defRPr sz="1347" kern="1200">
                          <a:solidFill>
                            <a:schemeClr val="dk1"/>
                          </a:solidFill>
                          <a:latin typeface="Times New Roman"/>
                          <a:ea typeface="微软雅黑"/>
                        </a:defRPr>
                      </a:lvl1pPr>
                      <a:lvl2pPr marL="342031" algn="l" defTabSz="684063" rtl="0" eaLnBrk="1" latinLnBrk="0" hangingPunct="1">
                        <a:defRPr sz="1347" kern="1200">
                          <a:solidFill>
                            <a:schemeClr val="dk1"/>
                          </a:solidFill>
                          <a:latin typeface="Times New Roman"/>
                          <a:ea typeface="微软雅黑"/>
                        </a:defRPr>
                      </a:lvl2pPr>
                      <a:lvl3pPr marL="684063" algn="l" defTabSz="684063" rtl="0" eaLnBrk="1" latinLnBrk="0" hangingPunct="1">
                        <a:defRPr sz="1347" kern="1200">
                          <a:solidFill>
                            <a:schemeClr val="dk1"/>
                          </a:solidFill>
                          <a:latin typeface="Times New Roman"/>
                          <a:ea typeface="微软雅黑"/>
                        </a:defRPr>
                      </a:lvl3pPr>
                      <a:lvl4pPr marL="1026094" algn="l" defTabSz="684063" rtl="0" eaLnBrk="1" latinLnBrk="0" hangingPunct="1">
                        <a:defRPr sz="1347" kern="1200">
                          <a:solidFill>
                            <a:schemeClr val="dk1"/>
                          </a:solidFill>
                          <a:latin typeface="Times New Roman"/>
                          <a:ea typeface="微软雅黑"/>
                        </a:defRPr>
                      </a:lvl4pPr>
                      <a:lvl5pPr marL="1368125" algn="l" defTabSz="684063" rtl="0" eaLnBrk="1" latinLnBrk="0" hangingPunct="1">
                        <a:defRPr sz="1347" kern="1200">
                          <a:solidFill>
                            <a:schemeClr val="dk1"/>
                          </a:solidFill>
                          <a:latin typeface="Times New Roman"/>
                          <a:ea typeface="微软雅黑"/>
                        </a:defRPr>
                      </a:lvl5pPr>
                      <a:lvl6pPr marL="1710157" algn="l" defTabSz="684063" rtl="0" eaLnBrk="1" latinLnBrk="0" hangingPunct="1">
                        <a:defRPr sz="1347" kern="1200">
                          <a:solidFill>
                            <a:schemeClr val="dk1"/>
                          </a:solidFill>
                          <a:latin typeface="Times New Roman"/>
                          <a:ea typeface="微软雅黑"/>
                        </a:defRPr>
                      </a:lvl6pPr>
                      <a:lvl7pPr marL="2052188" algn="l" defTabSz="684063" rtl="0" eaLnBrk="1" latinLnBrk="0" hangingPunct="1">
                        <a:defRPr sz="1347" kern="1200">
                          <a:solidFill>
                            <a:schemeClr val="dk1"/>
                          </a:solidFill>
                          <a:latin typeface="Times New Roman"/>
                          <a:ea typeface="微软雅黑"/>
                        </a:defRPr>
                      </a:lvl7pPr>
                      <a:lvl8pPr marL="2394219" algn="l" defTabSz="684063" rtl="0" eaLnBrk="1" latinLnBrk="0" hangingPunct="1">
                        <a:defRPr sz="1347" kern="1200">
                          <a:solidFill>
                            <a:schemeClr val="dk1"/>
                          </a:solidFill>
                          <a:latin typeface="Times New Roman"/>
                          <a:ea typeface="微软雅黑"/>
                        </a:defRPr>
                      </a:lvl8pPr>
                      <a:lvl9pPr marL="2736251" algn="l" defTabSz="684063" rtl="0" eaLnBrk="1" latinLnBrk="0" hangingPunct="1">
                        <a:defRPr sz="1347" kern="1200">
                          <a:solidFill>
                            <a:schemeClr val="dk1"/>
                          </a:solidFill>
                          <a:latin typeface="Times New Roman"/>
                          <a:ea typeface="微软雅黑"/>
                        </a:defRPr>
                      </a:lvl9pPr>
                    </a:lstStyle>
                    <a:p>
                      <a:pPr algn="ctr"/>
                      <a:r>
                        <a:rPr lang="en-US" altLang="zh-CN"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10</a:t>
                      </a:r>
                      <a:endParaRPr lang="zh-CN" altLang="en-US" sz="1800" b="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lnL w="9525" cap="flat" cmpd="sng" algn="ctr">
                      <a:solidFill>
                        <a:sysClr val="windowText" lastClr="000000"/>
                      </a:solidFill>
                      <a:prstDash val="solid"/>
                      <a:round/>
                      <a:headEnd type="none" w="med" len="med"/>
                      <a:tailEnd type="none" w="med" len="med"/>
                    </a:lnL>
                    <a:lnR w="9525" cap="flat" cmpd="sng" algn="ctr">
                      <a:solidFill>
                        <a:sysClr val="windowText" lastClr="000000"/>
                      </a:solidFill>
                      <a:prstDash val="solid"/>
                      <a:round/>
                      <a:headEnd type="none" w="med" len="med"/>
                      <a:tailEnd type="none" w="med" len="med"/>
                    </a:lnR>
                    <a:lnT w="9525" cap="flat" cmpd="sng" algn="ctr">
                      <a:solidFill>
                        <a:sysClr val="windowText" lastClr="000000"/>
                      </a:solidFill>
                      <a:prstDash val="solid"/>
                      <a:round/>
                      <a:headEnd type="none" w="med" len="med"/>
                      <a:tailEnd type="none" w="med" len="med"/>
                    </a:lnT>
                    <a:lnB w="9525"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648055"/>
                  </a:ext>
                </a:extLst>
              </a:tr>
            </a:tbl>
          </a:graphicData>
        </a:graphic>
      </p:graphicFrame>
      <p:sp>
        <p:nvSpPr>
          <p:cNvPr id="5" name="内容占位符 2">
            <a:extLst>
              <a:ext uri="{FF2B5EF4-FFF2-40B4-BE49-F238E27FC236}">
                <a16:creationId xmlns:a16="http://schemas.microsoft.com/office/drawing/2014/main" id="{4C26E38D-E775-6EEE-D0B6-915D21CD8C3B}"/>
              </a:ext>
            </a:extLst>
          </p:cNvPr>
          <p:cNvSpPr txBox="1"/>
          <p:nvPr>
            <p:custDataLst>
              <p:tags r:id="rId6"/>
            </p:custDataLst>
          </p:nvPr>
        </p:nvSpPr>
        <p:spPr>
          <a:xfrm>
            <a:off x="209975" y="33002"/>
            <a:ext cx="472101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00">
                <a:solidFill>
                  <a:srgbClr val="FFFF00"/>
                </a:solidFill>
                <a:latin typeface="微软雅黑" panose="020B0503020204020204" pitchFamily="34" charset="-122"/>
                <a:ea typeface="微软雅黑" panose="020B0503020204020204" pitchFamily="34" charset="-122"/>
              </a:rPr>
              <a:t>知识点二、探究重力大小与质量的关系</a:t>
            </a:r>
            <a:endParaRPr lang="en-US" altLang="zh-CN" sz="2000" spc="-100">
              <a:solidFill>
                <a:srgbClr val="FFFF00"/>
              </a:solidFill>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34F7C600-E418-CDED-57F3-7AACDB057006}"/>
              </a:ext>
            </a:extLst>
          </p:cNvPr>
          <p:cNvSpPr/>
          <p:nvPr>
            <p:custDataLst>
              <p:tags r:id="rId7"/>
            </p:custDataLst>
          </p:nvPr>
        </p:nvSpPr>
        <p:spPr>
          <a:xfrm>
            <a:off x="2727919" y="4543593"/>
            <a:ext cx="5615094" cy="446277"/>
          </a:xfrm>
          <a:prstGeom prst="rect">
            <a:avLst/>
          </a:prstGeom>
          <a:solidFill>
            <a:schemeClr val="bg1">
              <a:lumMod val="95000"/>
              <a:alpha val="88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1308" tIns="25654" rIns="51308" bIns="25654" rtlCol="0" anchor="ctr"/>
          <a:lstStyle/>
          <a:p>
            <a:pPr lvl="0" algn="ctr"/>
            <a:r>
              <a:rPr lang="zh-CN" altLang="en-US" sz="2300">
                <a:solidFill>
                  <a:schemeClr val="tx1"/>
                </a:solidFill>
                <a:cs typeface="+mn-ea"/>
                <a:sym typeface="+mn-lt"/>
              </a:rPr>
              <a:t>物体所受重力的大小与它的质量成正比</a:t>
            </a:r>
            <a:r>
              <a:rPr lang="en-US" altLang="zh-CN" sz="2300">
                <a:solidFill>
                  <a:schemeClr val="tx1"/>
                </a:solidFill>
                <a:cs typeface="+mn-ea"/>
                <a:sym typeface="+mn-lt"/>
              </a:rPr>
              <a:t>.</a:t>
            </a:r>
            <a:r>
              <a:rPr lang="zh-CN" altLang="en-US" sz="2300">
                <a:solidFill>
                  <a:schemeClr val="tx1"/>
                </a:solidFill>
                <a:cs typeface="+mn-ea"/>
                <a:sym typeface="+mn-lt"/>
              </a:rPr>
              <a:t> </a:t>
            </a:r>
          </a:p>
        </p:txBody>
      </p:sp>
      <p:sp>
        <p:nvSpPr>
          <p:cNvPr id="11" name="文本框 10">
            <a:extLst>
              <a:ext uri="{FF2B5EF4-FFF2-40B4-BE49-F238E27FC236}">
                <a16:creationId xmlns:a16="http://schemas.microsoft.com/office/drawing/2014/main" id="{7CE38745-0E1D-21FD-1118-900C9BFC9450}"/>
              </a:ext>
            </a:extLst>
          </p:cNvPr>
          <p:cNvSpPr txBox="1"/>
          <p:nvPr>
            <p:custDataLst>
              <p:tags r:id="rId8"/>
            </p:custDataLst>
          </p:nvPr>
        </p:nvSpPr>
        <p:spPr>
          <a:xfrm>
            <a:off x="849158" y="4554865"/>
            <a:ext cx="1722494" cy="446276"/>
          </a:xfrm>
          <a:prstGeom prst="rect">
            <a:avLst/>
          </a:prstGeom>
          <a:solidFill>
            <a:srgbClr val="FFC000"/>
          </a:solidFill>
          <a:ln>
            <a:solidFill>
              <a:schemeClr val="tx1"/>
            </a:solidFill>
          </a:ln>
        </p:spPr>
        <p:txBody>
          <a:bodyPr wrap="square">
            <a:spAutoFit/>
          </a:bodyPr>
          <a:lstStyle/>
          <a:p>
            <a:pPr algn="ctr"/>
            <a:r>
              <a:rPr kumimoji="0" lang="zh-CN" altLang="en-US" sz="2300" b="0" i="0" u="none" strike="noStrike" kern="1200" cap="none" spc="0" normalizeH="0" baseline="0" noProof="0">
                <a:ln>
                  <a:noFill/>
                </a:ln>
                <a:effectLst/>
                <a:uLnTx/>
                <a:uFillTx/>
                <a:latin typeface="Times New Roman"/>
                <a:ea typeface="微软雅黑"/>
                <a:cs typeface="+mn-ea"/>
                <a:sym typeface="+mn-lt"/>
              </a:rPr>
              <a:t>实验结论 </a:t>
            </a:r>
            <a:endParaRPr lang="zh-CN" altLang="en-US"/>
          </a:p>
        </p:txBody>
      </p:sp>
      <p:sp>
        <p:nvSpPr>
          <p:cNvPr id="12" name="文本框 11">
            <a:extLst>
              <a:ext uri="{FF2B5EF4-FFF2-40B4-BE49-F238E27FC236}">
                <a16:creationId xmlns:a16="http://schemas.microsoft.com/office/drawing/2014/main" id="{46E3DF1B-69D2-BAB8-E8B9-9A9198A720C2}"/>
              </a:ext>
            </a:extLst>
          </p:cNvPr>
          <p:cNvSpPr txBox="1"/>
          <p:nvPr>
            <p:custDataLst>
              <p:tags r:id="rId9"/>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3567125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37"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750"/>
                                        <p:tgtEl>
                                          <p:spTgt spid="7"/>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4"/>
                                        </p:tgtEl>
                                        <p:attrNameLst>
                                          <p:attrName>style.visibility</p:attrName>
                                        </p:attrNameLst>
                                      </p:cBhvr>
                                      <p:to>
                                        <p:strVal val="visible"/>
                                      </p:to>
                                    </p:set>
                                    <p:animEffect transition="in" filter="blinds(horizontal)">
                                      <p:cBhvr>
                                        <p:cTn id="16" dur="500"/>
                                        <p:tgtEl>
                                          <p:spTgt spid="94"/>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checkerboard(across)">
                                      <p:cBhvr>
                                        <p:cTn id="21" dur="500"/>
                                        <p:tgtEl>
                                          <p:spTgt spid="2"/>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barn(inVertical)">
                                      <p:cBhvr>
                                        <p:cTn id="26" dur="500"/>
                                        <p:tgtEl>
                                          <p:spTgt spid="11"/>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1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4" grpId="0"/>
      <p:bldP spid="2" grpId="0"/>
      <p:bldP spid="6" grpId="0" animBg="1"/>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253C1DB2-D45F-3CD0-65F8-2AFA5D4BF985}"/>
              </a:ext>
            </a:extLst>
          </p:cNvPr>
          <p:cNvSpPr txBox="1"/>
          <p:nvPr>
            <p:custDataLst>
              <p:tags r:id="rId1"/>
            </p:custDataLst>
          </p:nvPr>
        </p:nvSpPr>
        <p:spPr>
          <a:xfrm>
            <a:off x="392856" y="53928"/>
            <a:ext cx="3318931"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知识点三、重力的方向</a:t>
            </a:r>
            <a:endParaRPr kumimoji="0" lang="en-US" altLang="zh-CN"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DA5077E8-B2CD-F331-73F7-66AAE8930FEC}"/>
              </a:ext>
            </a:extLst>
          </p:cNvPr>
          <p:cNvSpPr txBox="1"/>
          <p:nvPr>
            <p:custDataLst>
              <p:tags r:id="rId2"/>
            </p:custDataLst>
          </p:nvPr>
        </p:nvSpPr>
        <p:spPr>
          <a:xfrm>
            <a:off x="6046947" y="53928"/>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3" name="矩形 2">
            <a:extLst>
              <a:ext uri="{FF2B5EF4-FFF2-40B4-BE49-F238E27FC236}">
                <a16:creationId xmlns:a16="http://schemas.microsoft.com/office/drawing/2014/main" id="{A3CE99A8-FC0F-7EFE-2FD1-62238A3B8401}"/>
              </a:ext>
            </a:extLst>
          </p:cNvPr>
          <p:cNvSpPr/>
          <p:nvPr>
            <p:custDataLst>
              <p:tags r:id="rId3"/>
            </p:custDataLst>
          </p:nvPr>
        </p:nvSpPr>
        <p:spPr>
          <a:xfrm>
            <a:off x="663780" y="1246656"/>
            <a:ext cx="7461310" cy="441916"/>
          </a:xfrm>
          <a:prstGeom prst="rect">
            <a:avLst/>
          </a:prstGeom>
        </p:spPr>
        <p:txBody>
          <a:bodyPr wrap="square">
            <a:spAutoFit/>
          </a:bodyPr>
          <a:lstStyle/>
          <a:p>
            <a:pPr algn="l">
              <a:lnSpc>
                <a:spcPts val="3000"/>
              </a:lnSpc>
            </a:pPr>
            <a:r>
              <a:rPr lang="zh-CN" altLang="zh-CN" sz="2100">
                <a:solidFill>
                  <a:srgbClr val="002060"/>
                </a:solidFill>
                <a:latin typeface="微软雅黑" panose="020B0503020204020204" pitchFamily="34" charset="-122"/>
                <a:ea typeface="微软雅黑" panose="020B0503020204020204" pitchFamily="34" charset="-122"/>
              </a:rPr>
              <a:t>“竖直向下”指与</a:t>
            </a:r>
            <a:r>
              <a:rPr lang="zh-CN" altLang="zh-CN" sz="2100">
                <a:solidFill>
                  <a:srgbClr val="C00000"/>
                </a:solidFill>
                <a:latin typeface="微软雅黑" panose="020B0503020204020204" pitchFamily="34" charset="-122"/>
                <a:ea typeface="微软雅黑" panose="020B0503020204020204" pitchFamily="34" charset="-122"/>
              </a:rPr>
              <a:t>水平面垂直</a:t>
            </a:r>
            <a:r>
              <a:rPr lang="zh-CN" altLang="zh-CN" sz="2100">
                <a:solidFill>
                  <a:srgbClr val="002060"/>
                </a:solidFill>
                <a:latin typeface="微软雅黑" panose="020B0503020204020204" pitchFamily="34" charset="-122"/>
                <a:ea typeface="微软雅黑" panose="020B0503020204020204" pitchFamily="34" charset="-122"/>
              </a:rPr>
              <a:t>向下</a:t>
            </a:r>
            <a:r>
              <a:rPr lang="zh-CN" altLang="en-US" sz="2100">
                <a:solidFill>
                  <a:srgbClr val="002060"/>
                </a:solidFill>
                <a:latin typeface="微软雅黑" panose="020B0503020204020204" pitchFamily="34" charset="-122"/>
                <a:ea typeface="微软雅黑" panose="020B0503020204020204" pitchFamily="34" charset="-122"/>
              </a:rPr>
              <a:t>，</a:t>
            </a:r>
            <a:r>
              <a:rPr lang="zh-CN" altLang="zh-CN" sz="2100">
                <a:solidFill>
                  <a:srgbClr val="002060"/>
                </a:solidFill>
                <a:latin typeface="微软雅黑" panose="020B0503020204020204" pitchFamily="34" charset="-122"/>
                <a:ea typeface="微软雅黑" panose="020B0503020204020204" pitchFamily="34" charset="-122"/>
              </a:rPr>
              <a:t>不能说成“垂直向下” </a:t>
            </a:r>
            <a:r>
              <a:rPr lang="zh-CN" altLang="en-US" sz="2100">
                <a:solidFill>
                  <a:srgbClr val="002060"/>
                </a:solidFill>
                <a:latin typeface="微软雅黑" panose="020B0503020204020204" pitchFamily="34" charset="-122"/>
                <a:ea typeface="微软雅黑" panose="020B0503020204020204" pitchFamily="34" charset="-122"/>
              </a:rPr>
              <a:t>。</a:t>
            </a:r>
            <a:endParaRPr lang="zh-CN" altLang="zh-CN" sz="2100">
              <a:solidFill>
                <a:srgbClr val="002060"/>
              </a:solidFill>
              <a:latin typeface="微软雅黑" panose="020B0503020204020204" pitchFamily="34" charset="-122"/>
              <a:ea typeface="微软雅黑" panose="020B0503020204020204" pitchFamily="34" charset="-122"/>
            </a:endParaRPr>
          </a:p>
        </p:txBody>
      </p:sp>
      <p:sp>
        <p:nvSpPr>
          <p:cNvPr id="4" name="TextBox 1">
            <a:extLst>
              <a:ext uri="{FF2B5EF4-FFF2-40B4-BE49-F238E27FC236}">
                <a16:creationId xmlns:a16="http://schemas.microsoft.com/office/drawing/2014/main" id="{D7376ACD-9DE2-7102-310F-65C3DE55FF39}"/>
              </a:ext>
            </a:extLst>
          </p:cNvPr>
          <p:cNvSpPr txBox="1">
            <a:spLocks noChangeArrowheads="1"/>
          </p:cNvSpPr>
          <p:nvPr>
            <p:custDataLst>
              <p:tags r:id="rId4"/>
            </p:custDataLst>
          </p:nvPr>
        </p:nvSpPr>
        <p:spPr bwMode="auto">
          <a:xfrm>
            <a:off x="5751522" y="4336852"/>
            <a:ext cx="2664340" cy="646331"/>
          </a:xfrm>
          <a:prstGeom prst="rect">
            <a:avLst/>
          </a:prstGeom>
          <a:noFill/>
          <a:ln w="9525">
            <a:noFill/>
            <a:miter lim="800000"/>
          </a:ln>
        </p:spPr>
        <p:txBody>
          <a:bodyPr vert="horz" wrap="square">
            <a:spAutoFit/>
          </a:bodyPr>
          <a:lstStyle/>
          <a:p>
            <a:pPr algn="ctr"/>
            <a:r>
              <a:rPr lang="zh-CN" altLang="en-US" sz="1800">
                <a:solidFill>
                  <a:srgbClr val="002060"/>
                </a:solidFill>
                <a:effectLst/>
                <a:latin typeface="微软雅黑" panose="020B0503020204020204" pitchFamily="34" charset="-122"/>
                <a:ea typeface="微软雅黑" panose="020B0503020204020204" pitchFamily="34" charset="-122"/>
              </a:rPr>
              <a:t>  重力的方向竖直向下</a:t>
            </a:r>
            <a:endParaRPr lang="en-US" altLang="zh-CN" sz="1800">
              <a:solidFill>
                <a:srgbClr val="002060"/>
              </a:solidFill>
              <a:effectLst/>
              <a:latin typeface="微软雅黑" panose="020B0503020204020204" pitchFamily="34" charset="-122"/>
              <a:ea typeface="微软雅黑" panose="020B0503020204020204" pitchFamily="34" charset="-122"/>
            </a:endParaRPr>
          </a:p>
          <a:p>
            <a:pPr algn="ctr"/>
            <a:r>
              <a:rPr lang="zh-CN" altLang="en-US" sz="1800">
                <a:solidFill>
                  <a:srgbClr val="002060"/>
                </a:solidFill>
                <a:latin typeface="微软雅黑" panose="020B0503020204020204" pitchFamily="34" charset="-122"/>
                <a:ea typeface="微软雅黑" panose="020B0503020204020204" pitchFamily="34" charset="-122"/>
              </a:rPr>
              <a:t>理解为指向地心 </a:t>
            </a:r>
          </a:p>
        </p:txBody>
      </p:sp>
      <p:pic>
        <p:nvPicPr>
          <p:cNvPr id="5" name="图片 4">
            <a:extLst>
              <a:ext uri="{FF2B5EF4-FFF2-40B4-BE49-F238E27FC236}">
                <a16:creationId xmlns:a16="http://schemas.microsoft.com/office/drawing/2014/main" id="{9781527D-A9F6-9E3E-9F30-1CA7E0229927}"/>
              </a:ext>
            </a:extLst>
          </p:cNvPr>
          <p:cNvPicPr>
            <a:picLocks noChangeAspect="1"/>
          </p:cNvPicPr>
          <p:nvPr>
            <p:custDataLst>
              <p:tags r:id="rId5"/>
            </p:custDataLst>
          </p:nvPr>
        </p:nvPicPr>
        <p:blipFill>
          <a:blip r:embed="rId33">
            <a:extLst>
              <a:ext uri="{BEBA8EAE-BF5A-486C-A8C5-ECC9F3942E4B}">
                <a14:imgProps xmlns:a14="http://schemas.microsoft.com/office/drawing/2010/main">
                  <a14:imgLayer r:embed="rId34">
                    <a14:imgEffect>
                      <a14:sharpenSoften amount="25000"/>
                    </a14:imgEffect>
                  </a14:imgLayer>
                </a14:imgProps>
              </a:ext>
            </a:extLst>
          </a:blip>
          <a:srcRect l="7695" t="493" r="2575" b="5735"/>
          <a:stretch>
            <a:fillRect/>
          </a:stretch>
        </p:blipFill>
        <p:spPr>
          <a:xfrm>
            <a:off x="5751522" y="1826437"/>
            <a:ext cx="2729654" cy="2455481"/>
          </a:xfrm>
          <a:prstGeom prst="rect">
            <a:avLst/>
          </a:prstGeom>
        </p:spPr>
      </p:pic>
      <p:grpSp>
        <p:nvGrpSpPr>
          <p:cNvPr id="7" name="组合 6">
            <a:extLst>
              <a:ext uri="{FF2B5EF4-FFF2-40B4-BE49-F238E27FC236}">
                <a16:creationId xmlns:a16="http://schemas.microsoft.com/office/drawing/2014/main" id="{C0A4FF85-79E6-FC60-F138-B483CA257F46}"/>
              </a:ext>
            </a:extLst>
          </p:cNvPr>
          <p:cNvGrpSpPr/>
          <p:nvPr>
            <p:custDataLst>
              <p:tags r:id="rId6"/>
            </p:custDataLst>
          </p:nvPr>
        </p:nvGrpSpPr>
        <p:grpSpPr>
          <a:xfrm>
            <a:off x="662824" y="2565400"/>
            <a:ext cx="4544809" cy="1157886"/>
            <a:chOff x="4204904" y="3158537"/>
            <a:chExt cx="4544809" cy="1157886"/>
          </a:xfrm>
        </p:grpSpPr>
        <p:grpSp>
          <p:nvGrpSpPr>
            <p:cNvPr id="8" name="组合 7">
              <a:extLst>
                <a:ext uri="{FF2B5EF4-FFF2-40B4-BE49-F238E27FC236}">
                  <a16:creationId xmlns:a16="http://schemas.microsoft.com/office/drawing/2014/main" id="{60ADF774-9BB4-9CAC-F711-D395E056A39A}"/>
                </a:ext>
              </a:extLst>
            </p:cNvPr>
            <p:cNvGrpSpPr/>
            <p:nvPr>
              <p:custDataLst>
                <p:tags r:id="rId10"/>
              </p:custDataLst>
            </p:nvPr>
          </p:nvGrpSpPr>
          <p:grpSpPr>
            <a:xfrm>
              <a:off x="4204904" y="3182369"/>
              <a:ext cx="2121693" cy="1106778"/>
              <a:chOff x="478632" y="1832016"/>
              <a:chExt cx="2121693" cy="1106778"/>
            </a:xfrm>
          </p:grpSpPr>
          <p:grpSp>
            <p:nvGrpSpPr>
              <p:cNvPr id="20" name="组合 19">
                <a:extLst>
                  <a:ext uri="{FF2B5EF4-FFF2-40B4-BE49-F238E27FC236}">
                    <a16:creationId xmlns:a16="http://schemas.microsoft.com/office/drawing/2014/main" id="{3E8B2851-E889-2347-830B-325574411C0B}"/>
                  </a:ext>
                </a:extLst>
              </p:cNvPr>
              <p:cNvGrpSpPr/>
              <p:nvPr>
                <p:custDataLst>
                  <p:tags r:id="rId22"/>
                </p:custDataLst>
              </p:nvPr>
            </p:nvGrpSpPr>
            <p:grpSpPr>
              <a:xfrm>
                <a:off x="478632" y="1832016"/>
                <a:ext cx="2121693" cy="1106778"/>
                <a:chOff x="1757363" y="2682871"/>
                <a:chExt cx="2121693" cy="1106778"/>
              </a:xfrm>
            </p:grpSpPr>
            <p:grpSp>
              <p:nvGrpSpPr>
                <p:cNvPr id="25" name="组合 24">
                  <a:extLst>
                    <a:ext uri="{FF2B5EF4-FFF2-40B4-BE49-F238E27FC236}">
                      <a16:creationId xmlns:a16="http://schemas.microsoft.com/office/drawing/2014/main" id="{424E158E-790E-409F-E87F-4739D72D3832}"/>
                    </a:ext>
                  </a:extLst>
                </p:cNvPr>
                <p:cNvGrpSpPr/>
                <p:nvPr>
                  <p:custDataLst>
                    <p:tags r:id="rId27"/>
                  </p:custDataLst>
                </p:nvPr>
              </p:nvGrpSpPr>
              <p:grpSpPr>
                <a:xfrm>
                  <a:off x="1757363" y="2743200"/>
                  <a:ext cx="2121693" cy="1046449"/>
                  <a:chOff x="1757363" y="2743200"/>
                  <a:chExt cx="2121693" cy="1046449"/>
                </a:xfrm>
              </p:grpSpPr>
              <p:sp>
                <p:nvSpPr>
                  <p:cNvPr id="28" name="直角三角形 27">
                    <a:extLst>
                      <a:ext uri="{FF2B5EF4-FFF2-40B4-BE49-F238E27FC236}">
                        <a16:creationId xmlns:a16="http://schemas.microsoft.com/office/drawing/2014/main" id="{F1919660-C975-53A3-C092-1438845A1276}"/>
                      </a:ext>
                    </a:extLst>
                  </p:cNvPr>
                  <p:cNvSpPr/>
                  <p:nvPr>
                    <p:custDataLst>
                      <p:tags r:id="rId30"/>
                    </p:custDataLst>
                  </p:nvPr>
                </p:nvSpPr>
                <p:spPr>
                  <a:xfrm>
                    <a:off x="1757363" y="2743200"/>
                    <a:ext cx="2121693" cy="1046449"/>
                  </a:xfrm>
                  <a:prstGeom prst="r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id="{0E33732F-C6D2-DD71-328B-042919CA4799}"/>
                      </a:ext>
                    </a:extLst>
                  </p:cNvPr>
                  <p:cNvSpPr/>
                  <p:nvPr>
                    <p:custDataLst>
                      <p:tags r:id="rId31"/>
                    </p:custDataLst>
                  </p:nvPr>
                </p:nvSpPr>
                <p:spPr>
                  <a:xfrm rot="1594484">
                    <a:off x="2511028" y="2796950"/>
                    <a:ext cx="614363" cy="4419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cxnSp>
              <p:nvCxnSpPr>
                <p:cNvPr id="26" name="直接连接符 25">
                  <a:extLst>
                    <a:ext uri="{FF2B5EF4-FFF2-40B4-BE49-F238E27FC236}">
                      <a16:creationId xmlns:a16="http://schemas.microsoft.com/office/drawing/2014/main" id="{79F93863-4C28-28EE-827F-83E57609AD4F}"/>
                    </a:ext>
                  </a:extLst>
                </p:cNvPr>
                <p:cNvCxnSpPr/>
                <p:nvPr>
                  <p:custDataLst>
                    <p:tags r:id="rId28"/>
                  </p:custDataLst>
                </p:nvPr>
              </p:nvCxnSpPr>
              <p:spPr>
                <a:xfrm>
                  <a:off x="2650331" y="2682871"/>
                  <a:ext cx="342900" cy="6700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818BD60A-BCAC-FD5F-7B59-7D698EEA0D4F}"/>
                    </a:ext>
                  </a:extLst>
                </p:cNvPr>
                <p:cNvCxnSpPr/>
                <p:nvPr>
                  <p:custDataLst>
                    <p:tags r:id="rId29"/>
                  </p:custDataLst>
                </p:nvPr>
              </p:nvCxnSpPr>
              <p:spPr>
                <a:xfrm flipH="1">
                  <a:off x="2444632" y="2959433"/>
                  <a:ext cx="747155" cy="11014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21" name="Group 39">
                <a:extLst>
                  <a:ext uri="{FF2B5EF4-FFF2-40B4-BE49-F238E27FC236}">
                    <a16:creationId xmlns:a16="http://schemas.microsoft.com/office/drawing/2014/main" id="{62DD7D85-8B5F-4E66-B98D-1AE5F1E301BF}"/>
                  </a:ext>
                </a:extLst>
              </p:cNvPr>
              <p:cNvGrpSpPr/>
              <p:nvPr>
                <p:custDataLst>
                  <p:tags r:id="rId23"/>
                </p:custDataLst>
              </p:nvPr>
            </p:nvGrpSpPr>
            <p:grpSpPr>
              <a:xfrm rot="88124">
                <a:off x="1486973" y="2154570"/>
                <a:ext cx="649225" cy="776032"/>
                <a:chOff x="49" y="82"/>
                <a:chExt cx="612" cy="844"/>
              </a:xfrm>
            </p:grpSpPr>
            <p:sp>
              <p:nvSpPr>
                <p:cNvPr id="22" name="Line 41">
                  <a:extLst>
                    <a:ext uri="{FF2B5EF4-FFF2-40B4-BE49-F238E27FC236}">
                      <a16:creationId xmlns:a16="http://schemas.microsoft.com/office/drawing/2014/main" id="{9EC1662C-003D-3494-88A2-2E79FE220508}"/>
                    </a:ext>
                  </a:extLst>
                </p:cNvPr>
                <p:cNvSpPr/>
                <p:nvPr>
                  <p:custDataLst>
                    <p:tags r:id="rId24"/>
                  </p:custDataLst>
                </p:nvPr>
              </p:nvSpPr>
              <p:spPr>
                <a:xfrm>
                  <a:off x="93" y="189"/>
                  <a:ext cx="24" cy="737"/>
                </a:xfrm>
                <a:prstGeom prst="line">
                  <a:avLst/>
                </a:prstGeom>
                <a:ln w="38100" cap="flat" cmpd="sng">
                  <a:solidFill>
                    <a:srgbClr val="C00000"/>
                  </a:solidFill>
                  <a:prstDash val="solid"/>
                  <a:headEnd type="none" w="med" len="med"/>
                  <a:tailEnd type="triangle" w="med" len="med"/>
                </a:ln>
              </p:spPr>
              <p:txBody>
                <a:bodyPr/>
                <a:lstStyle/>
                <a:p>
                  <a:endParaRPr sz="1800">
                    <a:solidFill>
                      <a:srgbClr val="002060"/>
                    </a:solidFill>
                    <a:latin typeface="微软雅黑" panose="020B0503020204020204" pitchFamily="34" charset="-122"/>
                    <a:ea typeface="微软雅黑" panose="020B0503020204020204" pitchFamily="34" charset="-122"/>
                  </a:endParaRPr>
                </a:p>
              </p:txBody>
            </p:sp>
            <p:sp>
              <p:nvSpPr>
                <p:cNvPr id="23" name="Text Box 42">
                  <a:extLst>
                    <a:ext uri="{FF2B5EF4-FFF2-40B4-BE49-F238E27FC236}">
                      <a16:creationId xmlns:a16="http://schemas.microsoft.com/office/drawing/2014/main" id="{34714249-576F-5850-A289-9FC0B8B10FDA}"/>
                    </a:ext>
                  </a:extLst>
                </p:cNvPr>
                <p:cNvSpPr txBox="1"/>
                <p:nvPr>
                  <p:custDataLst>
                    <p:tags r:id="rId25"/>
                  </p:custDataLst>
                </p:nvPr>
              </p:nvSpPr>
              <p:spPr>
                <a:xfrm rot="21511876">
                  <a:off x="73" y="516"/>
                  <a:ext cx="588" cy="402"/>
                </a:xfrm>
                <a:prstGeom prst="rect">
                  <a:avLst/>
                </a:prstGeom>
                <a:noFill/>
                <a:ln w="9525">
                  <a:noFill/>
                </a:ln>
              </p:spPr>
              <p:txBody>
                <a:bodyPr wrap="square">
                  <a:spAutoFit/>
                </a:bodyPr>
                <a:lstStyle/>
                <a:p>
                  <a:pPr algn="ctr"/>
                  <a:r>
                    <a:rPr lang="en-US" altLang="zh-CN" sz="1800" b="1"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endParaRPr lang="zh-CN" altLang="en-US" sz="1800" b="1"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Oval 40">
                  <a:extLst>
                    <a:ext uri="{FF2B5EF4-FFF2-40B4-BE49-F238E27FC236}">
                      <a16:creationId xmlns:a16="http://schemas.microsoft.com/office/drawing/2014/main" id="{317BDEC9-3D67-25D3-21CE-59A06E9CE8DE}"/>
                    </a:ext>
                  </a:extLst>
                </p:cNvPr>
                <p:cNvSpPr/>
                <p:nvPr>
                  <p:custDataLst>
                    <p:tags r:id="rId26"/>
                  </p:custDataLst>
                </p:nvPr>
              </p:nvSpPr>
              <p:spPr>
                <a:xfrm>
                  <a:off x="49" y="82"/>
                  <a:ext cx="80" cy="105"/>
                </a:xfrm>
                <a:prstGeom prst="ellipse">
                  <a:avLst/>
                </a:prstGeom>
                <a:solidFill>
                  <a:srgbClr val="FF0000"/>
                </a:solidFill>
                <a:ln w="9525" cap="flat" cmpd="sng">
                  <a:solidFill>
                    <a:srgbClr val="FF0000"/>
                  </a:solidFill>
                  <a:prstDash val="solid"/>
                  <a:headEnd type="none" w="med" len="med"/>
                  <a:tailEnd type="none" w="med" len="med"/>
                </a:ln>
              </p:spPr>
              <p:txBody>
                <a:bodyPr wrap="none" anchor="ctr"/>
                <a:lstStyle/>
                <a:p>
                  <a:endParaRPr lang="zh-CN" altLang="en-US" sz="1800" b="1">
                    <a:solidFill>
                      <a:srgbClr val="002060"/>
                    </a:solidFill>
                    <a:latin typeface="微软雅黑" panose="020B0503020204020204" pitchFamily="34" charset="-122"/>
                    <a:ea typeface="微软雅黑" panose="020B0503020204020204" pitchFamily="34" charset="-122"/>
                    <a:cs typeface="Times New Roman" panose="02020603050405020304"/>
                  </a:endParaRPr>
                </a:p>
              </p:txBody>
            </p:sp>
          </p:grpSp>
        </p:grpSp>
        <p:grpSp>
          <p:nvGrpSpPr>
            <p:cNvPr id="9" name="组合 8">
              <a:extLst>
                <a:ext uri="{FF2B5EF4-FFF2-40B4-BE49-F238E27FC236}">
                  <a16:creationId xmlns:a16="http://schemas.microsoft.com/office/drawing/2014/main" id="{906C31AC-5974-BB28-36A2-BF38CC78FB0D}"/>
                </a:ext>
              </a:extLst>
            </p:cNvPr>
            <p:cNvGrpSpPr/>
            <p:nvPr>
              <p:custDataLst>
                <p:tags r:id="rId11"/>
              </p:custDataLst>
            </p:nvPr>
          </p:nvGrpSpPr>
          <p:grpSpPr>
            <a:xfrm>
              <a:off x="6628020" y="3158537"/>
              <a:ext cx="2121693" cy="1157886"/>
              <a:chOff x="1714500" y="3277184"/>
              <a:chExt cx="2121693" cy="1157886"/>
            </a:xfrm>
          </p:grpSpPr>
          <p:grpSp>
            <p:nvGrpSpPr>
              <p:cNvPr id="10" name="组合 9">
                <a:extLst>
                  <a:ext uri="{FF2B5EF4-FFF2-40B4-BE49-F238E27FC236}">
                    <a16:creationId xmlns:a16="http://schemas.microsoft.com/office/drawing/2014/main" id="{8A3299BC-6FEA-AFE7-DFB8-18F077B2AD2D}"/>
                  </a:ext>
                </a:extLst>
              </p:cNvPr>
              <p:cNvGrpSpPr/>
              <p:nvPr>
                <p:custDataLst>
                  <p:tags r:id="rId12"/>
                </p:custDataLst>
              </p:nvPr>
            </p:nvGrpSpPr>
            <p:grpSpPr>
              <a:xfrm>
                <a:off x="1714500" y="3277184"/>
                <a:ext cx="2121693" cy="1106778"/>
                <a:chOff x="1757363" y="2682871"/>
                <a:chExt cx="2121693" cy="1106778"/>
              </a:xfrm>
            </p:grpSpPr>
            <p:grpSp>
              <p:nvGrpSpPr>
                <p:cNvPr id="15" name="组合 14">
                  <a:extLst>
                    <a:ext uri="{FF2B5EF4-FFF2-40B4-BE49-F238E27FC236}">
                      <a16:creationId xmlns:a16="http://schemas.microsoft.com/office/drawing/2014/main" id="{5956C1F1-EC49-41E2-2F5A-CB8E7F3684B1}"/>
                    </a:ext>
                  </a:extLst>
                </p:cNvPr>
                <p:cNvGrpSpPr/>
                <p:nvPr>
                  <p:custDataLst>
                    <p:tags r:id="rId17"/>
                  </p:custDataLst>
                </p:nvPr>
              </p:nvGrpSpPr>
              <p:grpSpPr>
                <a:xfrm>
                  <a:off x="1757363" y="2743200"/>
                  <a:ext cx="2121693" cy="1046449"/>
                  <a:chOff x="1757363" y="2743200"/>
                  <a:chExt cx="2121693" cy="1046449"/>
                </a:xfrm>
              </p:grpSpPr>
              <p:sp>
                <p:nvSpPr>
                  <p:cNvPr id="18" name="直角三角形 17">
                    <a:extLst>
                      <a:ext uri="{FF2B5EF4-FFF2-40B4-BE49-F238E27FC236}">
                        <a16:creationId xmlns:a16="http://schemas.microsoft.com/office/drawing/2014/main" id="{3378B1C2-0B36-3B9C-02E4-CF75F6B4D977}"/>
                      </a:ext>
                    </a:extLst>
                  </p:cNvPr>
                  <p:cNvSpPr/>
                  <p:nvPr>
                    <p:custDataLst>
                      <p:tags r:id="rId20"/>
                    </p:custDataLst>
                  </p:nvPr>
                </p:nvSpPr>
                <p:spPr>
                  <a:xfrm>
                    <a:off x="1757363" y="2743200"/>
                    <a:ext cx="2121693" cy="1046449"/>
                  </a:xfrm>
                  <a:prstGeom prst="rtTriangl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1B683A0F-BAE2-1657-458A-0FBB6E95FB44}"/>
                      </a:ext>
                    </a:extLst>
                  </p:cNvPr>
                  <p:cNvSpPr/>
                  <p:nvPr>
                    <p:custDataLst>
                      <p:tags r:id="rId21"/>
                    </p:custDataLst>
                  </p:nvPr>
                </p:nvSpPr>
                <p:spPr>
                  <a:xfrm rot="1594484">
                    <a:off x="2511028" y="2796950"/>
                    <a:ext cx="614363" cy="4419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grpSp>
            <p:cxnSp>
              <p:nvCxnSpPr>
                <p:cNvPr id="16" name="直接连接符 15">
                  <a:extLst>
                    <a:ext uri="{FF2B5EF4-FFF2-40B4-BE49-F238E27FC236}">
                      <a16:creationId xmlns:a16="http://schemas.microsoft.com/office/drawing/2014/main" id="{6E2B47DE-FEAE-3809-2566-F37CDA7F41D5}"/>
                    </a:ext>
                  </a:extLst>
                </p:cNvPr>
                <p:cNvCxnSpPr/>
                <p:nvPr>
                  <p:custDataLst>
                    <p:tags r:id="rId18"/>
                  </p:custDataLst>
                </p:nvPr>
              </p:nvCxnSpPr>
              <p:spPr>
                <a:xfrm>
                  <a:off x="2650331" y="2682871"/>
                  <a:ext cx="342900" cy="670074"/>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344A08B8-A2DD-F89A-72DB-F950B5BF345F}"/>
                    </a:ext>
                  </a:extLst>
                </p:cNvPr>
                <p:cNvCxnSpPr/>
                <p:nvPr>
                  <p:custDataLst>
                    <p:tags r:id="rId19"/>
                  </p:custDataLst>
                </p:nvPr>
              </p:nvCxnSpPr>
              <p:spPr>
                <a:xfrm flipH="1">
                  <a:off x="2444632" y="2959433"/>
                  <a:ext cx="747155" cy="11014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nvGrpSpPr>
              <p:cNvPr id="11" name="Group 39">
                <a:extLst>
                  <a:ext uri="{FF2B5EF4-FFF2-40B4-BE49-F238E27FC236}">
                    <a16:creationId xmlns:a16="http://schemas.microsoft.com/office/drawing/2014/main" id="{04360708-6D94-71E3-E085-0BFDE85BFA4B}"/>
                  </a:ext>
                </a:extLst>
              </p:cNvPr>
              <p:cNvGrpSpPr/>
              <p:nvPr>
                <p:custDataLst>
                  <p:tags r:id="rId13"/>
                </p:custDataLst>
              </p:nvPr>
            </p:nvGrpSpPr>
            <p:grpSpPr>
              <a:xfrm rot="1684317">
                <a:off x="2491824" y="3659038"/>
                <a:ext cx="623765" cy="776032"/>
                <a:chOff x="14" y="82"/>
                <a:chExt cx="588" cy="844"/>
              </a:xfrm>
            </p:grpSpPr>
            <p:sp>
              <p:nvSpPr>
                <p:cNvPr id="12" name="Line 41">
                  <a:extLst>
                    <a:ext uri="{FF2B5EF4-FFF2-40B4-BE49-F238E27FC236}">
                      <a16:creationId xmlns:a16="http://schemas.microsoft.com/office/drawing/2014/main" id="{BD4FF794-8068-820A-07DA-35311095CD94}"/>
                    </a:ext>
                  </a:extLst>
                </p:cNvPr>
                <p:cNvSpPr/>
                <p:nvPr>
                  <p:custDataLst>
                    <p:tags r:id="rId14"/>
                  </p:custDataLst>
                </p:nvPr>
              </p:nvSpPr>
              <p:spPr>
                <a:xfrm>
                  <a:off x="93" y="189"/>
                  <a:ext cx="24" cy="737"/>
                </a:xfrm>
                <a:prstGeom prst="line">
                  <a:avLst/>
                </a:prstGeom>
                <a:ln w="38100" cap="flat" cmpd="sng">
                  <a:solidFill>
                    <a:srgbClr val="C00000"/>
                  </a:solidFill>
                  <a:prstDash val="solid"/>
                  <a:headEnd type="none" w="med" len="med"/>
                  <a:tailEnd type="triangle" w="med" len="med"/>
                </a:ln>
              </p:spPr>
              <p:txBody>
                <a:bodyPr/>
                <a:lstStyle/>
                <a:p>
                  <a:endParaRPr sz="1800">
                    <a:solidFill>
                      <a:srgbClr val="002060"/>
                    </a:solidFill>
                    <a:latin typeface="微软雅黑" panose="020B0503020204020204" pitchFamily="34" charset="-122"/>
                    <a:ea typeface="微软雅黑" panose="020B0503020204020204" pitchFamily="34" charset="-122"/>
                  </a:endParaRPr>
                </a:p>
              </p:txBody>
            </p:sp>
            <p:sp>
              <p:nvSpPr>
                <p:cNvPr id="13" name="Text Box 42">
                  <a:extLst>
                    <a:ext uri="{FF2B5EF4-FFF2-40B4-BE49-F238E27FC236}">
                      <a16:creationId xmlns:a16="http://schemas.microsoft.com/office/drawing/2014/main" id="{E912C2E3-CAFE-127E-44DC-7D78C0BDAE8C}"/>
                    </a:ext>
                  </a:extLst>
                </p:cNvPr>
                <p:cNvSpPr txBox="1"/>
                <p:nvPr>
                  <p:custDataLst>
                    <p:tags r:id="rId15"/>
                  </p:custDataLst>
                </p:nvPr>
              </p:nvSpPr>
              <p:spPr>
                <a:xfrm rot="19915684">
                  <a:off x="14" y="517"/>
                  <a:ext cx="588" cy="402"/>
                </a:xfrm>
                <a:prstGeom prst="rect">
                  <a:avLst/>
                </a:prstGeom>
                <a:noFill/>
                <a:ln w="9525">
                  <a:noFill/>
                </a:ln>
              </p:spPr>
              <p:txBody>
                <a:bodyPr wrap="square">
                  <a:spAutoFit/>
                </a:bodyPr>
                <a:lstStyle/>
                <a:p>
                  <a:pPr algn="ctr"/>
                  <a:r>
                    <a:rPr lang="en-US" altLang="zh-CN" sz="1800" b="1"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endParaRPr lang="zh-CN" altLang="en-US" sz="18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Oval 40">
                  <a:extLst>
                    <a:ext uri="{FF2B5EF4-FFF2-40B4-BE49-F238E27FC236}">
                      <a16:creationId xmlns:a16="http://schemas.microsoft.com/office/drawing/2014/main" id="{2A063FFF-0753-BACD-9BD0-B430DDA481AC}"/>
                    </a:ext>
                  </a:extLst>
                </p:cNvPr>
                <p:cNvSpPr/>
                <p:nvPr>
                  <p:custDataLst>
                    <p:tags r:id="rId16"/>
                  </p:custDataLst>
                </p:nvPr>
              </p:nvSpPr>
              <p:spPr>
                <a:xfrm>
                  <a:off x="49" y="82"/>
                  <a:ext cx="80" cy="105"/>
                </a:xfrm>
                <a:prstGeom prst="ellipse">
                  <a:avLst/>
                </a:prstGeom>
                <a:solidFill>
                  <a:srgbClr val="FF0000"/>
                </a:solidFill>
                <a:ln w="9525" cap="flat" cmpd="sng">
                  <a:solidFill>
                    <a:srgbClr val="FF0000"/>
                  </a:solidFill>
                  <a:prstDash val="solid"/>
                  <a:headEnd type="none" w="med" len="med"/>
                  <a:tailEnd type="none" w="med" len="med"/>
                </a:ln>
              </p:spPr>
              <p:txBody>
                <a:bodyPr wrap="none" anchor="ctr"/>
                <a:lstStyle/>
                <a:p>
                  <a:endParaRPr lang="zh-CN" altLang="en-US" sz="1800" b="1">
                    <a:solidFill>
                      <a:srgbClr val="002060"/>
                    </a:solidFill>
                    <a:latin typeface="微软雅黑" panose="020B0503020204020204" pitchFamily="34" charset="-122"/>
                    <a:ea typeface="微软雅黑" panose="020B0503020204020204" pitchFamily="34" charset="-122"/>
                    <a:cs typeface="Times New Roman" panose="02020603050405020304"/>
                  </a:endParaRPr>
                </a:p>
              </p:txBody>
            </p:sp>
          </p:grpSp>
        </p:grpSp>
      </p:grpSp>
      <p:sp>
        <p:nvSpPr>
          <p:cNvPr id="30" name="Text Box 7">
            <a:extLst>
              <a:ext uri="{FF2B5EF4-FFF2-40B4-BE49-F238E27FC236}">
                <a16:creationId xmlns:a16="http://schemas.microsoft.com/office/drawing/2014/main" id="{DD94BE29-C784-EF9E-947D-0C4A396713E8}"/>
              </a:ext>
            </a:extLst>
          </p:cNvPr>
          <p:cNvSpPr/>
          <p:nvPr>
            <p:custDataLst>
              <p:tags r:id="rId7"/>
            </p:custDataLst>
          </p:nvPr>
        </p:nvSpPr>
        <p:spPr>
          <a:xfrm>
            <a:off x="392856" y="661870"/>
            <a:ext cx="4603699" cy="476669"/>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lvl="0" indent="457200">
              <a:lnSpc>
                <a:spcPts val="3300"/>
              </a:lnSpc>
            </a:pP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重力的方向是</a:t>
            </a:r>
            <a:r>
              <a:rPr lang="zh-CN" altLang="en-US" sz="23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竖直向下</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的</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33" name="Picture 2">
            <a:extLst>
              <a:ext uri="{FF2B5EF4-FFF2-40B4-BE49-F238E27FC236}">
                <a16:creationId xmlns:a16="http://schemas.microsoft.com/office/drawing/2014/main" id="{08ED6A98-1D1E-0736-CE0C-270785AEDFDA}"/>
              </a:ext>
            </a:extLst>
          </p:cNvPr>
          <p:cNvPicPr>
            <a:picLocks noChangeAspect="1" noChangeArrowheads="1"/>
          </p:cNvPicPr>
          <p:nvPr>
            <p:custDataLst>
              <p:tags r:id="rId8"/>
            </p:custDataLst>
          </p:nvPr>
        </p:nvPicPr>
        <p:blipFill>
          <a:blip r:embed="rId35">
            <a:extLst>
              <a:ext uri="{28A0092B-C50C-407E-A947-70E740481C1C}">
                <a14:useLocalDpi xmlns:a14="http://schemas.microsoft.com/office/drawing/2010/main" val="0"/>
              </a:ext>
            </a:extLst>
          </a:blip>
          <a:srcRect b="15112"/>
          <a:stretch>
            <a:fillRect/>
          </a:stretch>
        </p:blipFill>
        <p:spPr bwMode="auto">
          <a:xfrm>
            <a:off x="1271810" y="3739045"/>
            <a:ext cx="626882" cy="532149"/>
          </a:xfrm>
          <a:prstGeom prst="rect">
            <a:avLst/>
          </a:prstGeom>
          <a:noFill/>
          <a:extLst>
            <a:ext uri="{909E8E84-426E-40DD-AFC4-6F175D3DCCD1}">
              <a14:hiddenFill xmlns:a14="http://schemas.microsoft.com/office/drawing/2010/main">
                <a:solidFill>
                  <a:srgbClr val="FFFFFF"/>
                </a:solidFill>
              </a14:hiddenFill>
            </a:ext>
          </a:extLst>
        </p:spPr>
      </p:pic>
      <p:pic>
        <p:nvPicPr>
          <p:cNvPr id="34" name="图片 33">
            <a:extLst>
              <a:ext uri="{FF2B5EF4-FFF2-40B4-BE49-F238E27FC236}">
                <a16:creationId xmlns:a16="http://schemas.microsoft.com/office/drawing/2014/main" id="{A296F756-BE47-9CA0-57E0-5FC6FA131A7D}"/>
              </a:ext>
            </a:extLst>
          </p:cNvPr>
          <p:cNvPicPr>
            <a:picLocks noChangeAspect="1"/>
          </p:cNvPicPr>
          <p:nvPr>
            <p:custDataLst>
              <p:tags r:id="rId9"/>
            </p:custDataLst>
          </p:nvPr>
        </p:nvPicPr>
        <p:blipFill>
          <a:blip r:embed="rId36"/>
          <a:srcRect l="28938" t="27172" r="25177" b="29382"/>
          <a:stretch>
            <a:fillRect/>
          </a:stretch>
        </p:blipFill>
        <p:spPr>
          <a:xfrm>
            <a:off x="3671315" y="3732507"/>
            <a:ext cx="439201" cy="511201"/>
          </a:xfrm>
          <a:prstGeom prst="rect">
            <a:avLst/>
          </a:prstGeom>
        </p:spPr>
      </p:pic>
    </p:spTree>
    <p:extLst>
      <p:ext uri="{BB962C8B-B14F-4D97-AF65-F5344CB8AC3E}">
        <p14:creationId xmlns:p14="http://schemas.microsoft.com/office/powerpoint/2010/main" val="4888226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childTnLst>
                    </p:cTn>
                  </p:par>
                  <p:par>
                    <p:cTn id="14" fill="hold" nodeType="clickPar">
                      <p:stCondLst>
                        <p:cond delay="indefinite"/>
                      </p:stCondLst>
                      <p:childTnLst>
                        <p:par>
                          <p:cTn id="15" fill="hold" nodeType="afterGroup">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after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down)">
                                      <p:cBhvr>
                                        <p:cTn id="22" dur="500"/>
                                        <p:tgtEl>
                                          <p:spTgt spid="33"/>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26"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wipe(down)">
                                      <p:cBhvr>
                                        <p:cTn id="27" dur="435">
                                          <p:stCondLst>
                                            <p:cond delay="0"/>
                                          </p:stCondLst>
                                        </p:cTn>
                                        <p:tgtEl>
                                          <p:spTgt spid="34"/>
                                        </p:tgtEl>
                                      </p:cBhvr>
                                    </p:animEffect>
                                    <p:anim calcmode="lin" valueType="num">
                                      <p:cBhvr>
                                        <p:cTn id="28" dur="1367" tmFilter="0,0; 0.14,0.36; 0.43,0.73; 0.71,0.91; 1.0,1.0">
                                          <p:stCondLst>
                                            <p:cond delay="0"/>
                                          </p:stCondLst>
                                        </p:cTn>
                                        <p:tgtEl>
                                          <p:spTgt spid="34"/>
                                        </p:tgtEl>
                                        <p:attrNameLst>
                                          <p:attrName>ppt_x</p:attrName>
                                        </p:attrNameLst>
                                      </p:cBhvr>
                                      <p:tavLst>
                                        <p:tav tm="0">
                                          <p:val>
                                            <p:strVal val="#ppt_x-0.25"/>
                                          </p:val>
                                        </p:tav>
                                        <p:tav tm="100000">
                                          <p:val>
                                            <p:strVal val="#ppt_x"/>
                                          </p:val>
                                        </p:tav>
                                      </p:tavLst>
                                    </p:anim>
                                    <p:anim calcmode="lin" valueType="num">
                                      <p:cBhvr>
                                        <p:cTn id="29" dur="498" tmFilter="0.0,0.0; 0.25,0.07; 0.50,0.2; 0.75,0.467; 1.0,1.0">
                                          <p:stCondLst>
                                            <p:cond delay="0"/>
                                          </p:stCondLst>
                                        </p:cTn>
                                        <p:tgtEl>
                                          <p:spTgt spid="34"/>
                                        </p:tgtEl>
                                        <p:attrNameLst>
                                          <p:attrName>ppt_y</p:attrName>
                                        </p:attrNameLst>
                                      </p:cBhvr>
                                      <p:tavLst>
                                        <p:tav tm="0" fmla="#ppt_y-sin(pi*$)/3">
                                          <p:val>
                                            <p:fltVal val="0.5"/>
                                          </p:val>
                                        </p:tav>
                                        <p:tav tm="100000">
                                          <p:val>
                                            <p:fltVal val="1"/>
                                          </p:val>
                                        </p:tav>
                                      </p:tavLst>
                                    </p:anim>
                                    <p:anim calcmode="lin" valueType="num">
                                      <p:cBhvr>
                                        <p:cTn id="30" dur="498" tmFilter="0, 0; 0.125,0.2665; 0.25,0.4; 0.375,0.465; 0.5,0.5;  0.625,0.535; 0.75,0.6; 0.875,0.7335; 1,1">
                                          <p:stCondLst>
                                            <p:cond delay="498"/>
                                          </p:stCondLst>
                                        </p:cTn>
                                        <p:tgtEl>
                                          <p:spTgt spid="34"/>
                                        </p:tgtEl>
                                        <p:attrNameLst>
                                          <p:attrName>ppt_y</p:attrName>
                                        </p:attrNameLst>
                                      </p:cBhvr>
                                      <p:tavLst>
                                        <p:tav tm="0" fmla="#ppt_y-sin(pi*$)/9">
                                          <p:val>
                                            <p:fltVal val="0"/>
                                          </p:val>
                                        </p:tav>
                                        <p:tav tm="100000">
                                          <p:val>
                                            <p:fltVal val="1"/>
                                          </p:val>
                                        </p:tav>
                                      </p:tavLst>
                                    </p:anim>
                                    <p:anim calcmode="lin" valueType="num">
                                      <p:cBhvr>
                                        <p:cTn id="31" dur="249" tmFilter="0, 0; 0.125,0.2665; 0.25,0.4; 0.375,0.465; 0.5,0.5;  0.625,0.535; 0.75,0.6; 0.875,0.7335; 1,1">
                                          <p:stCondLst>
                                            <p:cond delay="993"/>
                                          </p:stCondLst>
                                        </p:cTn>
                                        <p:tgtEl>
                                          <p:spTgt spid="34"/>
                                        </p:tgtEl>
                                        <p:attrNameLst>
                                          <p:attrName>ppt_y</p:attrName>
                                        </p:attrNameLst>
                                      </p:cBhvr>
                                      <p:tavLst>
                                        <p:tav tm="0" fmla="#ppt_y-sin(pi*$)/27">
                                          <p:val>
                                            <p:fltVal val="0"/>
                                          </p:val>
                                        </p:tav>
                                        <p:tav tm="100000">
                                          <p:val>
                                            <p:fltVal val="1"/>
                                          </p:val>
                                        </p:tav>
                                      </p:tavLst>
                                    </p:anim>
                                    <p:anim calcmode="lin" valueType="num">
                                      <p:cBhvr>
                                        <p:cTn id="32" dur="123" tmFilter="0, 0; 0.125,0.2665; 0.25,0.4; 0.375,0.465; 0.5,0.5;  0.625,0.535; 0.75,0.6; 0.875,0.7335; 1,1">
                                          <p:stCondLst>
                                            <p:cond delay="1242"/>
                                          </p:stCondLst>
                                        </p:cTn>
                                        <p:tgtEl>
                                          <p:spTgt spid="34"/>
                                        </p:tgtEl>
                                        <p:attrNameLst>
                                          <p:attrName>ppt_y</p:attrName>
                                        </p:attrNameLst>
                                      </p:cBhvr>
                                      <p:tavLst>
                                        <p:tav tm="0" fmla="#ppt_y-sin(pi*$)/81">
                                          <p:val>
                                            <p:fltVal val="0"/>
                                          </p:val>
                                        </p:tav>
                                        <p:tav tm="100000">
                                          <p:val>
                                            <p:fltVal val="1"/>
                                          </p:val>
                                        </p:tav>
                                      </p:tavLst>
                                    </p:anim>
                                    <p:animScale>
                                      <p:cBhvr>
                                        <p:cTn id="33" dur="20">
                                          <p:stCondLst>
                                            <p:cond delay="487"/>
                                          </p:stCondLst>
                                        </p:cTn>
                                        <p:tgtEl>
                                          <p:spTgt spid="34"/>
                                        </p:tgtEl>
                                      </p:cBhvr>
                                      <p:to x="100000" y="60000"/>
                                    </p:animScale>
                                    <p:animScale>
                                      <p:cBhvr>
                                        <p:cTn id="34" dur="124" decel="50000">
                                          <p:stCondLst>
                                            <p:cond delay="507"/>
                                          </p:stCondLst>
                                        </p:cTn>
                                        <p:tgtEl>
                                          <p:spTgt spid="34"/>
                                        </p:tgtEl>
                                      </p:cBhvr>
                                      <p:to x="100000" y="100000"/>
                                    </p:animScale>
                                    <p:animScale>
                                      <p:cBhvr>
                                        <p:cTn id="35" dur="20">
                                          <p:stCondLst>
                                            <p:cond delay="984"/>
                                          </p:stCondLst>
                                        </p:cTn>
                                        <p:tgtEl>
                                          <p:spTgt spid="34"/>
                                        </p:tgtEl>
                                      </p:cBhvr>
                                      <p:to x="100000" y="80000"/>
                                    </p:animScale>
                                    <p:animScale>
                                      <p:cBhvr>
                                        <p:cTn id="36" dur="124" decel="50000">
                                          <p:stCondLst>
                                            <p:cond delay="1004"/>
                                          </p:stCondLst>
                                        </p:cTn>
                                        <p:tgtEl>
                                          <p:spTgt spid="34"/>
                                        </p:tgtEl>
                                      </p:cBhvr>
                                      <p:to x="100000" y="100000"/>
                                    </p:animScale>
                                    <p:animScale>
                                      <p:cBhvr>
                                        <p:cTn id="37" dur="20">
                                          <p:stCondLst>
                                            <p:cond delay="1231"/>
                                          </p:stCondLst>
                                        </p:cTn>
                                        <p:tgtEl>
                                          <p:spTgt spid="34"/>
                                        </p:tgtEl>
                                      </p:cBhvr>
                                      <p:to x="100000" y="90000"/>
                                    </p:animScale>
                                    <p:animScale>
                                      <p:cBhvr>
                                        <p:cTn id="38" dur="124" decel="50000">
                                          <p:stCondLst>
                                            <p:cond delay="1251"/>
                                          </p:stCondLst>
                                        </p:cTn>
                                        <p:tgtEl>
                                          <p:spTgt spid="34"/>
                                        </p:tgtEl>
                                      </p:cBhvr>
                                      <p:to x="100000" y="100000"/>
                                    </p:animScale>
                                    <p:animScale>
                                      <p:cBhvr>
                                        <p:cTn id="39" dur="20">
                                          <p:stCondLst>
                                            <p:cond delay="1356"/>
                                          </p:stCondLst>
                                        </p:cTn>
                                        <p:tgtEl>
                                          <p:spTgt spid="34"/>
                                        </p:tgtEl>
                                      </p:cBhvr>
                                      <p:to x="100000" y="95000"/>
                                    </p:animScale>
                                    <p:animScale>
                                      <p:cBhvr>
                                        <p:cTn id="40" dur="124" decel="50000">
                                          <p:stCondLst>
                                            <p:cond delay="1376"/>
                                          </p:stCondLst>
                                        </p:cTn>
                                        <p:tgtEl>
                                          <p:spTgt spid="3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a:extLst>
              <a:ext uri="{FF2B5EF4-FFF2-40B4-BE49-F238E27FC236}">
                <a16:creationId xmlns:a16="http://schemas.microsoft.com/office/drawing/2014/main" id="{BB22CC3C-F6EE-A28B-CD12-BA549F8FB33C}"/>
              </a:ext>
            </a:extLst>
          </p:cNvPr>
          <p:cNvSpPr txBox="1">
            <a:spLocks noChangeArrowheads="1"/>
          </p:cNvSpPr>
          <p:nvPr>
            <p:custDataLst>
              <p:tags r:id="rId1"/>
            </p:custDataLst>
          </p:nvPr>
        </p:nvSpPr>
        <p:spPr bwMode="auto">
          <a:xfrm>
            <a:off x="506250" y="1060050"/>
            <a:ext cx="7330729" cy="837446"/>
          </a:xfrm>
          <a:prstGeom prst="rect">
            <a:avLst/>
          </a:prstGeom>
          <a:noFill/>
          <a:ln w="9525">
            <a:noFill/>
            <a:miter lim="800000"/>
          </a:ln>
        </p:spPr>
        <p:txBody>
          <a:bodyPr/>
          <a:lstStyle>
            <a:lvl1pPr algn="l">
              <a:lnSpc>
                <a:spcPct val="150000"/>
              </a:lnSpc>
              <a:buFont typeface="Wingdings" panose="05000000000000000000" pitchFamily="2" charset="2"/>
              <a:buNone/>
              <a:defRPr sz="2400">
                <a:latin typeface="微软雅黑"/>
                <a:ea typeface="微软雅黑"/>
              </a:defRPr>
            </a:lvl1pPr>
          </a:lstStyle>
          <a:p>
            <a:pPr indent="457200">
              <a:lnSpc>
                <a:spcPts val="2900"/>
              </a:lnSpc>
            </a:pPr>
            <a:r>
              <a:rPr lang="zh-CN" altLang="en-US" sz="2000">
                <a:solidFill>
                  <a:srgbClr val="002060"/>
                </a:solidFill>
                <a:latin typeface="微软雅黑" panose="020B0503020204020204" pitchFamily="34" charset="-122"/>
                <a:ea typeface="微软雅黑" panose="020B0503020204020204" pitchFamily="34" charset="-122"/>
              </a:rPr>
              <a:t>用一根细线将物体悬挂起来，物体静止时，细线下垂的方向跟重力的方向一致，这样的线叫做铅垂线（也叫重锤线）。 </a:t>
            </a:r>
          </a:p>
        </p:txBody>
      </p:sp>
      <p:grpSp>
        <p:nvGrpSpPr>
          <p:cNvPr id="3" name="组合 2">
            <a:extLst>
              <a:ext uri="{FF2B5EF4-FFF2-40B4-BE49-F238E27FC236}">
                <a16:creationId xmlns:a16="http://schemas.microsoft.com/office/drawing/2014/main" id="{947EC8C8-D6F1-EF8B-2975-8D7BB07B22BD}"/>
              </a:ext>
            </a:extLst>
          </p:cNvPr>
          <p:cNvGrpSpPr/>
          <p:nvPr>
            <p:custDataLst>
              <p:tags r:id="rId2"/>
            </p:custDataLst>
          </p:nvPr>
        </p:nvGrpSpPr>
        <p:grpSpPr>
          <a:xfrm>
            <a:off x="7943719" y="701833"/>
            <a:ext cx="1088859" cy="1764521"/>
            <a:chOff x="6289370" y="850252"/>
            <a:chExt cx="1275856" cy="3259527"/>
          </a:xfrm>
        </p:grpSpPr>
        <p:pic>
          <p:nvPicPr>
            <p:cNvPr id="4" name="Picture 2">
              <a:extLst>
                <a:ext uri="{FF2B5EF4-FFF2-40B4-BE49-F238E27FC236}">
                  <a16:creationId xmlns:a16="http://schemas.microsoft.com/office/drawing/2014/main" id="{09FC5069-4013-BD02-29AC-88521D693ED7}"/>
                </a:ext>
              </a:extLst>
            </p:cNvPr>
            <p:cNvPicPr>
              <a:picLocks noChangeAspect="1" noChangeArrowheads="1"/>
            </p:cNvPicPr>
            <p:nvPr>
              <p:custDataLst>
                <p:tags r:id="rId24"/>
              </p:custDataLst>
            </p:nvPr>
          </p:nvPicPr>
          <p:blipFill>
            <a:blip r:embed="rId27">
              <a:extLst>
                <a:ext uri="{28A0092B-C50C-407E-A947-70E740481C1C}">
                  <a14:useLocalDpi xmlns:a14="http://schemas.microsoft.com/office/drawing/2010/main" val="0"/>
                </a:ext>
              </a:extLst>
            </a:blip>
            <a:srcRect l="32795" t="12665" r="39866" b="6479"/>
            <a:stretch>
              <a:fillRect/>
            </a:stretch>
          </p:blipFill>
          <p:spPr bwMode="auto">
            <a:xfrm>
              <a:off x="6715396" y="850252"/>
              <a:ext cx="423807" cy="2634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标注 6">
              <a:extLst>
                <a:ext uri="{FF2B5EF4-FFF2-40B4-BE49-F238E27FC236}">
                  <a16:creationId xmlns:a16="http://schemas.microsoft.com/office/drawing/2014/main" id="{3000D91C-95AD-7D2D-3BFE-7AFAB0F79B3F}"/>
                </a:ext>
              </a:extLst>
            </p:cNvPr>
            <p:cNvSpPr/>
            <p:nvPr>
              <p:custDataLst>
                <p:tags r:id="rId25"/>
              </p:custDataLst>
            </p:nvPr>
          </p:nvSpPr>
          <p:spPr>
            <a:xfrm>
              <a:off x="6289370" y="3484386"/>
              <a:ext cx="1275856" cy="625393"/>
            </a:xfrm>
            <a:prstGeom prst="wedgeRectCallout">
              <a:avLst>
                <a:gd name="adj1" fmla="val 68919"/>
                <a:gd name="adj2" fmla="val 160648"/>
              </a:avLst>
            </a:prstGeom>
            <a:no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1" hangingPunct="0">
                <a:lnSpc>
                  <a:spcPct val="100000"/>
                </a:lnSpc>
                <a:spcBef>
                  <a:spcPct val="0"/>
                </a:spcBef>
                <a:spcAft>
                  <a:spcPct val="0"/>
                </a:spcAft>
                <a:buClrTx/>
                <a:buSzTx/>
                <a:buFontTx/>
                <a:buNone/>
              </a:pPr>
              <a:r>
                <a:rPr kumimoji="0" lang="zh-CN" altLang="en-US" sz="1600" b="0" i="0" u="none" strike="noStrike" cap="none" spc="0" normalizeH="0" baseline="0">
                  <a:ln>
                    <a:noFill/>
                  </a:ln>
                  <a:solidFill>
                    <a:srgbClr val="002060"/>
                  </a:solidFill>
                  <a:effectLst/>
                  <a:uFillTx/>
                  <a:latin typeface="微软雅黑" panose="020B0503020204020204" pitchFamily="34" charset="-122"/>
                  <a:ea typeface="微软雅黑" panose="020B0503020204020204" pitchFamily="34" charset="-122"/>
                  <a:cs typeface="微软雅黑" panose="020B0503020204020204" charset="-122"/>
                  <a:sym typeface="微软雅黑"/>
                </a:rPr>
                <a:t>铅锤线</a:t>
              </a:r>
            </a:p>
          </p:txBody>
        </p:sp>
      </p:grpSp>
      <p:sp>
        <p:nvSpPr>
          <p:cNvPr id="6" name="矩形 5">
            <a:extLst>
              <a:ext uri="{FF2B5EF4-FFF2-40B4-BE49-F238E27FC236}">
                <a16:creationId xmlns:a16="http://schemas.microsoft.com/office/drawing/2014/main" id="{D4F0F0AB-4004-6A54-2A4E-3060B70D956B}"/>
              </a:ext>
            </a:extLst>
          </p:cNvPr>
          <p:cNvSpPr/>
          <p:nvPr>
            <p:custDataLst>
              <p:tags r:id="rId3"/>
            </p:custDataLst>
          </p:nvPr>
        </p:nvSpPr>
        <p:spPr>
          <a:xfrm>
            <a:off x="790498" y="607785"/>
            <a:ext cx="2766160" cy="444481"/>
          </a:xfrm>
          <a:prstGeom prst="rect">
            <a:avLst/>
          </a:prstGeom>
        </p:spPr>
        <p:txBody>
          <a:bodyPr wrap="square">
            <a:spAutoFit/>
          </a:bodyPr>
          <a:lstStyle/>
          <a:p>
            <a:pPr>
              <a:lnSpc>
                <a:spcPts val="2900"/>
              </a:lnSpc>
            </a:pP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铅</a:t>
            </a:r>
            <a:r>
              <a:rPr lang="zh-CN"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锤线</a:t>
            </a: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矩形 6">
            <a:extLst>
              <a:ext uri="{FF2B5EF4-FFF2-40B4-BE49-F238E27FC236}">
                <a16:creationId xmlns:a16="http://schemas.microsoft.com/office/drawing/2014/main" id="{767A21DA-8DAD-541C-6281-95BA70FB240D}"/>
              </a:ext>
            </a:extLst>
          </p:cNvPr>
          <p:cNvSpPr/>
          <p:nvPr>
            <p:custDataLst>
              <p:tags r:id="rId4"/>
            </p:custDataLst>
          </p:nvPr>
        </p:nvSpPr>
        <p:spPr>
          <a:xfrm>
            <a:off x="945162" y="1928162"/>
            <a:ext cx="3014399" cy="444481"/>
          </a:xfrm>
          <a:prstGeom prst="rect">
            <a:avLst/>
          </a:prstGeom>
        </p:spPr>
        <p:txBody>
          <a:bodyPr wrap="square">
            <a:spAutoFit/>
          </a:bodyPr>
          <a:lstStyle/>
          <a:p>
            <a:pPr>
              <a:lnSpc>
                <a:spcPts val="2900"/>
              </a:lnSpc>
            </a:pPr>
            <a:r>
              <a:rPr lang="zh-CN" altLang="en-US" sz="2200">
                <a:solidFill>
                  <a:srgbClr val="002060"/>
                </a:solidFill>
                <a:latin typeface="微软雅黑" panose="020B0503020204020204" pitchFamily="34" charset="-122"/>
                <a:ea typeface="微软雅黑" panose="020B0503020204020204" pitchFamily="34" charset="-122"/>
              </a:rPr>
              <a:t>铅</a:t>
            </a:r>
            <a:r>
              <a:rPr lang="zh-CN" altLang="zh-CN" sz="2200">
                <a:solidFill>
                  <a:srgbClr val="002060"/>
                </a:solidFill>
                <a:latin typeface="微软雅黑" panose="020B0503020204020204" pitchFamily="34" charset="-122"/>
                <a:ea typeface="微软雅黑" panose="020B0503020204020204" pitchFamily="34" charset="-122"/>
              </a:rPr>
              <a:t>锤线</a:t>
            </a:r>
            <a:r>
              <a:rPr lang="zh-CN" altLang="en-US" sz="2200">
                <a:solidFill>
                  <a:srgbClr val="002060"/>
                </a:solidFill>
                <a:latin typeface="微软雅黑" panose="020B0503020204020204" pitchFamily="34" charset="-122"/>
                <a:ea typeface="微软雅黑" panose="020B0503020204020204" pitchFamily="34" charset="-122"/>
              </a:rPr>
              <a:t>的应用</a:t>
            </a:r>
            <a:endParaRPr lang="zh-CN" altLang="zh-CN" sz="2200">
              <a:solidFill>
                <a:srgbClr val="002060"/>
              </a:solidFill>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7BCA97F8-13EA-CC36-BA3D-859A3C12AFF7}"/>
              </a:ext>
            </a:extLst>
          </p:cNvPr>
          <p:cNvGrpSpPr/>
          <p:nvPr>
            <p:custDataLst>
              <p:tags r:id="rId5"/>
            </p:custDataLst>
          </p:nvPr>
        </p:nvGrpSpPr>
        <p:grpSpPr>
          <a:xfrm>
            <a:off x="790498" y="2422561"/>
            <a:ext cx="3036435" cy="438390"/>
            <a:chOff x="604845" y="1198597"/>
            <a:chExt cx="2928702" cy="438390"/>
          </a:xfrm>
        </p:grpSpPr>
        <p:sp>
          <p:nvSpPr>
            <p:cNvPr id="12" name="矩形 11">
              <a:extLst>
                <a:ext uri="{FF2B5EF4-FFF2-40B4-BE49-F238E27FC236}">
                  <a16:creationId xmlns:a16="http://schemas.microsoft.com/office/drawing/2014/main" id="{FB46994E-ECA8-1B2C-F62A-FA0093D419CE}"/>
                </a:ext>
              </a:extLst>
            </p:cNvPr>
            <p:cNvSpPr/>
            <p:nvPr>
              <p:custDataLst>
                <p:tags r:id="rId22"/>
              </p:custDataLst>
            </p:nvPr>
          </p:nvSpPr>
          <p:spPr>
            <a:xfrm>
              <a:off x="803947" y="1198597"/>
              <a:ext cx="2729600" cy="438390"/>
            </a:xfrm>
            <a:prstGeom prst="rect">
              <a:avLst/>
            </a:prstGeom>
          </p:spPr>
          <p:txBody>
            <a:bodyPr wrap="square">
              <a:spAutoFit/>
            </a:bodyPr>
            <a:lstStyle/>
            <a:p>
              <a:pPr>
                <a:lnSpc>
                  <a:spcPts val="2900"/>
                </a:lnSpc>
              </a:pPr>
              <a:r>
                <a:rPr lang="zh-CN" altLang="en-US" sz="2000">
                  <a:solidFill>
                    <a:srgbClr val="002060"/>
                  </a:solidFill>
                  <a:latin typeface="微软雅黑" panose="020B0503020204020204" pitchFamily="34" charset="-122"/>
                  <a:ea typeface="微软雅黑" panose="020B0503020204020204" pitchFamily="34" charset="-122"/>
                </a:rPr>
                <a:t> </a:t>
              </a:r>
              <a:r>
                <a:rPr lang="zh-CN" altLang="zh-CN" sz="2000">
                  <a:solidFill>
                    <a:srgbClr val="002060"/>
                  </a:solidFill>
                  <a:latin typeface="微软雅黑" panose="020B0503020204020204" pitchFamily="34" charset="-122"/>
                  <a:ea typeface="微软雅黑" panose="020B0503020204020204" pitchFamily="34" charset="-122"/>
                </a:rPr>
                <a:t>判断</a:t>
              </a:r>
              <a:r>
                <a:rPr lang="zh-CN" altLang="en-US" sz="2000">
                  <a:solidFill>
                    <a:srgbClr val="002060"/>
                  </a:solidFill>
                  <a:latin typeface="微软雅黑" panose="020B0503020204020204" pitchFamily="34" charset="-122"/>
                  <a:ea typeface="微软雅黑" panose="020B0503020204020204" pitchFamily="34" charset="-122"/>
                </a:rPr>
                <a:t>物</a:t>
              </a:r>
              <a:r>
                <a:rPr lang="zh-CN" altLang="zh-CN" sz="2000">
                  <a:solidFill>
                    <a:srgbClr val="002060"/>
                  </a:solidFill>
                  <a:latin typeface="微软雅黑" panose="020B0503020204020204" pitchFamily="34" charset="-122"/>
                  <a:ea typeface="微软雅黑" panose="020B0503020204020204" pitchFamily="34" charset="-122"/>
                </a:rPr>
                <a:t>体是否竖直</a:t>
              </a:r>
              <a:r>
                <a:rPr lang="zh-CN" altLang="en-US" sz="2000">
                  <a:solidFill>
                    <a:srgbClr val="002060"/>
                  </a:solidFill>
                  <a:latin typeface="微软雅黑" panose="020B0503020204020204" pitchFamily="34" charset="-122"/>
                  <a:ea typeface="微软雅黑" panose="020B0503020204020204" pitchFamily="34" charset="-122"/>
                </a:rPr>
                <a:t>。</a:t>
              </a:r>
              <a:endParaRPr lang="zh-CN" altLang="zh-CN" sz="2000">
                <a:solidFill>
                  <a:srgbClr val="002060"/>
                </a:solidFill>
                <a:latin typeface="微软雅黑" panose="020B0503020204020204" pitchFamily="34" charset="-122"/>
                <a:ea typeface="微软雅黑" panose="020B0503020204020204" pitchFamily="34" charset="-122"/>
              </a:endParaRPr>
            </a:p>
          </p:txBody>
        </p:sp>
        <p:sp>
          <p:nvSpPr>
            <p:cNvPr id="13" name="Oval 79">
              <a:extLst>
                <a:ext uri="{FF2B5EF4-FFF2-40B4-BE49-F238E27FC236}">
                  <a16:creationId xmlns:a16="http://schemas.microsoft.com/office/drawing/2014/main" id="{33A614AB-53C4-967E-688D-5BB7300F4D3B}"/>
                </a:ext>
              </a:extLst>
            </p:cNvPr>
            <p:cNvSpPr>
              <a:spLocks noChangeArrowheads="1"/>
            </p:cNvSpPr>
            <p:nvPr>
              <p:custDataLst>
                <p:tags r:id="rId23"/>
              </p:custDataLst>
            </p:nvPr>
          </p:nvSpPr>
          <p:spPr bwMode="auto">
            <a:xfrm>
              <a:off x="604845" y="1278495"/>
              <a:ext cx="296009" cy="318467"/>
            </a:xfrm>
            <a:prstGeom prst="ellipse">
              <a:avLst/>
            </a:prstGeom>
            <a:solidFill>
              <a:srgbClr val="9B73B1"/>
            </a:solidFill>
            <a:ln>
              <a:noFill/>
            </a:ln>
          </p:spPr>
          <p:txBody>
            <a:bodyPr vert="horz" wrap="square" lIns="68411" tIns="34205" rIns="68411" bIns="34205" numCol="1" anchor="t" anchorCtr="0" compatLnSpc="1">
              <a:prstTxWarp prst="textNoShape">
                <a:avLst/>
              </a:prstTxWarp>
            </a:bodyPr>
            <a:lstStyle/>
            <a:p>
              <a:pPr defTabSz="457200"/>
              <a:r>
                <a:rPr lang="en-US" altLang="zh-CN" sz="2000">
                  <a:solidFill>
                    <a:prstClr val="black"/>
                  </a:solidFill>
                  <a:latin typeface="Calibri" panose="020F0502020204030204"/>
                  <a:ea typeface="等线" panose="02010600030101010101" pitchFamily="2" charset="-122"/>
                </a:rPr>
                <a:t> </a:t>
              </a:r>
              <a:endParaRPr lang="en-US" sz="2000">
                <a:solidFill>
                  <a:prstClr val="black"/>
                </a:solidFill>
                <a:latin typeface="Calibri" panose="020F0502020204030204"/>
              </a:endParaRPr>
            </a:p>
          </p:txBody>
        </p:sp>
      </p:grpSp>
      <p:pic>
        <p:nvPicPr>
          <p:cNvPr id="8" name="图片 7">
            <a:extLst>
              <a:ext uri="{FF2B5EF4-FFF2-40B4-BE49-F238E27FC236}">
                <a16:creationId xmlns:a16="http://schemas.microsoft.com/office/drawing/2014/main" id="{A0513C86-B136-302C-70DC-2BBF83BAF3FD}"/>
              </a:ext>
            </a:extLst>
          </p:cNvPr>
          <p:cNvPicPr>
            <a:picLocks noChangeAspect="1"/>
          </p:cNvPicPr>
          <p:nvPr>
            <p:custDataLst>
              <p:tags r:id="rId6"/>
            </p:custDataLst>
          </p:nvPr>
        </p:nvPicPr>
        <p:blipFill>
          <a:blip r:embed="rId28"/>
          <a:srcRect l="3867" t="6237" r="2965" b="6126"/>
          <a:stretch>
            <a:fillRect/>
          </a:stretch>
        </p:blipFill>
        <p:spPr>
          <a:xfrm>
            <a:off x="608014" y="3028311"/>
            <a:ext cx="2219025" cy="1647356"/>
          </a:xfrm>
          <a:prstGeom prst="rect">
            <a:avLst/>
          </a:prstGeom>
        </p:spPr>
      </p:pic>
      <p:pic>
        <p:nvPicPr>
          <p:cNvPr id="9" name="图片 8">
            <a:extLst>
              <a:ext uri="{FF2B5EF4-FFF2-40B4-BE49-F238E27FC236}">
                <a16:creationId xmlns:a16="http://schemas.microsoft.com/office/drawing/2014/main" id="{2D4EEBC0-8CE9-493A-BF2B-8DBBB4A72345}"/>
              </a:ext>
            </a:extLst>
          </p:cNvPr>
          <p:cNvPicPr>
            <a:picLocks noChangeAspect="1"/>
          </p:cNvPicPr>
          <p:nvPr>
            <p:custDataLst>
              <p:tags r:id="rId7"/>
            </p:custDataLst>
          </p:nvPr>
        </p:nvPicPr>
        <p:blipFill>
          <a:blip r:embed="rId29"/>
          <a:stretch>
            <a:fillRect/>
          </a:stretch>
        </p:blipFill>
        <p:spPr>
          <a:xfrm>
            <a:off x="2696191" y="3043512"/>
            <a:ext cx="1531740" cy="1610372"/>
          </a:xfrm>
          <a:prstGeom prst="rect">
            <a:avLst/>
          </a:prstGeom>
        </p:spPr>
      </p:pic>
      <p:sp>
        <p:nvSpPr>
          <p:cNvPr id="10" name="矩形 9">
            <a:extLst>
              <a:ext uri="{FF2B5EF4-FFF2-40B4-BE49-F238E27FC236}">
                <a16:creationId xmlns:a16="http://schemas.microsoft.com/office/drawing/2014/main" id="{4EA3AABE-487B-4318-F727-77FBC45165FA}"/>
              </a:ext>
            </a:extLst>
          </p:cNvPr>
          <p:cNvSpPr/>
          <p:nvPr>
            <p:custDataLst>
              <p:tags r:id="rId8"/>
            </p:custDataLst>
          </p:nvPr>
        </p:nvSpPr>
        <p:spPr>
          <a:xfrm>
            <a:off x="1008671" y="4516967"/>
            <a:ext cx="1679809" cy="420115"/>
          </a:xfrm>
          <a:prstGeom prst="rect">
            <a:avLst/>
          </a:prstGeom>
        </p:spPr>
        <p:txBody>
          <a:bodyPr wrap="square">
            <a:spAutoFit/>
          </a:bodyPr>
          <a:lstStyle/>
          <a:p>
            <a:pPr>
              <a:lnSpc>
                <a:spcPts val="2900"/>
              </a:lnSpc>
            </a:pPr>
            <a:r>
              <a:rPr lang="zh-CN" altLang="en-US" sz="1600">
                <a:solidFill>
                  <a:srgbClr val="002060"/>
                </a:solidFill>
                <a:latin typeface="微软雅黑" panose="020B0503020204020204" pitchFamily="34" charset="-122"/>
                <a:ea typeface="微软雅黑" panose="020B0503020204020204" pitchFamily="34" charset="-122"/>
              </a:rPr>
              <a:t> 墙壁</a:t>
            </a:r>
            <a:r>
              <a:rPr lang="zh-CN" altLang="zh-CN" sz="1600">
                <a:solidFill>
                  <a:srgbClr val="002060"/>
                </a:solidFill>
                <a:latin typeface="微软雅黑" panose="020B0503020204020204" pitchFamily="34" charset="-122"/>
                <a:ea typeface="微软雅黑" panose="020B0503020204020204" pitchFamily="34" charset="-122"/>
              </a:rPr>
              <a:t>竖直</a:t>
            </a:r>
          </a:p>
        </p:txBody>
      </p:sp>
      <p:sp>
        <p:nvSpPr>
          <p:cNvPr id="14" name="矩形 13">
            <a:extLst>
              <a:ext uri="{FF2B5EF4-FFF2-40B4-BE49-F238E27FC236}">
                <a16:creationId xmlns:a16="http://schemas.microsoft.com/office/drawing/2014/main" id="{523AC080-6662-4136-A1F4-EC8CE61EA231}"/>
              </a:ext>
            </a:extLst>
          </p:cNvPr>
          <p:cNvSpPr/>
          <p:nvPr>
            <p:custDataLst>
              <p:tags r:id="rId9"/>
            </p:custDataLst>
          </p:nvPr>
        </p:nvSpPr>
        <p:spPr>
          <a:xfrm>
            <a:off x="2997148" y="4504383"/>
            <a:ext cx="1458829" cy="420115"/>
          </a:xfrm>
          <a:prstGeom prst="rect">
            <a:avLst/>
          </a:prstGeom>
        </p:spPr>
        <p:txBody>
          <a:bodyPr wrap="square">
            <a:spAutoFit/>
          </a:bodyPr>
          <a:lstStyle/>
          <a:p>
            <a:pPr>
              <a:lnSpc>
                <a:spcPts val="2900"/>
              </a:lnSpc>
            </a:pPr>
            <a:r>
              <a:rPr lang="en-US" altLang="zh-CN" sz="1600">
                <a:solidFill>
                  <a:srgbClr val="002060"/>
                </a:solidFill>
                <a:latin typeface="微软雅黑" panose="020B0503020204020204" pitchFamily="34" charset="-122"/>
                <a:ea typeface="微软雅黑" panose="020B0503020204020204" pitchFamily="34" charset="-122"/>
              </a:rPr>
              <a:t> </a:t>
            </a:r>
            <a:r>
              <a:rPr lang="zh-CN" altLang="en-US" sz="1600">
                <a:solidFill>
                  <a:srgbClr val="002060"/>
                </a:solidFill>
                <a:latin typeface="微软雅黑" panose="020B0503020204020204" pitchFamily="34" charset="-122"/>
                <a:ea typeface="微软雅黑" panose="020B0503020204020204" pitchFamily="34" charset="-122"/>
              </a:rPr>
              <a:t>不竖直                      </a:t>
            </a:r>
            <a:endParaRPr lang="zh-CN" altLang="zh-CN" sz="1600">
              <a:solidFill>
                <a:srgbClr val="002060"/>
              </a:solidFill>
              <a:latin typeface="微软雅黑" panose="020B0503020204020204" pitchFamily="34" charset="-122"/>
              <a:ea typeface="微软雅黑" panose="020B0503020204020204" pitchFamily="34" charset="-122"/>
            </a:endParaRPr>
          </a:p>
        </p:txBody>
      </p:sp>
      <p:sp>
        <p:nvSpPr>
          <p:cNvPr id="19" name="矩形 18">
            <a:extLst>
              <a:ext uri="{FF2B5EF4-FFF2-40B4-BE49-F238E27FC236}">
                <a16:creationId xmlns:a16="http://schemas.microsoft.com/office/drawing/2014/main" id="{FA799FB4-20C9-01DF-3D41-E4657B59045B}"/>
              </a:ext>
            </a:extLst>
          </p:cNvPr>
          <p:cNvSpPr/>
          <p:nvPr>
            <p:custDataLst>
              <p:tags r:id="rId10"/>
            </p:custDataLst>
          </p:nvPr>
        </p:nvSpPr>
        <p:spPr>
          <a:xfrm>
            <a:off x="6656448" y="3404577"/>
            <a:ext cx="1801837" cy="1077218"/>
          </a:xfrm>
          <a:prstGeom prst="rect">
            <a:avLst/>
          </a:prstGeom>
          <a:noFill/>
        </p:spPr>
        <p:txBody>
          <a:bodyPr wrap="square">
            <a:spAutoFit/>
          </a:bodyPr>
          <a:lstStyle/>
          <a:p>
            <a:pPr eaLnBrk="0" hangingPunct="0"/>
            <a:r>
              <a:rPr lang="zh-CN" altLang="en-US" sz="1600">
                <a:solidFill>
                  <a:srgbClr val="002060"/>
                </a:solidFill>
                <a:latin typeface="微软雅黑" panose="020B0503020204020204" pitchFamily="34" charset="-122"/>
                <a:ea typeface="微软雅黑" panose="020B0503020204020204" pitchFamily="34" charset="-122"/>
              </a:rPr>
              <a:t>只要铅垂线与壁画的边重合（或平行）即可判断壁画水平。</a:t>
            </a:r>
          </a:p>
        </p:txBody>
      </p:sp>
      <p:grpSp>
        <p:nvGrpSpPr>
          <p:cNvPr id="25" name="组合 24">
            <a:extLst>
              <a:ext uri="{FF2B5EF4-FFF2-40B4-BE49-F238E27FC236}">
                <a16:creationId xmlns:a16="http://schemas.microsoft.com/office/drawing/2014/main" id="{190D5406-9B68-BC70-A717-17164F53E125}"/>
              </a:ext>
            </a:extLst>
          </p:cNvPr>
          <p:cNvGrpSpPr/>
          <p:nvPr>
            <p:custDataLst>
              <p:tags r:id="rId11"/>
            </p:custDataLst>
          </p:nvPr>
        </p:nvGrpSpPr>
        <p:grpSpPr>
          <a:xfrm>
            <a:off x="4816602" y="2892934"/>
            <a:ext cx="1918145" cy="2148168"/>
            <a:chOff x="5474236" y="2948780"/>
            <a:chExt cx="1918145" cy="2148168"/>
          </a:xfrm>
        </p:grpSpPr>
        <p:grpSp>
          <p:nvGrpSpPr>
            <p:cNvPr id="16" name="组合 15">
              <a:extLst>
                <a:ext uri="{FF2B5EF4-FFF2-40B4-BE49-F238E27FC236}">
                  <a16:creationId xmlns:a16="http://schemas.microsoft.com/office/drawing/2014/main" id="{42BBE3D2-A728-BC36-0536-0DA16FC4E102}"/>
                </a:ext>
              </a:extLst>
            </p:cNvPr>
            <p:cNvGrpSpPr/>
            <p:nvPr>
              <p:custDataLst>
                <p:tags r:id="rId17"/>
              </p:custDataLst>
            </p:nvPr>
          </p:nvGrpSpPr>
          <p:grpSpPr>
            <a:xfrm>
              <a:off x="6851140" y="2948780"/>
              <a:ext cx="148255" cy="1896990"/>
              <a:chOff x="8033353" y="1263321"/>
              <a:chExt cx="246930" cy="3107714"/>
            </a:xfrm>
          </p:grpSpPr>
          <p:sp>
            <p:nvSpPr>
              <p:cNvPr id="17" name="AutoShape 13" descr="褐色大理石">
                <a:extLst>
                  <a:ext uri="{FF2B5EF4-FFF2-40B4-BE49-F238E27FC236}">
                    <a16:creationId xmlns:a16="http://schemas.microsoft.com/office/drawing/2014/main" id="{5126DCA7-C432-53DD-E131-397D69D20B1C}"/>
                  </a:ext>
                </a:extLst>
              </p:cNvPr>
              <p:cNvSpPr>
                <a:spLocks noChangeArrowheads="1"/>
              </p:cNvSpPr>
              <p:nvPr>
                <p:custDataLst>
                  <p:tags r:id="rId20"/>
                </p:custDataLst>
              </p:nvPr>
            </p:nvSpPr>
            <p:spPr bwMode="auto">
              <a:xfrm>
                <a:off x="8033353" y="4034336"/>
                <a:ext cx="246930" cy="336699"/>
              </a:xfrm>
              <a:prstGeom prst="flowChartMerge">
                <a:avLst/>
              </a:prstGeom>
              <a:solidFill>
                <a:srgbClr val="002060"/>
              </a:solidFill>
              <a:ln>
                <a:solidFill>
                  <a:schemeClr val="bg1"/>
                </a:solidFill>
              </a:ln>
              <a:effectLst/>
            </p:spPr>
            <p:txBody>
              <a:bodyPr wrap="none" anchor="ctr"/>
              <a:lstStyle/>
              <a:p>
                <a:endParaRPr lang="zh-CN" altLang="en-US"/>
              </a:p>
            </p:txBody>
          </p:sp>
          <p:sp>
            <p:nvSpPr>
              <p:cNvPr id="18" name="Line 12">
                <a:extLst>
                  <a:ext uri="{FF2B5EF4-FFF2-40B4-BE49-F238E27FC236}">
                    <a16:creationId xmlns:a16="http://schemas.microsoft.com/office/drawing/2014/main" id="{0DB4B60E-C8AD-A37E-3DFD-B742C0DC67EE}"/>
                  </a:ext>
                </a:extLst>
              </p:cNvPr>
              <p:cNvSpPr>
                <a:spLocks noChangeShapeType="1"/>
              </p:cNvSpPr>
              <p:nvPr>
                <p:custDataLst>
                  <p:tags r:id="rId21"/>
                </p:custDataLst>
              </p:nvPr>
            </p:nvSpPr>
            <p:spPr bwMode="auto">
              <a:xfrm flipH="1">
                <a:off x="8156819" y="1263321"/>
                <a:ext cx="9267" cy="2787954"/>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20" name="图片 19">
              <a:extLst>
                <a:ext uri="{FF2B5EF4-FFF2-40B4-BE49-F238E27FC236}">
                  <a16:creationId xmlns:a16="http://schemas.microsoft.com/office/drawing/2014/main" id="{3BFF5DC8-E4C9-DEC9-800A-20AF3237C7F8}"/>
                </a:ext>
              </a:extLst>
            </p:cNvPr>
            <p:cNvPicPr>
              <a:picLocks noChangeAspect="1"/>
            </p:cNvPicPr>
            <p:nvPr>
              <p:custDataLst>
                <p:tags r:id="rId18"/>
              </p:custDataLst>
            </p:nvPr>
          </p:nvPicPr>
          <p:blipFill>
            <a:blip r:embed="rId30"/>
            <a:stretch>
              <a:fillRect/>
            </a:stretch>
          </p:blipFill>
          <p:spPr>
            <a:xfrm>
              <a:off x="5474236" y="3077503"/>
              <a:ext cx="1280722" cy="1609054"/>
            </a:xfrm>
            <a:prstGeom prst="rect">
              <a:avLst/>
            </a:prstGeom>
            <a:ln>
              <a:noFill/>
            </a:ln>
            <a:effectLst>
              <a:outerShdw blurRad="107950" dist="12700" dir="5400000" algn="ctr">
                <a:srgbClr val="000000"/>
              </a:outerShdw>
            </a:effectLst>
            <a:scene3d>
              <a:camera prst="orthographicFront">
                <a:rot lat="0" lon="0" rev="0"/>
              </a:camera>
              <a:lightRig rig="soft" dir="t"/>
            </a:scene3d>
            <a:sp3d contourW="44450" prstMaterial="matte">
              <a:bevelT w="63500" h="63500" prst="artDeco"/>
              <a:contourClr>
                <a:srgbClr val="FFFFFF"/>
              </a:contourClr>
            </a:sp3d>
          </p:spPr>
        </p:pic>
        <p:sp>
          <p:nvSpPr>
            <p:cNvPr id="21" name="矩形标注 6">
              <a:extLst>
                <a:ext uri="{FF2B5EF4-FFF2-40B4-BE49-F238E27FC236}">
                  <a16:creationId xmlns:a16="http://schemas.microsoft.com/office/drawing/2014/main" id="{B761D7C8-5576-C8BE-0200-16BEB0EE5823}"/>
                </a:ext>
              </a:extLst>
            </p:cNvPr>
            <p:cNvSpPr/>
            <p:nvPr>
              <p:custDataLst>
                <p:tags r:id="rId19"/>
              </p:custDataLst>
            </p:nvPr>
          </p:nvSpPr>
          <p:spPr>
            <a:xfrm>
              <a:off x="6458153" y="4758396"/>
              <a:ext cx="934228" cy="338552"/>
            </a:xfrm>
            <a:prstGeom prst="wedgeRectCallout">
              <a:avLst>
                <a:gd name="adj1" fmla="val 68919"/>
                <a:gd name="adj2" fmla="val 160648"/>
              </a:avLst>
            </a:prstGeom>
            <a:noFill/>
            <a:ln w="12700" cap="flat">
              <a:no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ctr" defTabSz="914400" rtl="0" fontAlgn="auto" latinLnBrk="1" hangingPunct="0">
                <a:lnSpc>
                  <a:spcPct val="100000"/>
                </a:lnSpc>
                <a:spcBef>
                  <a:spcPct val="0"/>
                </a:spcBef>
                <a:spcAft>
                  <a:spcPct val="0"/>
                </a:spcAft>
                <a:buClrTx/>
                <a:buSzTx/>
                <a:buFontTx/>
                <a:buNone/>
              </a:pPr>
              <a:r>
                <a:rPr kumimoji="0" lang="zh-CN" altLang="en-US" sz="1600" b="0" i="0" u="none" strike="noStrike" cap="none" spc="0" normalizeH="0" baseline="0">
                  <a:ln>
                    <a:noFill/>
                  </a:ln>
                  <a:solidFill>
                    <a:srgbClr val="002060"/>
                  </a:solidFill>
                  <a:effectLst/>
                  <a:uFillTx/>
                  <a:latin typeface="微软雅黑"/>
                  <a:ea typeface="微软雅黑"/>
                  <a:cs typeface="微软雅黑" panose="020B0503020204020204" charset="-122"/>
                  <a:sym typeface="微软雅黑"/>
                </a:rPr>
                <a:t>铅锤线</a:t>
              </a:r>
            </a:p>
          </p:txBody>
        </p:sp>
      </p:grpSp>
      <p:grpSp>
        <p:nvGrpSpPr>
          <p:cNvPr id="22" name="组合 21">
            <a:extLst>
              <a:ext uri="{FF2B5EF4-FFF2-40B4-BE49-F238E27FC236}">
                <a16:creationId xmlns:a16="http://schemas.microsoft.com/office/drawing/2014/main" id="{EDC0E6BB-CCD4-014A-5A66-03A96151D9E1}"/>
              </a:ext>
            </a:extLst>
          </p:cNvPr>
          <p:cNvGrpSpPr/>
          <p:nvPr>
            <p:custDataLst>
              <p:tags r:id="rId12"/>
            </p:custDataLst>
          </p:nvPr>
        </p:nvGrpSpPr>
        <p:grpSpPr>
          <a:xfrm>
            <a:off x="4420148" y="2422561"/>
            <a:ext cx="4325435" cy="461665"/>
            <a:chOff x="503357" y="697763"/>
            <a:chExt cx="4245946" cy="461665"/>
          </a:xfrm>
        </p:grpSpPr>
        <p:sp>
          <p:nvSpPr>
            <p:cNvPr id="23" name="矩形 22">
              <a:extLst>
                <a:ext uri="{FF2B5EF4-FFF2-40B4-BE49-F238E27FC236}">
                  <a16:creationId xmlns:a16="http://schemas.microsoft.com/office/drawing/2014/main" id="{313AFF97-1602-0242-614E-04A86C25FFD7}"/>
                </a:ext>
              </a:extLst>
            </p:cNvPr>
            <p:cNvSpPr/>
            <p:nvPr>
              <p:custDataLst>
                <p:tags r:id="rId15"/>
              </p:custDataLst>
            </p:nvPr>
          </p:nvSpPr>
          <p:spPr>
            <a:xfrm>
              <a:off x="702775" y="697763"/>
              <a:ext cx="4046528" cy="461665"/>
            </a:xfrm>
            <a:prstGeom prst="rect">
              <a:avLst/>
            </a:prstGeom>
          </p:spPr>
          <p:txBody>
            <a:bodyPr wrap="square">
              <a:spAutoFit/>
            </a:bodyPr>
            <a:lstStyle/>
            <a:p>
              <a:r>
                <a:rPr lang="zh-CN" altLang="en-US" sz="2400">
                  <a:solidFill>
                    <a:srgbClr val="002060"/>
                  </a:solidFill>
                  <a:latin typeface="微软雅黑" panose="020B0503020204020204" pitchFamily="34" charset="-122"/>
                  <a:ea typeface="微软雅黑" panose="020B0503020204020204" pitchFamily="34" charset="-122"/>
                </a:rPr>
                <a:t> </a:t>
              </a:r>
              <a:r>
                <a:rPr lang="zh-CN" altLang="zh-CN" sz="2000">
                  <a:solidFill>
                    <a:srgbClr val="002060"/>
                  </a:solidFill>
                  <a:latin typeface="微软雅黑" panose="020B0503020204020204" pitchFamily="34" charset="-122"/>
                  <a:ea typeface="微软雅黑" panose="020B0503020204020204" pitchFamily="34" charset="-122"/>
                </a:rPr>
                <a:t>利用</a:t>
              </a:r>
              <a:r>
                <a:rPr lang="zh-CN" altLang="en-US" sz="2000">
                  <a:solidFill>
                    <a:srgbClr val="002060"/>
                  </a:solidFill>
                  <a:latin typeface="微软雅黑" panose="020B0503020204020204" pitchFamily="34" charset="-122"/>
                  <a:ea typeface="微软雅黑" panose="020B0503020204020204" pitchFamily="34" charset="-122"/>
                </a:rPr>
                <a:t>铅</a:t>
              </a:r>
              <a:r>
                <a:rPr lang="zh-CN" altLang="zh-CN" sz="2000">
                  <a:solidFill>
                    <a:srgbClr val="002060"/>
                  </a:solidFill>
                  <a:latin typeface="微软雅黑" panose="020B0503020204020204" pitchFamily="34" charset="-122"/>
                  <a:ea typeface="微软雅黑" panose="020B0503020204020204" pitchFamily="34" charset="-122"/>
                </a:rPr>
                <a:t>锤线，判断</a:t>
              </a:r>
              <a:r>
                <a:rPr lang="zh-CN" altLang="en-US" sz="2000">
                  <a:solidFill>
                    <a:srgbClr val="002060"/>
                  </a:solidFill>
                  <a:latin typeface="微软雅黑" panose="020B0503020204020204" pitchFamily="34" charset="-122"/>
                  <a:ea typeface="微软雅黑" panose="020B0503020204020204" pitchFamily="34" charset="-122"/>
                </a:rPr>
                <a:t>物体</a:t>
              </a:r>
              <a:r>
                <a:rPr lang="zh-CN" altLang="zh-CN" sz="2000">
                  <a:solidFill>
                    <a:srgbClr val="002060"/>
                  </a:solidFill>
                  <a:latin typeface="微软雅黑" panose="020B0503020204020204" pitchFamily="34" charset="-122"/>
                  <a:ea typeface="微软雅黑" panose="020B0503020204020204" pitchFamily="34" charset="-122"/>
                </a:rPr>
                <a:t>是否</a:t>
              </a:r>
              <a:r>
                <a:rPr lang="zh-CN" altLang="en-US" sz="2000">
                  <a:solidFill>
                    <a:srgbClr val="002060"/>
                  </a:solidFill>
                  <a:latin typeface="微软雅黑" panose="020B0503020204020204" pitchFamily="34" charset="-122"/>
                  <a:ea typeface="微软雅黑" panose="020B0503020204020204" pitchFamily="34" charset="-122"/>
                </a:rPr>
                <a:t>水平</a:t>
              </a:r>
              <a:endParaRPr lang="zh-CN" altLang="zh-CN" sz="2000">
                <a:solidFill>
                  <a:srgbClr val="002060"/>
                </a:solidFill>
                <a:latin typeface="微软雅黑" panose="020B0503020204020204" pitchFamily="34" charset="-122"/>
                <a:ea typeface="微软雅黑" panose="020B0503020204020204" pitchFamily="34" charset="-122"/>
              </a:endParaRPr>
            </a:p>
          </p:txBody>
        </p:sp>
        <p:sp>
          <p:nvSpPr>
            <p:cNvPr id="24" name="Oval 79">
              <a:extLst>
                <a:ext uri="{FF2B5EF4-FFF2-40B4-BE49-F238E27FC236}">
                  <a16:creationId xmlns:a16="http://schemas.microsoft.com/office/drawing/2014/main" id="{7183E480-27B9-7034-A26D-103E830136C3}"/>
                </a:ext>
              </a:extLst>
            </p:cNvPr>
            <p:cNvSpPr>
              <a:spLocks noChangeArrowheads="1"/>
            </p:cNvSpPr>
            <p:nvPr>
              <p:custDataLst>
                <p:tags r:id="rId16"/>
              </p:custDataLst>
            </p:nvPr>
          </p:nvSpPr>
          <p:spPr bwMode="auto">
            <a:xfrm>
              <a:off x="503357" y="820081"/>
              <a:ext cx="282040" cy="277375"/>
            </a:xfrm>
            <a:prstGeom prst="ellipse">
              <a:avLst/>
            </a:prstGeom>
            <a:solidFill>
              <a:srgbClr val="008080"/>
            </a:solidFill>
            <a:ln>
              <a:noFill/>
            </a:ln>
          </p:spPr>
          <p:txBody>
            <a:bodyPr vert="horz" wrap="square" lIns="68411" tIns="34205" rIns="68411" bIns="34205" numCol="1" anchor="t" anchorCtr="0" compatLnSpc="1">
              <a:prstTxWarp prst="textNoShape">
                <a:avLst/>
              </a:prstTxWarp>
            </a:bodyPr>
            <a:lstStyle/>
            <a:p>
              <a:pPr defTabSz="457200"/>
              <a:r>
                <a:rPr lang="en-US" altLang="zh-CN" sz="1009">
                  <a:solidFill>
                    <a:prstClr val="black"/>
                  </a:solidFill>
                  <a:latin typeface="Calibri" panose="020F0502020204030204"/>
                  <a:ea typeface="等线" panose="02010600030101010101" pitchFamily="2" charset="-122"/>
                </a:rPr>
                <a:t> </a:t>
              </a:r>
              <a:endParaRPr lang="en-US" sz="1009">
                <a:solidFill>
                  <a:prstClr val="black"/>
                </a:solidFill>
                <a:latin typeface="Calibri" panose="020F0502020204030204"/>
              </a:endParaRPr>
            </a:p>
          </p:txBody>
        </p:sp>
      </p:grpSp>
      <p:sp>
        <p:nvSpPr>
          <p:cNvPr id="26" name="内容占位符 2">
            <a:extLst>
              <a:ext uri="{FF2B5EF4-FFF2-40B4-BE49-F238E27FC236}">
                <a16:creationId xmlns:a16="http://schemas.microsoft.com/office/drawing/2014/main" id="{9D736F05-25A7-D3F7-A870-CE1020652210}"/>
              </a:ext>
            </a:extLst>
          </p:cNvPr>
          <p:cNvSpPr txBox="1"/>
          <p:nvPr>
            <p:custDataLst>
              <p:tags r:id="rId13"/>
            </p:custDataLst>
          </p:nvPr>
        </p:nvSpPr>
        <p:spPr>
          <a:xfrm>
            <a:off x="392856" y="53928"/>
            <a:ext cx="3318931"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知识点三、重力的方向</a:t>
            </a:r>
            <a:endParaRPr kumimoji="0" lang="en-US" altLang="zh-CN"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23CD67BE-4E33-7CBC-C65D-619C60D36079}"/>
              </a:ext>
            </a:extLst>
          </p:cNvPr>
          <p:cNvSpPr txBox="1"/>
          <p:nvPr>
            <p:custDataLst>
              <p:tags r:id="rId14"/>
            </p:custDataLst>
          </p:nvPr>
        </p:nvSpPr>
        <p:spPr>
          <a:xfrm>
            <a:off x="6046947" y="53928"/>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369690089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750"/>
                                        <p:tgtEl>
                                          <p:spTgt spid="2"/>
                                        </p:tgtEl>
                                      </p:cBhvr>
                                    </p:animEffect>
                                  </p:childTnLst>
                                </p:cTn>
                              </p:par>
                              <p:par>
                                <p:cTn id="13" presetID="22" presetClass="entr" presetSubtype="1"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up)">
                                      <p:cBhvr>
                                        <p:cTn id="15" dur="750"/>
                                        <p:tgtEl>
                                          <p:spTgt spid="3"/>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randombar(horizontal)">
                                      <p:cBhvr>
                                        <p:cTn id="20" dur="500"/>
                                        <p:tgtEl>
                                          <p:spTgt spid="7"/>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blinds(horizontal)">
                                      <p:cBhvr>
                                        <p:cTn id="25" dur="500"/>
                                        <p:tgtEl>
                                          <p:spTgt spid="11"/>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down)">
                                      <p:cBhvr>
                                        <p:cTn id="35" dur="500"/>
                                        <p:tgtEl>
                                          <p:spTgt spid="10"/>
                                        </p:tgtEl>
                                      </p:cBhvr>
                                    </p:animEffect>
                                  </p:childTnLst>
                                </p:cTn>
                              </p:par>
                            </p:childTnLst>
                          </p:cTn>
                        </p:par>
                      </p:childTnLst>
                    </p:cTn>
                  </p:par>
                  <p:par>
                    <p:cTn id="36" fill="hold" nodeType="clickPar">
                      <p:stCondLst>
                        <p:cond delay="indefinite"/>
                      </p:stCondLst>
                      <p:childTnLst>
                        <p:par>
                          <p:cTn id="37" fill="hold" nodeType="afterGroup">
                            <p:stCondLst>
                              <p:cond delay="0"/>
                            </p:stCondLst>
                            <p:childTnLst>
                              <p:par>
                                <p:cTn id="38" presetID="16" presetClass="entr" presetSubtype="21"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arn(inVertical)">
                                      <p:cBhvr>
                                        <p:cTn id="40" dur="500"/>
                                        <p:tgtEl>
                                          <p:spTgt spid="9"/>
                                        </p:tgtEl>
                                      </p:cBhvr>
                                    </p:animEffect>
                                  </p:childTnLst>
                                </p:cTn>
                              </p:par>
                            </p:childTnLst>
                          </p:cTn>
                        </p:par>
                      </p:childTnLst>
                    </p:cTn>
                  </p:par>
                  <p:par>
                    <p:cTn id="41" fill="hold" nodeType="clickPar">
                      <p:stCondLst>
                        <p:cond delay="indefinite"/>
                      </p:stCondLst>
                      <p:childTnLst>
                        <p:par>
                          <p:cTn id="42" fill="hold" nodeType="afterGroup">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childTnLst>
                    </p:cTn>
                  </p:par>
                  <p:par>
                    <p:cTn id="46" fill="hold" nodeType="clickPar">
                      <p:stCondLst>
                        <p:cond delay="indefinite"/>
                      </p:stCondLst>
                      <p:childTnLst>
                        <p:par>
                          <p:cTn id="47" fill="hold" nodeType="after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wipe(left)">
                                      <p:cBhvr>
                                        <p:cTn id="50" dur="750"/>
                                        <p:tgtEl>
                                          <p:spTgt spid="22"/>
                                        </p:tgtEl>
                                      </p:cBhvr>
                                    </p:animEffect>
                                  </p:childTnLst>
                                </p:cTn>
                              </p:par>
                            </p:childTnLst>
                          </p:cTn>
                        </p:par>
                      </p:childTnLst>
                    </p:cTn>
                  </p:par>
                  <p:par>
                    <p:cTn id="51" fill="hold" nodeType="clickPar">
                      <p:stCondLst>
                        <p:cond delay="indefinite"/>
                      </p:stCondLst>
                      <p:childTnLst>
                        <p:par>
                          <p:cTn id="52" fill="hold" nodeType="after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up)">
                                      <p:cBhvr>
                                        <p:cTn id="55" dur="750"/>
                                        <p:tgtEl>
                                          <p:spTgt spid="25"/>
                                        </p:tgtEl>
                                      </p:cBhvr>
                                    </p:animEffect>
                                  </p:childTnLst>
                                </p:cTn>
                              </p:par>
                            </p:childTnLst>
                          </p:cTn>
                        </p:par>
                      </p:childTnLst>
                    </p:cTn>
                  </p:par>
                  <p:par>
                    <p:cTn id="56" fill="hold" nodeType="clickPar">
                      <p:stCondLst>
                        <p:cond delay="indefinite"/>
                      </p:stCondLst>
                      <p:childTnLst>
                        <p:par>
                          <p:cTn id="57" fill="hold" nodeType="afterGroup">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10" grpId="0"/>
      <p:bldP spid="14" grpId="0"/>
      <p:bldP spid="1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BF5F667-0DAD-DDB6-FBDA-40FC91D11854}"/>
              </a:ext>
            </a:extLst>
          </p:cNvPr>
          <p:cNvSpPr/>
          <p:nvPr>
            <p:custDataLst>
              <p:tags r:id="rId1"/>
            </p:custDataLst>
          </p:nvPr>
        </p:nvSpPr>
        <p:spPr>
          <a:xfrm>
            <a:off x="791075" y="644026"/>
            <a:ext cx="7565934" cy="1358321"/>
          </a:xfrm>
          <a:prstGeom prst="rect">
            <a:avLst/>
          </a:prstGeom>
        </p:spPr>
        <p:txBody>
          <a:bodyPr wrap="square">
            <a:spAutoFit/>
          </a:bodyPr>
          <a:lstStyle/>
          <a:p>
            <a:pPr>
              <a:lnSpc>
                <a:spcPts val="34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①物体的重心：</a:t>
            </a:r>
            <a:endPar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34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物体的每一部分都</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受到重力</a:t>
            </a:r>
            <a:r>
              <a:rPr lang="zh-CN"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，但对于整个物体，</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重力的作用等效于集中在一个点上，</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这</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一</a:t>
            </a:r>
            <a:r>
              <a:rPr lang="zh-CN"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点叫</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作</a:t>
            </a:r>
            <a:r>
              <a:rPr lang="zh-CN" altLang="zh-CN"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物体的重心。</a:t>
            </a:r>
          </a:p>
        </p:txBody>
      </p:sp>
      <p:sp>
        <p:nvSpPr>
          <p:cNvPr id="4" name="文本框 110599">
            <a:extLst>
              <a:ext uri="{FF2B5EF4-FFF2-40B4-BE49-F238E27FC236}">
                <a16:creationId xmlns:a16="http://schemas.microsoft.com/office/drawing/2014/main" id="{6DBD62E0-8C53-F77D-55A3-B6519F389D61}"/>
              </a:ext>
            </a:extLst>
          </p:cNvPr>
          <p:cNvSpPr txBox="1">
            <a:spLocks noChangeArrowheads="1"/>
          </p:cNvSpPr>
          <p:nvPr>
            <p:custDataLst>
              <p:tags r:id="rId2"/>
            </p:custDataLst>
          </p:nvPr>
        </p:nvSpPr>
        <p:spPr bwMode="auto">
          <a:xfrm>
            <a:off x="791075" y="2005323"/>
            <a:ext cx="8224789" cy="46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itchFamily="34" charset="0"/>
                <a:ea typeface="宋体" panose="02010600030101010101" pitchFamily="2" charset="-122"/>
              </a:defRPr>
            </a:lvl1pPr>
            <a:lvl2pPr>
              <a:defRPr>
                <a:solidFill>
                  <a:schemeClr val="tx1"/>
                </a:solidFill>
                <a:latin typeface="Calibri" pitchFamily="34" charset="0"/>
                <a:ea typeface="宋体" panose="02010600030101010101" pitchFamily="2" charset="-122"/>
              </a:defRPr>
            </a:lvl2pPr>
            <a:lvl3pPr>
              <a:defRPr>
                <a:solidFill>
                  <a:schemeClr val="tx1"/>
                </a:solidFill>
                <a:latin typeface="Calibri" pitchFamily="34" charset="0"/>
                <a:ea typeface="宋体" panose="02010600030101010101" pitchFamily="2" charset="-122"/>
              </a:defRPr>
            </a:lvl3pPr>
            <a:lvl4pPr>
              <a:defRPr>
                <a:solidFill>
                  <a:schemeClr val="tx1"/>
                </a:solidFill>
                <a:latin typeface="Calibri" pitchFamily="34" charset="0"/>
                <a:ea typeface="宋体" panose="02010600030101010101" pitchFamily="2" charset="-122"/>
              </a:defRPr>
            </a:lvl4pPr>
            <a:lvl5pPr>
              <a:defRPr>
                <a:solidFill>
                  <a:schemeClr val="tx1"/>
                </a:solidFill>
                <a:latin typeface="Calibri"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9pPr>
          </a:lstStyle>
          <a:p>
            <a:pPr>
              <a:lnSpc>
                <a:spcPts val="3200"/>
              </a:lnSpc>
              <a:buClr>
                <a:schemeClr val="bg1"/>
              </a:buClr>
            </a:pPr>
            <a:r>
              <a:rPr lang="zh-CN" altLang="en-US" sz="2200">
                <a:solidFill>
                  <a:srgbClr val="002060"/>
                </a:solidFill>
                <a:latin typeface="Times New Roman" panose="02020603050405020304" pitchFamily="18" charset="0"/>
                <a:ea typeface="微软雅黑"/>
                <a:cs typeface="Times New Roman" panose="02020603050405020304" pitchFamily="18" charset="0"/>
              </a:rPr>
              <a:t>②质量均匀分布且外形规则的物体，重心在它的几何中心处。</a:t>
            </a:r>
            <a:r>
              <a:rPr lang="en-US" altLang="zh-CN" sz="2200">
                <a:solidFill>
                  <a:srgbClr val="002060"/>
                </a:solidFill>
                <a:latin typeface="Times New Roman" panose="02020603050405020304" pitchFamily="18" charset="0"/>
                <a:ea typeface="微软雅黑"/>
                <a:cs typeface="Times New Roman" panose="02020603050405020304" pitchFamily="18" charset="0"/>
              </a:rPr>
              <a:t> </a:t>
            </a:r>
            <a:endParaRPr lang="zh-CN" altLang="en-US" sz="2200">
              <a:solidFill>
                <a:srgbClr val="002060"/>
              </a:solidFill>
              <a:latin typeface="Times New Roman" panose="02020603050405020304" pitchFamily="18" charset="0"/>
              <a:ea typeface="微软雅黑"/>
              <a:cs typeface="Times New Roman" panose="02020603050405020304" pitchFamily="18" charset="0"/>
            </a:endParaRPr>
          </a:p>
        </p:txBody>
      </p:sp>
      <p:sp>
        <p:nvSpPr>
          <p:cNvPr id="5" name="文本框 115722">
            <a:extLst>
              <a:ext uri="{FF2B5EF4-FFF2-40B4-BE49-F238E27FC236}">
                <a16:creationId xmlns:a16="http://schemas.microsoft.com/office/drawing/2014/main" id="{3A62D362-B332-AF1E-089D-8B56B4C3D959}"/>
              </a:ext>
            </a:extLst>
          </p:cNvPr>
          <p:cNvSpPr txBox="1">
            <a:spLocks noChangeArrowheads="1"/>
          </p:cNvSpPr>
          <p:nvPr>
            <p:custDataLst>
              <p:tags r:id="rId3"/>
            </p:custDataLst>
          </p:nvPr>
        </p:nvSpPr>
        <p:spPr bwMode="auto">
          <a:xfrm>
            <a:off x="791075" y="2545883"/>
            <a:ext cx="5379432" cy="467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a:buClr>
                <a:schemeClr val="bg1"/>
              </a:buClr>
              <a:defRPr sz="2400">
                <a:solidFill>
                  <a:schemeClr val="tx1"/>
                </a:solidFill>
                <a:latin typeface="微软雅黑"/>
                <a:ea typeface="微软雅黑"/>
              </a:defRPr>
            </a:lvl1pPr>
            <a:lvl2pPr>
              <a:defRPr>
                <a:solidFill>
                  <a:schemeClr val="tx1"/>
                </a:solidFill>
                <a:latin typeface="Calibri" pitchFamily="34" charset="0"/>
                <a:ea typeface="宋体" panose="02010600030101010101" pitchFamily="2" charset="-122"/>
              </a:defRPr>
            </a:lvl2pPr>
            <a:lvl3pPr>
              <a:defRPr>
                <a:solidFill>
                  <a:schemeClr val="tx1"/>
                </a:solidFill>
                <a:latin typeface="Calibri" pitchFamily="34" charset="0"/>
                <a:ea typeface="宋体" panose="02010600030101010101" pitchFamily="2" charset="-122"/>
              </a:defRPr>
            </a:lvl3pPr>
            <a:lvl4pPr>
              <a:defRPr>
                <a:solidFill>
                  <a:schemeClr val="tx1"/>
                </a:solidFill>
                <a:latin typeface="Calibri" pitchFamily="34" charset="0"/>
                <a:ea typeface="宋体" panose="02010600030101010101" pitchFamily="2" charset="-122"/>
              </a:defRPr>
            </a:lvl4pPr>
            <a:lvl5pPr>
              <a:defRPr>
                <a:solidFill>
                  <a:schemeClr val="tx1"/>
                </a:solidFill>
                <a:latin typeface="Calibri"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itchFamily="34" charset="0"/>
                <a:ea typeface="宋体" panose="02010600030101010101" pitchFamily="2" charset="-122"/>
              </a:defRPr>
            </a:lvl9pPr>
          </a:lstStyle>
          <a:p>
            <a:pPr>
              <a:lnSpc>
                <a:spcPts val="3200"/>
              </a:lnSpc>
            </a:pPr>
            <a:r>
              <a:rPr lang="zh-CN" altLang="en-US" sz="2200">
                <a:solidFill>
                  <a:srgbClr val="002060"/>
                </a:solidFill>
                <a:latin typeface="Times New Roman" panose="02020603050405020304" pitchFamily="18" charset="0"/>
                <a:cs typeface="Times New Roman" panose="02020603050405020304" pitchFamily="18" charset="0"/>
              </a:rPr>
              <a:t>③可用“悬挂法”寻找物体的重心</a:t>
            </a:r>
            <a:r>
              <a:rPr lang="en-US" altLang="zh-CN" sz="2200">
                <a:solidFill>
                  <a:srgbClr val="002060"/>
                </a:solidFill>
                <a:latin typeface="Times New Roman" panose="02020603050405020304" pitchFamily="18" charset="0"/>
                <a:cs typeface="Times New Roman" panose="02020603050405020304" pitchFamily="18" charset="0"/>
              </a:rPr>
              <a:t>.</a:t>
            </a:r>
            <a:endParaRPr lang="zh-CN" altLang="en-US" sz="2200">
              <a:solidFill>
                <a:srgbClr val="002060"/>
              </a:solidFill>
              <a:latin typeface="Times New Roman" panose="02020603050405020304" pitchFamily="18" charset="0"/>
              <a:cs typeface="Times New Roman" panose="02020603050405020304" pitchFamily="18" charset="0"/>
            </a:endParaRPr>
          </a:p>
        </p:txBody>
      </p:sp>
      <p:sp>
        <p:nvSpPr>
          <p:cNvPr id="7" name="TextBox 14">
            <a:extLst>
              <a:ext uri="{FF2B5EF4-FFF2-40B4-BE49-F238E27FC236}">
                <a16:creationId xmlns:a16="http://schemas.microsoft.com/office/drawing/2014/main" id="{E4C2B282-471D-47E7-CFF5-ED753BACB611}"/>
              </a:ext>
            </a:extLst>
          </p:cNvPr>
          <p:cNvSpPr txBox="1"/>
          <p:nvPr>
            <p:custDataLst>
              <p:tags r:id="rId4"/>
            </p:custDataLst>
          </p:nvPr>
        </p:nvSpPr>
        <p:spPr>
          <a:xfrm>
            <a:off x="791076" y="3086442"/>
            <a:ext cx="5379432" cy="5027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latinLnBrk="1" hangingPunct="0">
              <a:lnSpc>
                <a:spcPts val="32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④降低重心可以提高物体的稳定程度</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kumimoji="0" lang="zh-CN" altLang="en-US" sz="2200" i="0" u="none" strike="noStrike" cap="none" spc="0" normalizeH="0" baseline="0">
              <a:ln>
                <a:noFill/>
              </a:ln>
              <a:solidFill>
                <a:srgbClr val="002060"/>
              </a:solidFill>
              <a:effectLst/>
              <a:uFillTx/>
              <a:latin typeface="Times New Roman" panose="02020603050405020304" pitchFamily="18" charset="0"/>
              <a:ea typeface="微软雅黑" panose="020B0503020204020204" pitchFamily="34" charset="-122"/>
              <a:cs typeface="Times New Roman" panose="02020603050405020304" pitchFamily="18" charset="0"/>
              <a:sym typeface="Arial"/>
            </a:endParaRPr>
          </a:p>
        </p:txBody>
      </p:sp>
      <p:pic>
        <p:nvPicPr>
          <p:cNvPr id="15" name="图片 14">
            <a:extLst>
              <a:ext uri="{FF2B5EF4-FFF2-40B4-BE49-F238E27FC236}">
                <a16:creationId xmlns:a16="http://schemas.microsoft.com/office/drawing/2014/main" id="{C9FA1F1D-6085-0914-3807-693B856B2420}"/>
              </a:ext>
            </a:extLst>
          </p:cNvPr>
          <p:cNvPicPr>
            <a:picLocks noChangeAspect="1"/>
          </p:cNvPicPr>
          <p:nvPr>
            <p:custDataLst>
              <p:tags r:id="rId5"/>
            </p:custDataLst>
          </p:nvPr>
        </p:nvPicPr>
        <p:blipFill>
          <a:blip r:embed="rId9"/>
          <a:stretch>
            <a:fillRect/>
          </a:stretch>
        </p:blipFill>
        <p:spPr>
          <a:xfrm>
            <a:off x="5577151" y="2779505"/>
            <a:ext cx="3174553" cy="2044800"/>
          </a:xfrm>
          <a:prstGeom prst="rect">
            <a:avLst/>
          </a:prstGeom>
        </p:spPr>
      </p:pic>
      <p:sp>
        <p:nvSpPr>
          <p:cNvPr id="16" name="内容占位符 2">
            <a:extLst>
              <a:ext uri="{FF2B5EF4-FFF2-40B4-BE49-F238E27FC236}">
                <a16:creationId xmlns:a16="http://schemas.microsoft.com/office/drawing/2014/main" id="{B15A62F1-C1E0-ABC2-6C03-6DB65470C014}"/>
              </a:ext>
            </a:extLst>
          </p:cNvPr>
          <p:cNvSpPr txBox="1"/>
          <p:nvPr>
            <p:custDataLst>
              <p:tags r:id="rId6"/>
            </p:custDataLst>
          </p:nvPr>
        </p:nvSpPr>
        <p:spPr>
          <a:xfrm>
            <a:off x="438662" y="53928"/>
            <a:ext cx="2594184"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rPr>
              <a:t>知识点四、重心</a:t>
            </a:r>
            <a:endParaRPr kumimoji="0" lang="en-US" altLang="zh-CN" sz="20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17" name="文本框 16">
            <a:extLst>
              <a:ext uri="{FF2B5EF4-FFF2-40B4-BE49-F238E27FC236}">
                <a16:creationId xmlns:a16="http://schemas.microsoft.com/office/drawing/2014/main" id="{9B0FB493-E865-3D7B-8EBF-E6685400A0E9}"/>
              </a:ext>
            </a:extLst>
          </p:cNvPr>
          <p:cNvSpPr txBox="1"/>
          <p:nvPr>
            <p:custDataLst>
              <p:tags r:id="rId7"/>
            </p:custDataLst>
          </p:nvPr>
        </p:nvSpPr>
        <p:spPr>
          <a:xfrm>
            <a:off x="6092752" y="53928"/>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Tree>
    <p:extLst>
      <p:ext uri="{BB962C8B-B14F-4D97-AF65-F5344CB8AC3E}">
        <p14:creationId xmlns:p14="http://schemas.microsoft.com/office/powerpoint/2010/main" val="24944025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after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afterGroup">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arn(inVertical)">
                                      <p:cBhvr>
                                        <p:cTn id="15" dur="750"/>
                                        <p:tgtEl>
                                          <p:spTgt spid="5"/>
                                        </p:tgtEl>
                                      </p:cBhvr>
                                    </p:animEffect>
                                  </p:childTnLst>
                                </p:cTn>
                              </p:par>
                            </p:childTnLst>
                          </p:cTn>
                        </p:par>
                        <p:par>
                          <p:cTn id="16" fill="hold" nodeType="afterGroup">
                            <p:stCondLst>
                              <p:cond delay="750"/>
                            </p:stCondLst>
                            <p:childTnLst>
                              <p:par>
                                <p:cTn id="17" presetID="16" presetClass="entr" presetSubtype="21" fill="hold"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barn(inVertical)">
                                      <p:cBhvr>
                                        <p:cTn id="19" dur="500"/>
                                        <p:tgtEl>
                                          <p:spTgt spid="15"/>
                                        </p:tgtEl>
                                      </p:cBhvr>
                                    </p:animEffect>
                                  </p:childTnLst>
                                </p:cTn>
                              </p:par>
                            </p:childTnLst>
                          </p:cTn>
                        </p:par>
                      </p:childTnLst>
                    </p:cTn>
                  </p:par>
                  <p:par>
                    <p:cTn id="20" fill="hold" nodeType="clickPar">
                      <p:stCondLst>
                        <p:cond delay="indefinite"/>
                      </p:stCondLst>
                      <p:childTnLst>
                        <p:par>
                          <p:cTn id="21" fill="hold" nodeType="after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1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2">
            <a:extLst>
              <a:ext uri="{FF2B5EF4-FFF2-40B4-BE49-F238E27FC236}">
                <a16:creationId xmlns:a16="http://schemas.microsoft.com/office/drawing/2014/main" id="{5EBB98BE-1261-8FE1-A868-389E3C7183E3}"/>
              </a:ext>
            </a:extLst>
          </p:cNvPr>
          <p:cNvSpPr txBox="1"/>
          <p:nvPr>
            <p:custDataLst>
              <p:tags r:id="rId1"/>
            </p:custDataLst>
          </p:nvPr>
        </p:nvSpPr>
        <p:spPr>
          <a:xfrm>
            <a:off x="438662" y="53928"/>
            <a:ext cx="3157978"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知识点</a:t>
            </a:r>
            <a:r>
              <a:rPr lang="zh-CN" altLang="en-US" sz="2000">
                <a:solidFill>
                  <a:prstClr val="white"/>
                </a:solidFill>
                <a:latin typeface="微软雅黑" panose="020B0503020204020204" pitchFamily="34" charset="-122"/>
                <a:ea typeface="微软雅黑" panose="020B0503020204020204" pitchFamily="34" charset="-122"/>
              </a:rPr>
              <a:t>五</a:t>
            </a:r>
            <a:r>
              <a:rPr kumimoji="0" lang="zh-CN" altLang="en-US"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、力的示意图</a:t>
            </a:r>
            <a:endParaRPr kumimoji="0" lang="en-US" altLang="zh-CN" sz="2000" b="0"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 name="文本框 2">
            <a:extLst>
              <a:ext uri="{FF2B5EF4-FFF2-40B4-BE49-F238E27FC236}">
                <a16:creationId xmlns:a16="http://schemas.microsoft.com/office/drawing/2014/main" id="{1E90C6D0-9D13-D4B9-ED6A-8EE9DCF4CABF}"/>
              </a:ext>
            </a:extLst>
          </p:cNvPr>
          <p:cNvSpPr txBox="1"/>
          <p:nvPr>
            <p:custDataLst>
              <p:tags r:id="rId2"/>
            </p:custDataLst>
          </p:nvPr>
        </p:nvSpPr>
        <p:spPr>
          <a:xfrm>
            <a:off x="6092752" y="53928"/>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5" name="文本框 4">
            <a:extLst>
              <a:ext uri="{FF2B5EF4-FFF2-40B4-BE49-F238E27FC236}">
                <a16:creationId xmlns:a16="http://schemas.microsoft.com/office/drawing/2014/main" id="{E600DC0E-52B1-45C2-5FFC-437669A0528F}"/>
              </a:ext>
            </a:extLst>
          </p:cNvPr>
          <p:cNvSpPr txBox="1"/>
          <p:nvPr>
            <p:custDataLst>
              <p:tags r:id="rId3"/>
            </p:custDataLst>
          </p:nvPr>
        </p:nvSpPr>
        <p:spPr>
          <a:xfrm>
            <a:off x="530101" y="552030"/>
            <a:ext cx="7966198" cy="899862"/>
          </a:xfrm>
          <a:prstGeom prst="rect">
            <a:avLst/>
          </a:prstGeom>
          <a:noFill/>
        </p:spPr>
        <p:txBody>
          <a:bodyPr wrap="square">
            <a:spAutoFit/>
          </a:bodyPr>
          <a:lstStyle/>
          <a:p>
            <a:pPr lvl="0" indent="457200">
              <a:lnSpc>
                <a:spcPts val="3300"/>
              </a:lnSpc>
            </a:pPr>
            <a:r>
              <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rPr>
              <a:t>1. </a:t>
            </a:r>
            <a:r>
              <a:rPr lang="zh-CN" altLang="en-US"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rPr>
              <a:t>力的三要素</a:t>
            </a:r>
            <a:endParaRPr lang="en-US" altLang="zh-CN" sz="23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a:p>
            <a:pPr lvl="0" indent="457200">
              <a:lnSpc>
                <a:spcPts val="33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rPr>
              <a:t>把力的大小、方向、作用点称为力的三要素</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rPr>
              <a:t>.</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lt"/>
            </a:endParaRPr>
          </a:p>
        </p:txBody>
      </p:sp>
      <p:sp>
        <p:nvSpPr>
          <p:cNvPr id="6" name="矩形 5">
            <a:extLst>
              <a:ext uri="{FF2B5EF4-FFF2-40B4-BE49-F238E27FC236}">
                <a16:creationId xmlns:a16="http://schemas.microsoft.com/office/drawing/2014/main" id="{6F0CFC5F-8B3B-70FC-2511-6D97FCEB85EB}"/>
              </a:ext>
            </a:extLst>
          </p:cNvPr>
          <p:cNvSpPr/>
          <p:nvPr>
            <p:custDataLst>
              <p:tags r:id="rId4"/>
            </p:custDataLst>
          </p:nvPr>
        </p:nvSpPr>
        <p:spPr>
          <a:xfrm>
            <a:off x="530101" y="1390932"/>
            <a:ext cx="7928143" cy="1701363"/>
          </a:xfrm>
          <a:prstGeom prst="rect">
            <a:avLst/>
          </a:prstGeom>
        </p:spPr>
        <p:txBody>
          <a:bodyPr wrap="square">
            <a:spAutoFit/>
          </a:bodyPr>
          <a:lstStyle/>
          <a:p>
            <a:pPr lvl="0" indent="457200">
              <a:lnSpc>
                <a:spcPts val="3500"/>
              </a:lnSpc>
            </a:pP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力的示意图</a:t>
            </a:r>
            <a:endPar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a:lnSpc>
                <a:spcPts val="31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从力的作用点沿力的方向画一条线段，线段的起点表示力的作用点；箭头表示力的方向，线段的长度定性表示力的大小。</a:t>
            </a:r>
            <a:endPar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a:lnSpc>
                <a:spcPts val="31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这种表示力的图叫作力的示意图。</a:t>
            </a:r>
          </a:p>
        </p:txBody>
      </p:sp>
      <p:sp>
        <p:nvSpPr>
          <p:cNvPr id="7" name="文本框 6">
            <a:extLst>
              <a:ext uri="{FF2B5EF4-FFF2-40B4-BE49-F238E27FC236}">
                <a16:creationId xmlns:a16="http://schemas.microsoft.com/office/drawing/2014/main" id="{7EFFE570-0F2D-584A-F95E-E757CC920E6F}"/>
              </a:ext>
            </a:extLst>
          </p:cNvPr>
          <p:cNvSpPr txBox="1"/>
          <p:nvPr>
            <p:custDataLst>
              <p:tags r:id="rId5"/>
            </p:custDataLst>
          </p:nvPr>
        </p:nvSpPr>
        <p:spPr>
          <a:xfrm>
            <a:off x="530101" y="3176114"/>
            <a:ext cx="6449778" cy="1550809"/>
          </a:xfrm>
          <a:prstGeom prst="rect">
            <a:avLst/>
          </a:prstGeom>
          <a:solidFill>
            <a:schemeClr val="bg1">
              <a:lumMod val="95000"/>
            </a:schemeClr>
          </a:solidFill>
          <a:ln>
            <a:solidFill>
              <a:schemeClr val="tx1"/>
            </a:solidFill>
          </a:ln>
        </p:spPr>
        <p:txBody>
          <a:bodyPr wrap="square">
            <a:spAutoFit/>
          </a:bodyPr>
          <a:lstStyle/>
          <a:p>
            <a:pPr lvl="0" indent="457200">
              <a:lnSpc>
                <a:spcPts val="29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例如球所受的重力为</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10N</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，画出重力的示意图。</a:t>
            </a:r>
            <a:endPar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lvl="0" indent="457200">
              <a:lnSpc>
                <a:spcPts val="29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起点画在球的</a:t>
            </a:r>
            <a:r>
              <a:rPr lang="zh-CN" altLang="en-US" sz="21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重心</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处，沿重力的方向竖直向下画线段，在线段的末端画上箭头表示重力的方向，最后在箭头旁标注</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10N</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表示重力的大小。</a:t>
            </a:r>
            <a:endPar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椭圆 7">
            <a:extLst>
              <a:ext uri="{FF2B5EF4-FFF2-40B4-BE49-F238E27FC236}">
                <a16:creationId xmlns:a16="http://schemas.microsoft.com/office/drawing/2014/main" id="{635AA1AC-C53C-878F-7128-992145CEABC2}"/>
              </a:ext>
            </a:extLst>
          </p:cNvPr>
          <p:cNvSpPr/>
          <p:nvPr>
            <p:custDataLst>
              <p:tags r:id="rId6"/>
            </p:custDataLst>
          </p:nvPr>
        </p:nvSpPr>
        <p:spPr>
          <a:xfrm>
            <a:off x="7370489" y="2980295"/>
            <a:ext cx="765977" cy="758544"/>
          </a:xfrm>
          <a:prstGeom prst="ellipse">
            <a:avLst/>
          </a:prstGeom>
          <a:solidFill>
            <a:schemeClr val="accent2">
              <a:lumMod val="20000"/>
              <a:lumOff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solidFill>
                <a:srgbClr val="002060"/>
              </a:solidFill>
            </a:endParaRPr>
          </a:p>
        </p:txBody>
      </p:sp>
      <p:sp>
        <p:nvSpPr>
          <p:cNvPr id="9" name="文本框 91143">
            <a:extLst>
              <a:ext uri="{FF2B5EF4-FFF2-40B4-BE49-F238E27FC236}">
                <a16:creationId xmlns:a16="http://schemas.microsoft.com/office/drawing/2014/main" id="{88B74432-9ED0-4DF6-C496-A9B4C979C448}"/>
              </a:ext>
            </a:extLst>
          </p:cNvPr>
          <p:cNvSpPr txBox="1"/>
          <p:nvPr>
            <p:custDataLst>
              <p:tags r:id="rId7"/>
            </p:custDataLst>
          </p:nvPr>
        </p:nvSpPr>
        <p:spPr>
          <a:xfrm>
            <a:off x="7792459" y="4301129"/>
            <a:ext cx="1143806" cy="400410"/>
          </a:xfrm>
          <a:prstGeom prst="rect">
            <a:avLst/>
          </a:prstGeom>
          <a:noFill/>
          <a:ln w="9525">
            <a:noFill/>
          </a:ln>
        </p:spPr>
        <p:txBody>
          <a:bodyPr wrap="square" anchor="t">
            <a:spAutoFit/>
          </a:bodyPr>
          <a:lstStyle/>
          <a:p>
            <a:r>
              <a:rPr lang="en-US" altLang="zh-CN" sz="2000" b="1" i="1">
                <a:latin typeface="Times New Roman" panose="02020603050405020304" pitchFamily="18" charset="0"/>
                <a:ea typeface="宋体" panose="02010600030101010101" pitchFamily="2" charset="-122"/>
              </a:rPr>
              <a:t>G</a:t>
            </a:r>
            <a:r>
              <a:rPr lang="en-US" altLang="zh-CN" sz="2000">
                <a:latin typeface="Times New Roman" panose="02020603050405020304" pitchFamily="18" charset="0"/>
                <a:ea typeface="宋体" panose="02010600030101010101" pitchFamily="2" charset="-122"/>
              </a:rPr>
              <a:t>=10N</a:t>
            </a:r>
          </a:p>
        </p:txBody>
      </p:sp>
      <p:sp>
        <p:nvSpPr>
          <p:cNvPr id="10" name="椭圆 91144">
            <a:extLst>
              <a:ext uri="{FF2B5EF4-FFF2-40B4-BE49-F238E27FC236}">
                <a16:creationId xmlns:a16="http://schemas.microsoft.com/office/drawing/2014/main" id="{E4741E51-BA03-97DE-B5F7-D01860118610}"/>
              </a:ext>
            </a:extLst>
          </p:cNvPr>
          <p:cNvSpPr/>
          <p:nvPr>
            <p:custDataLst>
              <p:tags r:id="rId8"/>
            </p:custDataLst>
          </p:nvPr>
        </p:nvSpPr>
        <p:spPr>
          <a:xfrm rot="5400000">
            <a:off x="7699918" y="3333143"/>
            <a:ext cx="107120" cy="108444"/>
          </a:xfrm>
          <a:prstGeom prst="ellipse">
            <a:avLst/>
          </a:prstGeom>
          <a:solidFill>
            <a:srgbClr val="2EA2CF"/>
          </a:solidFill>
          <a:ln w="9525" cap="flat" cmpd="sng">
            <a:solidFill>
              <a:srgbClr val="FFFF00"/>
            </a:solidFill>
            <a:prstDash val="solid"/>
            <a:round/>
            <a:headEnd type="none" w="med" len="med"/>
            <a:tailEnd type="none" w="med" len="med"/>
          </a:ln>
        </p:spPr>
        <p:txBody>
          <a:bodyPr anchor="t"/>
          <a:lstStyle/>
          <a:p>
            <a:pPr eaLnBrk="0" hangingPunct="0"/>
            <a:endParaRPr lang="zh-CN" altLang="en-US" sz="2000">
              <a:latin typeface="Times New Roman" panose="02020603050405020304" pitchFamily="18" charset="0"/>
              <a:ea typeface="宋体" panose="02010600030101010101" pitchFamily="2" charset="-122"/>
            </a:endParaRPr>
          </a:p>
        </p:txBody>
      </p:sp>
      <p:sp>
        <p:nvSpPr>
          <p:cNvPr id="11" name="直接连接符 91142">
            <a:extLst>
              <a:ext uri="{FF2B5EF4-FFF2-40B4-BE49-F238E27FC236}">
                <a16:creationId xmlns:a16="http://schemas.microsoft.com/office/drawing/2014/main" id="{322B786E-D11F-9B70-BCBE-B7FFCEF847CE}"/>
              </a:ext>
            </a:extLst>
          </p:cNvPr>
          <p:cNvSpPr/>
          <p:nvPr>
            <p:custDataLst>
              <p:tags r:id="rId9"/>
            </p:custDataLst>
          </p:nvPr>
        </p:nvSpPr>
        <p:spPr>
          <a:xfrm rot="5400000">
            <a:off x="7111741" y="4067421"/>
            <a:ext cx="1268233" cy="2"/>
          </a:xfrm>
          <a:prstGeom prst="line">
            <a:avLst/>
          </a:prstGeom>
          <a:ln w="38100" cap="flat" cmpd="sng">
            <a:solidFill>
              <a:srgbClr val="C00000"/>
            </a:solidFill>
            <a:prstDash val="solid"/>
            <a:round/>
            <a:headEnd type="none" w="med" len="med"/>
            <a:tailEnd type="triangle" w="med" len="med"/>
          </a:ln>
        </p:spPr>
        <p:txBody>
          <a:bodyPr/>
          <a:lstStyle/>
          <a:p>
            <a:endParaRPr sz="2000"/>
          </a:p>
        </p:txBody>
      </p:sp>
    </p:spTree>
    <p:extLst>
      <p:ext uri="{BB962C8B-B14F-4D97-AF65-F5344CB8AC3E}">
        <p14:creationId xmlns:p14="http://schemas.microsoft.com/office/powerpoint/2010/main" val="85009386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blinds(horizontal)">
                                      <p:cBhvr>
                                        <p:cTn id="12" dur="500"/>
                                        <p:tgtEl>
                                          <p:spTgt spid="6">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dissolve">
                                      <p:cBhvr>
                                        <p:cTn id="17" dur="500"/>
                                        <p:tgtEl>
                                          <p:spTgt spid="6">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9" presetClass="entr" presetSubtype="0" fill="hold"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dissolve">
                                      <p:cBhvr>
                                        <p:cTn id="22" dur="500"/>
                                        <p:tgtEl>
                                          <p:spTgt spid="6">
                                            <p:txEl>
                                              <p:pRg st="2" end="2"/>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par>
                          <p:cTn id="28" fill="hold" nodeType="afterGroup">
                            <p:stCondLst>
                              <p:cond delay="500"/>
                            </p:stCondLst>
                            <p:childTnLst>
                              <p:par>
                                <p:cTn id="29" presetID="22" presetClass="entr" presetSubtype="4" fill="hold" nodeType="after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animEffect transition="in" filter="wipe(down)">
                                      <p:cBhvr>
                                        <p:cTn id="31" dur="500"/>
                                        <p:tgtEl>
                                          <p:spTgt spid="7">
                                            <p:txEl>
                                              <p:pRg st="0" end="0"/>
                                            </p:txEl>
                                          </p:spTgt>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blinds(horizontal)">
                                      <p:cBhvr>
                                        <p:cTn id="41" dur="500"/>
                                        <p:tgtEl>
                                          <p:spTgt spid="10"/>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wipe(up)">
                                      <p:cBhvr>
                                        <p:cTn id="46" dur="750"/>
                                        <p:tgtEl>
                                          <p:spTgt spid="11"/>
                                        </p:tgtEl>
                                      </p:cBhvr>
                                    </p:animEffect>
                                  </p:childTnLst>
                                </p:cTn>
                              </p:par>
                            </p:childTnLst>
                          </p:cTn>
                        </p:par>
                      </p:childTnLst>
                    </p:cTn>
                  </p:par>
                  <p:par>
                    <p:cTn id="47" fill="hold" nodeType="clickPar">
                      <p:stCondLst>
                        <p:cond delay="indefinite"/>
                      </p:stCondLst>
                      <p:childTnLst>
                        <p:par>
                          <p:cTn id="48" fill="hold" nodeType="afterGroup">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9"/>
                                        </p:tgtEl>
                                        <p:attrNameLst>
                                          <p:attrName>style.visibility</p:attrName>
                                        </p:attrNameLst>
                                      </p:cBhvr>
                                      <p:to>
                                        <p:strVal val="visible"/>
                                      </p:to>
                                    </p:set>
                                    <p:animEffect transition="in" filter="fade">
                                      <p:cBhvr>
                                        <p:cTn id="51" dur="500"/>
                                        <p:tgtEl>
                                          <p:spTgt spid="9"/>
                                        </p:tgtEl>
                                      </p:cBhvr>
                                    </p:animEffect>
                                  </p:childTnLst>
                                </p:cTn>
                              </p:par>
                            </p:childTnLst>
                          </p:cTn>
                        </p:par>
                      </p:childTnLst>
                    </p:cTn>
                  </p:par>
                  <p:par>
                    <p:cTn id="52" fill="hold" nodeType="clickPar">
                      <p:stCondLst>
                        <p:cond delay="indefinite"/>
                      </p:stCondLst>
                      <p:childTnLst>
                        <p:par>
                          <p:cTn id="53" fill="hold" nodeType="after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7">
                                            <p:txEl>
                                              <p:pRg st="1" end="1"/>
                                            </p:txEl>
                                          </p:spTgt>
                                        </p:tgtEl>
                                        <p:attrNameLst>
                                          <p:attrName>style.visibility</p:attrName>
                                        </p:attrNameLst>
                                      </p:cBhvr>
                                      <p:to>
                                        <p:strVal val="visible"/>
                                      </p:to>
                                    </p:set>
                                    <p:animEffect transition="in" filter="blinds(horizontal)">
                                      <p:cBhvr>
                                        <p:cTn id="56"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P spid="9" grpId="0"/>
      <p:bldP spid="10" grpId="0" animBg="1"/>
      <p:bldP spid="1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9772AEB-527B-3B06-56A4-B362CE0C0517}"/>
              </a:ext>
            </a:extLst>
          </p:cNvPr>
          <p:cNvGrpSpPr/>
          <p:nvPr>
            <p:custDataLst>
              <p:tags r:id="rId1"/>
            </p:custDataLst>
          </p:nvPr>
        </p:nvGrpSpPr>
        <p:grpSpPr>
          <a:xfrm>
            <a:off x="108373" y="2730594"/>
            <a:ext cx="8962298" cy="2255973"/>
            <a:chOff x="276531" y="2730594"/>
            <a:chExt cx="8794140" cy="2255973"/>
          </a:xfrm>
        </p:grpSpPr>
        <p:sp>
          <p:nvSpPr>
            <p:cNvPr id="6" name="矩形 37">
              <a:extLst>
                <a:ext uri="{FF2B5EF4-FFF2-40B4-BE49-F238E27FC236}">
                  <a16:creationId xmlns:a16="http://schemas.microsoft.com/office/drawing/2014/main" id="{36B5B203-12AA-196A-7450-33CBB73BEF70}"/>
                </a:ext>
              </a:extLst>
            </p:cNvPr>
            <p:cNvSpPr>
              <a:spLocks noChangeArrowheads="1"/>
            </p:cNvSpPr>
            <p:nvPr>
              <p:custDataLst>
                <p:tags r:id="rId8"/>
              </p:custDataLst>
            </p:nvPr>
          </p:nvSpPr>
          <p:spPr bwMode="auto">
            <a:xfrm>
              <a:off x="276531" y="2730594"/>
              <a:ext cx="8794140" cy="225597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F78C238B-FA44-783E-FBA1-03AF7F6565F0}"/>
                </a:ext>
              </a:extLst>
            </p:cNvPr>
            <p:cNvPicPr>
              <a:picLocks noChangeAspect="1"/>
            </p:cNvPicPr>
            <p:nvPr>
              <p:custDataLst>
                <p:tags r:id="rId9"/>
              </p:custDataLst>
            </p:nvPr>
          </p:nvPicPr>
          <p:blipFill>
            <a:blip r:embed="rId11"/>
            <a:srcRect l="16093" t="19040" r="16095" b="25092"/>
            <a:stretch>
              <a:fillRect/>
            </a:stretch>
          </p:blipFill>
          <p:spPr>
            <a:xfrm>
              <a:off x="276531" y="2782727"/>
              <a:ext cx="895256" cy="403945"/>
            </a:xfrm>
            <a:prstGeom prst="rect">
              <a:avLst/>
            </a:prstGeom>
          </p:spPr>
        </p:pic>
      </p:grpSp>
      <p:sp>
        <p:nvSpPr>
          <p:cNvPr id="2" name="文本占位符 71682">
            <a:extLst>
              <a:ext uri="{FF2B5EF4-FFF2-40B4-BE49-F238E27FC236}">
                <a16:creationId xmlns:a16="http://schemas.microsoft.com/office/drawing/2014/main" id="{70C299C0-C2D3-6CF7-1A3B-955307EDC1A0}"/>
              </a:ext>
            </a:extLst>
          </p:cNvPr>
          <p:cNvSpPr txBox="1"/>
          <p:nvPr>
            <p:custDataLst>
              <p:tags r:id="rId2"/>
            </p:custDataLst>
          </p:nvPr>
        </p:nvSpPr>
        <p:spPr>
          <a:xfrm>
            <a:off x="-17954" y="568339"/>
            <a:ext cx="8851722" cy="2153538"/>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457200">
              <a:lnSpc>
                <a:spcPts val="3200"/>
              </a:lnSpc>
              <a:spcBef>
                <a:spcPct val="0"/>
              </a:spcBef>
              <a:spcAft>
                <a:spcPct val="0"/>
              </a:spcAft>
              <a:buClr>
                <a:schemeClr val="hlink"/>
              </a:buClr>
              <a:buSzPct val="65000"/>
              <a:buFont typeface="Wingdings" panose="05000000000000000000" pitchFamily="2" charset="2"/>
              <a:buNone/>
            </a:pPr>
            <a:r>
              <a:rPr lang="en-US" altLang="zh-CN"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地球表面附近的物体受重力作用，下列说法正确的是（　　）</a:t>
            </a:r>
          </a:p>
          <a:p>
            <a:pPr marL="0" indent="684000">
              <a:lnSpc>
                <a:spcPts val="3200"/>
              </a:lnSpc>
              <a:spcBef>
                <a:spcPct val="0"/>
              </a:spcBef>
              <a:spcAft>
                <a:spcPct val="0"/>
              </a:spcAft>
              <a:buClr>
                <a:schemeClr val="hlink"/>
              </a:buClr>
              <a:buSzPct val="65000"/>
              <a:buFont typeface="Wingdings" panose="05000000000000000000" pitchFamily="2" charset="2"/>
              <a:buNone/>
            </a:pPr>
            <a:r>
              <a:rPr lang="en-US" altLang="zh-CN"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．重力的施力物体不一定是地球</a:t>
            </a:r>
          </a:p>
          <a:p>
            <a:pPr marL="0" indent="684000">
              <a:lnSpc>
                <a:spcPts val="3200"/>
              </a:lnSpc>
              <a:spcBef>
                <a:spcPct val="0"/>
              </a:spcBef>
              <a:spcAft>
                <a:spcPct val="0"/>
              </a:spcAft>
              <a:buClr>
                <a:schemeClr val="hlink"/>
              </a:buClr>
              <a:buSzPct val="65000"/>
              <a:buFont typeface="Wingdings" panose="05000000000000000000" pitchFamily="2" charset="2"/>
              <a:buNone/>
            </a:pPr>
            <a:r>
              <a:rPr lang="en-US" altLang="zh-CN"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．重力的方向总是垂直向下</a:t>
            </a:r>
          </a:p>
          <a:p>
            <a:pPr marL="0" indent="684000">
              <a:lnSpc>
                <a:spcPts val="3200"/>
              </a:lnSpc>
              <a:spcBef>
                <a:spcPct val="0"/>
              </a:spcBef>
              <a:spcAft>
                <a:spcPct val="0"/>
              </a:spcAft>
              <a:buClr>
                <a:schemeClr val="hlink"/>
              </a:buClr>
              <a:buSzPct val="65000"/>
              <a:buFont typeface="Wingdings" panose="05000000000000000000" pitchFamily="2" charset="2"/>
              <a:buNone/>
            </a:pPr>
            <a:r>
              <a:rPr lang="en-US" altLang="zh-CN"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．在不同的地点， </a:t>
            </a:r>
            <a:r>
              <a:rPr lang="en-US" altLang="zh-CN" sz="2100" i="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G/m</a:t>
            </a:r>
            <a:r>
              <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比值总是相同的</a:t>
            </a:r>
          </a:p>
          <a:p>
            <a:pPr marL="0" indent="684000">
              <a:lnSpc>
                <a:spcPts val="3200"/>
              </a:lnSpc>
              <a:spcBef>
                <a:spcPct val="0"/>
              </a:spcBef>
              <a:spcAft>
                <a:spcPct val="0"/>
              </a:spcAft>
              <a:buClr>
                <a:schemeClr val="hlink"/>
              </a:buClr>
              <a:buSzPct val="65000"/>
              <a:buFont typeface="Wingdings" panose="05000000000000000000" pitchFamily="2" charset="2"/>
              <a:buNone/>
            </a:pPr>
            <a:r>
              <a:rPr lang="en-US" altLang="zh-CN"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．物体的重心不一定在物体上</a:t>
            </a:r>
          </a:p>
        </p:txBody>
      </p:sp>
      <p:sp>
        <p:nvSpPr>
          <p:cNvPr id="4" name="文本框 71684">
            <a:extLst>
              <a:ext uri="{FF2B5EF4-FFF2-40B4-BE49-F238E27FC236}">
                <a16:creationId xmlns:a16="http://schemas.microsoft.com/office/drawing/2014/main" id="{8797E8FB-7BB9-2BC7-142E-FEC0D5CDED9E}"/>
              </a:ext>
            </a:extLst>
          </p:cNvPr>
          <p:cNvSpPr/>
          <p:nvPr>
            <p:custDataLst>
              <p:tags r:id="rId3"/>
            </p:custDataLst>
          </p:nvPr>
        </p:nvSpPr>
        <p:spPr>
          <a:xfrm>
            <a:off x="7204391" y="588354"/>
            <a:ext cx="1061509" cy="437427"/>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lvl="0" indent="457200">
              <a:lnSpc>
                <a:spcPts val="2900"/>
              </a:lnSpc>
              <a:spcBef>
                <a:spcPct val="0"/>
              </a:spcBef>
            </a:pPr>
            <a:r>
              <a:rPr lang="en-US" altLang="zh-CN" sz="22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D  </a:t>
            </a:r>
          </a:p>
        </p:txBody>
      </p:sp>
      <p:sp>
        <p:nvSpPr>
          <p:cNvPr id="14" name="内容占位符 2">
            <a:extLst>
              <a:ext uri="{FF2B5EF4-FFF2-40B4-BE49-F238E27FC236}">
                <a16:creationId xmlns:a16="http://schemas.microsoft.com/office/drawing/2014/main" id="{A8684FDE-1453-30A0-9670-78BDD7BE2819}"/>
              </a:ext>
            </a:extLst>
          </p:cNvPr>
          <p:cNvSpPr txBox="1"/>
          <p:nvPr>
            <p:custDataLst>
              <p:tags r:id="rId4"/>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2BD01219-170C-25E4-BFD6-62AC8C564041}"/>
              </a:ext>
            </a:extLst>
          </p:cNvPr>
          <p:cNvSpPr txBox="1"/>
          <p:nvPr>
            <p:custDataLst>
              <p:tags r:id="rId5"/>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15" name="文本框 14">
            <a:extLst>
              <a:ext uri="{FF2B5EF4-FFF2-40B4-BE49-F238E27FC236}">
                <a16:creationId xmlns:a16="http://schemas.microsoft.com/office/drawing/2014/main" id="{8CD2AA47-9456-9ED4-340B-9FB5E9C95D29}"/>
              </a:ext>
            </a:extLst>
          </p:cNvPr>
          <p:cNvSpPr txBox="1"/>
          <p:nvPr>
            <p:custDataLst>
              <p:tags r:id="rId6"/>
            </p:custDataLst>
          </p:nvPr>
        </p:nvSpPr>
        <p:spPr>
          <a:xfrm>
            <a:off x="564560" y="2760903"/>
            <a:ext cx="8122402" cy="2067361"/>
          </a:xfrm>
          <a:prstGeom prst="rect">
            <a:avLst/>
          </a:prstGeom>
          <a:noFill/>
        </p:spPr>
        <p:txBody>
          <a:bodyPr wrap="square">
            <a:spAutoFit/>
          </a:bodyPr>
          <a:lstStyle/>
          <a:p>
            <a:pPr lvl="0" indent="457200">
              <a:lnSpc>
                <a:spcPts val="2600"/>
              </a:lnSpc>
              <a:defRPr/>
            </a:pPr>
            <a:r>
              <a:rPr lang="en-US" altLang="zh-CN" sz="1900">
                <a:solidFill>
                  <a:prstClr val="white"/>
                </a:solidFill>
                <a:cs typeface="Times New Roman" panose="02020603050405020304" pitchFamily="18" charset="0"/>
              </a:rPr>
              <a:t>A</a:t>
            </a:r>
            <a:r>
              <a:rPr lang="zh-CN" altLang="en-US" sz="1900">
                <a:solidFill>
                  <a:prstClr val="white"/>
                </a:solidFill>
                <a:cs typeface="Times New Roman" panose="02020603050405020304" pitchFamily="18" charset="0"/>
              </a:rPr>
              <a:t>．物体由于受到地球的吸引而受到的力叫重力，所以重力的施力物体是地球，故</a:t>
            </a:r>
            <a:r>
              <a:rPr lang="en-US" altLang="zh-CN" sz="1900">
                <a:solidFill>
                  <a:prstClr val="white"/>
                </a:solidFill>
                <a:cs typeface="Times New Roman" panose="02020603050405020304" pitchFamily="18" charset="0"/>
              </a:rPr>
              <a:t>A</a:t>
            </a:r>
            <a:r>
              <a:rPr lang="zh-CN" altLang="en-US" sz="1900">
                <a:solidFill>
                  <a:prstClr val="white"/>
                </a:solidFill>
                <a:cs typeface="Times New Roman" panose="02020603050405020304" pitchFamily="18" charset="0"/>
              </a:rPr>
              <a:t>错误；</a:t>
            </a:r>
          </a:p>
          <a:p>
            <a:pPr lvl="0" indent="457200">
              <a:lnSpc>
                <a:spcPts val="2600"/>
              </a:lnSpc>
              <a:defRPr/>
            </a:pPr>
            <a:r>
              <a:rPr lang="en-US" altLang="zh-CN" sz="1900">
                <a:solidFill>
                  <a:prstClr val="white"/>
                </a:solidFill>
                <a:cs typeface="Times New Roman" panose="02020603050405020304" pitchFamily="18" charset="0"/>
              </a:rPr>
              <a:t>B</a:t>
            </a:r>
            <a:r>
              <a:rPr lang="zh-CN" altLang="en-US" sz="1900">
                <a:solidFill>
                  <a:prstClr val="white"/>
                </a:solidFill>
                <a:cs typeface="Times New Roman" panose="02020603050405020304" pitchFamily="18" charset="0"/>
              </a:rPr>
              <a:t>．重力的方向总是竖直向下，故</a:t>
            </a:r>
            <a:r>
              <a:rPr lang="en-US" altLang="zh-CN" sz="1900">
                <a:solidFill>
                  <a:prstClr val="white"/>
                </a:solidFill>
                <a:cs typeface="Times New Roman" panose="02020603050405020304" pitchFamily="18" charset="0"/>
              </a:rPr>
              <a:t>B</a:t>
            </a:r>
            <a:r>
              <a:rPr lang="zh-CN" altLang="en-US" sz="1900">
                <a:solidFill>
                  <a:prstClr val="white"/>
                </a:solidFill>
                <a:cs typeface="Times New Roman" panose="02020603050405020304" pitchFamily="18" charset="0"/>
              </a:rPr>
              <a:t>错误；</a:t>
            </a:r>
          </a:p>
          <a:p>
            <a:pPr lvl="0" indent="457200">
              <a:lnSpc>
                <a:spcPts val="2600"/>
              </a:lnSpc>
              <a:defRPr/>
            </a:pPr>
            <a:r>
              <a:rPr lang="en-US" altLang="zh-CN" sz="1900">
                <a:solidFill>
                  <a:prstClr val="white"/>
                </a:solidFill>
                <a:cs typeface="Times New Roman" panose="02020603050405020304" pitchFamily="18" charset="0"/>
              </a:rPr>
              <a:t>C</a:t>
            </a:r>
            <a:r>
              <a:rPr lang="zh-CN" altLang="en-US" sz="1900">
                <a:solidFill>
                  <a:prstClr val="white"/>
                </a:solidFill>
                <a:cs typeface="Times New Roman" panose="02020603050405020304" pitchFamily="18" charset="0"/>
              </a:rPr>
              <a:t>．在不同的地点，</a:t>
            </a:r>
            <a:r>
              <a:rPr lang="en-US" altLang="zh-CN" sz="2100" i="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spc="-10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G/m</a:t>
            </a:r>
            <a:r>
              <a:rPr lang="zh-CN" altLang="en-US" sz="2000">
                <a:solidFill>
                  <a:schemeClr val="bg1"/>
                </a:solidFill>
                <a:cs typeface="Times New Roman" panose="02020603050405020304" pitchFamily="18" charset="0"/>
              </a:rPr>
              <a:t> </a:t>
            </a:r>
            <a:r>
              <a:rPr lang="zh-CN" altLang="en-US" sz="1900">
                <a:solidFill>
                  <a:prstClr val="white"/>
                </a:solidFill>
                <a:cs typeface="Times New Roman" panose="02020603050405020304" pitchFamily="18" charset="0"/>
              </a:rPr>
              <a:t>的比值</a:t>
            </a:r>
            <a:r>
              <a:rPr lang="en-US" altLang="zh-CN" sz="1900">
                <a:solidFill>
                  <a:prstClr val="white"/>
                </a:solidFill>
                <a:cs typeface="Times New Roman" panose="02020603050405020304" pitchFamily="18" charset="0"/>
              </a:rPr>
              <a:t>g</a:t>
            </a:r>
            <a:r>
              <a:rPr lang="zh-CN" altLang="en-US" sz="1900">
                <a:solidFill>
                  <a:prstClr val="white"/>
                </a:solidFill>
                <a:cs typeface="Times New Roman" panose="02020603050405020304" pitchFamily="18" charset="0"/>
              </a:rPr>
              <a:t>是不同的，略有差别，故</a:t>
            </a:r>
            <a:r>
              <a:rPr lang="en-US" altLang="zh-CN" sz="1900">
                <a:solidFill>
                  <a:prstClr val="white"/>
                </a:solidFill>
                <a:cs typeface="Times New Roman" panose="02020603050405020304" pitchFamily="18" charset="0"/>
              </a:rPr>
              <a:t>C</a:t>
            </a:r>
            <a:r>
              <a:rPr lang="zh-CN" altLang="en-US" sz="1900">
                <a:solidFill>
                  <a:prstClr val="white"/>
                </a:solidFill>
                <a:cs typeface="Times New Roman" panose="02020603050405020304" pitchFamily="18" charset="0"/>
              </a:rPr>
              <a:t>错误；</a:t>
            </a:r>
          </a:p>
          <a:p>
            <a:pPr lvl="0" indent="457200">
              <a:lnSpc>
                <a:spcPts val="2600"/>
              </a:lnSpc>
              <a:defRPr/>
            </a:pPr>
            <a:r>
              <a:rPr lang="en-US" altLang="zh-CN" sz="1900">
                <a:solidFill>
                  <a:srgbClr val="FFFF00"/>
                </a:solidFill>
                <a:cs typeface="Times New Roman" panose="02020603050405020304" pitchFamily="18" charset="0"/>
              </a:rPr>
              <a:t>D</a:t>
            </a:r>
            <a:r>
              <a:rPr lang="zh-CN" altLang="en-US" sz="1900">
                <a:solidFill>
                  <a:srgbClr val="FFFF00"/>
                </a:solidFill>
                <a:cs typeface="Times New Roman" panose="02020603050405020304" pitchFamily="18" charset="0"/>
              </a:rPr>
              <a:t>．具有规则的几何外形、质量分布均匀的物体的重心在其几何中心处，几何中心不一定在物体上，如圆环的重心在环心上，故</a:t>
            </a:r>
            <a:r>
              <a:rPr lang="en-US" altLang="zh-CN" sz="1900">
                <a:solidFill>
                  <a:srgbClr val="FFFF00"/>
                </a:solidFill>
                <a:cs typeface="Times New Roman" panose="02020603050405020304" pitchFamily="18" charset="0"/>
              </a:rPr>
              <a:t>D</a:t>
            </a:r>
            <a:r>
              <a:rPr lang="zh-CN" altLang="en-US" sz="1900">
                <a:solidFill>
                  <a:srgbClr val="FFFF00"/>
                </a:solidFill>
                <a:cs typeface="Times New Roman" panose="02020603050405020304" pitchFamily="18" charset="0"/>
              </a:rPr>
              <a:t>正确。</a:t>
            </a:r>
          </a:p>
        </p:txBody>
      </p:sp>
      <p:sp>
        <p:nvSpPr>
          <p:cNvPr id="16" name="文本框 15">
            <a:extLst>
              <a:ext uri="{FF2B5EF4-FFF2-40B4-BE49-F238E27FC236}">
                <a16:creationId xmlns:a16="http://schemas.microsoft.com/office/drawing/2014/main" id="{68101C15-199B-CA66-D390-15CA3AB6899F}"/>
              </a:ext>
            </a:extLst>
          </p:cNvPr>
          <p:cNvSpPr txBox="1"/>
          <p:nvPr>
            <p:custDataLst>
              <p:tags r:id="rId7"/>
            </p:custDataLst>
          </p:nvPr>
        </p:nvSpPr>
        <p:spPr>
          <a:xfrm>
            <a:off x="7696273" y="3458470"/>
            <a:ext cx="1608666" cy="400110"/>
          </a:xfrm>
          <a:prstGeom prst="rect">
            <a:avLst/>
          </a:prstGeom>
          <a:noFill/>
        </p:spPr>
        <p:txBody>
          <a:bodyPr wrap="square">
            <a:spAutoFit/>
          </a:bodyPr>
          <a:lstStyle/>
          <a:p>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所以选</a:t>
            </a:r>
            <a:r>
              <a:rPr kumimoji="0" lang="en-US" altLang="zh-CN"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D</a:t>
            </a:r>
            <a:endParaRPr lang="zh-CN" altLang="en-US"/>
          </a:p>
        </p:txBody>
      </p:sp>
    </p:spTree>
    <p:extLst>
      <p:ext uri="{BB962C8B-B14F-4D97-AF65-F5344CB8AC3E}">
        <p14:creationId xmlns:p14="http://schemas.microsoft.com/office/powerpoint/2010/main" val="282301818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linds(horizont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linds(horizontal)">
                                      <p:cBhvr>
                                        <p:cTn id="17" dur="500"/>
                                        <p:tgtEl>
                                          <p:spTgt spid="15">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blinds(horizontal)">
                                      <p:cBhvr>
                                        <p:cTn id="22" dur="500"/>
                                        <p:tgtEl>
                                          <p:spTgt spid="15">
                                            <p:txEl>
                                              <p:pRg st="2" end="2"/>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blinds(horizontal)">
                                      <p:cBhvr>
                                        <p:cTn id="27" dur="500"/>
                                        <p:tgtEl>
                                          <p:spTgt spid="15">
                                            <p:txEl>
                                              <p:pRg st="3" end="3"/>
                                            </p:txEl>
                                          </p:spTgt>
                                        </p:tgtEl>
                                      </p:cBhvr>
                                    </p:animEffect>
                                  </p:childTnLst>
                                </p:cTn>
                              </p:par>
                              <p:par>
                                <p:cTn id="28" presetID="31"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750" fill="hold"/>
                                        <p:tgtEl>
                                          <p:spTgt spid="16"/>
                                        </p:tgtEl>
                                        <p:attrNameLst>
                                          <p:attrName>ppt_w</p:attrName>
                                        </p:attrNameLst>
                                      </p:cBhvr>
                                      <p:tavLst>
                                        <p:tav tm="0">
                                          <p:val>
                                            <p:fltVal val="0"/>
                                          </p:val>
                                        </p:tav>
                                        <p:tav tm="100000">
                                          <p:val>
                                            <p:strVal val="#ppt_w"/>
                                          </p:val>
                                        </p:tav>
                                      </p:tavLst>
                                    </p:anim>
                                    <p:anim calcmode="lin" valueType="num">
                                      <p:cBhvr>
                                        <p:cTn id="31" dur="750" fill="hold"/>
                                        <p:tgtEl>
                                          <p:spTgt spid="16"/>
                                        </p:tgtEl>
                                        <p:attrNameLst>
                                          <p:attrName>ppt_h</p:attrName>
                                        </p:attrNameLst>
                                      </p:cBhvr>
                                      <p:tavLst>
                                        <p:tav tm="0">
                                          <p:val>
                                            <p:fltVal val="0"/>
                                          </p:val>
                                        </p:tav>
                                        <p:tav tm="100000">
                                          <p:val>
                                            <p:strVal val="#ppt_h"/>
                                          </p:val>
                                        </p:tav>
                                      </p:tavLst>
                                    </p:anim>
                                    <p:anim calcmode="lin" valueType="num">
                                      <p:cBhvr>
                                        <p:cTn id="32" dur="750" fill="hold"/>
                                        <p:tgtEl>
                                          <p:spTgt spid="16"/>
                                        </p:tgtEl>
                                        <p:attrNameLst>
                                          <p:attrName>style.rotation</p:attrName>
                                        </p:attrNameLst>
                                      </p:cBhvr>
                                      <p:tavLst>
                                        <p:tav tm="0">
                                          <p:val>
                                            <p:fltVal val="90"/>
                                          </p:val>
                                        </p:tav>
                                        <p:tav tm="100000">
                                          <p:val>
                                            <p:fltVal val="0"/>
                                          </p:val>
                                        </p:tav>
                                      </p:tavLst>
                                    </p:anim>
                                    <p:animEffect transition="in" filter="fade">
                                      <p:cBhvr>
                                        <p:cTn id="33" dur="750"/>
                                        <p:tgtEl>
                                          <p:spTgt spid="16"/>
                                        </p:tgtEl>
                                      </p:cBhvr>
                                    </p:animEffect>
                                  </p:childTnLst>
                                </p:cTn>
                              </p:par>
                              <p:par>
                                <p:cTn id="34" presetID="26" presetClass="entr" presetSubtype="0" fill="hold" grpId="0"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down)">
                                      <p:cBhvr>
                                        <p:cTn id="36" dur="435">
                                          <p:stCondLst>
                                            <p:cond delay="0"/>
                                          </p:stCondLst>
                                        </p:cTn>
                                        <p:tgtEl>
                                          <p:spTgt spid="4"/>
                                        </p:tgtEl>
                                      </p:cBhvr>
                                    </p:animEffect>
                                    <p:anim calcmode="lin" valueType="num">
                                      <p:cBhvr>
                                        <p:cTn id="37"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38"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39"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40"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41"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42" dur="20">
                                          <p:stCondLst>
                                            <p:cond delay="487"/>
                                          </p:stCondLst>
                                        </p:cTn>
                                        <p:tgtEl>
                                          <p:spTgt spid="4"/>
                                        </p:tgtEl>
                                      </p:cBhvr>
                                      <p:to x="100000" y="60000"/>
                                    </p:animScale>
                                    <p:animScale>
                                      <p:cBhvr>
                                        <p:cTn id="43" dur="124" decel="50000">
                                          <p:stCondLst>
                                            <p:cond delay="507"/>
                                          </p:stCondLst>
                                        </p:cTn>
                                        <p:tgtEl>
                                          <p:spTgt spid="4"/>
                                        </p:tgtEl>
                                      </p:cBhvr>
                                      <p:to x="100000" y="100000"/>
                                    </p:animScale>
                                    <p:animScale>
                                      <p:cBhvr>
                                        <p:cTn id="44" dur="20">
                                          <p:stCondLst>
                                            <p:cond delay="984"/>
                                          </p:stCondLst>
                                        </p:cTn>
                                        <p:tgtEl>
                                          <p:spTgt spid="4"/>
                                        </p:tgtEl>
                                      </p:cBhvr>
                                      <p:to x="100000" y="80000"/>
                                    </p:animScale>
                                    <p:animScale>
                                      <p:cBhvr>
                                        <p:cTn id="45" dur="124" decel="50000">
                                          <p:stCondLst>
                                            <p:cond delay="1004"/>
                                          </p:stCondLst>
                                        </p:cTn>
                                        <p:tgtEl>
                                          <p:spTgt spid="4"/>
                                        </p:tgtEl>
                                      </p:cBhvr>
                                      <p:to x="100000" y="100000"/>
                                    </p:animScale>
                                    <p:animScale>
                                      <p:cBhvr>
                                        <p:cTn id="46" dur="20">
                                          <p:stCondLst>
                                            <p:cond delay="1231"/>
                                          </p:stCondLst>
                                        </p:cTn>
                                        <p:tgtEl>
                                          <p:spTgt spid="4"/>
                                        </p:tgtEl>
                                      </p:cBhvr>
                                      <p:to x="100000" y="90000"/>
                                    </p:animScale>
                                    <p:animScale>
                                      <p:cBhvr>
                                        <p:cTn id="47" dur="124" decel="50000">
                                          <p:stCondLst>
                                            <p:cond delay="1251"/>
                                          </p:stCondLst>
                                        </p:cTn>
                                        <p:tgtEl>
                                          <p:spTgt spid="4"/>
                                        </p:tgtEl>
                                      </p:cBhvr>
                                      <p:to x="100000" y="100000"/>
                                    </p:animScale>
                                    <p:animScale>
                                      <p:cBhvr>
                                        <p:cTn id="48" dur="20">
                                          <p:stCondLst>
                                            <p:cond delay="1356"/>
                                          </p:stCondLst>
                                        </p:cTn>
                                        <p:tgtEl>
                                          <p:spTgt spid="4"/>
                                        </p:tgtEl>
                                      </p:cBhvr>
                                      <p:to x="100000" y="95000"/>
                                    </p:animScale>
                                    <p:animScale>
                                      <p:cBhvr>
                                        <p:cTn id="49" dur="124" decel="50000">
                                          <p:stCondLst>
                                            <p:cond delay="1376"/>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9772AEB-527B-3B06-56A4-B362CE0C0517}"/>
              </a:ext>
            </a:extLst>
          </p:cNvPr>
          <p:cNvGrpSpPr/>
          <p:nvPr>
            <p:custDataLst>
              <p:tags r:id="rId1"/>
            </p:custDataLst>
          </p:nvPr>
        </p:nvGrpSpPr>
        <p:grpSpPr>
          <a:xfrm>
            <a:off x="118332" y="2747689"/>
            <a:ext cx="8921658" cy="2255973"/>
            <a:chOff x="276531" y="2730594"/>
            <a:chExt cx="8794140" cy="2255973"/>
          </a:xfrm>
        </p:grpSpPr>
        <p:sp>
          <p:nvSpPr>
            <p:cNvPr id="6" name="矩形 37">
              <a:extLst>
                <a:ext uri="{FF2B5EF4-FFF2-40B4-BE49-F238E27FC236}">
                  <a16:creationId xmlns:a16="http://schemas.microsoft.com/office/drawing/2014/main" id="{36B5B203-12AA-196A-7450-33CBB73BEF70}"/>
                </a:ext>
              </a:extLst>
            </p:cNvPr>
            <p:cNvSpPr>
              <a:spLocks noChangeArrowheads="1"/>
            </p:cNvSpPr>
            <p:nvPr>
              <p:custDataLst>
                <p:tags r:id="rId10"/>
              </p:custDataLst>
            </p:nvPr>
          </p:nvSpPr>
          <p:spPr bwMode="auto">
            <a:xfrm>
              <a:off x="276531" y="2730594"/>
              <a:ext cx="8794140" cy="225597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F78C238B-FA44-783E-FBA1-03AF7F6565F0}"/>
                </a:ext>
              </a:extLst>
            </p:cNvPr>
            <p:cNvPicPr>
              <a:picLocks noChangeAspect="1"/>
            </p:cNvPicPr>
            <p:nvPr>
              <p:custDataLst>
                <p:tags r:id="rId11"/>
              </p:custDataLst>
            </p:nvPr>
          </p:nvPicPr>
          <p:blipFill>
            <a:blip r:embed="rId13"/>
            <a:srcRect l="16093" t="19040" r="16095" b="25092"/>
            <a:stretch>
              <a:fillRect/>
            </a:stretch>
          </p:blipFill>
          <p:spPr>
            <a:xfrm>
              <a:off x="276531" y="2782727"/>
              <a:ext cx="1030722" cy="403945"/>
            </a:xfrm>
            <a:prstGeom prst="rect">
              <a:avLst/>
            </a:prstGeom>
          </p:spPr>
        </p:pic>
      </p:grpSp>
      <p:pic>
        <p:nvPicPr>
          <p:cNvPr id="9" name="图片 8">
            <a:extLst>
              <a:ext uri="{FF2B5EF4-FFF2-40B4-BE49-F238E27FC236}">
                <a16:creationId xmlns:a16="http://schemas.microsoft.com/office/drawing/2014/main" id="{F71B6149-D957-3968-600D-6F69C5318400}"/>
              </a:ext>
            </a:extLst>
          </p:cNvPr>
          <p:cNvPicPr>
            <a:picLocks noChangeAspect="1"/>
          </p:cNvPicPr>
          <p:nvPr>
            <p:custDataLst>
              <p:tags r:id="rId2"/>
            </p:custDataLst>
          </p:nvPr>
        </p:nvPicPr>
        <p:blipFill>
          <a:blip r:embed="rId14"/>
          <a:stretch>
            <a:fillRect/>
          </a:stretch>
        </p:blipFill>
        <p:spPr>
          <a:xfrm>
            <a:off x="7001640" y="1040767"/>
            <a:ext cx="2038350" cy="1466850"/>
          </a:xfrm>
          <a:prstGeom prst="rect">
            <a:avLst/>
          </a:prstGeom>
        </p:spPr>
      </p:pic>
      <p:sp>
        <p:nvSpPr>
          <p:cNvPr id="2" name="文本占位符 71682">
            <a:extLst>
              <a:ext uri="{FF2B5EF4-FFF2-40B4-BE49-F238E27FC236}">
                <a16:creationId xmlns:a16="http://schemas.microsoft.com/office/drawing/2014/main" id="{70C299C0-C2D3-6CF7-1A3B-955307EDC1A0}"/>
              </a:ext>
            </a:extLst>
          </p:cNvPr>
          <p:cNvSpPr txBox="1"/>
          <p:nvPr>
            <p:custDataLst>
              <p:tags r:id="rId3"/>
            </p:custDataLst>
          </p:nvPr>
        </p:nvSpPr>
        <p:spPr>
          <a:xfrm>
            <a:off x="609600" y="568339"/>
            <a:ext cx="6594791" cy="2153538"/>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457200">
              <a:lnSpc>
                <a:spcPts val="3200"/>
              </a:lnSpc>
              <a:spcBef>
                <a:spcPct val="0"/>
              </a:spcBef>
              <a:spcAft>
                <a:spcPct val="0"/>
              </a:spcAft>
              <a:buClr>
                <a:schemeClr val="hlink"/>
              </a:buClr>
              <a:buSzPct val="65000"/>
              <a:buFont typeface="Wingdings" panose="05000000000000000000" pitchFamily="2" charset="2"/>
              <a:buNone/>
            </a:pPr>
            <a:r>
              <a:rPr lang="en-US" altLang="zh-CN"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100" b="1"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如图和重力有关的实验中，缓慢改变木板的倾角</a:t>
            </a:r>
            <a:r>
              <a:rPr lang="en-US" altLang="zh-CN"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，悬线</a:t>
            </a:r>
            <a:r>
              <a:rPr lang="en-US" altLang="zh-CN"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OA</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和图中虚线的夹角</a:t>
            </a:r>
            <a:r>
              <a:rPr lang="en-US" altLang="zh-CN"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α_________</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（选填“改变”或“不改变”），悬线始终竖直，由此可知重力的方向</a:t>
            </a:r>
            <a:r>
              <a:rPr lang="en-US" altLang="zh-CN"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_____________</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。实验中小周同学不断改变铁架台底面与水平桌面间的倾角，是为了</a:t>
            </a:r>
            <a:r>
              <a:rPr lang="en-US" altLang="zh-CN"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_________________</a:t>
            </a:r>
            <a:r>
              <a:rPr lang="zh-CN" altLang="en-US" sz="2100" spc="-11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100" spc="-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71684">
            <a:extLst>
              <a:ext uri="{FF2B5EF4-FFF2-40B4-BE49-F238E27FC236}">
                <a16:creationId xmlns:a16="http://schemas.microsoft.com/office/drawing/2014/main" id="{8797E8FB-7BB9-2BC7-142E-FEC0D5CDED9E}"/>
              </a:ext>
            </a:extLst>
          </p:cNvPr>
          <p:cNvSpPr/>
          <p:nvPr>
            <p:custDataLst>
              <p:tags r:id="rId4"/>
            </p:custDataLst>
          </p:nvPr>
        </p:nvSpPr>
        <p:spPr>
          <a:xfrm>
            <a:off x="4219891" y="1006517"/>
            <a:ext cx="1351652" cy="400110"/>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lvl="0" indent="457200">
              <a:spcBef>
                <a:spcPct val="0"/>
              </a:spcBef>
              <a:spcAft>
                <a:spcPct val="0"/>
              </a:spcAft>
            </a:pPr>
            <a:r>
              <a:rPr lang="en-US"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改变</a:t>
            </a:r>
            <a:r>
              <a:rPr lang="en-US" altLang="zh-CN"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14" name="内容占位符 2">
            <a:extLst>
              <a:ext uri="{FF2B5EF4-FFF2-40B4-BE49-F238E27FC236}">
                <a16:creationId xmlns:a16="http://schemas.microsoft.com/office/drawing/2014/main" id="{A8684FDE-1453-30A0-9670-78BDD7BE2819}"/>
              </a:ext>
            </a:extLst>
          </p:cNvPr>
          <p:cNvSpPr txBox="1"/>
          <p:nvPr>
            <p:custDataLst>
              <p:tags r:id="rId5"/>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2BD01219-170C-25E4-BFD6-62AC8C564041}"/>
              </a:ext>
            </a:extLst>
          </p:cNvPr>
          <p:cNvSpPr txBox="1"/>
          <p:nvPr>
            <p:custDataLst>
              <p:tags r:id="rId6"/>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15" name="文本框 14">
            <a:extLst>
              <a:ext uri="{FF2B5EF4-FFF2-40B4-BE49-F238E27FC236}">
                <a16:creationId xmlns:a16="http://schemas.microsoft.com/office/drawing/2014/main" id="{8CD2AA47-9456-9ED4-340B-9FB5E9C95D29}"/>
              </a:ext>
            </a:extLst>
          </p:cNvPr>
          <p:cNvSpPr txBox="1"/>
          <p:nvPr>
            <p:custDataLst>
              <p:tags r:id="rId7"/>
            </p:custDataLst>
          </p:nvPr>
        </p:nvSpPr>
        <p:spPr>
          <a:xfrm>
            <a:off x="647700" y="2889933"/>
            <a:ext cx="8122402" cy="1983620"/>
          </a:xfrm>
          <a:prstGeom prst="rect">
            <a:avLst/>
          </a:prstGeom>
          <a:noFill/>
        </p:spPr>
        <p:txBody>
          <a:bodyPr wrap="square">
            <a:spAutoFit/>
          </a:bodyPr>
          <a:lstStyle/>
          <a:p>
            <a:pPr lvl="0" indent="457200">
              <a:lnSpc>
                <a:spcPts val="3000"/>
              </a:lnSpc>
              <a:defRPr/>
            </a:pPr>
            <a:r>
              <a:rPr lang="en-US" altLang="zh-CN" sz="2100">
                <a:solidFill>
                  <a:prstClr val="white"/>
                </a:solidFill>
                <a:cs typeface="Times New Roman" panose="02020603050405020304" pitchFamily="18" charset="0"/>
              </a:rPr>
              <a:t> </a:t>
            </a:r>
            <a:r>
              <a:rPr lang="zh-CN" altLang="en-US" sz="2100">
                <a:solidFill>
                  <a:prstClr val="white"/>
                </a:solidFill>
                <a:cs typeface="Times New Roman" panose="02020603050405020304" pitchFamily="18" charset="0"/>
              </a:rPr>
              <a:t>由于重力的方向总是竖直向下的，所以重锤线的方向总竖直向下；当缓慢改变木板的倾角</a:t>
            </a:r>
            <a:r>
              <a:rPr lang="en-US" altLang="zh-CN" sz="2100">
                <a:solidFill>
                  <a:prstClr val="white"/>
                </a:solidFill>
                <a:cs typeface="Times New Roman" panose="02020603050405020304" pitchFamily="18" charset="0"/>
              </a:rPr>
              <a:t>β</a:t>
            </a:r>
            <a:r>
              <a:rPr lang="zh-CN" altLang="en-US" sz="2100">
                <a:solidFill>
                  <a:prstClr val="white"/>
                </a:solidFill>
                <a:cs typeface="Times New Roman" panose="02020603050405020304" pitchFamily="18" charset="0"/>
              </a:rPr>
              <a:t>，悬线</a:t>
            </a:r>
            <a:r>
              <a:rPr lang="en-US" altLang="zh-CN" sz="2100">
                <a:solidFill>
                  <a:prstClr val="white"/>
                </a:solidFill>
                <a:cs typeface="Times New Roman" panose="02020603050405020304" pitchFamily="18" charset="0"/>
              </a:rPr>
              <a:t>OA</a:t>
            </a:r>
            <a:r>
              <a:rPr lang="zh-CN" altLang="en-US" sz="2100">
                <a:solidFill>
                  <a:prstClr val="white"/>
                </a:solidFill>
                <a:cs typeface="Times New Roman" panose="02020603050405020304" pitchFamily="18" charset="0"/>
              </a:rPr>
              <a:t>和图中虚线的夹角</a:t>
            </a:r>
            <a:r>
              <a:rPr lang="en-US" altLang="zh-CN" sz="2100">
                <a:solidFill>
                  <a:prstClr val="white"/>
                </a:solidFill>
                <a:cs typeface="Times New Roman" panose="02020603050405020304" pitchFamily="18" charset="0"/>
              </a:rPr>
              <a:t>α</a:t>
            </a:r>
            <a:r>
              <a:rPr lang="zh-CN" altLang="en-US" sz="2100">
                <a:solidFill>
                  <a:prstClr val="white"/>
                </a:solidFill>
                <a:cs typeface="Times New Roman" panose="02020603050405020304" pitchFamily="18" charset="0"/>
              </a:rPr>
              <a:t>改变，悬线始终竖直，由此可知重力的方向竖直向下；</a:t>
            </a:r>
            <a:endParaRPr lang="en-US" altLang="zh-CN" sz="2100">
              <a:solidFill>
                <a:prstClr val="white"/>
              </a:solidFill>
              <a:cs typeface="Times New Roman" panose="02020603050405020304" pitchFamily="18" charset="0"/>
            </a:endParaRPr>
          </a:p>
          <a:p>
            <a:pPr lvl="0" indent="457200">
              <a:lnSpc>
                <a:spcPts val="3000"/>
              </a:lnSpc>
              <a:defRPr/>
            </a:pPr>
            <a:r>
              <a:rPr lang="zh-CN" altLang="en-US" sz="2100">
                <a:solidFill>
                  <a:srgbClr val="FFFF00"/>
                </a:solidFill>
                <a:cs typeface="Times New Roman" panose="02020603050405020304" pitchFamily="18" charset="0"/>
              </a:rPr>
              <a:t>实验过程中小周同学不断改变铁架台底面与水平桌面间的倾角，这样做是为了多次实验，寻找普遍规律。</a:t>
            </a:r>
          </a:p>
        </p:txBody>
      </p:sp>
      <p:sp>
        <p:nvSpPr>
          <p:cNvPr id="7" name="文本框 6">
            <a:extLst>
              <a:ext uri="{FF2B5EF4-FFF2-40B4-BE49-F238E27FC236}">
                <a16:creationId xmlns:a16="http://schemas.microsoft.com/office/drawing/2014/main" id="{CA9D2088-02D2-24A8-9BFF-AD7A49224240}"/>
              </a:ext>
            </a:extLst>
          </p:cNvPr>
          <p:cNvSpPr txBox="1"/>
          <p:nvPr>
            <p:custDataLst>
              <p:tags r:id="rId8"/>
            </p:custDataLst>
          </p:nvPr>
        </p:nvSpPr>
        <p:spPr>
          <a:xfrm>
            <a:off x="1140816" y="1842505"/>
            <a:ext cx="1785264" cy="400110"/>
          </a:xfrm>
          <a:prstGeom prst="rect">
            <a:avLst/>
          </a:prstGeom>
          <a:noFill/>
        </p:spPr>
        <p:txBody>
          <a:bodyPr wrap="square">
            <a:spAutoFit/>
          </a:bodyPr>
          <a:lstStyle/>
          <a:p>
            <a:r>
              <a:rPr lang="zh-CN" altLang="en-US"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竖直向下 </a:t>
            </a:r>
            <a:endParaRPr lang="zh-CN" altLang="en-US" sz="2000">
              <a:solidFill>
                <a:srgbClr val="FF0000"/>
              </a:solidFill>
            </a:endParaRPr>
          </a:p>
        </p:txBody>
      </p:sp>
      <p:sp>
        <p:nvSpPr>
          <p:cNvPr id="8" name="文本框 7">
            <a:extLst>
              <a:ext uri="{FF2B5EF4-FFF2-40B4-BE49-F238E27FC236}">
                <a16:creationId xmlns:a16="http://schemas.microsoft.com/office/drawing/2014/main" id="{B9EE845A-4A0D-7DFB-EB7B-2AD2B26C9D85}"/>
              </a:ext>
            </a:extLst>
          </p:cNvPr>
          <p:cNvSpPr txBox="1"/>
          <p:nvPr>
            <p:custDataLst>
              <p:tags r:id="rId9"/>
            </p:custDataLst>
          </p:nvPr>
        </p:nvSpPr>
        <p:spPr>
          <a:xfrm>
            <a:off x="3657600" y="2220019"/>
            <a:ext cx="3271520" cy="400110"/>
          </a:xfrm>
          <a:prstGeom prst="rect">
            <a:avLst/>
          </a:prstGeom>
          <a:noFill/>
        </p:spPr>
        <p:txBody>
          <a:bodyPr wrap="square">
            <a:spAutoFit/>
          </a:bodyPr>
          <a:lstStyle/>
          <a:p>
            <a:r>
              <a:rPr lang="zh-CN" altLang="en-US" sz="20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多次实验，寻找普遍规律</a:t>
            </a:r>
            <a:endParaRPr lang="zh-CN" altLang="en-US" sz="2000">
              <a:solidFill>
                <a:srgbClr val="FF0000"/>
              </a:solidFill>
            </a:endParaRPr>
          </a:p>
        </p:txBody>
      </p:sp>
    </p:spTree>
    <p:extLst>
      <p:ext uri="{BB962C8B-B14F-4D97-AF65-F5344CB8AC3E}">
        <p14:creationId xmlns:p14="http://schemas.microsoft.com/office/powerpoint/2010/main" val="8919042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linds(horizont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linds(horizontal)">
                                      <p:cBhvr>
                                        <p:cTn id="17" dur="500"/>
                                        <p:tgtEl>
                                          <p:spTgt spid="15">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26"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down)">
                                      <p:cBhvr>
                                        <p:cTn id="22" dur="435">
                                          <p:stCondLst>
                                            <p:cond delay="0"/>
                                          </p:stCondLst>
                                        </p:cTn>
                                        <p:tgtEl>
                                          <p:spTgt spid="4"/>
                                        </p:tgtEl>
                                      </p:cBhvr>
                                    </p:animEffect>
                                    <p:anim calcmode="lin" valueType="num">
                                      <p:cBhvr>
                                        <p:cTn id="23"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24"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25"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26"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27"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28" dur="20">
                                          <p:stCondLst>
                                            <p:cond delay="487"/>
                                          </p:stCondLst>
                                        </p:cTn>
                                        <p:tgtEl>
                                          <p:spTgt spid="4"/>
                                        </p:tgtEl>
                                      </p:cBhvr>
                                      <p:to x="100000" y="60000"/>
                                    </p:animScale>
                                    <p:animScale>
                                      <p:cBhvr>
                                        <p:cTn id="29" dur="124" decel="50000">
                                          <p:stCondLst>
                                            <p:cond delay="507"/>
                                          </p:stCondLst>
                                        </p:cTn>
                                        <p:tgtEl>
                                          <p:spTgt spid="4"/>
                                        </p:tgtEl>
                                      </p:cBhvr>
                                      <p:to x="100000" y="100000"/>
                                    </p:animScale>
                                    <p:animScale>
                                      <p:cBhvr>
                                        <p:cTn id="30" dur="20">
                                          <p:stCondLst>
                                            <p:cond delay="984"/>
                                          </p:stCondLst>
                                        </p:cTn>
                                        <p:tgtEl>
                                          <p:spTgt spid="4"/>
                                        </p:tgtEl>
                                      </p:cBhvr>
                                      <p:to x="100000" y="80000"/>
                                    </p:animScale>
                                    <p:animScale>
                                      <p:cBhvr>
                                        <p:cTn id="31" dur="124" decel="50000">
                                          <p:stCondLst>
                                            <p:cond delay="1004"/>
                                          </p:stCondLst>
                                        </p:cTn>
                                        <p:tgtEl>
                                          <p:spTgt spid="4"/>
                                        </p:tgtEl>
                                      </p:cBhvr>
                                      <p:to x="100000" y="100000"/>
                                    </p:animScale>
                                    <p:animScale>
                                      <p:cBhvr>
                                        <p:cTn id="32" dur="20">
                                          <p:stCondLst>
                                            <p:cond delay="1231"/>
                                          </p:stCondLst>
                                        </p:cTn>
                                        <p:tgtEl>
                                          <p:spTgt spid="4"/>
                                        </p:tgtEl>
                                      </p:cBhvr>
                                      <p:to x="100000" y="90000"/>
                                    </p:animScale>
                                    <p:animScale>
                                      <p:cBhvr>
                                        <p:cTn id="33" dur="124" decel="50000">
                                          <p:stCondLst>
                                            <p:cond delay="1251"/>
                                          </p:stCondLst>
                                        </p:cTn>
                                        <p:tgtEl>
                                          <p:spTgt spid="4"/>
                                        </p:tgtEl>
                                      </p:cBhvr>
                                      <p:to x="100000" y="100000"/>
                                    </p:animScale>
                                    <p:animScale>
                                      <p:cBhvr>
                                        <p:cTn id="34" dur="20">
                                          <p:stCondLst>
                                            <p:cond delay="1356"/>
                                          </p:stCondLst>
                                        </p:cTn>
                                        <p:tgtEl>
                                          <p:spTgt spid="4"/>
                                        </p:tgtEl>
                                      </p:cBhvr>
                                      <p:to x="100000" y="95000"/>
                                    </p:animScale>
                                    <p:animScale>
                                      <p:cBhvr>
                                        <p:cTn id="35" dur="124" decel="50000">
                                          <p:stCondLst>
                                            <p:cond delay="1376"/>
                                          </p:stCondLst>
                                        </p:cTn>
                                        <p:tgtEl>
                                          <p:spTgt spid="4"/>
                                        </p:tgtEl>
                                      </p:cBhvr>
                                      <p:to x="100000" y="100000"/>
                                    </p:animScale>
                                  </p:childTnLst>
                                </p:cTn>
                              </p:par>
                            </p:childTnLst>
                          </p:cTn>
                        </p:par>
                      </p:childTnLst>
                    </p:cTn>
                  </p:par>
                  <p:par>
                    <p:cTn id="36" fill="hold" nodeType="clickPar">
                      <p:stCondLst>
                        <p:cond delay="indefinite"/>
                      </p:stCondLst>
                      <p:childTnLst>
                        <p:par>
                          <p:cTn id="37" fill="hold" nodeType="afterGroup">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750" fill="hold"/>
                                        <p:tgtEl>
                                          <p:spTgt spid="7"/>
                                        </p:tgtEl>
                                        <p:attrNameLst>
                                          <p:attrName>ppt_w</p:attrName>
                                        </p:attrNameLst>
                                      </p:cBhvr>
                                      <p:tavLst>
                                        <p:tav tm="0">
                                          <p:val>
                                            <p:fltVal val="0"/>
                                          </p:val>
                                        </p:tav>
                                        <p:tav tm="100000">
                                          <p:val>
                                            <p:strVal val="#ppt_w"/>
                                          </p:val>
                                        </p:tav>
                                      </p:tavLst>
                                    </p:anim>
                                    <p:anim calcmode="lin" valueType="num">
                                      <p:cBhvr>
                                        <p:cTn id="41" dur="750" fill="hold"/>
                                        <p:tgtEl>
                                          <p:spTgt spid="7"/>
                                        </p:tgtEl>
                                        <p:attrNameLst>
                                          <p:attrName>ppt_h</p:attrName>
                                        </p:attrNameLst>
                                      </p:cBhvr>
                                      <p:tavLst>
                                        <p:tav tm="0">
                                          <p:val>
                                            <p:fltVal val="0"/>
                                          </p:val>
                                        </p:tav>
                                        <p:tav tm="100000">
                                          <p:val>
                                            <p:strVal val="#ppt_h"/>
                                          </p:val>
                                        </p:tav>
                                      </p:tavLst>
                                    </p:anim>
                                    <p:anim calcmode="lin" valueType="num">
                                      <p:cBhvr>
                                        <p:cTn id="42" dur="750" fill="hold"/>
                                        <p:tgtEl>
                                          <p:spTgt spid="7"/>
                                        </p:tgtEl>
                                        <p:attrNameLst>
                                          <p:attrName>style.rotation</p:attrName>
                                        </p:attrNameLst>
                                      </p:cBhvr>
                                      <p:tavLst>
                                        <p:tav tm="0">
                                          <p:val>
                                            <p:fltVal val="90"/>
                                          </p:val>
                                        </p:tav>
                                        <p:tav tm="100000">
                                          <p:val>
                                            <p:fltVal val="0"/>
                                          </p:val>
                                        </p:tav>
                                      </p:tavLst>
                                    </p:anim>
                                    <p:animEffect transition="in" filter="fade">
                                      <p:cBhvr>
                                        <p:cTn id="43" dur="750"/>
                                        <p:tgtEl>
                                          <p:spTgt spid="7"/>
                                        </p:tgtEl>
                                      </p:cBhvr>
                                    </p:animEffect>
                                  </p:childTnLst>
                                </p:cTn>
                              </p:par>
                            </p:childTnLst>
                          </p:cTn>
                        </p:par>
                      </p:childTnLst>
                    </p:cTn>
                  </p:par>
                  <p:par>
                    <p:cTn id="44" fill="hold" nodeType="clickPar">
                      <p:stCondLst>
                        <p:cond delay="indefinite"/>
                      </p:stCondLst>
                      <p:childTnLst>
                        <p:par>
                          <p:cTn id="45" fill="hold" nodeType="afterGroup">
                            <p:stCondLst>
                              <p:cond delay="0"/>
                            </p:stCondLst>
                            <p:childTnLst>
                              <p:par>
                                <p:cTn id="46" presetID="31" presetClass="entr" presetSubtype="0"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p:cTn id="48" dur="750" fill="hold"/>
                                        <p:tgtEl>
                                          <p:spTgt spid="8"/>
                                        </p:tgtEl>
                                        <p:attrNameLst>
                                          <p:attrName>ppt_w</p:attrName>
                                        </p:attrNameLst>
                                      </p:cBhvr>
                                      <p:tavLst>
                                        <p:tav tm="0">
                                          <p:val>
                                            <p:fltVal val="0"/>
                                          </p:val>
                                        </p:tav>
                                        <p:tav tm="100000">
                                          <p:val>
                                            <p:strVal val="#ppt_w"/>
                                          </p:val>
                                        </p:tav>
                                      </p:tavLst>
                                    </p:anim>
                                    <p:anim calcmode="lin" valueType="num">
                                      <p:cBhvr>
                                        <p:cTn id="49" dur="750" fill="hold"/>
                                        <p:tgtEl>
                                          <p:spTgt spid="8"/>
                                        </p:tgtEl>
                                        <p:attrNameLst>
                                          <p:attrName>ppt_h</p:attrName>
                                        </p:attrNameLst>
                                      </p:cBhvr>
                                      <p:tavLst>
                                        <p:tav tm="0">
                                          <p:val>
                                            <p:fltVal val="0"/>
                                          </p:val>
                                        </p:tav>
                                        <p:tav tm="100000">
                                          <p:val>
                                            <p:strVal val="#ppt_h"/>
                                          </p:val>
                                        </p:tav>
                                      </p:tavLst>
                                    </p:anim>
                                    <p:anim calcmode="lin" valueType="num">
                                      <p:cBhvr>
                                        <p:cTn id="50" dur="750" fill="hold"/>
                                        <p:tgtEl>
                                          <p:spTgt spid="8"/>
                                        </p:tgtEl>
                                        <p:attrNameLst>
                                          <p:attrName>style.rotation</p:attrName>
                                        </p:attrNameLst>
                                      </p:cBhvr>
                                      <p:tavLst>
                                        <p:tav tm="0">
                                          <p:val>
                                            <p:fltVal val="90"/>
                                          </p:val>
                                        </p:tav>
                                        <p:tav tm="100000">
                                          <p:val>
                                            <p:fltVal val="0"/>
                                          </p:val>
                                        </p:tav>
                                      </p:tavLst>
                                    </p:anim>
                                    <p:animEffect transition="in" filter="fade">
                                      <p:cBhvr>
                                        <p:cTn id="51"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438574" y="508294"/>
            <a:ext cx="5577916" cy="2573910"/>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作图。</a:t>
            </a:r>
          </a:p>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）如图甲所示，物体静止在水平面上，其重力为</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300N</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，画出物体所受重力的示意图；</a:t>
            </a:r>
          </a:p>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）如图乙所示，用水平力将弹簧压在竖直墙壁上，画出弹簧对手的弹力的示意图；</a:t>
            </a:r>
          </a:p>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）如图丙所示，用与地面成</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30°</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角的</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100N</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的力向右上方拉小车，画出该力的示意图。</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4CDD8318-B8C8-9230-A36B-6D6F130B0EB2}"/>
              </a:ext>
            </a:extLst>
          </p:cNvPr>
          <p:cNvSpPr txBox="1"/>
          <p:nvPr>
            <p:custDataLst>
              <p:tags r:id="rId3"/>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grpSp>
        <p:nvGrpSpPr>
          <p:cNvPr id="14" name="组合 13">
            <a:extLst>
              <a:ext uri="{FF2B5EF4-FFF2-40B4-BE49-F238E27FC236}">
                <a16:creationId xmlns:a16="http://schemas.microsoft.com/office/drawing/2014/main" id="{911F716E-95C2-F2D4-8A68-59CAD8C3E359}"/>
              </a:ext>
            </a:extLst>
          </p:cNvPr>
          <p:cNvGrpSpPr/>
          <p:nvPr>
            <p:custDataLst>
              <p:tags r:id="rId4"/>
            </p:custDataLst>
          </p:nvPr>
        </p:nvGrpSpPr>
        <p:grpSpPr>
          <a:xfrm>
            <a:off x="5743795" y="678906"/>
            <a:ext cx="1688246" cy="2475589"/>
            <a:chOff x="7017180" y="754168"/>
            <a:chExt cx="1688246" cy="2475589"/>
          </a:xfrm>
        </p:grpSpPr>
        <p:pic>
          <p:nvPicPr>
            <p:cNvPr id="4" name="图片 3">
              <a:extLst>
                <a:ext uri="{FF2B5EF4-FFF2-40B4-BE49-F238E27FC236}">
                  <a16:creationId xmlns:a16="http://schemas.microsoft.com/office/drawing/2014/main" id="{3D06E2F0-DB9B-4FD0-84AA-CCED976901B6}"/>
                </a:ext>
              </a:extLst>
            </p:cNvPr>
            <p:cNvPicPr>
              <a:picLocks noChangeAspect="1"/>
            </p:cNvPicPr>
            <p:nvPr>
              <p:custDataLst>
                <p:tags r:id="rId12"/>
              </p:custDataLst>
            </p:nvPr>
          </p:nvPicPr>
          <p:blipFill>
            <a:blip r:embed="rId16"/>
            <a:stretch>
              <a:fillRect/>
            </a:stretch>
          </p:blipFill>
          <p:spPr>
            <a:xfrm>
              <a:off x="7017180" y="754168"/>
              <a:ext cx="1562100" cy="628650"/>
            </a:xfrm>
            <a:prstGeom prst="rect">
              <a:avLst/>
            </a:prstGeom>
          </p:spPr>
        </p:pic>
        <p:pic>
          <p:nvPicPr>
            <p:cNvPr id="6" name="图片 5">
              <a:extLst>
                <a:ext uri="{FF2B5EF4-FFF2-40B4-BE49-F238E27FC236}">
                  <a16:creationId xmlns:a16="http://schemas.microsoft.com/office/drawing/2014/main" id="{7CD1C993-C64B-C463-9840-AC2F2302DADB}"/>
                </a:ext>
              </a:extLst>
            </p:cNvPr>
            <p:cNvPicPr>
              <a:picLocks noChangeAspect="1"/>
            </p:cNvPicPr>
            <p:nvPr>
              <p:custDataLst>
                <p:tags r:id="rId13"/>
              </p:custDataLst>
            </p:nvPr>
          </p:nvPicPr>
          <p:blipFill>
            <a:blip r:embed="rId17"/>
            <a:stretch>
              <a:fillRect/>
            </a:stretch>
          </p:blipFill>
          <p:spPr>
            <a:xfrm>
              <a:off x="7457231" y="1448991"/>
              <a:ext cx="896190" cy="1066892"/>
            </a:xfrm>
            <a:prstGeom prst="rect">
              <a:avLst/>
            </a:prstGeom>
          </p:spPr>
        </p:pic>
        <p:pic>
          <p:nvPicPr>
            <p:cNvPr id="8" name="图片 7">
              <a:extLst>
                <a:ext uri="{FF2B5EF4-FFF2-40B4-BE49-F238E27FC236}">
                  <a16:creationId xmlns:a16="http://schemas.microsoft.com/office/drawing/2014/main" id="{29F57294-E1E3-8434-F00D-FAFC06B2C3F1}"/>
                </a:ext>
              </a:extLst>
            </p:cNvPr>
            <p:cNvPicPr>
              <a:picLocks noChangeAspect="1"/>
            </p:cNvPicPr>
            <p:nvPr>
              <p:custDataLst>
                <p:tags r:id="rId14"/>
              </p:custDataLst>
            </p:nvPr>
          </p:nvPicPr>
          <p:blipFill>
            <a:blip r:embed="rId18"/>
            <a:stretch>
              <a:fillRect/>
            </a:stretch>
          </p:blipFill>
          <p:spPr>
            <a:xfrm>
              <a:off x="7105226" y="2582057"/>
              <a:ext cx="1600200" cy="647700"/>
            </a:xfrm>
            <a:prstGeom prst="rect">
              <a:avLst/>
            </a:prstGeom>
          </p:spPr>
        </p:pic>
      </p:grpSp>
      <p:grpSp>
        <p:nvGrpSpPr>
          <p:cNvPr id="10" name="组合 9">
            <a:extLst>
              <a:ext uri="{FF2B5EF4-FFF2-40B4-BE49-F238E27FC236}">
                <a16:creationId xmlns:a16="http://schemas.microsoft.com/office/drawing/2014/main" id="{3E8D0208-42B1-121E-C1AC-1695E5EDEC3D}"/>
              </a:ext>
            </a:extLst>
          </p:cNvPr>
          <p:cNvGrpSpPr/>
          <p:nvPr>
            <p:custDataLst>
              <p:tags r:id="rId5"/>
            </p:custDataLst>
          </p:nvPr>
        </p:nvGrpSpPr>
        <p:grpSpPr>
          <a:xfrm>
            <a:off x="0" y="3134178"/>
            <a:ext cx="9089813" cy="1894209"/>
            <a:chOff x="54188" y="4201790"/>
            <a:chExt cx="9089813" cy="1894209"/>
          </a:xfrm>
        </p:grpSpPr>
        <p:sp>
          <p:nvSpPr>
            <p:cNvPr id="11" name="矩形 37">
              <a:extLst>
                <a:ext uri="{FF2B5EF4-FFF2-40B4-BE49-F238E27FC236}">
                  <a16:creationId xmlns:a16="http://schemas.microsoft.com/office/drawing/2014/main" id="{A532415B-0156-D025-453F-228C68F906FD}"/>
                </a:ext>
              </a:extLst>
            </p:cNvPr>
            <p:cNvSpPr>
              <a:spLocks noChangeArrowheads="1"/>
            </p:cNvSpPr>
            <p:nvPr>
              <p:custDataLst>
                <p:tags r:id="rId10"/>
              </p:custDataLst>
            </p:nvPr>
          </p:nvSpPr>
          <p:spPr bwMode="auto">
            <a:xfrm>
              <a:off x="54188" y="4201790"/>
              <a:ext cx="9089813" cy="1894209"/>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2" name="图片 11">
              <a:extLst>
                <a:ext uri="{FF2B5EF4-FFF2-40B4-BE49-F238E27FC236}">
                  <a16:creationId xmlns:a16="http://schemas.microsoft.com/office/drawing/2014/main" id="{CA394F4E-C9B9-321F-AB2F-AA73064A835F}"/>
                </a:ext>
              </a:extLst>
            </p:cNvPr>
            <p:cNvPicPr>
              <a:picLocks noChangeAspect="1"/>
            </p:cNvPicPr>
            <p:nvPr>
              <p:custDataLst>
                <p:tags r:id="rId11"/>
              </p:custDataLst>
            </p:nvPr>
          </p:nvPicPr>
          <p:blipFill>
            <a:blip r:embed="rId19"/>
            <a:srcRect l="16093" t="19040" r="16095" b="25092"/>
            <a:stretch>
              <a:fillRect/>
            </a:stretch>
          </p:blipFill>
          <p:spPr>
            <a:xfrm>
              <a:off x="181705" y="4201790"/>
              <a:ext cx="861390" cy="403945"/>
            </a:xfrm>
            <a:prstGeom prst="rect">
              <a:avLst/>
            </a:prstGeom>
          </p:spPr>
        </p:pic>
      </p:grpSp>
      <p:sp>
        <p:nvSpPr>
          <p:cNvPr id="13" name="文本框 12">
            <a:extLst>
              <a:ext uri="{FF2B5EF4-FFF2-40B4-BE49-F238E27FC236}">
                <a16:creationId xmlns:a16="http://schemas.microsoft.com/office/drawing/2014/main" id="{7A2C2FC2-C76D-ECE3-29F0-68E73B8BBEFD}"/>
              </a:ext>
            </a:extLst>
          </p:cNvPr>
          <p:cNvSpPr txBox="1"/>
          <p:nvPr>
            <p:custDataLst>
              <p:tags r:id="rId6"/>
            </p:custDataLst>
          </p:nvPr>
        </p:nvSpPr>
        <p:spPr>
          <a:xfrm>
            <a:off x="438574" y="3205714"/>
            <a:ext cx="8510693" cy="1791773"/>
          </a:xfrm>
          <a:prstGeom prst="rect">
            <a:avLst/>
          </a:prstGeom>
          <a:noFill/>
        </p:spPr>
        <p:txBody>
          <a:bodyPr wrap="square">
            <a:spAutoFit/>
          </a:bodyPr>
          <a:lstStyle/>
          <a:p>
            <a:pPr marL="0" marR="0" lvl="0" indent="457200" algn="l" defTabSz="685160" rtl="0" eaLnBrk="1" fontAlgn="auto" latinLnBrk="0" hangingPunct="1">
              <a:lnSpc>
                <a:spcPts val="27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1</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）重力的作用点在重心，大小为</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300N</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，方向竖直向下，如图所示</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endPar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endParaRPr>
          </a:p>
          <a:p>
            <a:pPr marL="0" marR="0" lvl="0" indent="457200" algn="l" defTabSz="685160" rtl="0" eaLnBrk="1" fontAlgn="auto" latinLnBrk="0" hangingPunct="1">
              <a:lnSpc>
                <a:spcPts val="27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2</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）用水平力将弹簧压在竖直墙壁上，弹簧由于形变而产生一个向右的作用在手上的弹力，作用点是手与弹簧的接触点，如图所示</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 </a:t>
            </a:r>
          </a:p>
          <a:p>
            <a:pPr marL="0" marR="0" lvl="0" indent="457200" algn="l" defTabSz="685160" rtl="0" eaLnBrk="1" fontAlgn="auto" latinLnBrk="0" hangingPunct="1">
              <a:lnSpc>
                <a:spcPts val="2700"/>
              </a:lnSpc>
              <a:spcBef>
                <a:spcPct val="0"/>
              </a:spcBef>
              <a:spcAft>
                <a:spcPct val="0"/>
              </a:spcAft>
              <a:buClrTx/>
              <a:buSzTx/>
              <a:buFontTx/>
              <a:buNone/>
              <a:defRPr/>
            </a:pP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3</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）拉力的作用点在小车右边缘的中点，方向与水平方向成</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30°</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角的斜向右上方，</a:t>
            </a:r>
            <a:r>
              <a:rPr kumimoji="0" lang="en-US" altLang="zh-CN" sz="1800" b="0" i="1"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F</a:t>
            </a:r>
            <a:r>
              <a:rPr kumimoji="0" lang="en-US" altLang="zh-CN"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=100N</a:t>
            </a:r>
            <a:r>
              <a:rPr kumimoji="0" lang="zh-CN" altLang="en-US" sz="18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，如图所示。</a:t>
            </a:r>
          </a:p>
        </p:txBody>
      </p:sp>
      <p:pic>
        <p:nvPicPr>
          <p:cNvPr id="15" name="图片 14">
            <a:extLst>
              <a:ext uri="{FF2B5EF4-FFF2-40B4-BE49-F238E27FC236}">
                <a16:creationId xmlns:a16="http://schemas.microsoft.com/office/drawing/2014/main" id="{4F0A1BED-BDC4-86F9-A6D5-38171FC7B6F1}"/>
              </a:ext>
            </a:extLst>
          </p:cNvPr>
          <p:cNvPicPr>
            <a:picLocks noChangeAspect="1"/>
          </p:cNvPicPr>
          <p:nvPr>
            <p:custDataLst>
              <p:tags r:id="rId7"/>
            </p:custDataLst>
          </p:nvPr>
        </p:nvPicPr>
        <p:blipFill>
          <a:blip r:embed="rId20">
            <a:duotone>
              <a:schemeClr val="accent5">
                <a:shade val="45000"/>
                <a:satMod val="135000"/>
              </a:schemeClr>
              <a:prstClr val="white"/>
            </a:duotone>
          </a:blip>
          <a:stretch>
            <a:fillRect/>
          </a:stretch>
        </p:blipFill>
        <p:spPr>
          <a:xfrm>
            <a:off x="7594388" y="667503"/>
            <a:ext cx="1495425" cy="676275"/>
          </a:xfrm>
          <a:prstGeom prst="rect">
            <a:avLst/>
          </a:prstGeom>
        </p:spPr>
      </p:pic>
      <p:pic>
        <p:nvPicPr>
          <p:cNvPr id="16" name="图片 15">
            <a:extLst>
              <a:ext uri="{FF2B5EF4-FFF2-40B4-BE49-F238E27FC236}">
                <a16:creationId xmlns:a16="http://schemas.microsoft.com/office/drawing/2014/main" id="{BD01BE87-2EF1-6C1A-427B-7088212F69F5}"/>
              </a:ext>
            </a:extLst>
          </p:cNvPr>
          <p:cNvPicPr>
            <a:picLocks noChangeAspect="1"/>
          </p:cNvPicPr>
          <p:nvPr>
            <p:custDataLst>
              <p:tags r:id="rId8"/>
            </p:custDataLst>
          </p:nvPr>
        </p:nvPicPr>
        <p:blipFill>
          <a:blip r:embed="rId21">
            <a:extLst>
              <a:ext uri="{BEBA8EAE-BF5A-486C-A8C5-ECC9F3942E4B}">
                <a14:imgProps xmlns:a14="http://schemas.microsoft.com/office/drawing/2010/main">
                  <a14:imgLayer r:embed="rId22">
                    <a14:imgEffect>
                      <a14:artisticPaintBrush/>
                    </a14:imgEffect>
                  </a14:imgLayer>
                </a14:imgProps>
              </a:ext>
            </a:extLst>
          </a:blip>
          <a:stretch>
            <a:fillRect/>
          </a:stretch>
        </p:blipFill>
        <p:spPr>
          <a:xfrm>
            <a:off x="7992456" y="1389617"/>
            <a:ext cx="885825" cy="857250"/>
          </a:xfrm>
          <a:prstGeom prst="rect">
            <a:avLst/>
          </a:prstGeom>
        </p:spPr>
      </p:pic>
      <p:pic>
        <p:nvPicPr>
          <p:cNvPr id="17" name="图片 16">
            <a:extLst>
              <a:ext uri="{FF2B5EF4-FFF2-40B4-BE49-F238E27FC236}">
                <a16:creationId xmlns:a16="http://schemas.microsoft.com/office/drawing/2014/main" id="{6CC14D22-86E1-E076-C7BE-B13C80FE5347}"/>
              </a:ext>
            </a:extLst>
          </p:cNvPr>
          <p:cNvPicPr>
            <a:picLocks noChangeAspect="1"/>
          </p:cNvPicPr>
          <p:nvPr>
            <p:custDataLst>
              <p:tags r:id="rId9"/>
            </p:custDataLst>
          </p:nvPr>
        </p:nvPicPr>
        <p:blipFill>
          <a:blip r:embed="rId23">
            <a:extLst>
              <a:ext uri="{BEBA8EAE-BF5A-486C-A8C5-ECC9F3942E4B}">
                <a14:imgProps xmlns:a14="http://schemas.microsoft.com/office/drawing/2010/main">
                  <a14:imgLayer r:embed="rId24">
                    <a14:imgEffect>
                      <a14:artisticPastelsSmooth/>
                    </a14:imgEffect>
                  </a14:imgLayer>
                </a14:imgProps>
              </a:ext>
            </a:extLst>
          </a:blip>
          <a:stretch>
            <a:fillRect/>
          </a:stretch>
        </p:blipFill>
        <p:spPr>
          <a:xfrm>
            <a:off x="7556288" y="2386357"/>
            <a:ext cx="1533525" cy="628650"/>
          </a:xfrm>
          <a:prstGeom prst="rect">
            <a:avLst/>
          </a:prstGeom>
        </p:spPr>
      </p:pic>
    </p:spTree>
    <p:extLst>
      <p:ext uri="{BB962C8B-B14F-4D97-AF65-F5344CB8AC3E}">
        <p14:creationId xmlns:p14="http://schemas.microsoft.com/office/powerpoint/2010/main" val="306505515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blinds(horizontal)">
                                      <p:cBhvr>
                                        <p:cTn id="12" dur="500"/>
                                        <p:tgtEl>
                                          <p:spTgt spid="13">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arn(inVertical)">
                                      <p:cBhvr>
                                        <p:cTn id="17" dur="500"/>
                                        <p:tgtEl>
                                          <p:spTgt spid="15"/>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Effect transition="in" filter="blinds(horizontal)">
                                      <p:cBhvr>
                                        <p:cTn id="22" dur="500"/>
                                        <p:tgtEl>
                                          <p:spTgt spid="13">
                                            <p:txEl>
                                              <p:pRg st="1" end="1"/>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53"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 calcmode="lin" valueType="num">
                                      <p:cBhvr>
                                        <p:cTn id="27" dur="750" fill="hold"/>
                                        <p:tgtEl>
                                          <p:spTgt spid="16"/>
                                        </p:tgtEl>
                                        <p:attrNameLst>
                                          <p:attrName>ppt_w</p:attrName>
                                        </p:attrNameLst>
                                      </p:cBhvr>
                                      <p:tavLst>
                                        <p:tav tm="0">
                                          <p:val>
                                            <p:fltVal val="0"/>
                                          </p:val>
                                        </p:tav>
                                        <p:tav tm="100000">
                                          <p:val>
                                            <p:strVal val="#ppt_w"/>
                                          </p:val>
                                        </p:tav>
                                      </p:tavLst>
                                    </p:anim>
                                    <p:anim calcmode="lin" valueType="num">
                                      <p:cBhvr>
                                        <p:cTn id="28" dur="750" fill="hold"/>
                                        <p:tgtEl>
                                          <p:spTgt spid="16"/>
                                        </p:tgtEl>
                                        <p:attrNameLst>
                                          <p:attrName>ppt_h</p:attrName>
                                        </p:attrNameLst>
                                      </p:cBhvr>
                                      <p:tavLst>
                                        <p:tav tm="0">
                                          <p:val>
                                            <p:fltVal val="0"/>
                                          </p:val>
                                        </p:tav>
                                        <p:tav tm="100000">
                                          <p:val>
                                            <p:strVal val="#ppt_h"/>
                                          </p:val>
                                        </p:tav>
                                      </p:tavLst>
                                    </p:anim>
                                    <p:animEffect transition="in" filter="fade">
                                      <p:cBhvr>
                                        <p:cTn id="29" dur="750"/>
                                        <p:tgtEl>
                                          <p:spTgt spid="16"/>
                                        </p:tgtEl>
                                      </p:cBhvr>
                                    </p:animEffect>
                                  </p:childTnLst>
                                </p:cTn>
                              </p:par>
                            </p:childTnLst>
                          </p:cTn>
                        </p:par>
                      </p:childTnLst>
                    </p:cTn>
                  </p:par>
                  <p:par>
                    <p:cTn id="30" fill="hold" nodeType="clickPar">
                      <p:stCondLst>
                        <p:cond delay="indefinite"/>
                      </p:stCondLst>
                      <p:childTnLst>
                        <p:par>
                          <p:cTn id="31" fill="hold" nodeType="after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13">
                                            <p:txEl>
                                              <p:pRg st="2" end="2"/>
                                            </p:txEl>
                                          </p:spTgt>
                                        </p:tgtEl>
                                        <p:attrNameLst>
                                          <p:attrName>style.visibility</p:attrName>
                                        </p:attrNameLst>
                                      </p:cBhvr>
                                      <p:to>
                                        <p:strVal val="visible"/>
                                      </p:to>
                                    </p:set>
                                    <p:animEffect transition="in" filter="blinds(horizontal)">
                                      <p:cBhvr>
                                        <p:cTn id="34" dur="500"/>
                                        <p:tgtEl>
                                          <p:spTgt spid="13">
                                            <p:txEl>
                                              <p:pRg st="2" end="2"/>
                                            </p:txEl>
                                          </p:spTgt>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16" presetClass="entr" presetSubtype="21"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arn(inVertical)">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92591" y="538672"/>
            <a:ext cx="7961830" cy="1496692"/>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19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力的作用效果与哪些因素有关呢？为了探究这个问题，小明设计了这样的实验：用一个弹性较好的钢片固定在桌边，在钢片上用细线挂钩码，通过钢片受力而发生的形变来研究问题。如图所示是小明设计的实验的几个主要步骤（小明使用的钩码规格相同）。</a:t>
            </a:r>
            <a:endPar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4CDD8318-B8C8-9230-A36B-6D6F130B0EB2}"/>
              </a:ext>
            </a:extLst>
          </p:cNvPr>
          <p:cNvSpPr txBox="1"/>
          <p:nvPr>
            <p:custDataLst>
              <p:tags r:id="rId3"/>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sp>
        <p:nvSpPr>
          <p:cNvPr id="7" name="文本框 6">
            <a:extLst>
              <a:ext uri="{FF2B5EF4-FFF2-40B4-BE49-F238E27FC236}">
                <a16:creationId xmlns:a16="http://schemas.microsoft.com/office/drawing/2014/main" id="{69E59AA2-E768-0D88-A5B3-07313FBDF427}"/>
              </a:ext>
            </a:extLst>
          </p:cNvPr>
          <p:cNvSpPr txBox="1"/>
          <p:nvPr>
            <p:custDataLst>
              <p:tags r:id="rId4"/>
            </p:custDataLst>
          </p:nvPr>
        </p:nvSpPr>
        <p:spPr>
          <a:xfrm>
            <a:off x="172946" y="3401430"/>
            <a:ext cx="8855908" cy="1137619"/>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通过图甲、丁中钢片的形变程度可知：力的作用效果与力的</a:t>
            </a: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有关；</a:t>
            </a:r>
          </a:p>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②</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通过比较图甲、丙中钢片的形变程度可知：力的作用效果与力的</a:t>
            </a: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有关；</a:t>
            </a:r>
          </a:p>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③</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要探究力的作用效果与大小的关系，选择哪两个实验</a:t>
            </a:r>
            <a:r>
              <a:rPr kumimoji="0" lang="en-US" altLang="zh-CN"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kumimoji="0" lang="zh-CN" altLang="en-US" sz="1900" b="0"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pic>
        <p:nvPicPr>
          <p:cNvPr id="2" name="图片 1">
            <a:extLst>
              <a:ext uri="{FF2B5EF4-FFF2-40B4-BE49-F238E27FC236}">
                <a16:creationId xmlns:a16="http://schemas.microsoft.com/office/drawing/2014/main" id="{919DCBFA-3BDE-EB86-958D-96D2FDA49ADE}"/>
              </a:ext>
            </a:extLst>
          </p:cNvPr>
          <p:cNvPicPr>
            <a:picLocks noChangeAspect="1"/>
          </p:cNvPicPr>
          <p:nvPr>
            <p:custDataLst>
              <p:tags r:id="rId5"/>
            </p:custDataLst>
          </p:nvPr>
        </p:nvPicPr>
        <p:blipFill>
          <a:blip r:embed="rId10"/>
          <a:stretch>
            <a:fillRect/>
          </a:stretch>
        </p:blipFill>
        <p:spPr>
          <a:xfrm>
            <a:off x="1446108" y="2105696"/>
            <a:ext cx="5279594" cy="1225402"/>
          </a:xfrm>
          <a:prstGeom prst="rect">
            <a:avLst/>
          </a:prstGeom>
        </p:spPr>
      </p:pic>
      <p:sp>
        <p:nvSpPr>
          <p:cNvPr id="4" name="文本框 71684">
            <a:extLst>
              <a:ext uri="{FF2B5EF4-FFF2-40B4-BE49-F238E27FC236}">
                <a16:creationId xmlns:a16="http://schemas.microsoft.com/office/drawing/2014/main" id="{5BE0C55F-3B17-5CBB-E6B9-EFC921DA04FC}"/>
              </a:ext>
            </a:extLst>
          </p:cNvPr>
          <p:cNvSpPr/>
          <p:nvPr>
            <p:custDataLst>
              <p:tags r:id="rId6"/>
            </p:custDataLst>
          </p:nvPr>
        </p:nvSpPr>
        <p:spPr>
          <a:xfrm>
            <a:off x="6759567" y="3426217"/>
            <a:ext cx="854721" cy="384721"/>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lvl="0">
              <a:spcBef>
                <a:spcPct val="0"/>
              </a:spcBef>
              <a:spcAft>
                <a:spcPct val="0"/>
              </a:spcAft>
            </a:pPr>
            <a:r>
              <a:rPr lang="en-US" altLang="zh-CN"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方向</a:t>
            </a:r>
            <a:r>
              <a:rPr lang="en-US" altLang="zh-CN"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6" name="文本框 5">
            <a:extLst>
              <a:ext uri="{FF2B5EF4-FFF2-40B4-BE49-F238E27FC236}">
                <a16:creationId xmlns:a16="http://schemas.microsoft.com/office/drawing/2014/main" id="{B1C1D9AE-0E18-669F-97C2-883F04EFDFDE}"/>
              </a:ext>
            </a:extLst>
          </p:cNvPr>
          <p:cNvSpPr txBox="1"/>
          <p:nvPr>
            <p:custDataLst>
              <p:tags r:id="rId7"/>
            </p:custDataLst>
          </p:nvPr>
        </p:nvSpPr>
        <p:spPr>
          <a:xfrm>
            <a:off x="7243590" y="3810938"/>
            <a:ext cx="1785264" cy="384721"/>
          </a:xfrm>
          <a:prstGeom prst="rect">
            <a:avLst/>
          </a:prstGeom>
          <a:noFill/>
        </p:spPr>
        <p:txBody>
          <a:bodyPr wrap="square">
            <a:spAutoFit/>
          </a:bodyPr>
          <a:lstStyle/>
          <a:p>
            <a:r>
              <a:rPr lang="zh-CN" altLang="en-US"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作用点</a:t>
            </a:r>
            <a:endParaRPr lang="zh-CN" altLang="en-US" sz="1900">
              <a:solidFill>
                <a:srgbClr val="FF0000"/>
              </a:solidFill>
            </a:endParaRPr>
          </a:p>
        </p:txBody>
      </p:sp>
      <p:sp>
        <p:nvSpPr>
          <p:cNvPr id="8" name="文本框 7">
            <a:extLst>
              <a:ext uri="{FF2B5EF4-FFF2-40B4-BE49-F238E27FC236}">
                <a16:creationId xmlns:a16="http://schemas.microsoft.com/office/drawing/2014/main" id="{F499E6FE-70DD-4D24-65E5-883A88DBF555}"/>
              </a:ext>
            </a:extLst>
          </p:cNvPr>
          <p:cNvSpPr txBox="1"/>
          <p:nvPr>
            <p:custDataLst>
              <p:tags r:id="rId8"/>
            </p:custDataLst>
          </p:nvPr>
        </p:nvSpPr>
        <p:spPr>
          <a:xfrm>
            <a:off x="6275946" y="4164805"/>
            <a:ext cx="899512" cy="384721"/>
          </a:xfrm>
          <a:prstGeom prst="rect">
            <a:avLst/>
          </a:prstGeom>
          <a:noFill/>
        </p:spPr>
        <p:txBody>
          <a:bodyPr wrap="square">
            <a:spAutoFit/>
          </a:bodyPr>
          <a:lstStyle/>
          <a:p>
            <a:r>
              <a:rPr lang="zh-CN" altLang="en-US"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甲乙</a:t>
            </a:r>
            <a:endParaRPr lang="zh-CN" altLang="en-US" sz="1900">
              <a:solidFill>
                <a:srgbClr val="FF0000"/>
              </a:solidFill>
            </a:endParaRPr>
          </a:p>
        </p:txBody>
      </p:sp>
    </p:spTree>
    <p:extLst>
      <p:ext uri="{BB962C8B-B14F-4D97-AF65-F5344CB8AC3E}">
        <p14:creationId xmlns:p14="http://schemas.microsoft.com/office/powerpoint/2010/main" val="28669729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435">
                                          <p:stCondLst>
                                            <p:cond delay="0"/>
                                          </p:stCondLst>
                                        </p:cTn>
                                        <p:tgtEl>
                                          <p:spTgt spid="4"/>
                                        </p:tgtEl>
                                      </p:cBhvr>
                                    </p:animEffect>
                                    <p:anim calcmode="lin" valueType="num">
                                      <p:cBhvr>
                                        <p:cTn id="8"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13" dur="20">
                                          <p:stCondLst>
                                            <p:cond delay="487"/>
                                          </p:stCondLst>
                                        </p:cTn>
                                        <p:tgtEl>
                                          <p:spTgt spid="4"/>
                                        </p:tgtEl>
                                      </p:cBhvr>
                                      <p:to x="100000" y="60000"/>
                                    </p:animScale>
                                    <p:animScale>
                                      <p:cBhvr>
                                        <p:cTn id="14" dur="124" decel="50000">
                                          <p:stCondLst>
                                            <p:cond delay="507"/>
                                          </p:stCondLst>
                                        </p:cTn>
                                        <p:tgtEl>
                                          <p:spTgt spid="4"/>
                                        </p:tgtEl>
                                      </p:cBhvr>
                                      <p:to x="100000" y="100000"/>
                                    </p:animScale>
                                    <p:animScale>
                                      <p:cBhvr>
                                        <p:cTn id="15" dur="20">
                                          <p:stCondLst>
                                            <p:cond delay="984"/>
                                          </p:stCondLst>
                                        </p:cTn>
                                        <p:tgtEl>
                                          <p:spTgt spid="4"/>
                                        </p:tgtEl>
                                      </p:cBhvr>
                                      <p:to x="100000" y="80000"/>
                                    </p:animScale>
                                    <p:animScale>
                                      <p:cBhvr>
                                        <p:cTn id="16" dur="124" decel="50000">
                                          <p:stCondLst>
                                            <p:cond delay="1004"/>
                                          </p:stCondLst>
                                        </p:cTn>
                                        <p:tgtEl>
                                          <p:spTgt spid="4"/>
                                        </p:tgtEl>
                                      </p:cBhvr>
                                      <p:to x="100000" y="100000"/>
                                    </p:animScale>
                                    <p:animScale>
                                      <p:cBhvr>
                                        <p:cTn id="17" dur="20">
                                          <p:stCondLst>
                                            <p:cond delay="1231"/>
                                          </p:stCondLst>
                                        </p:cTn>
                                        <p:tgtEl>
                                          <p:spTgt spid="4"/>
                                        </p:tgtEl>
                                      </p:cBhvr>
                                      <p:to x="100000" y="90000"/>
                                    </p:animScale>
                                    <p:animScale>
                                      <p:cBhvr>
                                        <p:cTn id="18" dur="124" decel="50000">
                                          <p:stCondLst>
                                            <p:cond delay="1251"/>
                                          </p:stCondLst>
                                        </p:cTn>
                                        <p:tgtEl>
                                          <p:spTgt spid="4"/>
                                        </p:tgtEl>
                                      </p:cBhvr>
                                      <p:to x="100000" y="100000"/>
                                    </p:animScale>
                                    <p:animScale>
                                      <p:cBhvr>
                                        <p:cTn id="19" dur="20">
                                          <p:stCondLst>
                                            <p:cond delay="1356"/>
                                          </p:stCondLst>
                                        </p:cTn>
                                        <p:tgtEl>
                                          <p:spTgt spid="4"/>
                                        </p:tgtEl>
                                      </p:cBhvr>
                                      <p:to x="100000" y="95000"/>
                                    </p:animScale>
                                    <p:animScale>
                                      <p:cBhvr>
                                        <p:cTn id="20" dur="124" decel="50000">
                                          <p:stCondLst>
                                            <p:cond delay="1376"/>
                                          </p:stCondLst>
                                        </p:cTn>
                                        <p:tgtEl>
                                          <p:spTgt spid="4"/>
                                        </p:tgtEl>
                                      </p:cBhvr>
                                      <p:to x="100000" y="100000"/>
                                    </p:animScale>
                                  </p:childTnLst>
                                </p:cTn>
                              </p:par>
                            </p:childTnLst>
                          </p:cTn>
                        </p:par>
                      </p:childTnLst>
                    </p:cTn>
                  </p:par>
                  <p:par>
                    <p:cTn id="21" fill="hold" nodeType="clickPar">
                      <p:stCondLst>
                        <p:cond delay="indefinite"/>
                      </p:stCondLst>
                      <p:childTnLst>
                        <p:par>
                          <p:cTn id="22" fill="hold" nodeType="afterGroup">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750" fill="hold"/>
                                        <p:tgtEl>
                                          <p:spTgt spid="6"/>
                                        </p:tgtEl>
                                        <p:attrNameLst>
                                          <p:attrName>ppt_w</p:attrName>
                                        </p:attrNameLst>
                                      </p:cBhvr>
                                      <p:tavLst>
                                        <p:tav tm="0">
                                          <p:val>
                                            <p:fltVal val="0"/>
                                          </p:val>
                                        </p:tav>
                                        <p:tav tm="100000">
                                          <p:val>
                                            <p:strVal val="#ppt_w"/>
                                          </p:val>
                                        </p:tav>
                                      </p:tavLst>
                                    </p:anim>
                                    <p:anim calcmode="lin" valueType="num">
                                      <p:cBhvr>
                                        <p:cTn id="26" dur="750" fill="hold"/>
                                        <p:tgtEl>
                                          <p:spTgt spid="6"/>
                                        </p:tgtEl>
                                        <p:attrNameLst>
                                          <p:attrName>ppt_h</p:attrName>
                                        </p:attrNameLst>
                                      </p:cBhvr>
                                      <p:tavLst>
                                        <p:tav tm="0">
                                          <p:val>
                                            <p:fltVal val="0"/>
                                          </p:val>
                                        </p:tav>
                                        <p:tav tm="100000">
                                          <p:val>
                                            <p:strVal val="#ppt_h"/>
                                          </p:val>
                                        </p:tav>
                                      </p:tavLst>
                                    </p:anim>
                                    <p:anim calcmode="lin" valueType="num">
                                      <p:cBhvr>
                                        <p:cTn id="27" dur="750" fill="hold"/>
                                        <p:tgtEl>
                                          <p:spTgt spid="6"/>
                                        </p:tgtEl>
                                        <p:attrNameLst>
                                          <p:attrName>style.rotation</p:attrName>
                                        </p:attrNameLst>
                                      </p:cBhvr>
                                      <p:tavLst>
                                        <p:tav tm="0">
                                          <p:val>
                                            <p:fltVal val="90"/>
                                          </p:val>
                                        </p:tav>
                                        <p:tav tm="100000">
                                          <p:val>
                                            <p:fltVal val="0"/>
                                          </p:val>
                                        </p:tav>
                                      </p:tavLst>
                                    </p:anim>
                                    <p:animEffect transition="in" filter="fade">
                                      <p:cBhvr>
                                        <p:cTn id="28" dur="750"/>
                                        <p:tgtEl>
                                          <p:spTgt spid="6"/>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p:cTn id="33" dur="750" fill="hold"/>
                                        <p:tgtEl>
                                          <p:spTgt spid="8"/>
                                        </p:tgtEl>
                                        <p:attrNameLst>
                                          <p:attrName>ppt_w</p:attrName>
                                        </p:attrNameLst>
                                      </p:cBhvr>
                                      <p:tavLst>
                                        <p:tav tm="0">
                                          <p:val>
                                            <p:fltVal val="0"/>
                                          </p:val>
                                        </p:tav>
                                        <p:tav tm="100000">
                                          <p:val>
                                            <p:strVal val="#ppt_w"/>
                                          </p:val>
                                        </p:tav>
                                      </p:tavLst>
                                    </p:anim>
                                    <p:anim calcmode="lin" valueType="num">
                                      <p:cBhvr>
                                        <p:cTn id="34" dur="750" fill="hold"/>
                                        <p:tgtEl>
                                          <p:spTgt spid="8"/>
                                        </p:tgtEl>
                                        <p:attrNameLst>
                                          <p:attrName>ppt_h</p:attrName>
                                        </p:attrNameLst>
                                      </p:cBhvr>
                                      <p:tavLst>
                                        <p:tav tm="0">
                                          <p:val>
                                            <p:fltVal val="0"/>
                                          </p:val>
                                        </p:tav>
                                        <p:tav tm="100000">
                                          <p:val>
                                            <p:strVal val="#ppt_h"/>
                                          </p:val>
                                        </p:tav>
                                      </p:tavLst>
                                    </p:anim>
                                    <p:anim calcmode="lin" valueType="num">
                                      <p:cBhvr>
                                        <p:cTn id="35" dur="750" fill="hold"/>
                                        <p:tgtEl>
                                          <p:spTgt spid="8"/>
                                        </p:tgtEl>
                                        <p:attrNameLst>
                                          <p:attrName>style.rotation</p:attrName>
                                        </p:attrNameLst>
                                      </p:cBhvr>
                                      <p:tavLst>
                                        <p:tav tm="0">
                                          <p:val>
                                            <p:fltVal val="90"/>
                                          </p:val>
                                        </p:tav>
                                        <p:tav tm="100000">
                                          <p:val>
                                            <p:fltVal val="0"/>
                                          </p:val>
                                        </p:tav>
                                      </p:tavLst>
                                    </p:anim>
                                    <p:animEffect transition="in" filter="fade">
                                      <p:cBhvr>
                                        <p:cTn id="36" dur="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69E59AA2-E768-0D88-A5B3-07313FBDF427}"/>
              </a:ext>
            </a:extLst>
          </p:cNvPr>
          <p:cNvSpPr txBox="1"/>
          <p:nvPr>
            <p:custDataLst>
              <p:tags r:id="rId1"/>
            </p:custDataLst>
          </p:nvPr>
        </p:nvSpPr>
        <p:spPr>
          <a:xfrm>
            <a:off x="186492" y="3447624"/>
            <a:ext cx="8290111" cy="1496692"/>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）如图所示，表格中的物体</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的重力应该是</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_________N</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）老师认为表格中有一组数据是人为编造的，你认为是物体</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1/2/3/4</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）的这组，理由是</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457200" algn="l" defTabSz="685160" rtl="0" eaLnBrk="1" fontAlgn="auto" latinLnBrk="0" hangingPunct="1">
              <a:lnSpc>
                <a:spcPts val="2800"/>
              </a:lnSpc>
              <a:spcBef>
                <a:spcPct val="0"/>
              </a:spcBef>
              <a:spcAft>
                <a:spcPct val="0"/>
              </a:spcAft>
              <a:buClrTx/>
              <a:buSzTx/>
              <a:buFontTx/>
              <a:buNone/>
              <a:defRPr/>
            </a:pP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）分析表中有效实验数据，得出的结论是：</a:t>
            </a:r>
            <a:r>
              <a:rPr kumimoji="0" lang="en-US" altLang="zh-CN"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___________</a:t>
            </a:r>
            <a:r>
              <a:rPr kumimoji="0" lang="zh-CN" altLang="en-US" sz="19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0" name="文本框 19">
            <a:extLst>
              <a:ext uri="{FF2B5EF4-FFF2-40B4-BE49-F238E27FC236}">
                <a16:creationId xmlns:a16="http://schemas.microsoft.com/office/drawing/2014/main" id="{20F63954-7B95-9517-8EB2-FC91CE4EFC6E}"/>
              </a:ext>
            </a:extLst>
          </p:cNvPr>
          <p:cNvSpPr txBox="1"/>
          <p:nvPr>
            <p:custDataLst>
              <p:tags r:id="rId2"/>
            </p:custDataLst>
          </p:nvPr>
        </p:nvSpPr>
        <p:spPr>
          <a:xfrm>
            <a:off x="321957" y="533818"/>
            <a:ext cx="8351072" cy="778546"/>
          </a:xfrm>
          <a:prstGeom prst="rect">
            <a:avLst/>
          </a:prstGeom>
          <a:noFill/>
        </p:spPr>
        <p:txBody>
          <a:bodyPr wrap="square">
            <a:spAutoFit/>
          </a:bodyPr>
          <a:lstStyle/>
          <a:p>
            <a:pPr indent="457200">
              <a:lnSpc>
                <a:spcPts val="2800"/>
              </a:lnSpc>
            </a:pPr>
            <a:r>
              <a:rPr lang="en-US" altLang="zh-CN" sz="19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9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19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19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某兴趣小组在探究“物体所受重力大小与物体质量关系”实验中，实验记录如表：</a:t>
            </a:r>
            <a:endParaRPr lang="en-US" altLang="zh-CN" sz="19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4CDD8318-B8C8-9230-A36B-6D6F130B0EB2}"/>
              </a:ext>
            </a:extLst>
          </p:cNvPr>
          <p:cNvSpPr txBox="1"/>
          <p:nvPr>
            <p:custDataLst>
              <p:tags r:id="rId4"/>
            </p:custDataLst>
          </p:nvPr>
        </p:nvSpPr>
        <p:spPr>
          <a:xfrm>
            <a:off x="6046947" y="57836"/>
            <a:ext cx="2786821"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ea typeface="微软雅黑" panose="020B0503020204020204" pitchFamily="34" charset="-122"/>
                <a:cs typeface="+mn-cs"/>
              </a:rPr>
              <a:t>2</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重力 力的示意图</a:t>
            </a:r>
          </a:p>
        </p:txBody>
      </p:sp>
      <p:graphicFrame>
        <p:nvGraphicFramePr>
          <p:cNvPr id="4" name="表格 3">
            <a:extLst>
              <a:ext uri="{FF2B5EF4-FFF2-40B4-BE49-F238E27FC236}">
                <a16:creationId xmlns:a16="http://schemas.microsoft.com/office/drawing/2014/main" id="{29241F54-08B0-59F4-26C4-69B490D25A32}"/>
              </a:ext>
            </a:extLst>
          </p:cNvPr>
          <p:cNvGraphicFramePr>
            <a:graphicFrameLocks noGrp="1"/>
          </p:cNvGraphicFramePr>
          <p:nvPr>
            <p:custDataLst>
              <p:tags r:id="rId5"/>
            </p:custDataLst>
            <p:extLst>
              <p:ext uri="{D42A27DB-BD31-4B8C-83A1-F6EECF244321}">
                <p14:modId xmlns:p14="http://schemas.microsoft.com/office/powerpoint/2010/main" val="1207965893"/>
              </p:ext>
            </p:extLst>
          </p:nvPr>
        </p:nvGraphicFramePr>
        <p:xfrm>
          <a:off x="582510" y="1420178"/>
          <a:ext cx="6074394" cy="1980035"/>
        </p:xfrm>
        <a:graphic>
          <a:graphicData uri="http://schemas.openxmlformats.org/drawingml/2006/table">
            <a:tbl>
              <a:tblPr firstRow="1" firstCol="1" bandRow="1">
                <a:tableStyleId>{5C22544A-7EE6-4342-B048-85BDC9FD1C3A}</a:tableStyleId>
              </a:tblPr>
              <a:tblGrid>
                <a:gridCol w="1160710">
                  <a:extLst>
                    <a:ext uri="{9D8B030D-6E8A-4147-A177-3AD203B41FA5}">
                      <a16:colId xmlns:a16="http://schemas.microsoft.com/office/drawing/2014/main" val="3366583523"/>
                    </a:ext>
                  </a:extLst>
                </a:gridCol>
                <a:gridCol w="1773311">
                  <a:extLst>
                    <a:ext uri="{9D8B030D-6E8A-4147-A177-3AD203B41FA5}">
                      <a16:colId xmlns:a16="http://schemas.microsoft.com/office/drawing/2014/main" val="275627321"/>
                    </a:ext>
                  </a:extLst>
                </a:gridCol>
                <a:gridCol w="1263888">
                  <a:extLst>
                    <a:ext uri="{9D8B030D-6E8A-4147-A177-3AD203B41FA5}">
                      <a16:colId xmlns:a16="http://schemas.microsoft.com/office/drawing/2014/main" val="2741790836"/>
                    </a:ext>
                  </a:extLst>
                </a:gridCol>
                <a:gridCol w="1876485">
                  <a:extLst>
                    <a:ext uri="{9D8B030D-6E8A-4147-A177-3AD203B41FA5}">
                      <a16:colId xmlns:a16="http://schemas.microsoft.com/office/drawing/2014/main" val="3895799965"/>
                    </a:ext>
                  </a:extLst>
                </a:gridCol>
              </a:tblGrid>
              <a:tr h="396007">
                <a:tc>
                  <a:txBody>
                    <a:bodyPr/>
                    <a:lstStyle/>
                    <a:p>
                      <a:pPr algn="ctr">
                        <a:lnSpc>
                          <a:spcPct val="100000"/>
                        </a:lnSpc>
                      </a:pPr>
                      <a:r>
                        <a:rPr lang="zh-CN" sz="1600" b="0" kern="100">
                          <a:solidFill>
                            <a:schemeClr val="tx1"/>
                          </a:solidFill>
                          <a:effectLst/>
                        </a:rPr>
                        <a:t>实测物体</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zh-CN" sz="1600" b="0" kern="100">
                          <a:solidFill>
                            <a:schemeClr val="tx1"/>
                          </a:solidFill>
                          <a:effectLst/>
                        </a:rPr>
                        <a:t>物体质量</a:t>
                      </a:r>
                      <a:r>
                        <a:rPr lang="en-US" sz="1600" b="0" i="1" kern="100">
                          <a:solidFill>
                            <a:schemeClr val="tx1"/>
                          </a:solidFill>
                          <a:effectLst/>
                        </a:rPr>
                        <a:t>m</a:t>
                      </a:r>
                      <a:r>
                        <a:rPr lang="zh-CN" sz="1600" b="0" kern="100">
                          <a:solidFill>
                            <a:schemeClr val="tx1"/>
                          </a:solidFill>
                          <a:effectLst/>
                        </a:rPr>
                        <a:t>（</a:t>
                      </a:r>
                      <a:r>
                        <a:rPr lang="en-US" sz="1600" b="0" kern="100">
                          <a:solidFill>
                            <a:schemeClr val="tx1"/>
                          </a:solidFill>
                          <a:effectLst/>
                        </a:rPr>
                        <a:t>kg</a:t>
                      </a:r>
                      <a:r>
                        <a:rPr lang="zh-CN" sz="1600" b="0" kern="100">
                          <a:solidFill>
                            <a:schemeClr val="tx1"/>
                          </a:solidFill>
                          <a:effectLst/>
                        </a:rPr>
                        <a:t>）</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zh-CN" sz="1600" b="0" kern="100">
                          <a:solidFill>
                            <a:schemeClr val="tx1"/>
                          </a:solidFill>
                          <a:effectLst/>
                        </a:rPr>
                        <a:t>重力</a:t>
                      </a:r>
                      <a:r>
                        <a:rPr lang="en-US" sz="1600" b="0" i="1" kern="100">
                          <a:solidFill>
                            <a:schemeClr val="tx1"/>
                          </a:solidFill>
                          <a:effectLst/>
                          <a:latin typeface="+mn-lt"/>
                          <a:ea typeface="+mn-ea"/>
                          <a:cs typeface="+mn-cs"/>
                        </a:rPr>
                        <a:t>G</a:t>
                      </a:r>
                      <a:r>
                        <a:rPr lang="zh-CN" sz="1600" b="0" kern="100">
                          <a:solidFill>
                            <a:schemeClr val="tx1"/>
                          </a:solidFill>
                          <a:effectLst/>
                        </a:rPr>
                        <a:t>（</a:t>
                      </a:r>
                      <a:r>
                        <a:rPr lang="en-US" sz="1600" b="0" kern="100">
                          <a:solidFill>
                            <a:schemeClr val="tx1"/>
                          </a:solidFill>
                          <a:effectLst/>
                        </a:rPr>
                        <a:t>N</a:t>
                      </a:r>
                      <a:r>
                        <a:rPr lang="zh-CN" sz="1600" b="0" kern="100">
                          <a:solidFill>
                            <a:schemeClr val="tx1"/>
                          </a:solidFill>
                          <a:effectLst/>
                        </a:rPr>
                        <a:t>）</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600" b="0" i="1" kern="100">
                          <a:solidFill>
                            <a:schemeClr val="tx1"/>
                          </a:solidFill>
                          <a:effectLst/>
                          <a:latin typeface="+mn-lt"/>
                          <a:ea typeface="+mn-ea"/>
                          <a:cs typeface="+mn-cs"/>
                        </a:rPr>
                        <a:t>G</a:t>
                      </a:r>
                      <a:r>
                        <a:rPr lang="zh-CN" sz="1600" b="0" kern="100">
                          <a:solidFill>
                            <a:schemeClr val="tx1"/>
                          </a:solidFill>
                          <a:effectLst/>
                        </a:rPr>
                        <a:t>与</a:t>
                      </a:r>
                      <a:r>
                        <a:rPr lang="en-US" sz="1600" b="0" i="1" kern="100">
                          <a:solidFill>
                            <a:schemeClr val="tx1"/>
                          </a:solidFill>
                          <a:effectLst/>
                          <a:latin typeface="+mn-lt"/>
                          <a:ea typeface="+mn-ea"/>
                          <a:cs typeface="+mn-cs"/>
                        </a:rPr>
                        <a:t>m</a:t>
                      </a:r>
                      <a:r>
                        <a:rPr lang="zh-CN" sz="1600" b="0" kern="100">
                          <a:solidFill>
                            <a:schemeClr val="tx1"/>
                          </a:solidFill>
                          <a:effectLst/>
                        </a:rPr>
                        <a:t>的比（</a:t>
                      </a:r>
                      <a:r>
                        <a:rPr lang="en-US" sz="1600" b="0" kern="100">
                          <a:solidFill>
                            <a:schemeClr val="tx1"/>
                          </a:solidFill>
                          <a:effectLst/>
                        </a:rPr>
                        <a:t>N/kg</a:t>
                      </a:r>
                      <a:r>
                        <a:rPr lang="zh-CN" sz="1600" b="0" kern="100">
                          <a:solidFill>
                            <a:schemeClr val="tx1"/>
                          </a:solidFill>
                          <a:effectLst/>
                        </a:rPr>
                        <a:t>）</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400987575"/>
                  </a:ext>
                </a:extLst>
              </a:tr>
              <a:tr h="396007">
                <a:tc>
                  <a:txBody>
                    <a:bodyPr/>
                    <a:lstStyle/>
                    <a:p>
                      <a:pPr algn="ctr">
                        <a:lnSpc>
                          <a:spcPct val="100000"/>
                        </a:lnSpc>
                      </a:pPr>
                      <a:r>
                        <a:rPr lang="zh-CN" sz="1600" b="0" kern="100">
                          <a:solidFill>
                            <a:schemeClr val="tx1"/>
                          </a:solidFill>
                          <a:effectLst/>
                        </a:rPr>
                        <a:t>物体</a:t>
                      </a:r>
                      <a:r>
                        <a:rPr lang="en-US" sz="1600" b="0" kern="100">
                          <a:solidFill>
                            <a:schemeClr val="tx1"/>
                          </a:solidFill>
                          <a:effectLst/>
                        </a:rPr>
                        <a:t>1</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0.1</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1.0</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 </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82678161"/>
                  </a:ext>
                </a:extLst>
              </a:tr>
              <a:tr h="396007">
                <a:tc>
                  <a:txBody>
                    <a:bodyPr/>
                    <a:lstStyle/>
                    <a:p>
                      <a:pPr algn="ctr">
                        <a:lnSpc>
                          <a:spcPct val="100000"/>
                        </a:lnSpc>
                      </a:pPr>
                      <a:r>
                        <a:rPr lang="zh-CN" sz="1600" b="0" kern="100">
                          <a:solidFill>
                            <a:schemeClr val="tx1"/>
                          </a:solidFill>
                          <a:effectLst/>
                        </a:rPr>
                        <a:t>物体</a:t>
                      </a:r>
                      <a:r>
                        <a:rPr lang="en-US" sz="1600" b="0" kern="100">
                          <a:solidFill>
                            <a:schemeClr val="tx1"/>
                          </a:solidFill>
                          <a:effectLst/>
                        </a:rPr>
                        <a:t>2</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0.24</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2.4</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 </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52208645"/>
                  </a:ext>
                </a:extLst>
              </a:tr>
              <a:tr h="396007">
                <a:tc>
                  <a:txBody>
                    <a:bodyPr/>
                    <a:lstStyle/>
                    <a:p>
                      <a:pPr algn="ctr">
                        <a:lnSpc>
                          <a:spcPct val="100000"/>
                        </a:lnSpc>
                      </a:pPr>
                      <a:r>
                        <a:rPr lang="zh-CN" sz="1600" b="0" kern="100">
                          <a:solidFill>
                            <a:schemeClr val="tx1"/>
                          </a:solidFill>
                          <a:effectLst/>
                        </a:rPr>
                        <a:t>物体</a:t>
                      </a:r>
                      <a:r>
                        <a:rPr lang="en-US" sz="1600" b="0" kern="100">
                          <a:solidFill>
                            <a:schemeClr val="tx1"/>
                          </a:solidFill>
                          <a:effectLst/>
                        </a:rPr>
                        <a:t>3</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0.32</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 </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 </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33421245"/>
                  </a:ext>
                </a:extLst>
              </a:tr>
              <a:tr h="396007">
                <a:tc>
                  <a:txBody>
                    <a:bodyPr/>
                    <a:lstStyle/>
                    <a:p>
                      <a:pPr algn="ctr">
                        <a:lnSpc>
                          <a:spcPct val="100000"/>
                        </a:lnSpc>
                      </a:pPr>
                      <a:r>
                        <a:rPr lang="zh-CN" sz="1600" b="0" kern="100">
                          <a:solidFill>
                            <a:schemeClr val="tx1"/>
                          </a:solidFill>
                          <a:effectLst/>
                        </a:rPr>
                        <a:t>物体</a:t>
                      </a:r>
                      <a:r>
                        <a:rPr lang="en-US" sz="1600" b="0" kern="100">
                          <a:solidFill>
                            <a:schemeClr val="tx1"/>
                          </a:solidFill>
                          <a:effectLst/>
                        </a:rPr>
                        <a:t>4</a:t>
                      </a:r>
                      <a:endParaRPr lang="zh-CN" sz="16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0.54</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5.4</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sz="1800" b="0" kern="100">
                          <a:solidFill>
                            <a:schemeClr val="tx1"/>
                          </a:solidFill>
                          <a:effectLst/>
                        </a:rPr>
                        <a:t> </a:t>
                      </a:r>
                      <a:endParaRPr lang="zh-CN" sz="1800" b="0" kern="100">
                        <a:solidFill>
                          <a:schemeClr val="tx1"/>
                        </a:solidFill>
                        <a:effectLst/>
                        <a:latin typeface="Times New Roman" panose="02020603050405020304" pitchFamily="18" charset="0"/>
                        <a:ea typeface="宋体" panose="02010600030101010101" pitchFamily="2" charset="-122"/>
                      </a:endParaRPr>
                    </a:p>
                  </a:txBody>
                  <a:tcPr marL="76200" marR="76200" marT="47625" marB="47625"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87138130"/>
                  </a:ext>
                </a:extLst>
              </a:tr>
            </a:tbl>
          </a:graphicData>
        </a:graphic>
      </p:graphicFrame>
      <p:pic>
        <p:nvPicPr>
          <p:cNvPr id="8" name="图片 7">
            <a:extLst>
              <a:ext uri="{FF2B5EF4-FFF2-40B4-BE49-F238E27FC236}">
                <a16:creationId xmlns:a16="http://schemas.microsoft.com/office/drawing/2014/main" id="{6FA5F46F-A3B3-2C48-0F6C-8D45A9F6644C}"/>
              </a:ext>
            </a:extLst>
          </p:cNvPr>
          <p:cNvPicPr>
            <a:picLocks noChangeAspect="1"/>
          </p:cNvPicPr>
          <p:nvPr>
            <p:custDataLst>
              <p:tags r:id="rId6"/>
            </p:custDataLst>
          </p:nvPr>
        </p:nvPicPr>
        <p:blipFill>
          <a:blip r:embed="rId12"/>
          <a:stretch>
            <a:fillRect/>
          </a:stretch>
        </p:blipFill>
        <p:spPr>
          <a:xfrm>
            <a:off x="7799599" y="1165557"/>
            <a:ext cx="561975" cy="2428875"/>
          </a:xfrm>
          <a:prstGeom prst="rect">
            <a:avLst/>
          </a:prstGeom>
        </p:spPr>
      </p:pic>
      <p:sp>
        <p:nvSpPr>
          <p:cNvPr id="2" name="文本框 71684">
            <a:extLst>
              <a:ext uri="{FF2B5EF4-FFF2-40B4-BE49-F238E27FC236}">
                <a16:creationId xmlns:a16="http://schemas.microsoft.com/office/drawing/2014/main" id="{D75AD899-C634-EDB1-60F0-D8AAD5A0E2FE}"/>
              </a:ext>
            </a:extLst>
          </p:cNvPr>
          <p:cNvSpPr/>
          <p:nvPr>
            <p:custDataLst>
              <p:tags r:id="rId7"/>
            </p:custDataLst>
          </p:nvPr>
        </p:nvSpPr>
        <p:spPr>
          <a:xfrm>
            <a:off x="5783008" y="3447624"/>
            <a:ext cx="671979" cy="384721"/>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lvl="0">
              <a:spcBef>
                <a:spcPct val="0"/>
              </a:spcBef>
              <a:spcAft>
                <a:spcPct val="0"/>
              </a:spcAft>
            </a:pPr>
            <a:r>
              <a:rPr lang="en-US" altLang="zh-CN"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3.2  </a:t>
            </a:r>
          </a:p>
        </p:txBody>
      </p:sp>
      <p:sp>
        <p:nvSpPr>
          <p:cNvPr id="6" name="文本框 5">
            <a:extLst>
              <a:ext uri="{FF2B5EF4-FFF2-40B4-BE49-F238E27FC236}">
                <a16:creationId xmlns:a16="http://schemas.microsoft.com/office/drawing/2014/main" id="{CF3AAE56-CA3F-571B-680A-73E3982A2D40}"/>
              </a:ext>
            </a:extLst>
          </p:cNvPr>
          <p:cNvSpPr txBox="1"/>
          <p:nvPr>
            <p:custDataLst>
              <p:tags r:id="rId8"/>
            </p:custDataLst>
          </p:nvPr>
        </p:nvSpPr>
        <p:spPr>
          <a:xfrm>
            <a:off x="7326427" y="3847834"/>
            <a:ext cx="1256943" cy="384721"/>
          </a:xfrm>
          <a:prstGeom prst="rect">
            <a:avLst/>
          </a:prstGeom>
          <a:noFill/>
        </p:spPr>
        <p:txBody>
          <a:bodyPr wrap="square">
            <a:spAutoFit/>
          </a:bodyPr>
          <a:lstStyle/>
          <a:p>
            <a:r>
              <a:rPr lang="zh-CN" altLang="en-US"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物体</a:t>
            </a:r>
            <a:r>
              <a:rPr lang="en-US" altLang="zh-CN"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900">
              <a:solidFill>
                <a:srgbClr val="FF0000"/>
              </a:solidFill>
            </a:endParaRPr>
          </a:p>
        </p:txBody>
      </p:sp>
      <p:sp>
        <p:nvSpPr>
          <p:cNvPr id="10" name="文本框 9">
            <a:extLst>
              <a:ext uri="{FF2B5EF4-FFF2-40B4-BE49-F238E27FC236}">
                <a16:creationId xmlns:a16="http://schemas.microsoft.com/office/drawing/2014/main" id="{8CB97940-ABE5-E9AC-AEB0-EA872F4362CC}"/>
              </a:ext>
            </a:extLst>
          </p:cNvPr>
          <p:cNvSpPr txBox="1"/>
          <p:nvPr>
            <p:custDataLst>
              <p:tags r:id="rId9"/>
            </p:custDataLst>
          </p:nvPr>
        </p:nvSpPr>
        <p:spPr>
          <a:xfrm>
            <a:off x="3193802" y="4193816"/>
            <a:ext cx="3206999" cy="384721"/>
          </a:xfrm>
          <a:prstGeom prst="rect">
            <a:avLst/>
          </a:prstGeom>
          <a:noFill/>
        </p:spPr>
        <p:txBody>
          <a:bodyPr wrap="square">
            <a:spAutoFit/>
          </a:bodyPr>
          <a:lstStyle/>
          <a:p>
            <a:r>
              <a:rPr lang="zh-CN" altLang="en-US" sz="190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超出了弹簧测力计的量程</a:t>
            </a:r>
            <a:endParaRPr lang="zh-CN" altLang="en-US" sz="1900">
              <a:solidFill>
                <a:srgbClr val="FF0000"/>
              </a:solidFill>
            </a:endParaRPr>
          </a:p>
        </p:txBody>
      </p:sp>
      <p:sp>
        <p:nvSpPr>
          <p:cNvPr id="12" name="文本框 11">
            <a:extLst>
              <a:ext uri="{FF2B5EF4-FFF2-40B4-BE49-F238E27FC236}">
                <a16:creationId xmlns:a16="http://schemas.microsoft.com/office/drawing/2014/main" id="{A1E3857C-FECD-149B-1296-D5BDDBCA3676}"/>
              </a:ext>
            </a:extLst>
          </p:cNvPr>
          <p:cNvSpPr txBox="1"/>
          <p:nvPr>
            <p:custDataLst>
              <p:tags r:id="rId10"/>
            </p:custDataLst>
          </p:nvPr>
        </p:nvSpPr>
        <p:spPr>
          <a:xfrm>
            <a:off x="5640915" y="4547970"/>
            <a:ext cx="3371024" cy="384721"/>
          </a:xfrm>
          <a:prstGeom prst="rect">
            <a:avLst/>
          </a:prstGeom>
          <a:noFill/>
        </p:spPr>
        <p:txBody>
          <a:bodyPr wrap="square">
            <a:spAutoFit/>
          </a:bodyPr>
          <a:lstStyle/>
          <a:p>
            <a:r>
              <a:rPr kumimoji="0" lang="zh-CN" altLang="en-US" sz="1900" b="0" i="0" u="none" strike="noStrike" kern="1200" cap="none" spc="0" normalizeH="0" baseline="0" noProof="0">
                <a:ln>
                  <a:noFill/>
                </a:ln>
                <a:solidFill>
                  <a:srgbClr val="FF0000"/>
                </a:solidFill>
                <a:effectLst/>
                <a:uLnTx/>
                <a:uFillTx/>
                <a:latin typeface="Times New Roman"/>
                <a:ea typeface="微软雅黑"/>
                <a:cs typeface="Times New Roman" panose="02020603050405020304" pitchFamily="18" charset="0"/>
              </a:rPr>
              <a:t>重力大小与物体质量成正比</a:t>
            </a:r>
            <a:endParaRPr lang="zh-CN" altLang="en-US" sz="1900">
              <a:solidFill>
                <a:srgbClr val="FF0000"/>
              </a:solidFill>
            </a:endParaRPr>
          </a:p>
        </p:txBody>
      </p:sp>
    </p:spTree>
    <p:extLst>
      <p:ext uri="{BB962C8B-B14F-4D97-AF65-F5344CB8AC3E}">
        <p14:creationId xmlns:p14="http://schemas.microsoft.com/office/powerpoint/2010/main" val="404812848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435">
                                          <p:stCondLst>
                                            <p:cond delay="0"/>
                                          </p:stCondLst>
                                        </p:cTn>
                                        <p:tgtEl>
                                          <p:spTgt spid="2"/>
                                        </p:tgtEl>
                                      </p:cBhvr>
                                    </p:animEffect>
                                    <p:anim calcmode="lin" valueType="num">
                                      <p:cBhvr>
                                        <p:cTn id="8" dur="1367"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2"/>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2"/>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2"/>
                                        </p:tgtEl>
                                        <p:attrNameLst>
                                          <p:attrName>ppt_y</p:attrName>
                                        </p:attrNameLst>
                                      </p:cBhvr>
                                      <p:tavLst>
                                        <p:tav tm="0" fmla="#ppt_y-sin(pi*$)/81">
                                          <p:val>
                                            <p:fltVal val="0"/>
                                          </p:val>
                                        </p:tav>
                                        <p:tav tm="100000">
                                          <p:val>
                                            <p:fltVal val="1"/>
                                          </p:val>
                                        </p:tav>
                                      </p:tavLst>
                                    </p:anim>
                                    <p:animScale>
                                      <p:cBhvr>
                                        <p:cTn id="13" dur="20">
                                          <p:stCondLst>
                                            <p:cond delay="487"/>
                                          </p:stCondLst>
                                        </p:cTn>
                                        <p:tgtEl>
                                          <p:spTgt spid="2"/>
                                        </p:tgtEl>
                                      </p:cBhvr>
                                      <p:to x="100000" y="60000"/>
                                    </p:animScale>
                                    <p:animScale>
                                      <p:cBhvr>
                                        <p:cTn id="14" dur="124" decel="50000">
                                          <p:stCondLst>
                                            <p:cond delay="507"/>
                                          </p:stCondLst>
                                        </p:cTn>
                                        <p:tgtEl>
                                          <p:spTgt spid="2"/>
                                        </p:tgtEl>
                                      </p:cBhvr>
                                      <p:to x="100000" y="100000"/>
                                    </p:animScale>
                                    <p:animScale>
                                      <p:cBhvr>
                                        <p:cTn id="15" dur="20">
                                          <p:stCondLst>
                                            <p:cond delay="984"/>
                                          </p:stCondLst>
                                        </p:cTn>
                                        <p:tgtEl>
                                          <p:spTgt spid="2"/>
                                        </p:tgtEl>
                                      </p:cBhvr>
                                      <p:to x="100000" y="80000"/>
                                    </p:animScale>
                                    <p:animScale>
                                      <p:cBhvr>
                                        <p:cTn id="16" dur="124" decel="50000">
                                          <p:stCondLst>
                                            <p:cond delay="1004"/>
                                          </p:stCondLst>
                                        </p:cTn>
                                        <p:tgtEl>
                                          <p:spTgt spid="2"/>
                                        </p:tgtEl>
                                      </p:cBhvr>
                                      <p:to x="100000" y="100000"/>
                                    </p:animScale>
                                    <p:animScale>
                                      <p:cBhvr>
                                        <p:cTn id="17" dur="20">
                                          <p:stCondLst>
                                            <p:cond delay="1231"/>
                                          </p:stCondLst>
                                        </p:cTn>
                                        <p:tgtEl>
                                          <p:spTgt spid="2"/>
                                        </p:tgtEl>
                                      </p:cBhvr>
                                      <p:to x="100000" y="90000"/>
                                    </p:animScale>
                                    <p:animScale>
                                      <p:cBhvr>
                                        <p:cTn id="18" dur="124" decel="50000">
                                          <p:stCondLst>
                                            <p:cond delay="1251"/>
                                          </p:stCondLst>
                                        </p:cTn>
                                        <p:tgtEl>
                                          <p:spTgt spid="2"/>
                                        </p:tgtEl>
                                      </p:cBhvr>
                                      <p:to x="100000" y="100000"/>
                                    </p:animScale>
                                    <p:animScale>
                                      <p:cBhvr>
                                        <p:cTn id="19" dur="20">
                                          <p:stCondLst>
                                            <p:cond delay="1356"/>
                                          </p:stCondLst>
                                        </p:cTn>
                                        <p:tgtEl>
                                          <p:spTgt spid="2"/>
                                        </p:tgtEl>
                                      </p:cBhvr>
                                      <p:to x="100000" y="95000"/>
                                    </p:animScale>
                                    <p:animScale>
                                      <p:cBhvr>
                                        <p:cTn id="20" dur="124" decel="50000">
                                          <p:stCondLst>
                                            <p:cond delay="1376"/>
                                          </p:stCondLst>
                                        </p:cTn>
                                        <p:tgtEl>
                                          <p:spTgt spid="2"/>
                                        </p:tgtEl>
                                      </p:cBhvr>
                                      <p:to x="100000" y="100000"/>
                                    </p:animScale>
                                  </p:childTnLst>
                                </p:cTn>
                              </p:par>
                            </p:childTnLst>
                          </p:cTn>
                        </p:par>
                      </p:childTnLst>
                    </p:cTn>
                  </p:par>
                  <p:par>
                    <p:cTn id="21" fill="hold" nodeType="clickPar">
                      <p:stCondLst>
                        <p:cond delay="indefinite"/>
                      </p:stCondLst>
                      <p:childTnLst>
                        <p:par>
                          <p:cTn id="22" fill="hold" nodeType="afterGroup">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750" fill="hold"/>
                                        <p:tgtEl>
                                          <p:spTgt spid="6"/>
                                        </p:tgtEl>
                                        <p:attrNameLst>
                                          <p:attrName>ppt_w</p:attrName>
                                        </p:attrNameLst>
                                      </p:cBhvr>
                                      <p:tavLst>
                                        <p:tav tm="0">
                                          <p:val>
                                            <p:fltVal val="0"/>
                                          </p:val>
                                        </p:tav>
                                        <p:tav tm="100000">
                                          <p:val>
                                            <p:strVal val="#ppt_w"/>
                                          </p:val>
                                        </p:tav>
                                      </p:tavLst>
                                    </p:anim>
                                    <p:anim calcmode="lin" valueType="num">
                                      <p:cBhvr>
                                        <p:cTn id="26" dur="750" fill="hold"/>
                                        <p:tgtEl>
                                          <p:spTgt spid="6"/>
                                        </p:tgtEl>
                                        <p:attrNameLst>
                                          <p:attrName>ppt_h</p:attrName>
                                        </p:attrNameLst>
                                      </p:cBhvr>
                                      <p:tavLst>
                                        <p:tav tm="0">
                                          <p:val>
                                            <p:fltVal val="0"/>
                                          </p:val>
                                        </p:tav>
                                        <p:tav tm="100000">
                                          <p:val>
                                            <p:strVal val="#ppt_h"/>
                                          </p:val>
                                        </p:tav>
                                      </p:tavLst>
                                    </p:anim>
                                    <p:anim calcmode="lin" valueType="num">
                                      <p:cBhvr>
                                        <p:cTn id="27" dur="750" fill="hold"/>
                                        <p:tgtEl>
                                          <p:spTgt spid="6"/>
                                        </p:tgtEl>
                                        <p:attrNameLst>
                                          <p:attrName>style.rotation</p:attrName>
                                        </p:attrNameLst>
                                      </p:cBhvr>
                                      <p:tavLst>
                                        <p:tav tm="0">
                                          <p:val>
                                            <p:fltVal val="90"/>
                                          </p:val>
                                        </p:tav>
                                        <p:tav tm="100000">
                                          <p:val>
                                            <p:fltVal val="0"/>
                                          </p:val>
                                        </p:tav>
                                      </p:tavLst>
                                    </p:anim>
                                    <p:animEffect transition="in" filter="fade">
                                      <p:cBhvr>
                                        <p:cTn id="28" dur="750"/>
                                        <p:tgtEl>
                                          <p:spTgt spid="6"/>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31"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750" fill="hold"/>
                                        <p:tgtEl>
                                          <p:spTgt spid="10"/>
                                        </p:tgtEl>
                                        <p:attrNameLst>
                                          <p:attrName>ppt_w</p:attrName>
                                        </p:attrNameLst>
                                      </p:cBhvr>
                                      <p:tavLst>
                                        <p:tav tm="0">
                                          <p:val>
                                            <p:fltVal val="0"/>
                                          </p:val>
                                        </p:tav>
                                        <p:tav tm="100000">
                                          <p:val>
                                            <p:strVal val="#ppt_w"/>
                                          </p:val>
                                        </p:tav>
                                      </p:tavLst>
                                    </p:anim>
                                    <p:anim calcmode="lin" valueType="num">
                                      <p:cBhvr>
                                        <p:cTn id="34" dur="750" fill="hold"/>
                                        <p:tgtEl>
                                          <p:spTgt spid="10"/>
                                        </p:tgtEl>
                                        <p:attrNameLst>
                                          <p:attrName>ppt_h</p:attrName>
                                        </p:attrNameLst>
                                      </p:cBhvr>
                                      <p:tavLst>
                                        <p:tav tm="0">
                                          <p:val>
                                            <p:fltVal val="0"/>
                                          </p:val>
                                        </p:tav>
                                        <p:tav tm="100000">
                                          <p:val>
                                            <p:strVal val="#ppt_h"/>
                                          </p:val>
                                        </p:tav>
                                      </p:tavLst>
                                    </p:anim>
                                    <p:anim calcmode="lin" valueType="num">
                                      <p:cBhvr>
                                        <p:cTn id="35" dur="750" fill="hold"/>
                                        <p:tgtEl>
                                          <p:spTgt spid="10"/>
                                        </p:tgtEl>
                                        <p:attrNameLst>
                                          <p:attrName>style.rotation</p:attrName>
                                        </p:attrNameLst>
                                      </p:cBhvr>
                                      <p:tavLst>
                                        <p:tav tm="0">
                                          <p:val>
                                            <p:fltVal val="90"/>
                                          </p:val>
                                        </p:tav>
                                        <p:tav tm="100000">
                                          <p:val>
                                            <p:fltVal val="0"/>
                                          </p:val>
                                        </p:tav>
                                      </p:tavLst>
                                    </p:anim>
                                    <p:animEffect transition="in" filter="fade">
                                      <p:cBhvr>
                                        <p:cTn id="36" dur="750"/>
                                        <p:tgtEl>
                                          <p:spTgt spid="10"/>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wipe(left)">
                                      <p:cBhvr>
                                        <p:cTn id="41"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10"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693085" y="1816567"/>
            <a:ext cx="2723274" cy="2030229"/>
            <a:chOff x="693085" y="1816567"/>
            <a:chExt cx="2723274" cy="2030229"/>
          </a:xfrm>
        </p:grpSpPr>
        <p:grpSp>
          <p:nvGrpSpPr>
            <p:cNvPr id="19" name="组合 18">
              <a:extLst>
                <a:ext uri="{FF2B5EF4-FFF2-40B4-BE49-F238E27FC236}">
                  <a16:creationId xmlns:a16="http://schemas.microsoft.com/office/drawing/2014/main" id="{A0D84D34-A8C1-78F9-98AC-611E86F9910D}"/>
                </a:ext>
              </a:extLst>
            </p:cNvPr>
            <p:cNvGrpSpPr/>
            <p:nvPr>
              <p:custDataLst>
                <p:tags r:id="rId12"/>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4"/>
                </p:custDataLst>
              </p:nvPr>
            </p:nvSpPr>
            <p:spPr>
              <a:xfrm rot="5400000">
                <a:off x="40681" y="2468972"/>
                <a:ext cx="1522671" cy="217861"/>
              </a:xfrm>
              <a:prstGeom prst="corner">
                <a:avLst>
                  <a:gd name="adj1" fmla="val 1000"/>
                  <a:gd name="adj2" fmla="val 1000"/>
                </a:avLst>
              </a:prstGeom>
              <a:ln>
                <a:solidFill>
                  <a:srgbClr val="1973B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5"/>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1973BF"/>
              </a:solid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13"/>
              </p:custDataLst>
            </p:nvPr>
          </p:nvSpPr>
          <p:spPr>
            <a:xfrm>
              <a:off x="949073" y="19681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algn="ctr" defTabSz="1244600">
                <a:lnSpc>
                  <a:spcPts val="1500"/>
                </a:lnSpc>
                <a:spcBef>
                  <a:spcPct val="0"/>
                </a:spcBef>
                <a:spcAft>
                  <a:spcPct val="35000"/>
                </a:spcAft>
              </a:pPr>
              <a:r>
                <a:rPr kumimoji="0" lang="zh-CN" altLang="en-US" sz="28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滑动摩擦力</a:t>
              </a:r>
            </a:p>
          </p:txBody>
        </p:sp>
      </p:grpSp>
      <p:grpSp>
        <p:nvGrpSpPr>
          <p:cNvPr id="21" name="组合 20">
            <a:extLst>
              <a:ext uri="{FF2B5EF4-FFF2-40B4-BE49-F238E27FC236}">
                <a16:creationId xmlns:a16="http://schemas.microsoft.com/office/drawing/2014/main" id="{0C92CA93-FD50-595B-B8AC-6FDF8B734476}"/>
              </a:ext>
            </a:extLst>
          </p:cNvPr>
          <p:cNvGrpSpPr/>
          <p:nvPr>
            <p:custDataLst>
              <p:tags r:id="rId2"/>
            </p:custDataLst>
          </p:nvPr>
        </p:nvGrpSpPr>
        <p:grpSpPr>
          <a:xfrm>
            <a:off x="3334661" y="1816567"/>
            <a:ext cx="2723274" cy="2030229"/>
            <a:chOff x="3334661" y="1816567"/>
            <a:chExt cx="2723274" cy="2030229"/>
          </a:xfrm>
        </p:grpSpPr>
        <p:sp>
          <p:nvSpPr>
            <p:cNvPr id="13" name="L 形 12">
              <a:extLst>
                <a:ext uri="{FF2B5EF4-FFF2-40B4-BE49-F238E27FC236}">
                  <a16:creationId xmlns:a16="http://schemas.microsoft.com/office/drawing/2014/main" id="{6D655BED-CDB4-953A-0335-AC578434D53D}"/>
                </a:ext>
              </a:extLst>
            </p:cNvPr>
            <p:cNvSpPr/>
            <p:nvPr>
              <p:custDataLst>
                <p:tags r:id="rId9"/>
              </p:custDataLst>
            </p:nvPr>
          </p:nvSpPr>
          <p:spPr>
            <a:xfrm rot="5400000">
              <a:off x="2682256" y="2468972"/>
              <a:ext cx="1522671" cy="217861"/>
            </a:xfrm>
            <a:prstGeom prst="corner">
              <a:avLst>
                <a:gd name="adj1" fmla="val 1000"/>
                <a:gd name="adj2" fmla="val 1000"/>
              </a:avLst>
            </a:prstGeom>
            <a:solidFill>
              <a:srgbClr val="338DCD"/>
            </a:solidFill>
            <a:ln>
              <a:solidFill>
                <a:srgbClr val="2EA2C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4" name="任意多边形: 形状 13">
              <a:extLst>
                <a:ext uri="{FF2B5EF4-FFF2-40B4-BE49-F238E27FC236}">
                  <a16:creationId xmlns:a16="http://schemas.microsoft.com/office/drawing/2014/main" id="{B6DE6EBF-C507-00EE-04E8-4AC06CE00B25}"/>
                </a:ext>
              </a:extLst>
            </p:cNvPr>
            <p:cNvSpPr/>
            <p:nvPr>
              <p:custDataLst>
                <p:tags r:id="rId10"/>
              </p:custDataLst>
            </p:nvPr>
          </p:nvSpPr>
          <p:spPr>
            <a:xfrm>
              <a:off x="3334661"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2EA2CF"/>
            </a:solid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02</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5" name="任意多边形: 形状 14">
              <a:extLst>
                <a:ext uri="{FF2B5EF4-FFF2-40B4-BE49-F238E27FC236}">
                  <a16:creationId xmlns:a16="http://schemas.microsoft.com/office/drawing/2014/main" id="{D409B9FC-6DFF-8BE6-D806-FA36B9882149}"/>
                </a:ext>
              </a:extLst>
            </p:cNvPr>
            <p:cNvSpPr/>
            <p:nvPr>
              <p:custDataLst>
                <p:tags r:id="rId11"/>
              </p:custDataLst>
            </p:nvPr>
          </p:nvSpPr>
          <p:spPr>
            <a:xfrm>
              <a:off x="3552522" y="1947285"/>
              <a:ext cx="2211298" cy="1007315"/>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533400" rtl="0" eaLnBrk="1" fontAlgn="auto" latinLnBrk="0" hangingPunct="1">
                <a:lnSpc>
                  <a:spcPts val="15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静摩擦力</a:t>
              </a:r>
            </a:p>
          </p:txBody>
        </p:sp>
      </p:grpSp>
      <p:grpSp>
        <p:nvGrpSpPr>
          <p:cNvPr id="22" name="组合 21">
            <a:extLst>
              <a:ext uri="{FF2B5EF4-FFF2-40B4-BE49-F238E27FC236}">
                <a16:creationId xmlns:a16="http://schemas.microsoft.com/office/drawing/2014/main" id="{BB0D28AF-F859-B4FB-1D3F-030B6BED1894}"/>
              </a:ext>
            </a:extLst>
          </p:cNvPr>
          <p:cNvGrpSpPr/>
          <p:nvPr>
            <p:custDataLst>
              <p:tags r:id="rId3"/>
            </p:custDataLst>
          </p:nvPr>
        </p:nvGrpSpPr>
        <p:grpSpPr>
          <a:xfrm>
            <a:off x="5976236" y="1607821"/>
            <a:ext cx="2723274" cy="2238975"/>
            <a:chOff x="5976236" y="1607821"/>
            <a:chExt cx="2723274" cy="2238975"/>
          </a:xfrm>
        </p:grpSpPr>
        <p:sp>
          <p:nvSpPr>
            <p:cNvPr id="16" name="L 形 15">
              <a:extLst>
                <a:ext uri="{FF2B5EF4-FFF2-40B4-BE49-F238E27FC236}">
                  <a16:creationId xmlns:a16="http://schemas.microsoft.com/office/drawing/2014/main" id="{A7B39701-181C-1CDD-5CAB-9158740D2DB8}"/>
                </a:ext>
              </a:extLst>
            </p:cNvPr>
            <p:cNvSpPr/>
            <p:nvPr>
              <p:custDataLst>
                <p:tags r:id="rId6"/>
              </p:custDataLst>
            </p:nvPr>
          </p:nvSpPr>
          <p:spPr>
            <a:xfrm rot="5400000">
              <a:off x="5323831" y="2468972"/>
              <a:ext cx="1522671" cy="217861"/>
            </a:xfrm>
            <a:prstGeom prst="corner">
              <a:avLst>
                <a:gd name="adj1" fmla="val 1000"/>
                <a:gd name="adj2" fmla="val 1000"/>
              </a:avLst>
            </a:prstGeom>
            <a:ln>
              <a:solidFill>
                <a:srgbClr val="30CED4"/>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7" name="任意多边形: 形状 16">
              <a:extLst>
                <a:ext uri="{FF2B5EF4-FFF2-40B4-BE49-F238E27FC236}">
                  <a16:creationId xmlns:a16="http://schemas.microsoft.com/office/drawing/2014/main" id="{C2FAD615-E2C7-4849-1B8D-00877A790117}"/>
                </a:ext>
              </a:extLst>
            </p:cNvPr>
            <p:cNvSpPr/>
            <p:nvPr>
              <p:custDataLst>
                <p:tags r:id="rId7"/>
              </p:custDataLst>
            </p:nvPr>
          </p:nvSpPr>
          <p:spPr>
            <a:xfrm>
              <a:off x="5976236"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30CED4"/>
            </a:solid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03</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8" name="任意多边形: 形状 17">
              <a:extLst>
                <a:ext uri="{FF2B5EF4-FFF2-40B4-BE49-F238E27FC236}">
                  <a16:creationId xmlns:a16="http://schemas.microsoft.com/office/drawing/2014/main" id="{0C3927E7-D405-48E6-8B4D-799ADABB973E}"/>
                </a:ext>
              </a:extLst>
            </p:cNvPr>
            <p:cNvSpPr/>
            <p:nvPr>
              <p:custDataLst>
                <p:tags r:id="rId8"/>
              </p:custDataLst>
            </p:nvPr>
          </p:nvSpPr>
          <p:spPr>
            <a:xfrm>
              <a:off x="6194097" y="1607821"/>
              <a:ext cx="2211298" cy="1463039"/>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algn="ctr" defTabSz="533400">
                <a:lnSpc>
                  <a:spcPts val="2800"/>
                </a:lnSpc>
                <a:spcBef>
                  <a:spcPct val="0"/>
                </a:spcBef>
              </a:pPr>
              <a:r>
                <a:rPr kumimoji="0" lang="zh-CN" altLang="en-US" sz="24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增大或减小摩擦的方法</a:t>
              </a:r>
            </a:p>
            <a:p>
              <a:pPr marL="0" marR="0" lvl="0" indent="0" algn="ctr" defTabSz="533400" rtl="0" eaLnBrk="1" fontAlgn="auto" latinLnBrk="0" hangingPunct="1">
                <a:lnSpc>
                  <a:spcPts val="2800"/>
                </a:lnSpc>
                <a:spcBef>
                  <a:spcPct val="0"/>
                </a:spcBef>
                <a:spcAft>
                  <a:spcPct val="0"/>
                </a:spcAft>
                <a:buClrTx/>
                <a:buSzTx/>
                <a:buFontTx/>
                <a:buNone/>
                <a:defRPr/>
              </a:pPr>
              <a:endParaRPr kumimoji="0" lang="en-US" sz="2400" b="1" i="0" u="none" strike="noStrike" kern="1200" cap="none" spc="0" normalizeH="0" baseline="0" noProof="0">
                <a:ln>
                  <a:noFill/>
                </a:ln>
                <a:solidFill>
                  <a:srgbClr val="002060"/>
                </a:solidFill>
                <a:effectLst/>
                <a:uLnTx/>
                <a:uFillTx/>
                <a:latin typeface="Times New Roman"/>
                <a:ea typeface="微软雅黑"/>
                <a:cs typeface="+mn-cs"/>
              </a:endParaRP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4"/>
            </p:custDataLst>
          </p:nvPr>
        </p:nvSpPr>
        <p:spPr>
          <a:xfrm>
            <a:off x="721994" y="885428"/>
            <a:ext cx="2211297" cy="508794"/>
          </a:xfrm>
          <a:prstGeom prst="rect">
            <a:avLst/>
          </a:prstGeom>
          <a:noFill/>
        </p:spPr>
        <p:txBody>
          <a:bodyPr wrap="square">
            <a:spAutoFit/>
          </a:bodyPr>
          <a:lstStyle/>
          <a:p>
            <a:pPr marL="0" marR="0" lvl="0" indent="0" algn="l" defTabSz="685160" rtl="0" eaLnBrk="1" fontAlgn="auto" latinLnBrk="0" hangingPunct="1">
              <a:lnSpc>
                <a:spcPts val="36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p>
        </p:txBody>
      </p:sp>
      <p:sp>
        <p:nvSpPr>
          <p:cNvPr id="2" name="文本框 1">
            <a:extLst>
              <a:ext uri="{FF2B5EF4-FFF2-40B4-BE49-F238E27FC236}">
                <a16:creationId xmlns:a16="http://schemas.microsoft.com/office/drawing/2014/main" id="{F37198E5-DD87-AE47-029A-B3648BEA7DBF}"/>
              </a:ext>
            </a:extLst>
          </p:cNvPr>
          <p:cNvSpPr txBox="1"/>
          <p:nvPr>
            <p:custDataLst>
              <p:tags r:id="rId5"/>
            </p:custDataLst>
          </p:nvPr>
        </p:nvSpPr>
        <p:spPr>
          <a:xfrm>
            <a:off x="2481453" y="32004"/>
            <a:ext cx="3731003" cy="446276"/>
          </a:xfrm>
          <a:prstGeom prst="rect">
            <a:avLst/>
          </a:prstGeom>
          <a:noFill/>
        </p:spPr>
        <p:txBody>
          <a:bodyPr wrap="square">
            <a:spAutoFit/>
          </a:bodyPr>
          <a:lstStyle/>
          <a:p>
            <a:pPr lvl="0" algn="ctr">
              <a:defRPr/>
            </a:pPr>
            <a:r>
              <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300" b="1">
                <a:solidFill>
                  <a:prstClr val="white"/>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300" b="1" i="0" u="none" strike="noStrike" kern="1200" cap="none" spc="0" normalizeH="0" baseline="0" noProof="0">
              <a:ln>
                <a:noFill/>
              </a:ln>
              <a:solidFill>
                <a:prstClr val="white"/>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6995911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750"/>
                                        <p:tgtEl>
                                          <p:spTgt spid="21"/>
                                        </p:tgtEl>
                                      </p:cBhvr>
                                    </p:animEffect>
                                  </p:childTnLst>
                                </p:cTn>
                              </p:par>
                            </p:childTnLst>
                          </p:cTn>
                        </p:par>
                        <p:par>
                          <p:cTn id="12" fill="hold" nodeType="afterGroup">
                            <p:stCondLst>
                              <p:cond delay="1500"/>
                            </p:stCondLst>
                            <p:childTnLst>
                              <p:par>
                                <p:cTn id="13" presetID="2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wipe(down)">
                                      <p:cBhvr>
                                        <p:cTn id="15" dur="7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9">
            <a:extLst>
              <a:ext uri="{FF2B5EF4-FFF2-40B4-BE49-F238E27FC236}">
                <a16:creationId xmlns:a16="http://schemas.microsoft.com/office/drawing/2014/main" id="{7FB99205-2E89-A26C-137C-17EED2ED8090}"/>
              </a:ext>
            </a:extLst>
          </p:cNvPr>
          <p:cNvSpPr/>
          <p:nvPr>
            <p:custDataLst>
              <p:tags r:id="rId1"/>
            </p:custDataLst>
          </p:nvPr>
        </p:nvSpPr>
        <p:spPr bwMode="auto">
          <a:xfrm>
            <a:off x="4069987" y="3881538"/>
            <a:ext cx="215375" cy="345480"/>
          </a:xfrm>
          <a:prstGeom prst="leftBrace">
            <a:avLst>
              <a:gd name="adj1" fmla="val 38823"/>
              <a:gd name="adj2" fmla="val 50000"/>
            </a:avLst>
          </a:prstGeom>
          <a:noFill/>
          <a:ln w="9525">
            <a:noFill/>
            <a:round/>
          </a:ln>
        </p:spPr>
        <p:txBody>
          <a:bodyPr>
            <a:spAutoFit/>
          </a:bodyPr>
          <a:lstStyle/>
          <a:p>
            <a:endParaRPr lang="zh-CN" altLang="en-US" sz="1344"/>
          </a:p>
        </p:txBody>
      </p:sp>
      <p:sp>
        <p:nvSpPr>
          <p:cNvPr id="3" name="Text Box 6">
            <a:extLst>
              <a:ext uri="{FF2B5EF4-FFF2-40B4-BE49-F238E27FC236}">
                <a16:creationId xmlns:a16="http://schemas.microsoft.com/office/drawing/2014/main" id="{9E226112-C94E-3BC1-21E9-0F3CF901A0A9}"/>
              </a:ext>
            </a:extLst>
          </p:cNvPr>
          <p:cNvSpPr txBox="1">
            <a:spLocks noChangeArrowheads="1"/>
          </p:cNvSpPr>
          <p:nvPr>
            <p:custDataLst>
              <p:tags r:id="rId2"/>
            </p:custDataLst>
          </p:nvPr>
        </p:nvSpPr>
        <p:spPr bwMode="auto">
          <a:xfrm>
            <a:off x="1090662" y="3505433"/>
            <a:ext cx="2123311" cy="36933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r>
              <a:rPr lang="zh-CN" altLang="en-US" sz="1800"/>
              <a:t>⑤增大摩擦的方法</a:t>
            </a:r>
          </a:p>
        </p:txBody>
      </p:sp>
      <p:sp>
        <p:nvSpPr>
          <p:cNvPr id="5" name="Text Box 8">
            <a:extLst>
              <a:ext uri="{FF2B5EF4-FFF2-40B4-BE49-F238E27FC236}">
                <a16:creationId xmlns:a16="http://schemas.microsoft.com/office/drawing/2014/main" id="{78CF3E1B-A9BD-C636-940F-3AC4B50545FF}"/>
              </a:ext>
            </a:extLst>
          </p:cNvPr>
          <p:cNvSpPr txBox="1">
            <a:spLocks noChangeArrowheads="1"/>
          </p:cNvSpPr>
          <p:nvPr>
            <p:custDataLst>
              <p:tags r:id="rId3"/>
            </p:custDataLst>
          </p:nvPr>
        </p:nvSpPr>
        <p:spPr bwMode="auto">
          <a:xfrm>
            <a:off x="3446102" y="3245107"/>
            <a:ext cx="3225629" cy="77566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pPr>
              <a:lnSpc>
                <a:spcPts val="2800"/>
              </a:lnSpc>
            </a:pPr>
            <a:r>
              <a:rPr lang="zh-CN" altLang="en-US" sz="1800"/>
              <a:t>增大压力 、增大接触面的</a:t>
            </a:r>
            <a:endParaRPr lang="en-US" altLang="zh-CN" sz="1800"/>
          </a:p>
          <a:p>
            <a:pPr>
              <a:lnSpc>
                <a:spcPts val="2800"/>
              </a:lnSpc>
            </a:pPr>
            <a:r>
              <a:rPr lang="zh-CN" altLang="en-US" sz="1800"/>
              <a:t>粗糙程度、将滚动变为滑动</a:t>
            </a:r>
            <a:r>
              <a:rPr lang="en-US" altLang="zh-CN" sz="1800"/>
              <a:t>.</a:t>
            </a:r>
            <a:r>
              <a:rPr lang="zh-CN" altLang="en-US" sz="1800"/>
              <a:t> </a:t>
            </a:r>
          </a:p>
        </p:txBody>
      </p:sp>
      <p:sp>
        <p:nvSpPr>
          <p:cNvPr id="6" name="Text Box 9">
            <a:extLst>
              <a:ext uri="{FF2B5EF4-FFF2-40B4-BE49-F238E27FC236}">
                <a16:creationId xmlns:a16="http://schemas.microsoft.com/office/drawing/2014/main" id="{374901D7-050D-AB8D-D334-1E85982B5B52}"/>
              </a:ext>
            </a:extLst>
          </p:cNvPr>
          <p:cNvSpPr txBox="1">
            <a:spLocks noChangeArrowheads="1"/>
          </p:cNvSpPr>
          <p:nvPr>
            <p:custDataLst>
              <p:tags r:id="rId4"/>
            </p:custDataLst>
          </p:nvPr>
        </p:nvSpPr>
        <p:spPr bwMode="auto">
          <a:xfrm>
            <a:off x="1090662" y="4225982"/>
            <a:ext cx="2190477" cy="36933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r>
              <a:rPr lang="zh-CN" altLang="en-US" sz="1800"/>
              <a:t>⑥减小摩擦的方法</a:t>
            </a:r>
          </a:p>
        </p:txBody>
      </p:sp>
      <p:sp>
        <p:nvSpPr>
          <p:cNvPr id="7" name="Text Box 10">
            <a:extLst>
              <a:ext uri="{FF2B5EF4-FFF2-40B4-BE49-F238E27FC236}">
                <a16:creationId xmlns:a16="http://schemas.microsoft.com/office/drawing/2014/main" id="{62DCA5F1-28B1-E19C-DCC7-06F8F82BCD97}"/>
              </a:ext>
            </a:extLst>
          </p:cNvPr>
          <p:cNvSpPr txBox="1">
            <a:spLocks noChangeArrowheads="1"/>
          </p:cNvSpPr>
          <p:nvPr>
            <p:custDataLst>
              <p:tags r:id="rId5"/>
            </p:custDataLst>
          </p:nvPr>
        </p:nvSpPr>
        <p:spPr bwMode="auto">
          <a:xfrm>
            <a:off x="3446102" y="4022817"/>
            <a:ext cx="3510109" cy="77566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pPr>
              <a:lnSpc>
                <a:spcPts val="2800"/>
              </a:lnSpc>
            </a:pPr>
            <a:r>
              <a:rPr lang="zh-CN" altLang="en-US" sz="1800"/>
              <a:t>减小压力、使接触面光滑、</a:t>
            </a:r>
            <a:endParaRPr lang="en-US" altLang="zh-CN" sz="1800"/>
          </a:p>
          <a:p>
            <a:pPr>
              <a:lnSpc>
                <a:spcPts val="2800"/>
              </a:lnSpc>
            </a:pPr>
            <a:r>
              <a:rPr lang="zh-CN" altLang="en-US" sz="1800"/>
              <a:t>将滑动变为滚动、加润滑剂</a:t>
            </a:r>
            <a:r>
              <a:rPr lang="en-US" altLang="zh-CN" sz="1800"/>
              <a:t>.</a:t>
            </a:r>
            <a:endParaRPr lang="zh-CN" altLang="en-US" sz="1800"/>
          </a:p>
        </p:txBody>
      </p:sp>
      <p:sp>
        <p:nvSpPr>
          <p:cNvPr id="11" name="AutoShape 16">
            <a:extLst>
              <a:ext uri="{FF2B5EF4-FFF2-40B4-BE49-F238E27FC236}">
                <a16:creationId xmlns:a16="http://schemas.microsoft.com/office/drawing/2014/main" id="{CF75FD6D-67A2-62D9-EE38-CCF5102E9AB4}"/>
              </a:ext>
            </a:extLst>
          </p:cNvPr>
          <p:cNvSpPr/>
          <p:nvPr>
            <p:custDataLst>
              <p:tags r:id="rId6"/>
            </p:custDataLst>
          </p:nvPr>
        </p:nvSpPr>
        <p:spPr bwMode="auto">
          <a:xfrm>
            <a:off x="888909" y="1057526"/>
            <a:ext cx="316514" cy="3353122"/>
          </a:xfrm>
          <a:prstGeom prst="leftBrace">
            <a:avLst>
              <a:gd name="adj1" fmla="val 70388"/>
              <a:gd name="adj2" fmla="val 48928"/>
            </a:avLst>
          </a:prstGeom>
          <a:noFill/>
          <a:ln w="19050">
            <a:solidFill>
              <a:srgbClr val="002060"/>
            </a:solidFill>
            <a:round/>
          </a:ln>
        </p:spPr>
        <p:txBody>
          <a:bodyPr wrap="none" anchor="ctr"/>
          <a:lstStyle/>
          <a:p>
            <a:endParaRPr lang="zh-CN" altLang="en-US" sz="1344">
              <a:solidFill>
                <a:srgbClr val="002060"/>
              </a:solidFill>
            </a:endParaRPr>
          </a:p>
        </p:txBody>
      </p:sp>
      <p:sp>
        <p:nvSpPr>
          <p:cNvPr id="13" name="Text Box 25">
            <a:extLst>
              <a:ext uri="{FF2B5EF4-FFF2-40B4-BE49-F238E27FC236}">
                <a16:creationId xmlns:a16="http://schemas.microsoft.com/office/drawing/2014/main" id="{062A70F9-5916-2EFA-5C0E-756BE04AEE02}"/>
              </a:ext>
            </a:extLst>
          </p:cNvPr>
          <p:cNvSpPr txBox="1">
            <a:spLocks noChangeArrowheads="1"/>
          </p:cNvSpPr>
          <p:nvPr>
            <p:custDataLst>
              <p:tags r:id="rId7"/>
            </p:custDataLst>
          </p:nvPr>
        </p:nvSpPr>
        <p:spPr bwMode="auto">
          <a:xfrm>
            <a:off x="1090662" y="829092"/>
            <a:ext cx="2049475" cy="416589"/>
          </a:xfrm>
          <a:prstGeom prst="rect">
            <a:avLst/>
          </a:prstGeom>
          <a:noFill/>
          <a:ln w="9525">
            <a:noFill/>
            <a:miter lim="800000"/>
          </a:ln>
        </p:spPr>
        <p:txBody>
          <a:bodyPr wrap="square">
            <a:spAutoFit/>
          </a:bodyPr>
          <a:lstStyle/>
          <a:p>
            <a:pPr>
              <a:lnSpc>
                <a:spcPts val="2800"/>
              </a:lnSpc>
            </a:pPr>
            <a:r>
              <a:rPr lang="zh-CN" altLang="en-US" sz="1800">
                <a:solidFill>
                  <a:srgbClr val="002060"/>
                </a:solidFill>
                <a:latin typeface="微软雅黑" panose="020B0503020204020204" pitchFamily="34" charset="-122"/>
                <a:ea typeface="微软雅黑" panose="020B0503020204020204" pitchFamily="34" charset="-122"/>
              </a:rPr>
              <a:t>①滑动摩擦力 </a:t>
            </a:r>
          </a:p>
        </p:txBody>
      </p:sp>
      <p:sp>
        <p:nvSpPr>
          <p:cNvPr id="14" name="Text Box 3">
            <a:extLst>
              <a:ext uri="{FF2B5EF4-FFF2-40B4-BE49-F238E27FC236}">
                <a16:creationId xmlns:a16="http://schemas.microsoft.com/office/drawing/2014/main" id="{299D46FC-A9B8-DFFF-33D8-1A023A650A58}"/>
              </a:ext>
            </a:extLst>
          </p:cNvPr>
          <p:cNvSpPr txBox="1">
            <a:spLocks noChangeArrowheads="1"/>
          </p:cNvSpPr>
          <p:nvPr>
            <p:custDataLst>
              <p:tags r:id="rId8"/>
            </p:custDataLst>
          </p:nvPr>
        </p:nvSpPr>
        <p:spPr bwMode="auto">
          <a:xfrm>
            <a:off x="1090662" y="2776153"/>
            <a:ext cx="2019541" cy="646331"/>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r>
              <a:rPr lang="zh-CN" altLang="en-US" sz="1800"/>
              <a:t>④影响滑动摩擦</a:t>
            </a:r>
            <a:endParaRPr lang="en-US" altLang="zh-CN" sz="1800"/>
          </a:p>
          <a:p>
            <a:r>
              <a:rPr lang="zh-CN" altLang="en-US" sz="1800"/>
              <a:t>  力大小的因素 </a:t>
            </a:r>
          </a:p>
        </p:txBody>
      </p:sp>
      <p:sp>
        <p:nvSpPr>
          <p:cNvPr id="15" name="Text Box 4">
            <a:extLst>
              <a:ext uri="{FF2B5EF4-FFF2-40B4-BE49-F238E27FC236}">
                <a16:creationId xmlns:a16="http://schemas.microsoft.com/office/drawing/2014/main" id="{C2C0EDA0-2E82-8364-934A-7C85E6BF9BE6}"/>
              </a:ext>
            </a:extLst>
          </p:cNvPr>
          <p:cNvSpPr txBox="1">
            <a:spLocks noChangeArrowheads="1"/>
          </p:cNvSpPr>
          <p:nvPr>
            <p:custDataLst>
              <p:tags r:id="rId9"/>
            </p:custDataLst>
          </p:nvPr>
        </p:nvSpPr>
        <p:spPr bwMode="auto">
          <a:xfrm>
            <a:off x="3213973" y="2880637"/>
            <a:ext cx="5143762" cy="36933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r>
              <a:rPr lang="zh-CN" altLang="en-US" sz="1800">
                <a:solidFill>
                  <a:srgbClr val="C00000"/>
                </a:solidFill>
              </a:rPr>
              <a:t>压力</a:t>
            </a:r>
            <a:r>
              <a:rPr lang="zh-CN" altLang="en-US" sz="1800"/>
              <a:t>越大、接触面越</a:t>
            </a:r>
            <a:r>
              <a:rPr lang="zh-CN" altLang="en-US" sz="1800">
                <a:solidFill>
                  <a:srgbClr val="C00000"/>
                </a:solidFill>
              </a:rPr>
              <a:t>粗糙</a:t>
            </a:r>
            <a:r>
              <a:rPr lang="zh-CN" altLang="en-US" sz="1800"/>
              <a:t>，滑动摩擦力越大。</a:t>
            </a:r>
          </a:p>
        </p:txBody>
      </p:sp>
      <p:sp>
        <p:nvSpPr>
          <p:cNvPr id="17" name="文本框 97289">
            <a:extLst>
              <a:ext uri="{FF2B5EF4-FFF2-40B4-BE49-F238E27FC236}">
                <a16:creationId xmlns:a16="http://schemas.microsoft.com/office/drawing/2014/main" id="{A965D465-E8FD-CC7D-C7CF-01C598335D79}"/>
              </a:ext>
            </a:extLst>
          </p:cNvPr>
          <p:cNvSpPr txBox="1"/>
          <p:nvPr>
            <p:custDataLst>
              <p:tags r:id="rId10"/>
            </p:custDataLst>
          </p:nvPr>
        </p:nvSpPr>
        <p:spPr>
          <a:xfrm>
            <a:off x="1090662" y="1994845"/>
            <a:ext cx="1828646" cy="646331"/>
          </a:xfrm>
          <a:prstGeom prst="rect">
            <a:avLst/>
          </a:prstGeom>
          <a:noFill/>
          <a:ln w="9525">
            <a:noFill/>
          </a:ln>
        </p:spPr>
        <p:txBody>
          <a:bodyPr wrap="square">
            <a:spAutoFit/>
          </a:bodyPr>
          <a:lstStyle/>
          <a:p>
            <a:r>
              <a:rPr lang="zh-CN" altLang="en-US" sz="1800" noProof="1">
                <a:solidFill>
                  <a:srgbClr val="002060"/>
                </a:solidFill>
                <a:latin typeface="微软雅黑" panose="020B0503020204020204" pitchFamily="34" charset="-122"/>
                <a:ea typeface="微软雅黑" panose="020B0503020204020204" pitchFamily="34" charset="-122"/>
              </a:rPr>
              <a:t>③滑动摩擦力</a:t>
            </a:r>
            <a:endParaRPr lang="en-US" altLang="zh-CN" sz="1800" noProof="1">
              <a:solidFill>
                <a:srgbClr val="002060"/>
              </a:solidFill>
              <a:latin typeface="微软雅黑" panose="020B0503020204020204" pitchFamily="34" charset="-122"/>
              <a:ea typeface="微软雅黑" panose="020B0503020204020204" pitchFamily="34" charset="-122"/>
            </a:endParaRPr>
          </a:p>
          <a:p>
            <a:r>
              <a:rPr lang="en-US" altLang="zh-CN" sz="1800" noProof="1">
                <a:solidFill>
                  <a:srgbClr val="002060"/>
                </a:solidFill>
                <a:latin typeface="微软雅黑" panose="020B0503020204020204" pitchFamily="34" charset="-122"/>
                <a:ea typeface="微软雅黑" panose="020B0503020204020204" pitchFamily="34" charset="-122"/>
              </a:rPr>
              <a:t>   </a:t>
            </a:r>
            <a:r>
              <a:rPr lang="zh-CN" altLang="en-US" sz="1800" noProof="1">
                <a:solidFill>
                  <a:srgbClr val="002060"/>
                </a:solidFill>
                <a:latin typeface="微软雅黑" panose="020B0503020204020204" pitchFamily="34" charset="-122"/>
                <a:ea typeface="微软雅黑" panose="020B0503020204020204" pitchFamily="34" charset="-122"/>
              </a:rPr>
              <a:t>的测量方法 </a:t>
            </a:r>
            <a:endParaRPr lang="en-US" altLang="zh-CN" sz="1800" noProof="1">
              <a:solidFill>
                <a:srgbClr val="002060"/>
              </a:solidFill>
              <a:latin typeface="微软雅黑" panose="020B0503020204020204" pitchFamily="34" charset="-122"/>
              <a:ea typeface="微软雅黑" panose="020B0503020204020204" pitchFamily="34" charset="-122"/>
            </a:endParaRPr>
          </a:p>
        </p:txBody>
      </p:sp>
      <p:pic>
        <p:nvPicPr>
          <p:cNvPr id="18" name="图片 17">
            <a:extLst>
              <a:ext uri="{FF2B5EF4-FFF2-40B4-BE49-F238E27FC236}">
                <a16:creationId xmlns:a16="http://schemas.microsoft.com/office/drawing/2014/main" id="{AF4797AF-87A3-C4A4-39E1-A3366BADFC4C}"/>
              </a:ext>
            </a:extLst>
          </p:cNvPr>
          <p:cNvPicPr>
            <a:picLocks noChangeAspect="1"/>
          </p:cNvPicPr>
          <p:nvPr>
            <p:custDataLst>
              <p:tags r:id="rId11"/>
            </p:custDataLst>
          </p:nvPr>
        </p:nvPicPr>
        <p:blipFill>
          <a:blip r:embed="rId45"/>
          <a:srcRect l="10652" b="614"/>
          <a:stretch>
            <a:fillRect/>
          </a:stretch>
        </p:blipFill>
        <p:spPr>
          <a:xfrm>
            <a:off x="357964" y="2180708"/>
            <a:ext cx="499844" cy="1106758"/>
          </a:xfrm>
          <a:prstGeom prst="rect">
            <a:avLst/>
          </a:prstGeom>
        </p:spPr>
      </p:pic>
      <p:sp>
        <p:nvSpPr>
          <p:cNvPr id="20" name="Text Box 3">
            <a:extLst>
              <a:ext uri="{FF2B5EF4-FFF2-40B4-BE49-F238E27FC236}">
                <a16:creationId xmlns:a16="http://schemas.microsoft.com/office/drawing/2014/main" id="{D37005F1-36EC-084D-287C-DFA294A65DBC}"/>
              </a:ext>
            </a:extLst>
          </p:cNvPr>
          <p:cNvSpPr txBox="1">
            <a:spLocks noChangeArrowheads="1"/>
          </p:cNvSpPr>
          <p:nvPr>
            <p:custDataLst>
              <p:tags r:id="rId12"/>
            </p:custDataLst>
          </p:nvPr>
        </p:nvSpPr>
        <p:spPr bwMode="auto">
          <a:xfrm>
            <a:off x="1090662" y="1388831"/>
            <a:ext cx="1828645" cy="369332"/>
          </a:xfrm>
          <a:prstGeom prst="rect">
            <a:avLst/>
          </a:prstGeom>
          <a:noFill/>
          <a:ln w="9525">
            <a:noFill/>
            <a:miter lim="800000"/>
          </a:ln>
        </p:spPr>
        <p:txBody>
          <a:bodyPr wrap="square">
            <a:spAutoFit/>
          </a:bodyPr>
          <a:lstStyle>
            <a:defPPr>
              <a:defRPr lang="zh-CN"/>
            </a:defPPr>
            <a:lvl1pPr>
              <a:defRPr sz="1995">
                <a:solidFill>
                  <a:srgbClr val="002060"/>
                </a:solidFill>
                <a:latin typeface="微软雅黑" panose="020B0503020204020204" pitchFamily="34" charset="-122"/>
                <a:ea typeface="微软雅黑" panose="020B0503020204020204" pitchFamily="34" charset="-122"/>
              </a:defRPr>
            </a:lvl1pPr>
          </a:lstStyle>
          <a:p>
            <a:r>
              <a:rPr lang="zh-CN" altLang="en-US" sz="1800"/>
              <a:t>②摩擦的种类 </a:t>
            </a:r>
          </a:p>
        </p:txBody>
      </p:sp>
      <p:sp>
        <p:nvSpPr>
          <p:cNvPr id="25" name="文本框 24">
            <a:extLst>
              <a:ext uri="{FF2B5EF4-FFF2-40B4-BE49-F238E27FC236}">
                <a16:creationId xmlns:a16="http://schemas.microsoft.com/office/drawing/2014/main" id="{C8FFE15D-8369-A14B-4F5C-D997AF5072A7}"/>
              </a:ext>
            </a:extLst>
          </p:cNvPr>
          <p:cNvSpPr txBox="1"/>
          <p:nvPr>
            <p:custDataLst>
              <p:tags r:id="rId13"/>
            </p:custDataLst>
          </p:nvPr>
        </p:nvSpPr>
        <p:spPr>
          <a:xfrm>
            <a:off x="3141304" y="1737142"/>
            <a:ext cx="5609844" cy="1134541"/>
          </a:xfrm>
          <a:prstGeom prst="rect">
            <a:avLst/>
          </a:prstGeom>
          <a:noFill/>
        </p:spPr>
        <p:txBody>
          <a:bodyPr wrap="square">
            <a:spAutoFit/>
          </a:bodyPr>
          <a:lstStyle/>
          <a:p>
            <a:pPr marL="0" marR="0" lvl="0" indent="0" algn="l" defTabSz="685160" rtl="0" eaLnBrk="1" fontAlgn="auto" latinLnBrk="0" hangingPunct="1">
              <a:lnSpc>
                <a:spcPts val="2800"/>
              </a:lnSpc>
              <a:spcBef>
                <a:spcPct val="0"/>
              </a:spcBef>
              <a:spcAft>
                <a:spcPct val="0"/>
              </a:spcAft>
              <a:buClrTx/>
              <a:buSzTx/>
              <a:buFontTx/>
              <a:buNone/>
              <a:defRPr/>
            </a:pPr>
            <a:r>
              <a:rPr kumimoji="0" lang="zh-CN" altLang="en-US" sz="18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把物体放在水平面上，用弹簧测力计沿水平方向拉物体做</a:t>
            </a:r>
            <a:r>
              <a:rPr kumimoji="0" lang="zh-CN" altLang="en-US" sz="1800" b="0" i="0" u="none" strike="noStrike" kern="1200" cap="none" spc="0" normalizeH="0" baseline="0" noProof="1">
                <a:ln>
                  <a:noFill/>
                </a:ln>
                <a:solidFill>
                  <a:srgbClr val="C00000"/>
                </a:solidFill>
                <a:effectLst/>
                <a:uLnTx/>
                <a:uFillTx/>
                <a:latin typeface="微软雅黑" panose="020B0503020204020204" pitchFamily="34" charset="-122"/>
                <a:ea typeface="微软雅黑" panose="020B0503020204020204" pitchFamily="34" charset="-122"/>
                <a:cs typeface="+mn-cs"/>
              </a:rPr>
              <a:t>匀速直线运动</a:t>
            </a:r>
            <a:r>
              <a:rPr kumimoji="0" lang="zh-CN" altLang="en-US" sz="18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 此时弹簧测力计的示数</a:t>
            </a:r>
            <a:r>
              <a:rPr kumimoji="0" lang="en-US" altLang="zh-CN" sz="1800" b="1" i="1" u="none" strike="noStrike" kern="1200" cap="none" spc="0" normalizeH="0" baseline="0" noProof="1">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18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即为木块受到的滑动摩擦力的大小 </a:t>
            </a:r>
            <a:r>
              <a:rPr kumimoji="0" lang="en-US" altLang="zh-CN" sz="1800" b="1" i="1" u="none" strike="noStrike" kern="1200" cap="none" spc="0" normalizeH="0" baseline="0" noProof="1">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1800" b="0" i="0" u="none" strike="noStrike" kern="1200" cap="none" spc="0" normalizeH="0" baseline="-25000" noProof="1">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摩</a:t>
            </a:r>
            <a:r>
              <a:rPr kumimoji="0" lang="zh-CN" altLang="en-US" sz="18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en-US" altLang="zh-CN" sz="1800" b="0" i="0" u="none" strike="noStrike" kern="1200" cap="none" spc="0" normalizeH="0" baseline="0" noProof="1">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7" name="文本框 26">
            <a:extLst>
              <a:ext uri="{FF2B5EF4-FFF2-40B4-BE49-F238E27FC236}">
                <a16:creationId xmlns:a16="http://schemas.microsoft.com/office/drawing/2014/main" id="{7466EAAC-B87A-84BC-F665-D3700BCBDD26}"/>
              </a:ext>
            </a:extLst>
          </p:cNvPr>
          <p:cNvSpPr txBox="1"/>
          <p:nvPr>
            <p:custDataLst>
              <p:tags r:id="rId14"/>
            </p:custDataLst>
          </p:nvPr>
        </p:nvSpPr>
        <p:spPr>
          <a:xfrm>
            <a:off x="3141304" y="588056"/>
            <a:ext cx="5000087" cy="775662"/>
          </a:xfrm>
          <a:prstGeom prst="rect">
            <a:avLst/>
          </a:prstGeom>
          <a:noFill/>
        </p:spPr>
        <p:txBody>
          <a:bodyPr wrap="square">
            <a:spAutoFit/>
          </a:bodyPr>
          <a:lstStyle/>
          <a:p>
            <a:pPr marL="0" marR="0" lvl="0" indent="0" algn="l" defTabSz="685160" rtl="0" eaLnBrk="1" fontAlgn="auto" latinLnBrk="0" hangingPunct="1">
              <a:lnSpc>
                <a:spcPts val="2800"/>
              </a:lnSpc>
              <a:spcBef>
                <a:spcPct val="0"/>
              </a:spcBef>
              <a:spcAft>
                <a:spcPct val="0"/>
              </a:spcAft>
              <a:buClrTx/>
              <a:buSzTx/>
              <a:buFontTx/>
              <a:buNone/>
              <a:defRPr/>
            </a:pPr>
            <a:r>
              <a:rPr kumimoji="0" lang="zh-CN" altLang="en-US" sz="1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一个物体在另一个物体表面上滑动时，会受到阻碍它运动的力，这种力叫作滑动摩擦力</a:t>
            </a:r>
            <a:r>
              <a:rPr kumimoji="0" lang="en-US" altLang="zh-CN" sz="1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1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29" name="文本框 28">
            <a:extLst>
              <a:ext uri="{FF2B5EF4-FFF2-40B4-BE49-F238E27FC236}">
                <a16:creationId xmlns:a16="http://schemas.microsoft.com/office/drawing/2014/main" id="{1B29D909-DE47-EC15-4A38-AE7E121AEFAE}"/>
              </a:ext>
            </a:extLst>
          </p:cNvPr>
          <p:cNvSpPr txBox="1"/>
          <p:nvPr>
            <p:custDataLst>
              <p:tags r:id="rId15"/>
            </p:custDataLst>
          </p:nvPr>
        </p:nvSpPr>
        <p:spPr>
          <a:xfrm>
            <a:off x="3141304" y="1365764"/>
            <a:ext cx="4575386" cy="369332"/>
          </a:xfrm>
          <a:prstGeom prst="rect">
            <a:avLst/>
          </a:prstGeom>
          <a:noFill/>
        </p:spPr>
        <p:txBody>
          <a:bodyPr wrap="square">
            <a:spAutoFit/>
          </a:bodyPr>
          <a:lstStyle/>
          <a:p>
            <a:r>
              <a:rPr kumimoji="0" lang="zh-CN" altLang="en-US" sz="18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rPr>
              <a:t>滑动摩擦、静摩擦、滚动摩擦。</a:t>
            </a:r>
            <a:endParaRPr lang="zh-CN" altLang="en-US">
              <a:solidFill>
                <a:srgbClr val="002060"/>
              </a:solidFill>
              <a:latin typeface="微软雅黑" panose="020B0503020204020204" pitchFamily="34" charset="-122"/>
              <a:ea typeface="微软雅黑" panose="020B0503020204020204" pitchFamily="34" charset="-122"/>
            </a:endParaRPr>
          </a:p>
        </p:txBody>
      </p:sp>
      <p:grpSp>
        <p:nvGrpSpPr>
          <p:cNvPr id="30" name="组合 29">
            <a:extLst>
              <a:ext uri="{FF2B5EF4-FFF2-40B4-BE49-F238E27FC236}">
                <a16:creationId xmlns:a16="http://schemas.microsoft.com/office/drawing/2014/main" id="{85C7E47C-9745-B0E7-34F6-A366BCF6D668}"/>
              </a:ext>
            </a:extLst>
          </p:cNvPr>
          <p:cNvGrpSpPr/>
          <p:nvPr>
            <p:custDataLst>
              <p:tags r:id="rId16"/>
            </p:custDataLst>
          </p:nvPr>
        </p:nvGrpSpPr>
        <p:grpSpPr>
          <a:xfrm>
            <a:off x="2727782" y="802077"/>
            <a:ext cx="414281" cy="467504"/>
            <a:chOff x="2657868" y="4138348"/>
            <a:chExt cx="487356" cy="780524"/>
          </a:xfrm>
        </p:grpSpPr>
        <p:grpSp>
          <p:nvGrpSpPr>
            <p:cNvPr id="31" name="组合 30">
              <a:extLst>
                <a:ext uri="{FF2B5EF4-FFF2-40B4-BE49-F238E27FC236}">
                  <a16:creationId xmlns:a16="http://schemas.microsoft.com/office/drawing/2014/main" id="{D076BC33-2792-0E63-EB01-02D3D990FE9E}"/>
                </a:ext>
              </a:extLst>
            </p:cNvPr>
            <p:cNvGrpSpPr/>
            <p:nvPr>
              <p:custDataLst>
                <p:tags r:id="rId39"/>
              </p:custDataLst>
            </p:nvPr>
          </p:nvGrpSpPr>
          <p:grpSpPr>
            <a:xfrm>
              <a:off x="2657868" y="4138348"/>
              <a:ext cx="243678" cy="780524"/>
              <a:chOff x="2414190" y="4138617"/>
              <a:chExt cx="243678" cy="780524"/>
            </a:xfrm>
          </p:grpSpPr>
          <p:cxnSp>
            <p:nvCxnSpPr>
              <p:cNvPr id="34" name="直接连接符 33">
                <a:extLst>
                  <a:ext uri="{FF2B5EF4-FFF2-40B4-BE49-F238E27FC236}">
                    <a16:creationId xmlns:a16="http://schemas.microsoft.com/office/drawing/2014/main" id="{CA7860E2-88CB-3EA7-D261-326A0E34AD47}"/>
                  </a:ext>
                </a:extLst>
              </p:cNvPr>
              <p:cNvCxnSpPr/>
              <p:nvPr>
                <p:custDataLst>
                  <p:tags r:id="rId42"/>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05BEE000-643C-418A-CA34-11B38799A5F8}"/>
                  </a:ext>
                </a:extLst>
              </p:cNvPr>
              <p:cNvCxnSpPr/>
              <p:nvPr>
                <p:custDataLst>
                  <p:tags r:id="rId43"/>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2" name="直接连接符 31">
              <a:extLst>
                <a:ext uri="{FF2B5EF4-FFF2-40B4-BE49-F238E27FC236}">
                  <a16:creationId xmlns:a16="http://schemas.microsoft.com/office/drawing/2014/main" id="{C84C08A8-D6B0-AE6F-654A-63C73294FBA0}"/>
                </a:ext>
              </a:extLst>
            </p:cNvPr>
            <p:cNvCxnSpPr/>
            <p:nvPr>
              <p:custDataLst>
                <p:tags r:id="rId40"/>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5FE947B1-4B82-BC87-C139-2D1B96076F4A}"/>
                </a:ext>
              </a:extLst>
            </p:cNvPr>
            <p:cNvCxnSpPr/>
            <p:nvPr>
              <p:custDataLst>
                <p:tags r:id="rId41"/>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组合 35">
            <a:extLst>
              <a:ext uri="{FF2B5EF4-FFF2-40B4-BE49-F238E27FC236}">
                <a16:creationId xmlns:a16="http://schemas.microsoft.com/office/drawing/2014/main" id="{0DEC30BD-2E31-EBE4-6FE9-035082193D55}"/>
              </a:ext>
            </a:extLst>
          </p:cNvPr>
          <p:cNvGrpSpPr/>
          <p:nvPr>
            <p:custDataLst>
              <p:tags r:id="rId17"/>
            </p:custDataLst>
          </p:nvPr>
        </p:nvGrpSpPr>
        <p:grpSpPr>
          <a:xfrm>
            <a:off x="2580640" y="1914288"/>
            <a:ext cx="595049" cy="793577"/>
            <a:chOff x="2657868" y="4138348"/>
            <a:chExt cx="487356" cy="780524"/>
          </a:xfrm>
        </p:grpSpPr>
        <p:grpSp>
          <p:nvGrpSpPr>
            <p:cNvPr id="37" name="组合 36">
              <a:extLst>
                <a:ext uri="{FF2B5EF4-FFF2-40B4-BE49-F238E27FC236}">
                  <a16:creationId xmlns:a16="http://schemas.microsoft.com/office/drawing/2014/main" id="{266694F9-086A-6373-8A1F-7E3273A1480A}"/>
                </a:ext>
              </a:extLst>
            </p:cNvPr>
            <p:cNvGrpSpPr/>
            <p:nvPr>
              <p:custDataLst>
                <p:tags r:id="rId34"/>
              </p:custDataLst>
            </p:nvPr>
          </p:nvGrpSpPr>
          <p:grpSpPr>
            <a:xfrm>
              <a:off x="2657868" y="4138348"/>
              <a:ext cx="243678" cy="780524"/>
              <a:chOff x="2414190" y="4138617"/>
              <a:chExt cx="243678" cy="780524"/>
            </a:xfrm>
          </p:grpSpPr>
          <p:cxnSp>
            <p:nvCxnSpPr>
              <p:cNvPr id="40" name="直接连接符 39">
                <a:extLst>
                  <a:ext uri="{FF2B5EF4-FFF2-40B4-BE49-F238E27FC236}">
                    <a16:creationId xmlns:a16="http://schemas.microsoft.com/office/drawing/2014/main" id="{B7A71F4E-B615-5B8A-72AE-8C69145A0B60}"/>
                  </a:ext>
                </a:extLst>
              </p:cNvPr>
              <p:cNvCxnSpPr/>
              <p:nvPr>
                <p:custDataLst>
                  <p:tags r:id="rId37"/>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C9A5DB4C-02D4-E7AE-0E6B-182010BA8054}"/>
                  </a:ext>
                </a:extLst>
              </p:cNvPr>
              <p:cNvCxnSpPr/>
              <p:nvPr>
                <p:custDataLst>
                  <p:tags r:id="rId38"/>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8" name="直接连接符 37">
              <a:extLst>
                <a:ext uri="{FF2B5EF4-FFF2-40B4-BE49-F238E27FC236}">
                  <a16:creationId xmlns:a16="http://schemas.microsoft.com/office/drawing/2014/main" id="{CB9597F4-FAC6-44BF-C12A-6F89E632C94C}"/>
                </a:ext>
              </a:extLst>
            </p:cNvPr>
            <p:cNvCxnSpPr/>
            <p:nvPr>
              <p:custDataLst>
                <p:tags r:id="rId35"/>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6F2F9786-4E44-A0C2-BBB0-AA1E4492DA7A}"/>
                </a:ext>
              </a:extLst>
            </p:cNvPr>
            <p:cNvCxnSpPr/>
            <p:nvPr>
              <p:custDataLst>
                <p:tags r:id="rId36"/>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82966D2A-9F45-3E85-A33F-68C0C4F8976C}"/>
              </a:ext>
            </a:extLst>
          </p:cNvPr>
          <p:cNvGrpSpPr/>
          <p:nvPr>
            <p:custDataLst>
              <p:tags r:id="rId18"/>
            </p:custDataLst>
          </p:nvPr>
        </p:nvGrpSpPr>
        <p:grpSpPr>
          <a:xfrm>
            <a:off x="3060156" y="3431861"/>
            <a:ext cx="414281" cy="467504"/>
            <a:chOff x="2657868" y="4138348"/>
            <a:chExt cx="487356" cy="780524"/>
          </a:xfrm>
        </p:grpSpPr>
        <p:grpSp>
          <p:nvGrpSpPr>
            <p:cNvPr id="43" name="组合 42">
              <a:extLst>
                <a:ext uri="{FF2B5EF4-FFF2-40B4-BE49-F238E27FC236}">
                  <a16:creationId xmlns:a16="http://schemas.microsoft.com/office/drawing/2014/main" id="{A6023A61-7B6D-3A3D-C6F3-FF55703B31C3}"/>
                </a:ext>
              </a:extLst>
            </p:cNvPr>
            <p:cNvGrpSpPr/>
            <p:nvPr>
              <p:custDataLst>
                <p:tags r:id="rId29"/>
              </p:custDataLst>
            </p:nvPr>
          </p:nvGrpSpPr>
          <p:grpSpPr>
            <a:xfrm>
              <a:off x="2657868" y="4138348"/>
              <a:ext cx="243678" cy="780524"/>
              <a:chOff x="2414190" y="4138617"/>
              <a:chExt cx="243678" cy="780524"/>
            </a:xfrm>
          </p:grpSpPr>
          <p:cxnSp>
            <p:nvCxnSpPr>
              <p:cNvPr id="46" name="直接连接符 45">
                <a:extLst>
                  <a:ext uri="{FF2B5EF4-FFF2-40B4-BE49-F238E27FC236}">
                    <a16:creationId xmlns:a16="http://schemas.microsoft.com/office/drawing/2014/main" id="{6A188478-FFA3-23E0-3E2E-C3B1AB6D0880}"/>
                  </a:ext>
                </a:extLst>
              </p:cNvPr>
              <p:cNvCxnSpPr/>
              <p:nvPr>
                <p:custDataLst>
                  <p:tags r:id="rId32"/>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8C1AE980-8173-02DA-AD03-760F5D11EC02}"/>
                  </a:ext>
                </a:extLst>
              </p:cNvPr>
              <p:cNvCxnSpPr/>
              <p:nvPr>
                <p:custDataLst>
                  <p:tags r:id="rId33"/>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4" name="直接连接符 43">
              <a:extLst>
                <a:ext uri="{FF2B5EF4-FFF2-40B4-BE49-F238E27FC236}">
                  <a16:creationId xmlns:a16="http://schemas.microsoft.com/office/drawing/2014/main" id="{4F5D7C0A-CBFE-AD52-7882-C2207CB5A27F}"/>
                </a:ext>
              </a:extLst>
            </p:cNvPr>
            <p:cNvCxnSpPr/>
            <p:nvPr>
              <p:custDataLst>
                <p:tags r:id="rId30"/>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1BB64B73-47C1-35BE-DBF7-DB0B068B407C}"/>
                </a:ext>
              </a:extLst>
            </p:cNvPr>
            <p:cNvCxnSpPr/>
            <p:nvPr>
              <p:custDataLst>
                <p:tags r:id="rId31"/>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 name="组合 47">
            <a:extLst>
              <a:ext uri="{FF2B5EF4-FFF2-40B4-BE49-F238E27FC236}">
                <a16:creationId xmlns:a16="http://schemas.microsoft.com/office/drawing/2014/main" id="{5F1AA4C5-02A0-EFC1-4429-077FFFE5A28E}"/>
              </a:ext>
            </a:extLst>
          </p:cNvPr>
          <p:cNvGrpSpPr/>
          <p:nvPr>
            <p:custDataLst>
              <p:tags r:id="rId19"/>
            </p:custDataLst>
          </p:nvPr>
        </p:nvGrpSpPr>
        <p:grpSpPr>
          <a:xfrm>
            <a:off x="3098243" y="4225982"/>
            <a:ext cx="414281" cy="467504"/>
            <a:chOff x="2657868" y="4138348"/>
            <a:chExt cx="487356" cy="780524"/>
          </a:xfrm>
        </p:grpSpPr>
        <p:grpSp>
          <p:nvGrpSpPr>
            <p:cNvPr id="49" name="组合 48">
              <a:extLst>
                <a:ext uri="{FF2B5EF4-FFF2-40B4-BE49-F238E27FC236}">
                  <a16:creationId xmlns:a16="http://schemas.microsoft.com/office/drawing/2014/main" id="{0C414E4E-FE8C-3E10-EF11-7A1ED128C71B}"/>
                </a:ext>
              </a:extLst>
            </p:cNvPr>
            <p:cNvGrpSpPr/>
            <p:nvPr>
              <p:custDataLst>
                <p:tags r:id="rId24"/>
              </p:custDataLst>
            </p:nvPr>
          </p:nvGrpSpPr>
          <p:grpSpPr>
            <a:xfrm>
              <a:off x="2657868" y="4138348"/>
              <a:ext cx="243678" cy="780524"/>
              <a:chOff x="2414190" y="4138617"/>
              <a:chExt cx="243678" cy="780524"/>
            </a:xfrm>
          </p:grpSpPr>
          <p:cxnSp>
            <p:nvCxnSpPr>
              <p:cNvPr id="52" name="直接连接符 51">
                <a:extLst>
                  <a:ext uri="{FF2B5EF4-FFF2-40B4-BE49-F238E27FC236}">
                    <a16:creationId xmlns:a16="http://schemas.microsoft.com/office/drawing/2014/main" id="{6E44B3E0-56BF-32B8-A8F3-B52A0ED0C279}"/>
                  </a:ext>
                </a:extLst>
              </p:cNvPr>
              <p:cNvCxnSpPr/>
              <p:nvPr>
                <p:custDataLst>
                  <p:tags r:id="rId27"/>
                </p:custDataLst>
              </p:nvPr>
            </p:nvCxnSpPr>
            <p:spPr>
              <a:xfrm flipH="1">
                <a:off x="2657868" y="4138617"/>
                <a:ext cx="0" cy="78052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09888BF-4047-162B-F5B0-7AC3543412D0}"/>
                  </a:ext>
                </a:extLst>
              </p:cNvPr>
              <p:cNvCxnSpPr/>
              <p:nvPr>
                <p:custDataLst>
                  <p:tags r:id="rId28"/>
                </p:custDataLst>
              </p:nvPr>
            </p:nvCxnSpPr>
            <p:spPr>
              <a:xfrm>
                <a:off x="2414190" y="4522190"/>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0" name="直接连接符 49">
              <a:extLst>
                <a:ext uri="{FF2B5EF4-FFF2-40B4-BE49-F238E27FC236}">
                  <a16:creationId xmlns:a16="http://schemas.microsoft.com/office/drawing/2014/main" id="{46F32C4A-1BCA-9C72-79D5-D19914C812B9}"/>
                </a:ext>
              </a:extLst>
            </p:cNvPr>
            <p:cNvCxnSpPr/>
            <p:nvPr>
              <p:custDataLst>
                <p:tags r:id="rId25"/>
              </p:custDataLst>
            </p:nvPr>
          </p:nvCxnSpPr>
          <p:spPr>
            <a:xfrm>
              <a:off x="2901546" y="4915217"/>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FE8BA165-6562-33D3-CAF8-FC1AC6615816}"/>
                </a:ext>
              </a:extLst>
            </p:cNvPr>
            <p:cNvCxnSpPr/>
            <p:nvPr>
              <p:custDataLst>
                <p:tags r:id="rId26"/>
              </p:custDataLst>
            </p:nvPr>
          </p:nvCxnSpPr>
          <p:spPr>
            <a:xfrm>
              <a:off x="2901546" y="4141268"/>
              <a:ext cx="2436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A7171006-25D7-6A35-8615-45E3BB294EE4}"/>
              </a:ext>
            </a:extLst>
          </p:cNvPr>
          <p:cNvCxnSpPr/>
          <p:nvPr>
            <p:custDataLst>
              <p:tags r:id="rId20"/>
            </p:custDataLst>
          </p:nvPr>
        </p:nvCxnSpPr>
        <p:spPr>
          <a:xfrm>
            <a:off x="2615025" y="1573497"/>
            <a:ext cx="5606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FA2A720E-0C0A-F697-4EC2-656E404A2EEB}"/>
              </a:ext>
            </a:extLst>
          </p:cNvPr>
          <p:cNvCxnSpPr/>
          <p:nvPr>
            <p:custDataLst>
              <p:tags r:id="rId21"/>
            </p:custDataLst>
          </p:nvPr>
        </p:nvCxnSpPr>
        <p:spPr>
          <a:xfrm>
            <a:off x="2727782" y="3089030"/>
            <a:ext cx="56066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文本占位符 2">
            <a:extLst>
              <a:ext uri="{FF2B5EF4-FFF2-40B4-BE49-F238E27FC236}">
                <a16:creationId xmlns:a16="http://schemas.microsoft.com/office/drawing/2014/main" id="{BAA1A1AA-84CD-5760-1CB3-E0AE2A741931}"/>
              </a:ext>
            </a:extLst>
          </p:cNvPr>
          <p:cNvSpPr txBox="1"/>
          <p:nvPr>
            <p:custDataLst>
              <p:tags r:id="rId22"/>
            </p:custDataLst>
          </p:nvPr>
        </p:nvSpPr>
        <p:spPr>
          <a:xfrm>
            <a:off x="715113" y="55354"/>
            <a:ext cx="1909043" cy="358104"/>
          </a:xfrm>
          <a:prstGeom prst="rect">
            <a:avLst/>
          </a:prstGeom>
        </p:spPr>
        <p:txBody>
          <a:bodyPr/>
          <a:lstStyle>
            <a:lvl1pPr marL="171016" indent="-171016" algn="l" defTabSz="684063" rtl="0" eaLnBrk="1" latinLnBrk="0" hangingPunct="1">
              <a:lnSpc>
                <a:spcPct val="90000"/>
              </a:lnSpc>
              <a:spcBef>
                <a:spcPts val="748"/>
              </a:spcBef>
              <a:buFont typeface="Arial" panose="020B0604020202020204" pitchFamily="34" charset="0"/>
              <a:buChar char="•"/>
              <a:defRPr sz="2095" kern="1200">
                <a:solidFill>
                  <a:schemeClr val="tx1"/>
                </a:solidFill>
                <a:latin typeface="+mn-lt"/>
                <a:ea typeface="+mn-ea"/>
                <a:cs typeface="+mn-cs"/>
              </a:defRPr>
            </a:lvl1pPr>
            <a:lvl2pPr marL="513047" indent="-171016" algn="l" defTabSz="684063" rtl="0" eaLnBrk="1" latinLnBrk="0" hangingPunct="1">
              <a:lnSpc>
                <a:spcPct val="90000"/>
              </a:lnSpc>
              <a:spcBef>
                <a:spcPts val="374"/>
              </a:spcBef>
              <a:buFont typeface="Arial" panose="020B0604020202020204" pitchFamily="34" charset="0"/>
              <a:buChar char="•"/>
              <a:defRPr sz="1795" kern="1200">
                <a:solidFill>
                  <a:schemeClr val="tx1"/>
                </a:solidFill>
                <a:latin typeface="+mn-lt"/>
                <a:ea typeface="+mn-ea"/>
                <a:cs typeface="+mn-cs"/>
              </a:defRPr>
            </a:lvl2pPr>
            <a:lvl3pPr marL="855078" indent="-171016" algn="l" defTabSz="684063" rtl="0" eaLnBrk="1" latinLnBrk="0" hangingPunct="1">
              <a:lnSpc>
                <a:spcPct val="90000"/>
              </a:lnSpc>
              <a:spcBef>
                <a:spcPts val="374"/>
              </a:spcBef>
              <a:buFont typeface="Arial" panose="020B0604020202020204" pitchFamily="34" charset="0"/>
              <a:buChar char="•"/>
              <a:defRPr sz="1496" kern="1200">
                <a:solidFill>
                  <a:schemeClr val="tx1"/>
                </a:solidFill>
                <a:latin typeface="+mn-lt"/>
                <a:ea typeface="+mn-ea"/>
                <a:cs typeface="+mn-cs"/>
              </a:defRPr>
            </a:lvl3pPr>
            <a:lvl4pPr marL="1197110"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4pPr>
            <a:lvl5pPr marL="1539141"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5pPr>
            <a:lvl6pPr marL="1881172"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6pPr>
            <a:lvl7pPr marL="2223204"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7pPr>
            <a:lvl8pPr marL="2565235"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8pPr>
            <a:lvl9pPr marL="2907266" indent="-171016" algn="l" defTabSz="684063" rtl="0" eaLnBrk="1" latinLnBrk="0" hangingPunct="1">
              <a:lnSpc>
                <a:spcPct val="90000"/>
              </a:lnSpc>
              <a:spcBef>
                <a:spcPts val="374"/>
              </a:spcBef>
              <a:buFont typeface="Arial" panose="020B0604020202020204" pitchFamily="34" charset="0"/>
              <a:buChar char="•"/>
              <a:defRPr sz="1347" kern="1200">
                <a:solidFill>
                  <a:schemeClr val="tx1"/>
                </a:solidFill>
                <a:latin typeface="+mn-lt"/>
                <a:ea typeface="+mn-ea"/>
                <a:cs typeface="+mn-cs"/>
              </a:defRPr>
            </a:lvl9pPr>
          </a:lstStyle>
          <a:p>
            <a:pPr marL="0" marR="0" lvl="0" indent="0" algn="l" defTabSz="684063" rtl="0" eaLnBrk="1" fontAlgn="auto" latinLnBrk="0" hangingPunct="1">
              <a:lnSpc>
                <a:spcPct val="90000"/>
              </a:lnSpc>
              <a:spcBef>
                <a:spcPts val="748"/>
              </a:spcBef>
              <a:spcAft>
                <a:spcPct val="0"/>
              </a:spcAft>
              <a:buClrTx/>
              <a:buSzTx/>
              <a:buFont typeface="Arial" panose="020B0604020202020204" pitchFamily="34" charset="0"/>
              <a:buNone/>
              <a:defRPr/>
            </a:pPr>
            <a:r>
              <a:rPr kumimoji="0" lang="zh-CN" altLang="en-US"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知识结构①</a:t>
            </a:r>
            <a:r>
              <a:rPr kumimoji="0" lang="en-US" altLang="zh-CN"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rPr>
              <a:t> </a:t>
            </a:r>
            <a:endParaRPr kumimoji="0" lang="zh-CN" altLang="en-US" sz="2095"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 name="文本框 7">
            <a:extLst>
              <a:ext uri="{FF2B5EF4-FFF2-40B4-BE49-F238E27FC236}">
                <a16:creationId xmlns:a16="http://schemas.microsoft.com/office/drawing/2014/main" id="{F95E8F2B-12AC-AA4C-B5A2-57BE2759E788}"/>
              </a:ext>
            </a:extLst>
          </p:cNvPr>
          <p:cNvSpPr txBox="1"/>
          <p:nvPr>
            <p:custDataLst>
              <p:tags r:id="rId23"/>
            </p:custDataLst>
          </p:nvPr>
        </p:nvSpPr>
        <p:spPr>
          <a:xfrm>
            <a:off x="6515946" y="-47674"/>
            <a:ext cx="2565189" cy="508794"/>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52502550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750"/>
                                        <p:tgtEl>
                                          <p:spTgt spid="13"/>
                                        </p:tgtEl>
                                      </p:cBhvr>
                                    </p:animEffect>
                                  </p:childTnLst>
                                </p:cTn>
                              </p:par>
                            </p:childTnLst>
                          </p:cTn>
                        </p:par>
                        <p:par>
                          <p:cTn id="8" fill="hold" nodeType="afterGroup">
                            <p:stCondLst>
                              <p:cond delay="750"/>
                            </p:stCondLst>
                            <p:childTnLst>
                              <p:par>
                                <p:cTn id="9" presetID="16" presetClass="entr" presetSubtype="42" fill="hold" nodeType="afterEffect">
                                  <p:stCondLst>
                                    <p:cond delay="0"/>
                                  </p:stCondLst>
                                  <p:childTnLst>
                                    <p:set>
                                      <p:cBhvr>
                                        <p:cTn id="10" dur="1" fill="hold">
                                          <p:stCondLst>
                                            <p:cond delay="0"/>
                                          </p:stCondLst>
                                        </p:cTn>
                                        <p:tgtEl>
                                          <p:spTgt spid="30"/>
                                        </p:tgtEl>
                                        <p:attrNameLst>
                                          <p:attrName>style.visibility</p:attrName>
                                        </p:attrNameLst>
                                      </p:cBhvr>
                                      <p:to>
                                        <p:strVal val="visible"/>
                                      </p:to>
                                    </p:set>
                                    <p:animEffect transition="in" filter="barn(outHorizontal)">
                                      <p:cBhvr>
                                        <p:cTn id="11" dur="500"/>
                                        <p:tgtEl>
                                          <p:spTgt spid="30"/>
                                        </p:tgtEl>
                                      </p:cBhvr>
                                    </p:animEffect>
                                  </p:childTnLst>
                                </p:cTn>
                              </p:par>
                            </p:childTnLst>
                          </p:cTn>
                        </p:par>
                        <p:par>
                          <p:cTn id="12" fill="hold" nodeType="afterGroup">
                            <p:stCondLst>
                              <p:cond delay="1250"/>
                            </p:stCondLst>
                            <p:childTnLst>
                              <p:par>
                                <p:cTn id="13" presetID="3" presetClass="entr" presetSubtype="10"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blinds(horizontal)">
                                      <p:cBhvr>
                                        <p:cTn id="15" dur="500"/>
                                        <p:tgtEl>
                                          <p:spTgt spid="27"/>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1000"/>
                                        <p:tgtEl>
                                          <p:spTgt spid="20"/>
                                        </p:tgtEl>
                                      </p:cBhvr>
                                    </p:animEffect>
                                  </p:childTnLst>
                                </p:cTn>
                              </p:par>
                              <p:par>
                                <p:cTn id="21" presetID="22" presetClass="entr" presetSubtype="8" fill="hold" nodeType="with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wipe(left)">
                                      <p:cBhvr>
                                        <p:cTn id="23" dur="500"/>
                                        <p:tgtEl>
                                          <p:spTgt spid="55"/>
                                        </p:tgtEl>
                                      </p:cBhvr>
                                    </p:animEffect>
                                  </p:childTnLst>
                                </p:cTn>
                              </p:par>
                            </p:childTnLst>
                          </p:cTn>
                        </p:par>
                      </p:childTnLst>
                    </p:cTn>
                  </p:par>
                  <p:par>
                    <p:cTn id="24" fill="hold" nodeType="clickPar">
                      <p:stCondLst>
                        <p:cond delay="indefinite"/>
                      </p:stCondLst>
                      <p:childTnLst>
                        <p:par>
                          <p:cTn id="25" fill="hold" nodeType="after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wipe(left)">
                                      <p:cBhvr>
                                        <p:cTn id="28" dur="1000"/>
                                        <p:tgtEl>
                                          <p:spTgt spid="29"/>
                                        </p:tgtEl>
                                      </p:cBhvr>
                                    </p:animEffect>
                                  </p:childTnLst>
                                </p:cTn>
                              </p:par>
                            </p:childTnLst>
                          </p:cTn>
                        </p:par>
                      </p:childTnLst>
                    </p:cTn>
                  </p:par>
                  <p:par>
                    <p:cTn id="29" fill="hold" nodeType="clickPar">
                      <p:stCondLst>
                        <p:cond delay="indefinite"/>
                      </p:stCondLst>
                      <p:childTnLst>
                        <p:par>
                          <p:cTn id="30" fill="hold" nodeType="after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blinds(horizontal)">
                                      <p:cBhvr>
                                        <p:cTn id="33" dur="500"/>
                                        <p:tgtEl>
                                          <p:spTgt spid="17"/>
                                        </p:tgtEl>
                                      </p:cBhvr>
                                    </p:animEffect>
                                  </p:childTnLst>
                                </p:cTn>
                              </p:par>
                            </p:childTnLst>
                          </p:cTn>
                        </p:par>
                        <p:par>
                          <p:cTn id="34" fill="hold" nodeType="afterGroup">
                            <p:stCondLst>
                              <p:cond delay="500"/>
                            </p:stCondLst>
                            <p:childTnLst>
                              <p:par>
                                <p:cTn id="35" presetID="16" presetClass="entr" presetSubtype="42"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barn(outHorizontal)">
                                      <p:cBhvr>
                                        <p:cTn id="37" dur="500"/>
                                        <p:tgtEl>
                                          <p:spTgt spid="36"/>
                                        </p:tgtEl>
                                      </p:cBhvr>
                                    </p:animEffect>
                                  </p:childTnLst>
                                </p:cTn>
                              </p:par>
                            </p:childTnLst>
                          </p:cTn>
                        </p:par>
                        <p:par>
                          <p:cTn id="38" fill="hold" nodeType="afterGroup">
                            <p:stCondLst>
                              <p:cond delay="1000"/>
                            </p:stCondLst>
                            <p:childTnLst>
                              <p:par>
                                <p:cTn id="39" presetID="3" presetClass="entr" presetSubtype="10" fill="hold" grpId="0" nodeType="after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blinds(horizontal)">
                                      <p:cBhvr>
                                        <p:cTn id="41" dur="500"/>
                                        <p:tgtEl>
                                          <p:spTgt spid="25"/>
                                        </p:tgtEl>
                                      </p:cBhvr>
                                    </p:animEffect>
                                  </p:childTnLst>
                                </p:cTn>
                              </p:par>
                            </p:childTnLst>
                          </p:cTn>
                        </p:par>
                      </p:childTnLst>
                    </p:cTn>
                  </p:par>
                  <p:par>
                    <p:cTn id="42" fill="hold" nodeType="clickPar">
                      <p:stCondLst>
                        <p:cond delay="indefinite"/>
                      </p:stCondLst>
                      <p:childTnLst>
                        <p:par>
                          <p:cTn id="43" fill="hold" nodeType="after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blinds(horizontal)">
                                      <p:cBhvr>
                                        <p:cTn id="46" dur="500"/>
                                        <p:tgtEl>
                                          <p:spTgt spid="14"/>
                                        </p:tgtEl>
                                      </p:cBhvr>
                                    </p:animEffect>
                                  </p:childTnLst>
                                </p:cTn>
                              </p:par>
                              <p:par>
                                <p:cTn id="47" presetID="22" presetClass="entr" presetSubtype="8" fill="hold" nodeType="with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wipe(left)">
                                      <p:cBhvr>
                                        <p:cTn id="49" dur="500"/>
                                        <p:tgtEl>
                                          <p:spTgt spid="58"/>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blinds(horizontal)">
                                      <p:cBhvr>
                                        <p:cTn id="54" dur="500"/>
                                        <p:tgtEl>
                                          <p:spTgt spid="15"/>
                                        </p:tgtEl>
                                      </p:cBhvr>
                                    </p:animEffect>
                                  </p:childTnLst>
                                </p:cTn>
                              </p:par>
                            </p:childTnLst>
                          </p:cTn>
                        </p:par>
                      </p:childTnLst>
                    </p:cTn>
                  </p:par>
                  <p:par>
                    <p:cTn id="55" fill="hold" nodeType="clickPar">
                      <p:stCondLst>
                        <p:cond delay="indefinite"/>
                      </p:stCondLst>
                      <p:childTnLst>
                        <p:par>
                          <p:cTn id="56" fill="hold" nodeType="after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3"/>
                                        </p:tgtEl>
                                        <p:attrNameLst>
                                          <p:attrName>style.visibility</p:attrName>
                                        </p:attrNameLst>
                                      </p:cBhvr>
                                      <p:to>
                                        <p:strVal val="visible"/>
                                      </p:to>
                                    </p:set>
                                    <p:animEffect transition="in" filter="blinds(horizontal)">
                                      <p:cBhvr>
                                        <p:cTn id="59" dur="500"/>
                                        <p:tgtEl>
                                          <p:spTgt spid="3"/>
                                        </p:tgtEl>
                                      </p:cBhvr>
                                    </p:animEffect>
                                  </p:childTnLst>
                                </p:cTn>
                              </p:par>
                              <p:par>
                                <p:cTn id="60" presetID="16" presetClass="entr" presetSubtype="42" fill="hold" nodeType="withEffect">
                                  <p:stCondLst>
                                    <p:cond delay="0"/>
                                  </p:stCondLst>
                                  <p:childTnLst>
                                    <p:set>
                                      <p:cBhvr>
                                        <p:cTn id="61" dur="1" fill="hold">
                                          <p:stCondLst>
                                            <p:cond delay="0"/>
                                          </p:stCondLst>
                                        </p:cTn>
                                        <p:tgtEl>
                                          <p:spTgt spid="42"/>
                                        </p:tgtEl>
                                        <p:attrNameLst>
                                          <p:attrName>style.visibility</p:attrName>
                                        </p:attrNameLst>
                                      </p:cBhvr>
                                      <p:to>
                                        <p:strVal val="visible"/>
                                      </p:to>
                                    </p:set>
                                    <p:animEffect transition="in" filter="barn(outHorizontal)">
                                      <p:cBhvr>
                                        <p:cTn id="62" dur="500"/>
                                        <p:tgtEl>
                                          <p:spTgt spid="42"/>
                                        </p:tgtEl>
                                      </p:cBhvr>
                                    </p:animEffect>
                                  </p:childTnLst>
                                </p:cTn>
                              </p:par>
                            </p:childTnLst>
                          </p:cTn>
                        </p:par>
                      </p:childTnLst>
                    </p:cTn>
                  </p:par>
                  <p:par>
                    <p:cTn id="63" fill="hold" nodeType="clickPar">
                      <p:stCondLst>
                        <p:cond delay="indefinite"/>
                      </p:stCondLst>
                      <p:childTnLst>
                        <p:par>
                          <p:cTn id="64" fill="hold" nodeType="after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blinds(horizontal)">
                                      <p:cBhvr>
                                        <p:cTn id="67" dur="500"/>
                                        <p:tgtEl>
                                          <p:spTgt spid="5"/>
                                        </p:tgtEl>
                                      </p:cBhvr>
                                    </p:animEffect>
                                  </p:childTnLst>
                                </p:cTn>
                              </p:par>
                            </p:childTnLst>
                          </p:cTn>
                        </p:par>
                      </p:childTnLst>
                    </p:cTn>
                  </p:par>
                  <p:par>
                    <p:cTn id="68" fill="hold" nodeType="clickPar">
                      <p:stCondLst>
                        <p:cond delay="indefinite"/>
                      </p:stCondLst>
                      <p:childTnLst>
                        <p:par>
                          <p:cTn id="69" fill="hold" nodeType="afterGroup">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6"/>
                                        </p:tgtEl>
                                        <p:attrNameLst>
                                          <p:attrName>style.visibility</p:attrName>
                                        </p:attrNameLst>
                                      </p:cBhvr>
                                      <p:to>
                                        <p:strVal val="visible"/>
                                      </p:to>
                                    </p:set>
                                    <p:animEffect transition="in" filter="blinds(horizontal)">
                                      <p:cBhvr>
                                        <p:cTn id="72" dur="500"/>
                                        <p:tgtEl>
                                          <p:spTgt spid="6"/>
                                        </p:tgtEl>
                                      </p:cBhvr>
                                    </p:animEffect>
                                  </p:childTnLst>
                                </p:cTn>
                              </p:par>
                              <p:par>
                                <p:cTn id="73" presetID="16" presetClass="entr" presetSubtype="42" fill="hold"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barn(outHorizontal)">
                                      <p:cBhvr>
                                        <p:cTn id="75" dur="500"/>
                                        <p:tgtEl>
                                          <p:spTgt spid="48"/>
                                        </p:tgtEl>
                                      </p:cBhvr>
                                    </p:animEffect>
                                  </p:childTnLst>
                                </p:cTn>
                              </p:par>
                            </p:childTnLst>
                          </p:cTn>
                        </p:par>
                      </p:childTnLst>
                    </p:cTn>
                  </p:par>
                  <p:par>
                    <p:cTn id="76" fill="hold" nodeType="clickPar">
                      <p:stCondLst>
                        <p:cond delay="indefinite"/>
                      </p:stCondLst>
                      <p:childTnLst>
                        <p:par>
                          <p:cTn id="77" fill="hold" nodeType="afterGroup">
                            <p:stCondLst>
                              <p:cond delay="0"/>
                            </p:stCondLst>
                            <p:childTnLst>
                              <p:par>
                                <p:cTn id="78" presetID="3" presetClass="entr" presetSubtype="10" fill="hold" grpId="0"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blinds(horizontal)">
                                      <p:cBhvr>
                                        <p:cTn id="80" dur="500"/>
                                        <p:tgtEl>
                                          <p:spTgt spid="7"/>
                                        </p:tgtEl>
                                      </p:cBhvr>
                                    </p:animEffect>
                                  </p:childTnLst>
                                </p:cTn>
                              </p:par>
                            </p:childTnLst>
                          </p:cTn>
                        </p:par>
                      </p:childTnLst>
                    </p:cTn>
                  </p:par>
                  <p:par>
                    <p:cTn id="81" fill="hold" nodeType="clickPar">
                      <p:stCondLst>
                        <p:cond delay="indefinite"/>
                      </p:stCondLst>
                      <p:childTnLst>
                        <p:par>
                          <p:cTn id="82" fill="hold" nodeType="afterGroup">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blinds(horizontal)">
                                      <p:cBhvr>
                                        <p:cTn id="85" dur="500"/>
                                        <p:tgtEl>
                                          <p:spTgt spid="11"/>
                                        </p:tgtEl>
                                      </p:cBhvr>
                                    </p:animEffect>
                                  </p:childTnLst>
                                </p:cTn>
                              </p:par>
                            </p:childTnLst>
                          </p:cTn>
                        </p:par>
                        <p:par>
                          <p:cTn id="86" fill="hold" nodeType="afterGroup">
                            <p:stCondLst>
                              <p:cond delay="500"/>
                            </p:stCondLst>
                            <p:childTnLst>
                              <p:par>
                                <p:cTn id="87" presetID="16" presetClass="entr" presetSubtype="42" fill="hold" nodeType="afterEffect">
                                  <p:stCondLst>
                                    <p:cond delay="0"/>
                                  </p:stCondLst>
                                  <p:childTnLst>
                                    <p:set>
                                      <p:cBhvr>
                                        <p:cTn id="88" dur="1" fill="hold">
                                          <p:stCondLst>
                                            <p:cond delay="0"/>
                                          </p:stCondLst>
                                        </p:cTn>
                                        <p:tgtEl>
                                          <p:spTgt spid="18"/>
                                        </p:tgtEl>
                                        <p:attrNameLst>
                                          <p:attrName>style.visibility</p:attrName>
                                        </p:attrNameLst>
                                      </p:cBhvr>
                                      <p:to>
                                        <p:strVal val="visible"/>
                                      </p:to>
                                    </p:set>
                                    <p:animEffect transition="in" filter="barn(outHorizontal)">
                                      <p:cBhvr>
                                        <p:cTn id="89"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11" grpId="0" animBg="1"/>
      <p:bldP spid="13" grpId="0"/>
      <p:bldP spid="14" grpId="0"/>
      <p:bldP spid="15" grpId="0"/>
      <p:bldP spid="17" grpId="0"/>
      <p:bldP spid="20" grpId="0"/>
      <p:bldP spid="25" grpId="0"/>
      <p:bldP spid="27" grpId="0"/>
      <p:bldP spid="2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52A2BB5-C495-F771-D5B8-6B710753E37E}"/>
              </a:ext>
            </a:extLst>
          </p:cNvPr>
          <p:cNvSpPr txBox="1"/>
          <p:nvPr>
            <p:custDataLst>
              <p:tags r:id="rId1"/>
            </p:custDataLst>
          </p:nvPr>
        </p:nvSpPr>
        <p:spPr>
          <a:xfrm>
            <a:off x="209975" y="33002"/>
            <a:ext cx="497162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知识点一、探究影响滑动摩擦力大小的因素</a:t>
            </a:r>
          </a:p>
        </p:txBody>
      </p:sp>
      <p:sp>
        <p:nvSpPr>
          <p:cNvPr id="2" name="Text Box 7">
            <a:extLst>
              <a:ext uri="{FF2B5EF4-FFF2-40B4-BE49-F238E27FC236}">
                <a16:creationId xmlns:a16="http://schemas.microsoft.com/office/drawing/2014/main" id="{31D4DDB6-4501-D1E5-1158-0967B200022B}"/>
              </a:ext>
            </a:extLst>
          </p:cNvPr>
          <p:cNvSpPr/>
          <p:nvPr>
            <p:custDataLst>
              <p:tags r:id="rId2"/>
            </p:custDataLst>
          </p:nvPr>
        </p:nvSpPr>
        <p:spPr>
          <a:xfrm>
            <a:off x="353434" y="1064329"/>
            <a:ext cx="4665607" cy="447815"/>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0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测量滑动摩擦力大小的方法</a:t>
            </a:r>
          </a:p>
        </p:txBody>
      </p:sp>
      <p:sp>
        <p:nvSpPr>
          <p:cNvPr id="5" name="文本框 4">
            <a:extLst>
              <a:ext uri="{FF2B5EF4-FFF2-40B4-BE49-F238E27FC236}">
                <a16:creationId xmlns:a16="http://schemas.microsoft.com/office/drawing/2014/main" id="{D1441D52-1D87-A67D-843F-5F922099E4EB}"/>
              </a:ext>
            </a:extLst>
          </p:cNvPr>
          <p:cNvSpPr txBox="1"/>
          <p:nvPr>
            <p:custDataLst>
              <p:tags r:id="rId3"/>
            </p:custDataLst>
          </p:nvPr>
        </p:nvSpPr>
        <p:spPr>
          <a:xfrm>
            <a:off x="752687" y="1525085"/>
            <a:ext cx="6156113" cy="1140633"/>
          </a:xfrm>
          <a:prstGeom prst="rect">
            <a:avLst/>
          </a:prstGeom>
          <a:noFill/>
          <a:ln>
            <a:noFill/>
          </a:ln>
        </p:spPr>
        <p:txBody>
          <a:bodyPr wrap="square">
            <a:spAutoFit/>
          </a:bodyPr>
          <a:lstStyle/>
          <a:p>
            <a:pPr indent="457200">
              <a:lnSpc>
                <a:spcPts val="2800"/>
              </a:lnSpc>
            </a:pPr>
            <a:r>
              <a:rPr lang="zh-CN" altLang="en-US" sz="2000">
                <a:solidFill>
                  <a:srgbClr val="002060"/>
                </a:solidFill>
              </a:rPr>
              <a:t>将物体置于水平桌面上，用弹簧测力计沿水平方向拉动，使其做匀速直线运动，此时弹簧测力计的示数等于物体所受滑动摩擦力的大小</a:t>
            </a:r>
            <a:r>
              <a:rPr lang="en-US" altLang="zh-CN" sz="2000">
                <a:solidFill>
                  <a:srgbClr val="002060"/>
                </a:solidFill>
              </a:rPr>
              <a:t>.</a:t>
            </a:r>
          </a:p>
        </p:txBody>
      </p:sp>
      <p:pic>
        <p:nvPicPr>
          <p:cNvPr id="12" name="图片 11">
            <a:extLst>
              <a:ext uri="{FF2B5EF4-FFF2-40B4-BE49-F238E27FC236}">
                <a16:creationId xmlns:a16="http://schemas.microsoft.com/office/drawing/2014/main" id="{EFC40AAB-CA32-306B-0B4C-972CDCD67409}"/>
              </a:ext>
            </a:extLst>
          </p:cNvPr>
          <p:cNvPicPr>
            <a:picLocks noChangeAspect="1"/>
          </p:cNvPicPr>
          <p:nvPr>
            <p:custDataLst>
              <p:tags r:id="rId4"/>
            </p:custDataLst>
          </p:nvPr>
        </p:nvPicPr>
        <p:blipFill>
          <a:blip r:embed="rId10"/>
          <a:stretch>
            <a:fillRect/>
          </a:stretch>
        </p:blipFill>
        <p:spPr>
          <a:xfrm>
            <a:off x="5289973" y="954151"/>
            <a:ext cx="3576320" cy="596053"/>
          </a:xfrm>
          <a:prstGeom prst="rect">
            <a:avLst/>
          </a:prstGeom>
        </p:spPr>
      </p:pic>
      <p:sp>
        <p:nvSpPr>
          <p:cNvPr id="23" name="Text Box 7">
            <a:extLst>
              <a:ext uri="{FF2B5EF4-FFF2-40B4-BE49-F238E27FC236}">
                <a16:creationId xmlns:a16="http://schemas.microsoft.com/office/drawing/2014/main" id="{F1D2BB1E-E0E8-9421-EB69-24E402A19D5F}"/>
              </a:ext>
            </a:extLst>
          </p:cNvPr>
          <p:cNvSpPr/>
          <p:nvPr>
            <p:custDataLst>
              <p:tags r:id="rId5"/>
            </p:custDataLst>
          </p:nvPr>
        </p:nvSpPr>
        <p:spPr>
          <a:xfrm>
            <a:off x="324646" y="2728111"/>
            <a:ext cx="5527514" cy="453907"/>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3000"/>
              </a:lnSpc>
            </a:pP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实验方法</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采用</a:t>
            </a:r>
            <a:r>
              <a:rPr lang="zh-CN" altLang="en-US" sz="220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控制变量法</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文本框 23">
            <a:extLst>
              <a:ext uri="{FF2B5EF4-FFF2-40B4-BE49-F238E27FC236}">
                <a16:creationId xmlns:a16="http://schemas.microsoft.com/office/drawing/2014/main" id="{EC23F874-62D1-3310-A9FC-68CE1F703530}"/>
              </a:ext>
            </a:extLst>
          </p:cNvPr>
          <p:cNvSpPr txBox="1"/>
          <p:nvPr>
            <p:custDataLst>
              <p:tags r:id="rId6"/>
            </p:custDataLst>
          </p:nvPr>
        </p:nvSpPr>
        <p:spPr>
          <a:xfrm>
            <a:off x="882928" y="586658"/>
            <a:ext cx="1416382" cy="400110"/>
          </a:xfrm>
          <a:prstGeom prst="rect">
            <a:avLst/>
          </a:prstGeom>
          <a:solidFill>
            <a:srgbClr val="B9EBDC"/>
          </a:solidFill>
          <a:ln>
            <a:solidFill>
              <a:srgbClr val="000000"/>
            </a:solidFill>
          </a:ln>
        </p:spPr>
        <p:txBody>
          <a:bodyPr wrap="square">
            <a:spAutoFit/>
          </a:bodyPr>
          <a:lstStyle/>
          <a:p>
            <a:pPr marL="0" marR="0" lvl="0" indent="0" algn="ctr" defTabSz="914400" eaLnBrk="1" fontAlgn="auto" latinLnBrk="0" hangingPunct="1">
              <a:lnSpc>
                <a:spcPct val="100000"/>
              </a:lnSpc>
              <a:spcBef>
                <a:spcPct val="0"/>
              </a:spcBef>
              <a:spcAft>
                <a:spcPct val="0"/>
              </a:spcAft>
              <a:buClrTx/>
              <a:buSzTx/>
              <a:buFontTx/>
              <a:buNone/>
              <a:defRPr/>
            </a:pPr>
            <a:r>
              <a:rPr lang="zh-CN" altLang="en-US" sz="2000" kern="0">
                <a:solidFill>
                  <a:srgbClr val="000000"/>
                </a:solidFill>
                <a:latin typeface="微软雅黑" panose="020B0503020204020204" pitchFamily="34" charset="-122"/>
              </a:rPr>
              <a:t>实验设计</a:t>
            </a:r>
            <a:endParaRPr kumimoji="0" lang="zh-CN" altLang="en-US" sz="2000" b="0" i="0" u="none" strike="noStrike" kern="0" cap="none" spc="0" normalizeH="0" baseline="0" noProof="0">
              <a:ln>
                <a:noFill/>
              </a:ln>
              <a:solidFill>
                <a:srgbClr val="000000"/>
              </a:solidFill>
              <a:effectLst/>
              <a:uLnTx/>
              <a:uFillTx/>
              <a:latin typeface="Century Gothic" panose="020F0302020204030204"/>
              <a:ea typeface="宋体" panose="02010600030101010101" pitchFamily="2" charset="-122"/>
            </a:endParaRPr>
          </a:p>
        </p:txBody>
      </p:sp>
      <p:sp>
        <p:nvSpPr>
          <p:cNvPr id="25" name="Text Box 7">
            <a:extLst>
              <a:ext uri="{FF2B5EF4-FFF2-40B4-BE49-F238E27FC236}">
                <a16:creationId xmlns:a16="http://schemas.microsoft.com/office/drawing/2014/main" id="{B660B056-79F0-D566-70EF-2BAB658A8071}"/>
              </a:ext>
            </a:extLst>
          </p:cNvPr>
          <p:cNvSpPr/>
          <p:nvPr>
            <p:custDataLst>
              <p:tags r:id="rId7"/>
            </p:custDataLst>
          </p:nvPr>
        </p:nvSpPr>
        <p:spPr>
          <a:xfrm>
            <a:off x="704189" y="3205376"/>
            <a:ext cx="7864078" cy="1499706"/>
          </a:xfrm>
          <a:prstGeom prst="rect">
            <a:avLst/>
          </a:prstGeom>
          <a:noFill/>
          <a:ln>
            <a:noFill/>
            <a:miter lim="800000"/>
          </a:ln>
        </p:spPr>
        <p:txBody>
          <a:bodyPr wrap="square">
            <a:spAutoFit/>
          </a:bodyPr>
          <a:lstStyle>
            <a:defPPr>
              <a:defRPr lang="zh-CN"/>
            </a:defPPr>
            <a:lvl1pPr marL="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1pPr>
            <a:lvl2pPr marL="4572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2pPr>
            <a:lvl3pPr marL="9144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3pPr>
            <a:lvl4pPr marL="13716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4pPr>
            <a:lvl5pPr marL="1828800" indent="0" algn="l" defTabSz="914400" rtl="0" eaLnBrk="0" fontAlgn="base" hangingPunct="0">
              <a:lnSpc>
                <a:spcPct val="100000"/>
              </a:lnSpc>
              <a:spcBef>
                <a:spcPct val="0"/>
              </a:spcBef>
              <a:spcAft>
                <a:spcPct val="0"/>
              </a:spcAft>
              <a:buClrTx/>
              <a:buSzTx/>
              <a:buFontTx/>
              <a:buNone/>
              <a:defRPr kumimoji="0" lang="zh-CN" altLang="en-US" sz="1800" b="0" i="0" u="none" baseline="0">
                <a:solidFill>
                  <a:schemeClr val="tx1"/>
                </a:solidFill>
                <a:effectLst/>
                <a:latin typeface="Calibri" pitchFamily="34" charset="0"/>
                <a:ea typeface="宋体" panose="02010600030101010101" pitchFamily="2" charset="-122"/>
              </a:defRPr>
            </a:lvl5pPr>
          </a:lstStyle>
          <a:p>
            <a:pPr indent="457200">
              <a:lnSpc>
                <a:spcPts val="2800"/>
              </a:lnSpc>
              <a:spcBef>
                <a:spcPct val="0"/>
              </a:spcBef>
              <a:spcAft>
                <a:spcPct val="0"/>
              </a:spcAft>
            </a:pP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在探究滑动摩擦力的大小与接触面的粗糙程度有关时，控制压力相同，只改变接触面的粗糙程度，观察弹簧测力计示数的大小；</a:t>
            </a:r>
          </a:p>
          <a:p>
            <a:pPr indent="457200">
              <a:lnSpc>
                <a:spcPts val="2800"/>
              </a:lnSpc>
              <a:spcBef>
                <a:spcPct val="0"/>
              </a:spcBef>
              <a:spcAft>
                <a:spcPct val="0"/>
              </a:spcAft>
            </a:pP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在探究滑动摩擦力的大小与压力有关时，控制接触面的粗糙程度相同，只改变压力的大小，观察弹簧测力计示数的大小</a:t>
            </a:r>
            <a:r>
              <a:rPr lang="en-US" altLang="zh-CN"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a:extLst>
              <a:ext uri="{FF2B5EF4-FFF2-40B4-BE49-F238E27FC236}">
                <a16:creationId xmlns:a16="http://schemas.microsoft.com/office/drawing/2014/main" id="{8B9C3BCE-4D7B-EFFE-86A3-3D04DE30D005}"/>
              </a:ext>
            </a:extLst>
          </p:cNvPr>
          <p:cNvSpPr txBox="1"/>
          <p:nvPr>
            <p:custDataLst>
              <p:tags r:id="rId8"/>
            </p:custDataLst>
          </p:nvPr>
        </p:nvSpPr>
        <p:spPr>
          <a:xfrm>
            <a:off x="6515946" y="-47674"/>
            <a:ext cx="2565189" cy="508794"/>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2120554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wipe(left)">
                                      <p:cBhvr>
                                        <p:cTn id="12" dur="1000"/>
                                        <p:tgtEl>
                                          <p:spTgt spid="2">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par>
                          <p:cTn id="18" fill="hold" nodeType="afterGroup">
                            <p:stCondLst>
                              <p:cond delay="500"/>
                            </p:stCondLst>
                            <p:childTnLst>
                              <p:par>
                                <p:cTn id="19" presetID="1" presetClass="entr" presetSubtype="0" fill="hold" nodeType="after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3">
                                            <p:txEl>
                                              <p:pRg st="0" end="0"/>
                                            </p:txEl>
                                          </p:spTgt>
                                        </p:tgtEl>
                                        <p:attrNameLst>
                                          <p:attrName>style.visibility</p:attrName>
                                        </p:attrNameLst>
                                      </p:cBhvr>
                                      <p:to>
                                        <p:strVal val="visible"/>
                                      </p:to>
                                    </p:set>
                                    <p:animEffect transition="in" filter="wipe(left)">
                                      <p:cBhvr>
                                        <p:cTn id="25" dur="1000"/>
                                        <p:tgtEl>
                                          <p:spTgt spid="23">
                                            <p:txEl>
                                              <p:pRg st="0" end="0"/>
                                            </p:txEl>
                                          </p:spTgt>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5">
                                            <p:txEl>
                                              <p:pRg st="0" end="0"/>
                                            </p:txEl>
                                          </p:spTgt>
                                        </p:tgtEl>
                                        <p:attrNameLst>
                                          <p:attrName>style.visibility</p:attrName>
                                        </p:attrNameLst>
                                      </p:cBhvr>
                                      <p:to>
                                        <p:strVal val="visible"/>
                                      </p:to>
                                    </p:set>
                                    <p:animEffect transition="in" filter="wipe(left)">
                                      <p:cBhvr>
                                        <p:cTn id="30" dur="1000"/>
                                        <p:tgtEl>
                                          <p:spTgt spid="25">
                                            <p:txEl>
                                              <p:pRg st="0" end="0"/>
                                            </p:txEl>
                                          </p:spTgt>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5">
                                            <p:txEl>
                                              <p:pRg st="1" end="1"/>
                                            </p:txEl>
                                          </p:spTgt>
                                        </p:tgtEl>
                                        <p:attrNameLst>
                                          <p:attrName>style.visibility</p:attrName>
                                        </p:attrNameLst>
                                      </p:cBhvr>
                                      <p:to>
                                        <p:strVal val="visible"/>
                                      </p:to>
                                    </p:set>
                                    <p:animEffect transition="in" filter="wipe(left)">
                                      <p:cBhvr>
                                        <p:cTn id="35" dur="1000"/>
                                        <p:tgtEl>
                                          <p:spTgt spid="2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圆角 40">
            <a:extLst>
              <a:ext uri="{FF2B5EF4-FFF2-40B4-BE49-F238E27FC236}">
                <a16:creationId xmlns:a16="http://schemas.microsoft.com/office/drawing/2014/main" id="{8D1185AD-1FD7-B5D7-E5C5-031EBEA3352F}"/>
              </a:ext>
            </a:extLst>
          </p:cNvPr>
          <p:cNvSpPr/>
          <p:nvPr>
            <p:custDataLst>
              <p:tags r:id="rId1"/>
            </p:custDataLst>
          </p:nvPr>
        </p:nvSpPr>
        <p:spPr>
          <a:xfrm>
            <a:off x="817051" y="614802"/>
            <a:ext cx="2675436" cy="476862"/>
          </a:xfrm>
          <a:prstGeom prst="roundRect">
            <a:avLst>
              <a:gd name="adj" fmla="val 0"/>
            </a:avLst>
          </a:prstGeom>
          <a:solidFill>
            <a:srgbClr val="00B050">
              <a:alpha val="37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lnSpc>
                <a:spcPct val="100000"/>
              </a:lnSpc>
              <a:spcBef>
                <a:spcPct val="0"/>
              </a:spcBef>
              <a:spcAft>
                <a:spcPct val="0"/>
              </a:spcAft>
              <a:buClrTx/>
              <a:buSzTx/>
              <a:buFontTx/>
              <a:buNone/>
              <a:defRPr/>
            </a:pPr>
            <a:r>
              <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rPr>
              <a:t>进行实验与收集数据</a:t>
            </a:r>
            <a:endParaRPr kumimoji="0" lang="zh-CN" altLang="en-US" sz="2000" b="0" i="0" u="none" strike="noStrike" kern="1200" cap="none" spc="0" normalizeH="0" baseline="-25000" noProof="0">
              <a:ln>
                <a:noFill/>
              </a:ln>
              <a:solidFill>
                <a:prstClr val="black"/>
              </a:solidFill>
              <a:effectLst/>
              <a:uLnTx/>
              <a:uFillTx/>
              <a:latin typeface="Times New Roman"/>
              <a:ea typeface="微软雅黑"/>
              <a:cs typeface="+mn-cs"/>
            </a:endParaRPr>
          </a:p>
        </p:txBody>
      </p:sp>
      <p:sp>
        <p:nvSpPr>
          <p:cNvPr id="45" name="文本框 44">
            <a:extLst>
              <a:ext uri="{FF2B5EF4-FFF2-40B4-BE49-F238E27FC236}">
                <a16:creationId xmlns:a16="http://schemas.microsoft.com/office/drawing/2014/main" id="{7E8FFA10-62BB-D9B9-1818-04DFE6A296A8}"/>
              </a:ext>
            </a:extLst>
          </p:cNvPr>
          <p:cNvSpPr txBox="1"/>
          <p:nvPr>
            <p:custDataLst>
              <p:tags r:id="rId2"/>
            </p:custDataLst>
          </p:nvPr>
        </p:nvSpPr>
        <p:spPr>
          <a:xfrm>
            <a:off x="657047" y="1184983"/>
            <a:ext cx="5149939" cy="1499706"/>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1. </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用弹簧测力计匀速拉动木块，使它沿水平长木板滑动，读出弹簧测力计的示数，从而测出木块与长木板之间的滑动摩擦力（图</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endParaRPr>
          </a:p>
        </p:txBody>
      </p:sp>
      <p:sp>
        <p:nvSpPr>
          <p:cNvPr id="48" name="文本框 47">
            <a:extLst>
              <a:ext uri="{FF2B5EF4-FFF2-40B4-BE49-F238E27FC236}">
                <a16:creationId xmlns:a16="http://schemas.microsoft.com/office/drawing/2014/main" id="{DCB09A9C-25F1-B231-62B5-12276839F6D2}"/>
              </a:ext>
            </a:extLst>
          </p:cNvPr>
          <p:cNvSpPr txBox="1"/>
          <p:nvPr>
            <p:custDataLst>
              <p:tags r:id="rId3"/>
            </p:custDataLst>
          </p:nvPr>
        </p:nvSpPr>
        <p:spPr>
          <a:xfrm>
            <a:off x="568996" y="2670881"/>
            <a:ext cx="7924731" cy="781561"/>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2. </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在木块上放上砝码，用弹簧测力计匀速拉动木块，使它沿水平长木板滑动，读出弹簧测力计的示数，测出此时滑动摩擦力（图</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b</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endParaRPr>
          </a:p>
        </p:txBody>
      </p:sp>
      <p:sp>
        <p:nvSpPr>
          <p:cNvPr id="51" name="文本框 50">
            <a:extLst>
              <a:ext uri="{FF2B5EF4-FFF2-40B4-BE49-F238E27FC236}">
                <a16:creationId xmlns:a16="http://schemas.microsoft.com/office/drawing/2014/main" id="{44EEF034-4E62-F7E0-99B3-30C4E8FA8094}"/>
              </a:ext>
            </a:extLst>
          </p:cNvPr>
          <p:cNvSpPr txBox="1"/>
          <p:nvPr>
            <p:custDataLst>
              <p:tags r:id="rId4"/>
            </p:custDataLst>
          </p:nvPr>
        </p:nvSpPr>
        <p:spPr>
          <a:xfrm>
            <a:off x="568996" y="3563441"/>
            <a:ext cx="7848601" cy="1140633"/>
          </a:xfrm>
          <a:prstGeom prst="rect">
            <a:avLst/>
          </a:prstGeom>
          <a:noFill/>
        </p:spPr>
        <p:txBody>
          <a:bodyPr wrap="square">
            <a:spAutoFit/>
          </a:bodyPr>
          <a:lstStyle/>
          <a:p>
            <a:pPr marL="0" marR="0" lvl="0" indent="457200" algn="l" defTabSz="685160" rtl="0" eaLnBrk="1" fontAlgn="auto" latinLnBrk="0" hangingPunct="1">
              <a:lnSpc>
                <a:spcPts val="2800"/>
              </a:lnSpc>
              <a:spcBef>
                <a:spcPct val="0"/>
              </a:spcBef>
              <a:spcAft>
                <a:spcPct val="0"/>
              </a:spcAft>
              <a:buClrTx/>
              <a:buSzTx/>
              <a:buFontTx/>
              <a:buNone/>
              <a:defRPr/>
            </a:pP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3. </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换用材料相同但表面粗糙的长木板，保持放在木块上的砝码不变，用弹簧测力计匀速拉动木块，使它沿水平长木板滑动，读出弹簧测力计的示数，测出此时的滑动摩擦力大小（图</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c</a:t>
            </a:r>
            <a:r>
              <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r>
              <a:rPr kumimoji="0" lang="en-US" altLang="zh-CN"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t>
            </a:r>
            <a:endParaRPr kumimoji="0" lang="zh-CN" altLang="en-US" sz="20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endParaRPr>
          </a:p>
        </p:txBody>
      </p:sp>
      <p:grpSp>
        <p:nvGrpSpPr>
          <p:cNvPr id="1026" name="组合 1025">
            <a:extLst>
              <a:ext uri="{FF2B5EF4-FFF2-40B4-BE49-F238E27FC236}">
                <a16:creationId xmlns:a16="http://schemas.microsoft.com/office/drawing/2014/main" id="{1CFFD5D7-3ECB-6B37-2075-85A19017FD20}"/>
              </a:ext>
            </a:extLst>
          </p:cNvPr>
          <p:cNvGrpSpPr/>
          <p:nvPr>
            <p:custDataLst>
              <p:tags r:id="rId5"/>
            </p:custDataLst>
          </p:nvPr>
        </p:nvGrpSpPr>
        <p:grpSpPr>
          <a:xfrm>
            <a:off x="5502188" y="671939"/>
            <a:ext cx="3394587" cy="1877070"/>
            <a:chOff x="5806987" y="592124"/>
            <a:chExt cx="3394587" cy="1877070"/>
          </a:xfrm>
        </p:grpSpPr>
        <p:pic>
          <p:nvPicPr>
            <p:cNvPr id="54" name="图片 53">
              <a:extLst>
                <a:ext uri="{FF2B5EF4-FFF2-40B4-BE49-F238E27FC236}">
                  <a16:creationId xmlns:a16="http://schemas.microsoft.com/office/drawing/2014/main" id="{7E0D5623-A647-4903-1E92-FC4D25D874AB}"/>
                </a:ext>
              </a:extLst>
            </p:cNvPr>
            <p:cNvPicPr>
              <a:picLocks noChangeAspect="1"/>
            </p:cNvPicPr>
            <p:nvPr>
              <p:custDataLst>
                <p:tags r:id="rId8"/>
              </p:custDataLst>
            </p:nvPr>
          </p:nvPicPr>
          <p:blipFill>
            <a:blip r:embed="rId13">
              <a:extLst>
                <a:ext uri="{28A0092B-C50C-407E-A947-70E740481C1C}">
                  <a14:useLocalDpi xmlns:a14="http://schemas.microsoft.com/office/drawing/2010/main" val="0"/>
                </a:ext>
              </a:extLst>
            </a:blip>
            <a:stretch>
              <a:fillRect/>
            </a:stretch>
          </p:blipFill>
          <p:spPr>
            <a:xfrm>
              <a:off x="5806987" y="592124"/>
              <a:ext cx="3337013" cy="1877070"/>
            </a:xfrm>
            <a:prstGeom prst="rect">
              <a:avLst/>
            </a:prstGeom>
          </p:spPr>
        </p:pic>
        <p:sp>
          <p:nvSpPr>
            <p:cNvPr id="57" name="文本框 56">
              <a:extLst>
                <a:ext uri="{FF2B5EF4-FFF2-40B4-BE49-F238E27FC236}">
                  <a16:creationId xmlns:a16="http://schemas.microsoft.com/office/drawing/2014/main" id="{D40CC0AC-3AC6-39B3-FB82-82A64004DB4B}"/>
                </a:ext>
              </a:extLst>
            </p:cNvPr>
            <p:cNvSpPr txBox="1"/>
            <p:nvPr>
              <p:custDataLst>
                <p:tags r:id="rId9"/>
              </p:custDataLst>
            </p:nvPr>
          </p:nvSpPr>
          <p:spPr>
            <a:xfrm>
              <a:off x="8690187" y="657689"/>
              <a:ext cx="453813" cy="369332"/>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a</a:t>
              </a: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59" name="文本框 58">
              <a:extLst>
                <a:ext uri="{FF2B5EF4-FFF2-40B4-BE49-F238E27FC236}">
                  <a16:creationId xmlns:a16="http://schemas.microsoft.com/office/drawing/2014/main" id="{F9EF65DB-53FF-787B-59E7-488C81D6508A}"/>
                </a:ext>
              </a:extLst>
            </p:cNvPr>
            <p:cNvSpPr txBox="1"/>
            <p:nvPr>
              <p:custDataLst>
                <p:tags r:id="rId10"/>
              </p:custDataLst>
            </p:nvPr>
          </p:nvSpPr>
          <p:spPr>
            <a:xfrm>
              <a:off x="8690187" y="1330604"/>
              <a:ext cx="453813" cy="369332"/>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b</a:t>
              </a: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sp>
          <p:nvSpPr>
            <p:cNvPr id="60" name="文本框 59">
              <a:extLst>
                <a:ext uri="{FF2B5EF4-FFF2-40B4-BE49-F238E27FC236}">
                  <a16:creationId xmlns:a16="http://schemas.microsoft.com/office/drawing/2014/main" id="{84EEAD67-2DA1-4243-35EF-3E376B336A1D}"/>
                </a:ext>
              </a:extLst>
            </p:cNvPr>
            <p:cNvSpPr txBox="1"/>
            <p:nvPr>
              <p:custDataLst>
                <p:tags r:id="rId11"/>
              </p:custDataLst>
            </p:nvPr>
          </p:nvSpPr>
          <p:spPr>
            <a:xfrm>
              <a:off x="8747761" y="2003519"/>
              <a:ext cx="453813" cy="369332"/>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1800" b="0" i="0" u="none" strike="noStrike" kern="100" cap="none" spc="0" normalizeH="0" baseline="0" noProof="0">
                  <a:ln>
                    <a:noFill/>
                  </a:ln>
                  <a:solidFill>
                    <a:srgbClr val="002060"/>
                  </a:solidFill>
                  <a:effectLst/>
                  <a:uLnTx/>
                  <a:uFillTx/>
                  <a:latin typeface="Times New Roman" panose="02020603050405020304" pitchFamily="18" charset="0"/>
                  <a:ea typeface="微软雅黑"/>
                  <a:cs typeface="Times New Roman" panose="02020603050405020304" pitchFamily="18" charset="0"/>
                </a:rPr>
                <a:t>c</a:t>
              </a:r>
              <a:endParaRPr kumimoji="0" lang="zh-CN" altLang="en-US" sz="1800" b="0" i="0" u="none" strike="noStrike" kern="1200" cap="none" spc="0" normalizeH="0" baseline="0" noProof="0">
                <a:ln>
                  <a:noFill/>
                </a:ln>
                <a:solidFill>
                  <a:prstClr val="black"/>
                </a:solidFill>
                <a:effectLst/>
                <a:uLnTx/>
                <a:uFillTx/>
                <a:latin typeface="Times New Roman"/>
                <a:ea typeface="微软雅黑"/>
                <a:cs typeface="+mn-cs"/>
              </a:endParaRPr>
            </a:p>
          </p:txBody>
        </p:sp>
      </p:grpSp>
      <p:sp>
        <p:nvSpPr>
          <p:cNvPr id="1028" name="文本框 1027">
            <a:extLst>
              <a:ext uri="{FF2B5EF4-FFF2-40B4-BE49-F238E27FC236}">
                <a16:creationId xmlns:a16="http://schemas.microsoft.com/office/drawing/2014/main" id="{7D5863F5-56F6-944D-56D2-C7290A1A65D0}"/>
              </a:ext>
            </a:extLst>
          </p:cNvPr>
          <p:cNvSpPr txBox="1"/>
          <p:nvPr>
            <p:custDataLst>
              <p:tags r:id="rId6"/>
            </p:custDataLst>
          </p:nvPr>
        </p:nvSpPr>
        <p:spPr>
          <a:xfrm>
            <a:off x="6515946" y="-47674"/>
            <a:ext cx="2565189" cy="508794"/>
          </a:xfrm>
          <a:prstGeom prst="rect">
            <a:avLst/>
          </a:prstGeom>
          <a:noFill/>
        </p:spPr>
        <p:txBody>
          <a:bodyPr wrap="square">
            <a:spAutoFit/>
          </a:bodyPr>
          <a:lstStyle/>
          <a:p>
            <a:pPr marL="0" marR="0" lvl="0" indent="0" algn="r" defTabSz="685160" rtl="0" eaLnBrk="1" fontAlgn="auto" latinLnBrk="0" hangingPunct="1">
              <a:lnSpc>
                <a:spcPts val="36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摩擦力</a:t>
            </a:r>
          </a:p>
        </p:txBody>
      </p:sp>
      <p:sp>
        <p:nvSpPr>
          <p:cNvPr id="2" name="内容占位符 2">
            <a:extLst>
              <a:ext uri="{FF2B5EF4-FFF2-40B4-BE49-F238E27FC236}">
                <a16:creationId xmlns:a16="http://schemas.microsoft.com/office/drawing/2014/main" id="{EA6AA322-48E8-7F92-F780-29681F64AD5C}"/>
              </a:ext>
            </a:extLst>
          </p:cNvPr>
          <p:cNvSpPr txBox="1"/>
          <p:nvPr>
            <p:custDataLst>
              <p:tags r:id="rId7"/>
            </p:custDataLst>
          </p:nvPr>
        </p:nvSpPr>
        <p:spPr>
          <a:xfrm>
            <a:off x="209975" y="33002"/>
            <a:ext cx="497162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知识点一、探究影响滑动摩擦力大小的因素</a:t>
            </a:r>
          </a:p>
        </p:txBody>
      </p:sp>
    </p:spTree>
    <p:extLst>
      <p:ext uri="{BB962C8B-B14F-4D97-AF65-F5344CB8AC3E}">
        <p14:creationId xmlns:p14="http://schemas.microsoft.com/office/powerpoint/2010/main" val="366616181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blinds(horizontal)">
                                      <p:cBhvr>
                                        <p:cTn id="11" dur="500"/>
                                        <p:tgtEl>
                                          <p:spTgt spid="1026"/>
                                        </p:tgtEl>
                                      </p:cBhvr>
                                    </p:animEffect>
                                  </p:childTnLst>
                                </p:cTn>
                              </p:par>
                            </p:childTnLst>
                          </p:cTn>
                        </p:par>
                      </p:childTnLst>
                    </p:cTn>
                  </p:par>
                  <p:par>
                    <p:cTn id="12" fill="hold" nodeType="clickPar">
                      <p:stCondLst>
                        <p:cond delay="indefinite"/>
                      </p:stCondLst>
                      <p:childTnLst>
                        <p:par>
                          <p:cTn id="13" fill="hold" nodeType="afterGroup">
                            <p:stCondLst>
                              <p:cond delay="0"/>
                            </p:stCondLst>
                            <p:childTnLst>
                              <p:par>
                                <p:cTn id="14" presetID="3" presetClass="entr" presetSubtype="5" fill="hold" nodeType="clickEffect">
                                  <p:stCondLst>
                                    <p:cond delay="0"/>
                                  </p:stCondLst>
                                  <p:childTnLst>
                                    <p:set>
                                      <p:cBhvr>
                                        <p:cTn id="15" dur="1" fill="hold">
                                          <p:stCondLst>
                                            <p:cond delay="0"/>
                                          </p:stCondLst>
                                        </p:cTn>
                                        <p:tgtEl>
                                          <p:spTgt spid="48">
                                            <p:txEl>
                                              <p:pRg st="0" end="0"/>
                                            </p:txEl>
                                          </p:spTgt>
                                        </p:tgtEl>
                                        <p:attrNameLst>
                                          <p:attrName>style.visibility</p:attrName>
                                        </p:attrNameLst>
                                      </p:cBhvr>
                                      <p:to>
                                        <p:strVal val="visible"/>
                                      </p:to>
                                    </p:set>
                                    <p:animEffect transition="in" filter="blinds(vertical)">
                                      <p:cBhvr>
                                        <p:cTn id="16" dur="500"/>
                                        <p:tgtEl>
                                          <p:spTgt spid="48">
                                            <p:txEl>
                                              <p:pRg st="0" end="0"/>
                                            </p:txEl>
                                          </p:spTgt>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3" presetClass="entr" presetSubtype="5" fill="hold" nodeType="clickEffect">
                                  <p:stCondLst>
                                    <p:cond delay="0"/>
                                  </p:stCondLst>
                                  <p:childTnLst>
                                    <p:set>
                                      <p:cBhvr>
                                        <p:cTn id="20" dur="1" fill="hold">
                                          <p:stCondLst>
                                            <p:cond delay="0"/>
                                          </p:stCondLst>
                                        </p:cTn>
                                        <p:tgtEl>
                                          <p:spTgt spid="51">
                                            <p:txEl>
                                              <p:pRg st="0" end="0"/>
                                            </p:txEl>
                                          </p:spTgt>
                                        </p:tgtEl>
                                        <p:attrNameLst>
                                          <p:attrName>style.visibility</p:attrName>
                                        </p:attrNameLst>
                                      </p:cBhvr>
                                      <p:to>
                                        <p:strVal val="visible"/>
                                      </p:to>
                                    </p:set>
                                    <p:animEffect transition="in" filter="blinds(vertical)">
                                      <p:cBhvr>
                                        <p:cTn id="21" dur="500"/>
                                        <p:tgtEl>
                                          <p:spTgt spid="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952A2BB5-C495-F771-D5B8-6B710753E37E}"/>
              </a:ext>
            </a:extLst>
          </p:cNvPr>
          <p:cNvSpPr txBox="1"/>
          <p:nvPr>
            <p:custDataLst>
              <p:tags r:id="rId1"/>
            </p:custDataLst>
          </p:nvPr>
        </p:nvSpPr>
        <p:spPr>
          <a:xfrm>
            <a:off x="230295" y="54947"/>
            <a:ext cx="497162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知识点一、探究影响滑动摩擦力大小的因素</a:t>
            </a:r>
          </a:p>
        </p:txBody>
      </p:sp>
      <p:graphicFrame>
        <p:nvGraphicFramePr>
          <p:cNvPr id="3" name="表格 2">
            <a:extLst>
              <a:ext uri="{FF2B5EF4-FFF2-40B4-BE49-F238E27FC236}">
                <a16:creationId xmlns:a16="http://schemas.microsoft.com/office/drawing/2014/main" id="{C602AC5F-6786-137C-CFE3-CFEB1D051712}"/>
              </a:ext>
            </a:extLst>
          </p:cNvPr>
          <p:cNvGraphicFramePr>
            <a:graphicFrameLocks noGrp="1"/>
          </p:cNvGraphicFramePr>
          <p:nvPr>
            <p:custDataLst>
              <p:tags r:id="rId2"/>
            </p:custDataLst>
            <p:extLst>
              <p:ext uri="{D42A27DB-BD31-4B8C-83A1-F6EECF244321}">
                <p14:modId xmlns:p14="http://schemas.microsoft.com/office/powerpoint/2010/main" val="2617098481"/>
              </p:ext>
            </p:extLst>
          </p:nvPr>
        </p:nvGraphicFramePr>
        <p:xfrm>
          <a:off x="861906" y="1544259"/>
          <a:ext cx="7420188" cy="1556908"/>
        </p:xfrm>
        <a:graphic>
          <a:graphicData uri="http://schemas.openxmlformats.org/drawingml/2006/table">
            <a:tbl>
              <a:tblPr>
                <a:tableStyleId>{5C22544A-7EE6-4342-B048-85BDC9FD1C3A}</a:tableStyleId>
              </a:tblPr>
              <a:tblGrid>
                <a:gridCol w="1327360">
                  <a:extLst>
                    <a:ext uri="{9D8B030D-6E8A-4147-A177-3AD203B41FA5}">
                      <a16:colId xmlns:a16="http://schemas.microsoft.com/office/drawing/2014/main" val="3347570558"/>
                    </a:ext>
                  </a:extLst>
                </a:gridCol>
                <a:gridCol w="1994961">
                  <a:extLst>
                    <a:ext uri="{9D8B030D-6E8A-4147-A177-3AD203B41FA5}">
                      <a16:colId xmlns:a16="http://schemas.microsoft.com/office/drawing/2014/main" val="3862738175"/>
                    </a:ext>
                  </a:extLst>
                </a:gridCol>
                <a:gridCol w="2126827">
                  <a:extLst>
                    <a:ext uri="{9D8B030D-6E8A-4147-A177-3AD203B41FA5}">
                      <a16:colId xmlns:a16="http://schemas.microsoft.com/office/drawing/2014/main" val="2097949855"/>
                    </a:ext>
                  </a:extLst>
                </a:gridCol>
                <a:gridCol w="1971040">
                  <a:extLst>
                    <a:ext uri="{9D8B030D-6E8A-4147-A177-3AD203B41FA5}">
                      <a16:colId xmlns:a16="http://schemas.microsoft.com/office/drawing/2014/main" val="3295599802"/>
                    </a:ext>
                  </a:extLst>
                </a:gridCol>
              </a:tblGrid>
              <a:tr h="393601">
                <a:tc>
                  <a:txBody>
                    <a:bodyPr/>
                    <a:lstStyle/>
                    <a:p>
                      <a:pPr algn="ctr">
                        <a:lnSpc>
                          <a:spcPct val="100000"/>
                        </a:lnSpc>
                      </a:pPr>
                      <a:r>
                        <a:rPr lang="zh-CN" altLang="en-US" sz="1800" kern="100">
                          <a:effectLst/>
                        </a:rPr>
                        <a:t>实验序号</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solidFill>
                      <a:srgbClr val="64C2BA">
                        <a:alpha val="43000"/>
                      </a:srgbClr>
                    </a:solidFill>
                  </a:tcPr>
                </a:tc>
                <a:tc>
                  <a:txBody>
                    <a:bodyPr/>
                    <a:lstStyle/>
                    <a:p>
                      <a:pPr algn="ctr">
                        <a:lnSpc>
                          <a:spcPct val="100000"/>
                        </a:lnSpc>
                      </a:pPr>
                      <a:r>
                        <a:rPr lang="zh-CN" sz="1800" kern="100">
                          <a:effectLst/>
                        </a:rPr>
                        <a:t>压力的大小程度</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solidFill>
                      <a:srgbClr val="64C2BA">
                        <a:alpha val="43000"/>
                      </a:srgbClr>
                    </a:solidFill>
                  </a:tcPr>
                </a:tc>
                <a:tc>
                  <a:txBody>
                    <a:bodyPr/>
                    <a:lstStyle/>
                    <a:p>
                      <a:pPr algn="ctr">
                        <a:lnSpc>
                          <a:spcPct val="100000"/>
                        </a:lnSpc>
                      </a:pPr>
                      <a:r>
                        <a:rPr lang="zh-CN" sz="1800" kern="100">
                          <a:effectLst/>
                        </a:rPr>
                        <a:t>接触面粗糙程度</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solidFill>
                      <a:srgbClr val="64C2BA">
                        <a:alpha val="43000"/>
                      </a:srgbClr>
                    </a:solidFill>
                  </a:tcPr>
                </a:tc>
                <a:tc>
                  <a:txBody>
                    <a:bodyPr/>
                    <a:lstStyle/>
                    <a:p>
                      <a:pPr algn="ctr">
                        <a:lnSpc>
                          <a:spcPct val="100000"/>
                        </a:lnSpc>
                      </a:pPr>
                      <a:r>
                        <a:rPr lang="zh-CN" altLang="en-US" sz="1800" kern="100">
                          <a:effectLst/>
                        </a:rPr>
                        <a:t>滑动</a:t>
                      </a:r>
                      <a:r>
                        <a:rPr lang="zh-CN" sz="1800" kern="100">
                          <a:effectLst/>
                        </a:rPr>
                        <a:t>摩擦力（</a:t>
                      </a:r>
                      <a:r>
                        <a:rPr lang="en-US" sz="1800" kern="100">
                          <a:effectLst/>
                        </a:rPr>
                        <a:t>N</a:t>
                      </a:r>
                      <a:r>
                        <a:rPr lang="zh-CN" sz="1800" kern="100">
                          <a:effectLst/>
                        </a:rPr>
                        <a:t>）</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solidFill>
                      <a:srgbClr val="64C2BA">
                        <a:alpha val="43000"/>
                      </a:srgbClr>
                    </a:solidFill>
                  </a:tcPr>
                </a:tc>
                <a:extLst>
                  <a:ext uri="{0D108BD9-81ED-4DB2-BD59-A6C34878D82A}">
                    <a16:rowId xmlns:a16="http://schemas.microsoft.com/office/drawing/2014/main" val="4165593367"/>
                  </a:ext>
                </a:extLst>
              </a:tr>
              <a:tr h="387546">
                <a:tc>
                  <a:txBody>
                    <a:bodyPr/>
                    <a:lstStyle/>
                    <a:p>
                      <a:pPr algn="ctr">
                        <a:lnSpc>
                          <a:spcPts val="2600"/>
                        </a:lnSpc>
                      </a:pPr>
                      <a:r>
                        <a:rPr lang="en-US" sz="1800" kern="100">
                          <a:effectLst/>
                        </a:rPr>
                        <a:t>①</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小</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光滑</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en-US" sz="1800" kern="100">
                          <a:effectLst/>
                        </a:rPr>
                        <a:t>2</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extLst>
                  <a:ext uri="{0D108BD9-81ED-4DB2-BD59-A6C34878D82A}">
                    <a16:rowId xmlns:a16="http://schemas.microsoft.com/office/drawing/2014/main" val="3900831869"/>
                  </a:ext>
                </a:extLst>
              </a:tr>
              <a:tr h="393601">
                <a:tc>
                  <a:txBody>
                    <a:bodyPr/>
                    <a:lstStyle/>
                    <a:p>
                      <a:pPr algn="ctr">
                        <a:lnSpc>
                          <a:spcPts val="2600"/>
                        </a:lnSpc>
                      </a:pPr>
                      <a:r>
                        <a:rPr lang="en-US" sz="1800" kern="100">
                          <a:effectLst/>
                        </a:rPr>
                        <a:t>②</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大</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光滑</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en-US" sz="1800" kern="100">
                          <a:effectLst/>
                        </a:rPr>
                        <a:t>3</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extLst>
                  <a:ext uri="{0D108BD9-81ED-4DB2-BD59-A6C34878D82A}">
                    <a16:rowId xmlns:a16="http://schemas.microsoft.com/office/drawing/2014/main" val="2195041869"/>
                  </a:ext>
                </a:extLst>
              </a:tr>
              <a:tr h="382160">
                <a:tc>
                  <a:txBody>
                    <a:bodyPr/>
                    <a:lstStyle/>
                    <a:p>
                      <a:pPr algn="ctr">
                        <a:lnSpc>
                          <a:spcPts val="2600"/>
                        </a:lnSpc>
                      </a:pPr>
                      <a:r>
                        <a:rPr lang="en-US" sz="1800" kern="100">
                          <a:effectLst/>
                        </a:rPr>
                        <a:t>③</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大</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zh-CN" sz="1800" kern="100">
                          <a:effectLst/>
                        </a:rPr>
                        <a:t>粗糙</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tc>
                  <a:txBody>
                    <a:bodyPr/>
                    <a:lstStyle/>
                    <a:p>
                      <a:pPr algn="ctr">
                        <a:lnSpc>
                          <a:spcPts val="2600"/>
                        </a:lnSpc>
                      </a:pPr>
                      <a:r>
                        <a:rPr lang="en-US" sz="1800" kern="100">
                          <a:effectLst/>
                        </a:rPr>
                        <a:t>4</a:t>
                      </a:r>
                      <a:endParaRPr lang="zh-CN" sz="1800" kern="100">
                        <a:effectLst/>
                        <a:latin typeface="Times New Roman" panose="02020603050405020304" pitchFamily="18" charset="0"/>
                        <a:ea typeface="宋体" panose="02010600030101010101" pitchFamily="2" charset="-122"/>
                      </a:endParaRPr>
                    </a:p>
                  </a:txBody>
                  <a:tcPr marL="68580" marR="68580" marT="0" marB="0" anchor="ctr" anchorCtr="1"/>
                </a:tc>
                <a:extLst>
                  <a:ext uri="{0D108BD9-81ED-4DB2-BD59-A6C34878D82A}">
                    <a16:rowId xmlns:a16="http://schemas.microsoft.com/office/drawing/2014/main" val="1385126343"/>
                  </a:ext>
                </a:extLst>
              </a:tr>
            </a:tbl>
          </a:graphicData>
        </a:graphic>
      </p:graphicFrame>
      <p:sp>
        <p:nvSpPr>
          <p:cNvPr id="6" name="矩形: 圆角 5">
            <a:extLst>
              <a:ext uri="{FF2B5EF4-FFF2-40B4-BE49-F238E27FC236}">
                <a16:creationId xmlns:a16="http://schemas.microsoft.com/office/drawing/2014/main" id="{2F81FC1B-774F-8721-887E-E03AEBF35B72}"/>
              </a:ext>
            </a:extLst>
          </p:cNvPr>
          <p:cNvSpPr/>
          <p:nvPr>
            <p:custDataLst>
              <p:tags r:id="rId3"/>
            </p:custDataLst>
          </p:nvPr>
        </p:nvSpPr>
        <p:spPr>
          <a:xfrm>
            <a:off x="949959" y="583060"/>
            <a:ext cx="1646888" cy="400110"/>
          </a:xfrm>
          <a:prstGeom prst="roundRect">
            <a:avLst>
              <a:gd name="adj" fmla="val 0"/>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spcBef>
                <a:spcPct val="0"/>
              </a:spcBef>
              <a:spcAft>
                <a:spcPct val="0"/>
              </a:spcAft>
              <a:buClrTx/>
              <a:buSzTx/>
              <a:buFontTx/>
              <a:buNone/>
              <a:defRPr/>
            </a:pPr>
            <a:r>
              <a:rPr lang="zh-CN" altLang="en-US" sz="2000">
                <a:solidFill>
                  <a:schemeClr val="tx1"/>
                </a:solidFill>
                <a:latin typeface="微软雅黑" panose="020B0503020204020204" pitchFamily="34" charset="-122"/>
                <a:ea typeface="微软雅黑" panose="020B0503020204020204" pitchFamily="34" charset="-122"/>
              </a:rPr>
              <a:t>分析与论证</a:t>
            </a:r>
          </a:p>
        </p:txBody>
      </p:sp>
      <p:sp>
        <p:nvSpPr>
          <p:cNvPr id="7" name="文本框 6">
            <a:extLst>
              <a:ext uri="{FF2B5EF4-FFF2-40B4-BE49-F238E27FC236}">
                <a16:creationId xmlns:a16="http://schemas.microsoft.com/office/drawing/2014/main" id="{9D21C825-7069-8055-CBDA-5E2505B96056}"/>
              </a:ext>
            </a:extLst>
          </p:cNvPr>
          <p:cNvSpPr txBox="1"/>
          <p:nvPr>
            <p:custDataLst>
              <p:tags r:id="rId4"/>
            </p:custDataLst>
          </p:nvPr>
        </p:nvSpPr>
        <p:spPr>
          <a:xfrm>
            <a:off x="629921" y="3185643"/>
            <a:ext cx="8046720" cy="1695079"/>
          </a:xfrm>
          <a:prstGeom prst="rect">
            <a:avLst/>
          </a:prstGeom>
          <a:noFill/>
        </p:spPr>
        <p:txBody>
          <a:bodyPr wrap="square">
            <a:spAutoFit/>
          </a:bodyPr>
          <a:lstStyle/>
          <a:p>
            <a:pPr indent="457200">
              <a:lnSpc>
                <a:spcPts val="3200"/>
              </a:lnSpc>
            </a:pPr>
            <a:r>
              <a:rPr lang="en-US" altLang="zh-CN" sz="2100">
                <a:solidFill>
                  <a:srgbClr val="002060"/>
                </a:solidFill>
              </a:rPr>
              <a:t>2. </a:t>
            </a:r>
            <a:r>
              <a:rPr lang="zh-CN" altLang="en-US" sz="2100" spc="-100">
                <a:solidFill>
                  <a:srgbClr val="002060"/>
                </a:solidFill>
              </a:rPr>
              <a:t>在第</a:t>
            </a:r>
            <a:r>
              <a:rPr lang="en-US" altLang="zh-CN" sz="2100" spc="-100">
                <a:solidFill>
                  <a:srgbClr val="002060"/>
                </a:solidFill>
              </a:rPr>
              <a:t>①</a:t>
            </a:r>
            <a:r>
              <a:rPr lang="zh-CN" altLang="en-US" sz="2100" spc="-100">
                <a:solidFill>
                  <a:srgbClr val="002060"/>
                </a:solidFill>
              </a:rPr>
              <a:t>与</a:t>
            </a:r>
            <a:r>
              <a:rPr lang="en-US" altLang="zh-CN" sz="2100" spc="-100">
                <a:solidFill>
                  <a:srgbClr val="002060"/>
                </a:solidFill>
              </a:rPr>
              <a:t>②</a:t>
            </a:r>
            <a:r>
              <a:rPr lang="zh-CN" altLang="en-US" sz="2100" spc="-100">
                <a:solidFill>
                  <a:srgbClr val="002060"/>
                </a:solidFill>
              </a:rPr>
              <a:t>次实验中，接触面的粗糙程度不变，改变压力，可得出结论：接触面的粗糙程度一定时，压力越大，滑动摩擦力越大</a:t>
            </a:r>
            <a:r>
              <a:rPr lang="zh-CN" altLang="en-US" sz="2100">
                <a:solidFill>
                  <a:srgbClr val="002060"/>
                </a:solidFill>
              </a:rPr>
              <a:t>。</a:t>
            </a:r>
          </a:p>
          <a:p>
            <a:pPr indent="457200">
              <a:lnSpc>
                <a:spcPts val="3200"/>
              </a:lnSpc>
            </a:pPr>
            <a:r>
              <a:rPr lang="en-US" altLang="zh-CN" sz="2100">
                <a:solidFill>
                  <a:srgbClr val="002060"/>
                </a:solidFill>
              </a:rPr>
              <a:t>3. </a:t>
            </a:r>
            <a:r>
              <a:rPr lang="zh-CN" altLang="en-US" sz="2100">
                <a:solidFill>
                  <a:srgbClr val="002060"/>
                </a:solidFill>
              </a:rPr>
              <a:t>在第</a:t>
            </a:r>
            <a:r>
              <a:rPr lang="en-US" altLang="zh-CN" sz="2100">
                <a:solidFill>
                  <a:srgbClr val="002060"/>
                </a:solidFill>
              </a:rPr>
              <a:t>②</a:t>
            </a:r>
            <a:r>
              <a:rPr lang="zh-CN" altLang="en-US" sz="2100">
                <a:solidFill>
                  <a:srgbClr val="002060"/>
                </a:solidFill>
              </a:rPr>
              <a:t>与</a:t>
            </a:r>
            <a:r>
              <a:rPr lang="en-US" altLang="zh-CN" sz="2100">
                <a:solidFill>
                  <a:srgbClr val="002060"/>
                </a:solidFill>
              </a:rPr>
              <a:t>③</a:t>
            </a:r>
            <a:r>
              <a:rPr lang="zh-CN" altLang="en-US" sz="2100">
                <a:solidFill>
                  <a:srgbClr val="002060"/>
                </a:solidFill>
              </a:rPr>
              <a:t>次实验中，压力不变，接触面的粗糙程度不同，可得出结论：在压力一定时，接触面越粗糙，滑动摩擦力越大。</a:t>
            </a:r>
          </a:p>
        </p:txBody>
      </p:sp>
      <p:sp>
        <p:nvSpPr>
          <p:cNvPr id="9" name="文本框 8">
            <a:extLst>
              <a:ext uri="{FF2B5EF4-FFF2-40B4-BE49-F238E27FC236}">
                <a16:creationId xmlns:a16="http://schemas.microsoft.com/office/drawing/2014/main" id="{D0CE0DE1-9B0A-E838-BB2E-C6F6693DB9C9}"/>
              </a:ext>
            </a:extLst>
          </p:cNvPr>
          <p:cNvSpPr txBox="1"/>
          <p:nvPr>
            <p:custDataLst>
              <p:tags r:id="rId5"/>
            </p:custDataLst>
          </p:nvPr>
        </p:nvSpPr>
        <p:spPr>
          <a:xfrm>
            <a:off x="949959" y="1039676"/>
            <a:ext cx="2245361" cy="430887"/>
          </a:xfrm>
          <a:prstGeom prst="rect">
            <a:avLst/>
          </a:prstGeom>
          <a:noFill/>
        </p:spPr>
        <p:txBody>
          <a:bodyPr wrap="square">
            <a:spAutoFit/>
          </a:bodyPr>
          <a:lstStyle/>
          <a:p>
            <a:r>
              <a:rPr kumimoji="0" lang="en-US" altLang="zh-CN" sz="2200" b="0" i="0" u="none" strike="noStrike" kern="1200" cap="none" spc="0" normalizeH="0" baseline="0" noProof="0">
                <a:ln>
                  <a:noFill/>
                </a:ln>
                <a:solidFill>
                  <a:srgbClr val="002060"/>
                </a:solidFill>
                <a:effectLst/>
                <a:uLnTx/>
                <a:uFillTx/>
                <a:latin typeface="Times New Roman"/>
                <a:ea typeface="微软雅黑"/>
                <a:cs typeface="+mn-cs"/>
              </a:rPr>
              <a:t>1. </a:t>
            </a:r>
            <a:r>
              <a:rPr kumimoji="0" lang="zh-CN" altLang="en-US" sz="2200" b="0" i="0" u="none" strike="noStrike" kern="1200" cap="none" spc="0" normalizeH="0" baseline="0" noProof="0">
                <a:ln>
                  <a:noFill/>
                </a:ln>
                <a:solidFill>
                  <a:srgbClr val="002060"/>
                </a:solidFill>
                <a:effectLst/>
                <a:uLnTx/>
                <a:uFillTx/>
                <a:latin typeface="Times New Roman"/>
                <a:ea typeface="微软雅黑"/>
                <a:cs typeface="+mn-cs"/>
              </a:rPr>
              <a:t>实验数据 </a:t>
            </a:r>
            <a:endParaRPr lang="zh-CN" altLang="en-US" sz="2200"/>
          </a:p>
        </p:txBody>
      </p:sp>
      <p:sp>
        <p:nvSpPr>
          <p:cNvPr id="10" name="文本框 9">
            <a:extLst>
              <a:ext uri="{FF2B5EF4-FFF2-40B4-BE49-F238E27FC236}">
                <a16:creationId xmlns:a16="http://schemas.microsoft.com/office/drawing/2014/main" id="{CDBE898F-1E1F-A60B-D681-645282A7A7D1}"/>
              </a:ext>
            </a:extLst>
          </p:cNvPr>
          <p:cNvSpPr txBox="1"/>
          <p:nvPr>
            <p:custDataLst>
              <p:tags r:id="rId6"/>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6052159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Vertical)">
                                      <p:cBhvr>
                                        <p:cTn id="7" dur="750"/>
                                        <p:tgtEl>
                                          <p:spTgt spid="9"/>
                                        </p:tgtEl>
                                      </p:cBhvr>
                                    </p:animEffect>
                                  </p:childTnLst>
                                </p:cTn>
                              </p:par>
                              <p:par>
                                <p:cTn id="8" presetID="16" presetClass="entr" presetSubtype="37"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outVertical)">
                                      <p:cBhvr>
                                        <p:cTn id="10" dur="750"/>
                                        <p:tgtEl>
                                          <p:spTgt spid="3"/>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Effect transition="in" filter="blinds(horizontal)">
                                      <p:cBhvr>
                                        <p:cTn id="15" dur="500"/>
                                        <p:tgtEl>
                                          <p:spTgt spid="7">
                                            <p:txEl>
                                              <p:pRg st="0" end="0"/>
                                            </p:txEl>
                                          </p:spTgt>
                                        </p:tgtEl>
                                      </p:cBhvr>
                                    </p:animEffect>
                                  </p:childTnLst>
                                </p:cTn>
                              </p:par>
                            </p:childTnLst>
                          </p:cTn>
                        </p:par>
                      </p:childTnLst>
                    </p:cTn>
                  </p:par>
                  <p:par>
                    <p:cTn id="16" fill="hold" nodeType="clickPar">
                      <p:stCondLst>
                        <p:cond delay="indefinite"/>
                      </p:stCondLst>
                      <p:childTnLst>
                        <p:par>
                          <p:cTn id="17" fill="hold" nodeType="after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animEffect transition="in" filter="blinds(horizontal)">
                                      <p:cBhvr>
                                        <p:cTn id="20"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1FBA819-4E20-AA84-89F8-4C7D1543FDAD}"/>
              </a:ext>
            </a:extLst>
          </p:cNvPr>
          <p:cNvSpPr txBox="1"/>
          <p:nvPr>
            <p:custDataLst>
              <p:tags r:id="rId1"/>
            </p:custDataLst>
          </p:nvPr>
        </p:nvSpPr>
        <p:spPr>
          <a:xfrm>
            <a:off x="673945" y="536014"/>
            <a:ext cx="3318934" cy="520976"/>
          </a:xfrm>
          <a:prstGeom prst="rect">
            <a:avLst/>
          </a:prstGeom>
          <a:noFill/>
        </p:spPr>
        <p:txBody>
          <a:bodyPr wrap="square">
            <a:spAutoFit/>
          </a:bodyPr>
          <a:lstStyle/>
          <a:p>
            <a:pPr indent="266700" algn="l" fontAlgn="base">
              <a:lnSpc>
                <a:spcPts val="3640"/>
              </a:lnSpc>
            </a:pPr>
            <a:r>
              <a:rPr lang="en-US" altLang="zh-CN" sz="2400" kern="0">
                <a:solidFill>
                  <a:srgbClr val="002060"/>
                </a:solidFill>
                <a:effectLst/>
                <a:latin typeface="+mn-ea"/>
                <a:cs typeface="宋体" panose="02010600030101010101" pitchFamily="2" charset="-122"/>
              </a:rPr>
              <a:t>4. </a:t>
            </a:r>
            <a:r>
              <a:rPr lang="zh-CN" altLang="zh-CN" sz="2400" kern="0">
                <a:solidFill>
                  <a:srgbClr val="002060"/>
                </a:solidFill>
                <a:effectLst/>
                <a:latin typeface="+mn-ea"/>
                <a:cs typeface="宋体" panose="02010600030101010101" pitchFamily="2" charset="-122"/>
              </a:rPr>
              <a:t>实验结论：</a:t>
            </a:r>
            <a:endParaRPr lang="zh-CN" altLang="zh-CN" sz="2400" kern="100">
              <a:solidFill>
                <a:srgbClr val="002060"/>
              </a:solidFill>
              <a:effectLst/>
              <a:latin typeface="+mn-ea"/>
            </a:endParaRPr>
          </a:p>
        </p:txBody>
      </p:sp>
      <p:sp>
        <p:nvSpPr>
          <p:cNvPr id="3" name="文本框 2">
            <a:extLst>
              <a:ext uri="{FF2B5EF4-FFF2-40B4-BE49-F238E27FC236}">
                <a16:creationId xmlns:a16="http://schemas.microsoft.com/office/drawing/2014/main" id="{3E8D80D9-DD69-B022-B8AC-8FF3C6CA7453}"/>
              </a:ext>
            </a:extLst>
          </p:cNvPr>
          <p:cNvSpPr txBox="1"/>
          <p:nvPr>
            <p:custDataLst>
              <p:tags r:id="rId2"/>
            </p:custDataLst>
          </p:nvPr>
        </p:nvSpPr>
        <p:spPr>
          <a:xfrm>
            <a:off x="844859" y="1016349"/>
            <a:ext cx="7625196" cy="1778179"/>
          </a:xfrm>
          <a:prstGeom prst="rect">
            <a:avLst/>
          </a:prstGeom>
          <a:noFill/>
        </p:spPr>
        <p:txBody>
          <a:bodyPr wrap="square">
            <a:spAutoFit/>
          </a:bodyPr>
          <a:lstStyle/>
          <a:p>
            <a:pPr indent="457200">
              <a:lnSpc>
                <a:spcPts val="3200"/>
              </a:lnSpc>
              <a:spcAft>
                <a:spcPts val="600"/>
              </a:spcAft>
            </a:pPr>
            <a:r>
              <a:rPr lang="zh-CN" altLang="en-US" sz="2300">
                <a:solidFill>
                  <a:srgbClr val="002060"/>
                </a:solidFill>
              </a:rPr>
              <a:t>   滑动摩擦力的大小与接触面的粗糙程度、压力的大小有关。</a:t>
            </a:r>
            <a:endParaRPr lang="en-US" altLang="zh-CN" sz="2300">
              <a:solidFill>
                <a:srgbClr val="002060"/>
              </a:solidFill>
            </a:endParaRPr>
          </a:p>
          <a:p>
            <a:pPr indent="457200">
              <a:lnSpc>
                <a:spcPts val="3200"/>
              </a:lnSpc>
              <a:spcAft>
                <a:spcPts val="600"/>
              </a:spcAft>
            </a:pPr>
            <a:r>
              <a:rPr lang="zh-CN" altLang="en-US" sz="2300">
                <a:solidFill>
                  <a:srgbClr val="002060"/>
                </a:solidFill>
              </a:rPr>
              <a:t>接触面的粗糙程度一定时，压力越大，滑动摩擦力越大；在压力一定时，接触面越粗糙，滑动摩擦力越大。</a:t>
            </a:r>
          </a:p>
        </p:txBody>
      </p:sp>
      <p:sp>
        <p:nvSpPr>
          <p:cNvPr id="4" name="Text Box 31">
            <a:extLst>
              <a:ext uri="{FF2B5EF4-FFF2-40B4-BE49-F238E27FC236}">
                <a16:creationId xmlns:a16="http://schemas.microsoft.com/office/drawing/2014/main" id="{34E9CCD6-0405-F286-8B13-F1F149A0672B}"/>
              </a:ext>
            </a:extLst>
          </p:cNvPr>
          <p:cNvSpPr txBox="1">
            <a:spLocks noChangeArrowheads="1"/>
          </p:cNvSpPr>
          <p:nvPr>
            <p:custDataLst>
              <p:tags r:id="rId3"/>
            </p:custDataLst>
          </p:nvPr>
        </p:nvSpPr>
        <p:spPr bwMode="auto">
          <a:xfrm>
            <a:off x="844859" y="3583089"/>
            <a:ext cx="7714079" cy="858248"/>
          </a:xfrm>
          <a:prstGeom prst="rect">
            <a:avLst/>
          </a:prstGeom>
          <a:noFill/>
          <a:ln w="9525">
            <a:noFill/>
            <a:miter lim="800000"/>
          </a:ln>
        </p:spPr>
        <p:txBody>
          <a:bodyPr wrap="square">
            <a:spAutoFit/>
          </a:bodyPr>
          <a:lstStyle/>
          <a:p>
            <a:pPr>
              <a:lnSpc>
                <a:spcPts val="3100"/>
              </a:lnSpc>
              <a:buClr>
                <a:schemeClr val="bg1"/>
              </a:buClr>
            </a:pPr>
            <a:r>
              <a:rPr lang="en-US" altLang="zh-CN" sz="2300">
                <a:solidFill>
                  <a:srgbClr val="002060"/>
                </a:solidFill>
                <a:latin typeface="微软雅黑" panose="020B0503020204020204" pitchFamily="34" charset="-122"/>
                <a:ea typeface="微软雅黑" panose="020B0503020204020204" pitchFamily="34" charset="-122"/>
              </a:rPr>
              <a:t>       </a:t>
            </a:r>
            <a:r>
              <a:rPr lang="zh-CN" altLang="en-US" sz="2300">
                <a:solidFill>
                  <a:srgbClr val="002060"/>
                </a:solidFill>
                <a:latin typeface="微软雅黑" panose="020B0503020204020204" pitchFamily="34" charset="-122"/>
                <a:ea typeface="微软雅黑" panose="020B0503020204020204" pitchFamily="34" charset="-122"/>
              </a:rPr>
              <a:t>滑动摩擦力的大小跟接触面的面积、运动的速度都无关；只与接触面的压力大小和接触面的粗糙程度有关。</a:t>
            </a:r>
            <a:endParaRPr lang="en-US" altLang="zh-CN" sz="2300">
              <a:solidFill>
                <a:srgbClr val="002060"/>
              </a:solidFill>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11367CF3-548A-96A1-B582-3BD063B5D879}"/>
              </a:ext>
            </a:extLst>
          </p:cNvPr>
          <p:cNvSpPr txBox="1"/>
          <p:nvPr>
            <p:custDataLst>
              <p:tags r:id="rId4"/>
            </p:custDataLst>
          </p:nvPr>
        </p:nvSpPr>
        <p:spPr>
          <a:xfrm>
            <a:off x="905819" y="3152202"/>
            <a:ext cx="807836" cy="430887"/>
          </a:xfrm>
          <a:prstGeom prst="rect">
            <a:avLst/>
          </a:prstGeom>
          <a:solidFill>
            <a:schemeClr val="accent6">
              <a:lumMod val="40000"/>
              <a:lumOff val="60000"/>
            </a:schemeClr>
          </a:solidFill>
          <a:ln>
            <a:solidFill>
              <a:schemeClr val="tx1"/>
            </a:solidFill>
          </a:ln>
        </p:spPr>
        <p:txBody>
          <a:bodyPr wrap="square">
            <a:spAutoFit/>
          </a:bodyPr>
          <a:lstStyle/>
          <a:p>
            <a:pPr algn="ctr"/>
            <a:r>
              <a:rPr kumimoji="0" lang="zh-CN" altLang="en-US" sz="2200" b="0" i="0" u="none" strike="noStrike" kern="1200" cap="none" spc="0" normalizeH="0" baseline="0" noProof="0">
                <a:ln>
                  <a:noFill/>
                </a:ln>
                <a:solidFill>
                  <a:srgbClr val="002060"/>
                </a:solidFill>
                <a:effectLst/>
                <a:uLnTx/>
                <a:uFillTx/>
                <a:latin typeface="Times New Roman"/>
                <a:ea typeface="微软雅黑"/>
                <a:cs typeface="+mn-cs"/>
              </a:rPr>
              <a:t>注意</a:t>
            </a:r>
            <a:endParaRPr lang="zh-CN" altLang="en-US" sz="2200"/>
          </a:p>
        </p:txBody>
      </p:sp>
      <p:cxnSp>
        <p:nvCxnSpPr>
          <p:cNvPr id="7" name="直接连接符 6">
            <a:extLst>
              <a:ext uri="{FF2B5EF4-FFF2-40B4-BE49-F238E27FC236}">
                <a16:creationId xmlns:a16="http://schemas.microsoft.com/office/drawing/2014/main" id="{2D5FEC3E-5289-5F21-A69C-B2818C60E5D8}"/>
              </a:ext>
            </a:extLst>
          </p:cNvPr>
          <p:cNvCxnSpPr/>
          <p:nvPr>
            <p:custDataLst>
              <p:tags r:id="rId5"/>
            </p:custDataLst>
          </p:nvPr>
        </p:nvCxnSpPr>
        <p:spPr>
          <a:xfrm>
            <a:off x="47413" y="2987039"/>
            <a:ext cx="8866294"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8" name="内容占位符 2">
            <a:extLst>
              <a:ext uri="{FF2B5EF4-FFF2-40B4-BE49-F238E27FC236}">
                <a16:creationId xmlns:a16="http://schemas.microsoft.com/office/drawing/2014/main" id="{E5BDBD12-66D5-B487-0EE1-CF1972D30D75}"/>
              </a:ext>
            </a:extLst>
          </p:cNvPr>
          <p:cNvSpPr txBox="1"/>
          <p:nvPr>
            <p:custDataLst>
              <p:tags r:id="rId6"/>
            </p:custDataLst>
          </p:nvPr>
        </p:nvSpPr>
        <p:spPr>
          <a:xfrm>
            <a:off x="230295" y="54947"/>
            <a:ext cx="497162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知识点一、探究影响滑动摩擦力大小的因素</a:t>
            </a:r>
          </a:p>
        </p:txBody>
      </p:sp>
      <p:sp>
        <p:nvSpPr>
          <p:cNvPr id="10" name="文本框 9">
            <a:extLst>
              <a:ext uri="{FF2B5EF4-FFF2-40B4-BE49-F238E27FC236}">
                <a16:creationId xmlns:a16="http://schemas.microsoft.com/office/drawing/2014/main" id="{7832BE86-A453-4B56-AA9E-6D06FFAECA7B}"/>
              </a:ext>
            </a:extLst>
          </p:cNvPr>
          <p:cNvSpPr txBox="1"/>
          <p:nvPr>
            <p:custDataLst>
              <p:tags r:id="rId7"/>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2397553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53"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1000"/>
                                        <p:tgtEl>
                                          <p:spTgt spid="3">
                                            <p:txEl>
                                              <p:pRg st="0" end="0"/>
                                            </p:txEl>
                                          </p:spTgt>
                                        </p:tgtEl>
                                      </p:cBhvr>
                                    </p:animEffect>
                                  </p:childTnLst>
                                </p:cTn>
                              </p:par>
                            </p:childTnLst>
                          </p:cTn>
                        </p:par>
                      </p:childTnLst>
                    </p:cTn>
                  </p:par>
                  <p:par>
                    <p:cTn id="10" fill="hold" nodeType="clickPar">
                      <p:stCondLst>
                        <p:cond delay="indefinite"/>
                        <p:cond evt="onBegin" delay="0">
                          <p:tn val="9"/>
                        </p:cond>
                      </p:stCondLst>
                      <p:childTnLst>
                        <p:par>
                          <p:cTn id="11" fill="hold" nodeType="after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10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1000"/>
                                        <p:tgtEl>
                                          <p:spTgt spid="3">
                                            <p:txEl>
                                              <p:pRg st="1" end="1"/>
                                            </p:txEl>
                                          </p:spTgt>
                                        </p:tgtEl>
                                      </p:cBhvr>
                                    </p:animEffect>
                                  </p:childTnLst>
                                </p:cTn>
                              </p:par>
                            </p:childTnLst>
                          </p:cTn>
                        </p:par>
                        <p:par>
                          <p:cTn id="17" fill="hold" nodeType="afterGroup">
                            <p:stCondLst>
                              <p:cond delay="10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nodeType="clickPar">
                      <p:stCondLst>
                        <p:cond delay="indefinite"/>
                        <p:cond evt="onBegin" delay="0">
                          <p:tn val="20"/>
                        </p:cond>
                      </p:stCondLst>
                      <p:childTnLst>
                        <p:par>
                          <p:cTn id="22" fill="hold" nodeType="afterGroup">
                            <p:stCondLst>
                              <p:cond delay="0"/>
                            </p:stCondLst>
                            <p:childTnLst>
                              <p:par>
                                <p:cTn id="23" presetID="16" presetClass="entr" presetSubtype="37"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barn(outVertical)">
                                      <p:cBhvr>
                                        <p:cTn id="25" dur="750"/>
                                        <p:tgtEl>
                                          <p:spTgt spid="5"/>
                                        </p:tgtEl>
                                      </p:cBhvr>
                                    </p:animEffect>
                                  </p:childTnLst>
                                </p:cTn>
                              </p:par>
                              <p:par>
                                <p:cTn id="26" presetID="53"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1000" fill="hold"/>
                                        <p:tgtEl>
                                          <p:spTgt spid="4"/>
                                        </p:tgtEl>
                                        <p:attrNameLst>
                                          <p:attrName>ppt_w</p:attrName>
                                        </p:attrNameLst>
                                      </p:cBhvr>
                                      <p:tavLst>
                                        <p:tav tm="0">
                                          <p:val>
                                            <p:fltVal val="0"/>
                                          </p:val>
                                        </p:tav>
                                        <p:tav tm="100000">
                                          <p:val>
                                            <p:strVal val="#ppt_w"/>
                                          </p:val>
                                        </p:tav>
                                      </p:tavLst>
                                    </p:anim>
                                    <p:anim calcmode="lin" valueType="num">
                                      <p:cBhvr>
                                        <p:cTn id="29" dur="1000" fill="hold"/>
                                        <p:tgtEl>
                                          <p:spTgt spid="4"/>
                                        </p:tgtEl>
                                        <p:attrNameLst>
                                          <p:attrName>ppt_h</p:attrName>
                                        </p:attrNameLst>
                                      </p:cBhvr>
                                      <p:tavLst>
                                        <p:tav tm="0">
                                          <p:val>
                                            <p:fltVal val="0"/>
                                          </p:val>
                                        </p:tav>
                                        <p:tav tm="100000">
                                          <p:val>
                                            <p:strVal val="#ppt_h"/>
                                          </p:val>
                                        </p:tav>
                                      </p:tavLst>
                                    </p:anim>
                                    <p:animEffect transition="in" filter="fade">
                                      <p:cBhvr>
                                        <p:cTn id="3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3036B69C-D8B8-57D4-284A-045BC88C0A8F}"/>
              </a:ext>
            </a:extLst>
          </p:cNvPr>
          <p:cNvSpPr txBox="1"/>
          <p:nvPr>
            <p:custDataLst>
              <p:tags r:id="rId1"/>
            </p:custDataLst>
          </p:nvPr>
        </p:nvSpPr>
        <p:spPr>
          <a:xfrm>
            <a:off x="627730" y="1123759"/>
            <a:ext cx="7854974" cy="2220864"/>
          </a:xfrm>
          <a:prstGeom prst="rect">
            <a:avLst/>
          </a:prstGeom>
          <a:noFill/>
        </p:spPr>
        <p:txBody>
          <a:bodyPr wrap="square">
            <a:spAutoFit/>
          </a:bodyPr>
          <a:lstStyle/>
          <a:p>
            <a:pPr indent="360000" algn="just">
              <a:lnSpc>
                <a:spcPts val="2800"/>
              </a:lnSpc>
            </a:pPr>
            <a:r>
              <a:rPr lang="zh-CN" altLang="en-US" sz="2100" kern="100">
                <a:latin typeface="Times New Roman" panose="02020603050405020304" pitchFamily="18" charset="0"/>
                <a:cs typeface="Times New Roman" panose="02020603050405020304" pitchFamily="18" charset="0"/>
              </a:rPr>
              <a:t>实验中很难控制水平匀速拉动弹簧测力计，所以会导致弹簧测力计的示数不稳定。因此，将实验方案改进如下：木块位于长木板上，用弹簧测力计拉住一端，弹簧测力计的另一端固定。</a:t>
            </a:r>
            <a:endParaRPr lang="en-US" altLang="zh-CN" sz="2100" kern="100">
              <a:latin typeface="Times New Roman" panose="02020603050405020304" pitchFamily="18" charset="0"/>
              <a:cs typeface="Times New Roman" panose="02020603050405020304" pitchFamily="18" charset="0"/>
            </a:endParaRPr>
          </a:p>
          <a:p>
            <a:pPr indent="360000" algn="just">
              <a:lnSpc>
                <a:spcPts val="2800"/>
              </a:lnSpc>
            </a:pPr>
            <a:r>
              <a:rPr lang="zh-CN" altLang="en-US" sz="2100" kern="100">
                <a:latin typeface="Times New Roman" panose="02020603050405020304" pitchFamily="18" charset="0"/>
                <a:cs typeface="Times New Roman" panose="02020603050405020304" pitchFamily="18" charset="0"/>
              </a:rPr>
              <a:t>改进后，水平向右拉动长木板，当木块保持静止时，木块处于平衡状态，此时无论长木板是否做匀速直线运动，都可以保证拉力的大小始终等于滑动摩擦力的大小。</a:t>
            </a:r>
            <a:endParaRPr lang="zh-CN" altLang="zh-CN" sz="2100" kern="100" spc="-100">
              <a:effectLst/>
              <a:latin typeface="Times New Roman" panose="02020603050405020304" pitchFamily="18" charset="0"/>
              <a:cs typeface="Times New Roman" panose="02020603050405020304" pitchFamily="18" charset="0"/>
            </a:endParaRPr>
          </a:p>
        </p:txBody>
      </p:sp>
      <p:sp>
        <p:nvSpPr>
          <p:cNvPr id="5" name="矩形: 圆角 4">
            <a:extLst>
              <a:ext uri="{FF2B5EF4-FFF2-40B4-BE49-F238E27FC236}">
                <a16:creationId xmlns:a16="http://schemas.microsoft.com/office/drawing/2014/main" id="{4545F50A-8B10-5FB5-95ED-9818C767FBC2}"/>
              </a:ext>
            </a:extLst>
          </p:cNvPr>
          <p:cNvSpPr/>
          <p:nvPr>
            <p:custDataLst>
              <p:tags r:id="rId2"/>
            </p:custDataLst>
          </p:nvPr>
        </p:nvSpPr>
        <p:spPr>
          <a:xfrm>
            <a:off x="749304" y="621217"/>
            <a:ext cx="1499825" cy="400110"/>
          </a:xfrm>
          <a:prstGeom prst="roundRect">
            <a:avLst>
              <a:gd name="adj" fmla="val 0"/>
            </a:avLst>
          </a:prstGeom>
          <a:solidFill>
            <a:srgbClr val="64C2BA">
              <a:alpha val="43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160" rtl="0" eaLnBrk="1" fontAlgn="auto" latinLnBrk="0" hangingPunct="1">
              <a:spcBef>
                <a:spcPct val="0"/>
              </a:spcBef>
              <a:spcAft>
                <a:spcPct val="0"/>
              </a:spcAft>
              <a:buClrTx/>
              <a:buSzTx/>
              <a:buFontTx/>
              <a:buNone/>
              <a:defRPr/>
            </a:pPr>
            <a:r>
              <a:rPr lang="zh-CN" altLang="en-US" sz="2000">
                <a:solidFill>
                  <a:schemeClr val="tx1"/>
                </a:solidFill>
                <a:latin typeface="微软雅黑" panose="020B0503020204020204" pitchFamily="34" charset="-122"/>
                <a:ea typeface="微软雅黑" panose="020B0503020204020204" pitchFamily="34" charset="-122"/>
              </a:rPr>
              <a:t>实验评估</a:t>
            </a:r>
          </a:p>
        </p:txBody>
      </p:sp>
      <p:sp>
        <p:nvSpPr>
          <p:cNvPr id="10" name="Text Box 8">
            <a:extLst>
              <a:ext uri="{FF2B5EF4-FFF2-40B4-BE49-F238E27FC236}">
                <a16:creationId xmlns:a16="http://schemas.microsoft.com/office/drawing/2014/main" id="{1582ACB2-18B3-35AE-AF36-CB7B3D22C552}"/>
              </a:ext>
            </a:extLst>
          </p:cNvPr>
          <p:cNvSpPr txBox="1">
            <a:spLocks noChangeArrowheads="1"/>
          </p:cNvSpPr>
          <p:nvPr>
            <p:custDataLst>
              <p:tags r:id="rId3"/>
            </p:custDataLst>
          </p:nvPr>
        </p:nvSpPr>
        <p:spPr bwMode="auto">
          <a:xfrm>
            <a:off x="6227325" y="3191613"/>
            <a:ext cx="2700446" cy="1403718"/>
          </a:xfrm>
          <a:prstGeom prst="rect">
            <a:avLst/>
          </a:prstGeom>
          <a:solidFill>
            <a:schemeClr val="accent5">
              <a:lumMod val="20000"/>
              <a:lumOff val="80000"/>
            </a:schemeClr>
          </a:solidFill>
          <a:ln w="9525">
            <a:solidFill>
              <a:srgbClr val="000000"/>
            </a:solidFill>
            <a:miter lim="800000"/>
          </a:ln>
        </p:spPr>
        <p:txBody>
          <a:bodyPr wrap="square">
            <a:spAutoFit/>
          </a:bodyPr>
          <a:lstStyle/>
          <a:p>
            <a:pPr marL="36000">
              <a:lnSpc>
                <a:spcPts val="2600"/>
              </a:lnSpc>
            </a:pPr>
            <a:r>
              <a:rPr lang="zh-CN" altLang="en-US" sz="2000">
                <a:latin typeface="微软雅黑" panose="020B0503020204020204" pitchFamily="34" charset="-122"/>
                <a:ea typeface="微软雅黑" panose="020B0503020204020204" pitchFamily="34" charset="-122"/>
              </a:rPr>
              <a:t>木板可以不做匀速直线运动，弹簧测力计相对于桌面始终保持静止状态，便于读数</a:t>
            </a:r>
            <a:r>
              <a:rPr lang="en-US" altLang="zh-CN" sz="2000">
                <a:latin typeface="微软雅黑" panose="020B0503020204020204" pitchFamily="34" charset="-122"/>
                <a:ea typeface="微软雅黑" panose="020B0503020204020204" pitchFamily="34" charset="-122"/>
              </a:rPr>
              <a:t>.</a:t>
            </a:r>
            <a:endParaRPr lang="zh-CN" altLang="en-US" sz="200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41D6301D-106D-CC1D-166F-E5155AF1CC67}"/>
              </a:ext>
            </a:extLst>
          </p:cNvPr>
          <p:cNvPicPr>
            <a:picLocks noChangeAspect="1"/>
          </p:cNvPicPr>
          <p:nvPr>
            <p:custDataLst>
              <p:tags r:id="rId4"/>
            </p:custDataLst>
          </p:nvPr>
        </p:nvPicPr>
        <p:blipFill>
          <a:blip r:embed="rId12"/>
          <a:stretch>
            <a:fillRect/>
          </a:stretch>
        </p:blipFill>
        <p:spPr>
          <a:xfrm>
            <a:off x="659041" y="3575852"/>
            <a:ext cx="4554107" cy="1335140"/>
          </a:xfrm>
          <a:prstGeom prst="rect">
            <a:avLst/>
          </a:prstGeom>
        </p:spPr>
      </p:pic>
      <p:grpSp>
        <p:nvGrpSpPr>
          <p:cNvPr id="12" name="组合 11">
            <a:extLst>
              <a:ext uri="{FF2B5EF4-FFF2-40B4-BE49-F238E27FC236}">
                <a16:creationId xmlns:a16="http://schemas.microsoft.com/office/drawing/2014/main" id="{5362C89E-5EB7-2732-0081-62D595C89924}"/>
              </a:ext>
            </a:extLst>
          </p:cNvPr>
          <p:cNvGrpSpPr/>
          <p:nvPr>
            <p:custDataLst>
              <p:tags r:id="rId5"/>
            </p:custDataLst>
          </p:nvPr>
        </p:nvGrpSpPr>
        <p:grpSpPr>
          <a:xfrm>
            <a:off x="4867122" y="4291058"/>
            <a:ext cx="1117797" cy="402646"/>
            <a:chOff x="6507240" y="3202054"/>
            <a:chExt cx="1117797" cy="402646"/>
          </a:xfrm>
        </p:grpSpPr>
        <p:sp>
          <p:nvSpPr>
            <p:cNvPr id="13" name="文本框 25606">
              <a:extLst>
                <a:ext uri="{FF2B5EF4-FFF2-40B4-BE49-F238E27FC236}">
                  <a16:creationId xmlns:a16="http://schemas.microsoft.com/office/drawing/2014/main" id="{FE170C1C-A5DA-8278-093D-4BE24C26E8F9}"/>
                </a:ext>
              </a:extLst>
            </p:cNvPr>
            <p:cNvSpPr txBox="1">
              <a:spLocks noChangeArrowheads="1"/>
            </p:cNvSpPr>
            <p:nvPr>
              <p:custDataLst>
                <p:tags r:id="rId9"/>
              </p:custDataLst>
            </p:nvPr>
          </p:nvSpPr>
          <p:spPr bwMode="auto">
            <a:xfrm>
              <a:off x="6979682" y="3202054"/>
              <a:ext cx="450850" cy="400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i="1">
                  <a:solidFill>
                    <a:srgbClr val="C00000"/>
                  </a:solidFill>
                  <a:latin typeface="Times New Roman" panose="02020603050405020304" pitchFamily="18" charset="0"/>
                </a:rPr>
                <a:t>F</a:t>
              </a:r>
            </a:p>
          </p:txBody>
        </p:sp>
        <p:sp>
          <p:nvSpPr>
            <p:cNvPr id="14" name="直接连接符 25607">
              <a:extLst>
                <a:ext uri="{FF2B5EF4-FFF2-40B4-BE49-F238E27FC236}">
                  <a16:creationId xmlns:a16="http://schemas.microsoft.com/office/drawing/2014/main" id="{33CA11D4-2765-BF90-FE6D-D8D535804CCA}"/>
                </a:ext>
              </a:extLst>
            </p:cNvPr>
            <p:cNvSpPr>
              <a:spLocks noChangeShapeType="1"/>
            </p:cNvSpPr>
            <p:nvPr>
              <p:custDataLst>
                <p:tags r:id="rId10"/>
              </p:custDataLst>
            </p:nvPr>
          </p:nvSpPr>
          <p:spPr bwMode="auto">
            <a:xfrm>
              <a:off x="6507240" y="3602507"/>
              <a:ext cx="1117797" cy="2193"/>
            </a:xfrm>
            <a:prstGeom prst="line">
              <a:avLst/>
            </a:prstGeom>
            <a:noFill/>
            <a:ln w="57150">
              <a:solidFill>
                <a:srgbClr val="C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pSp>
      <p:pic>
        <p:nvPicPr>
          <p:cNvPr id="15" name="图片 14">
            <a:extLst>
              <a:ext uri="{FF2B5EF4-FFF2-40B4-BE49-F238E27FC236}">
                <a16:creationId xmlns:a16="http://schemas.microsoft.com/office/drawing/2014/main" id="{1606AF2D-B810-9770-CCA4-7953992A7D55}"/>
              </a:ext>
            </a:extLst>
          </p:cNvPr>
          <p:cNvPicPr>
            <a:picLocks noChangeAspect="1"/>
          </p:cNvPicPr>
          <p:nvPr>
            <p:custDataLst>
              <p:tags r:id="rId6"/>
            </p:custDataLst>
          </p:nvPr>
        </p:nvPicPr>
        <p:blipFill>
          <a:blip r:embed="rId13"/>
          <a:stretch>
            <a:fillRect/>
          </a:stretch>
        </p:blipFill>
        <p:spPr>
          <a:xfrm>
            <a:off x="4555217" y="3886775"/>
            <a:ext cx="1066892" cy="713294"/>
          </a:xfrm>
          <a:prstGeom prst="rect">
            <a:avLst/>
          </a:prstGeom>
        </p:spPr>
      </p:pic>
      <p:sp>
        <p:nvSpPr>
          <p:cNvPr id="2" name="内容占位符 2">
            <a:extLst>
              <a:ext uri="{FF2B5EF4-FFF2-40B4-BE49-F238E27FC236}">
                <a16:creationId xmlns:a16="http://schemas.microsoft.com/office/drawing/2014/main" id="{9A6864CC-76BB-FB8A-6061-26949F009FE4}"/>
              </a:ext>
            </a:extLst>
          </p:cNvPr>
          <p:cNvSpPr txBox="1"/>
          <p:nvPr>
            <p:custDataLst>
              <p:tags r:id="rId7"/>
            </p:custDataLst>
          </p:nvPr>
        </p:nvSpPr>
        <p:spPr>
          <a:xfrm>
            <a:off x="230295" y="54947"/>
            <a:ext cx="4971625"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知识点一、探究影响滑动摩擦力大小的因素</a:t>
            </a:r>
          </a:p>
        </p:txBody>
      </p:sp>
      <p:sp>
        <p:nvSpPr>
          <p:cNvPr id="3" name="文本框 2">
            <a:extLst>
              <a:ext uri="{FF2B5EF4-FFF2-40B4-BE49-F238E27FC236}">
                <a16:creationId xmlns:a16="http://schemas.microsoft.com/office/drawing/2014/main" id="{BD9BFE46-C6B4-7D70-24CA-106E5538A196}"/>
              </a:ext>
            </a:extLst>
          </p:cNvPr>
          <p:cNvSpPr txBox="1"/>
          <p:nvPr>
            <p:custDataLst>
              <p:tags r:id="rId8"/>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5072947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after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1000"/>
                                        <p:tgtEl>
                                          <p:spTgt spid="12"/>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blinds(horizontal)">
                                      <p:cBhvr>
                                        <p:cTn id="25" dur="500"/>
                                        <p:tgtEl>
                                          <p:spTgt spid="4">
                                            <p:txEl>
                                              <p:pRg st="1" end="1"/>
                                            </p:txEl>
                                          </p:spTgt>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11652">
            <a:extLst>
              <a:ext uri="{FF2B5EF4-FFF2-40B4-BE49-F238E27FC236}">
                <a16:creationId xmlns:a16="http://schemas.microsoft.com/office/drawing/2014/main" id="{95863248-2DE6-BE7A-6278-E7149D38476E}"/>
              </a:ext>
            </a:extLst>
          </p:cNvPr>
          <p:cNvSpPr txBox="1">
            <a:spLocks noChangeArrowheads="1"/>
          </p:cNvSpPr>
          <p:nvPr>
            <p:custDataLst>
              <p:tags r:id="rId1"/>
            </p:custDataLst>
          </p:nvPr>
        </p:nvSpPr>
        <p:spPr bwMode="auto">
          <a:xfrm>
            <a:off x="752727" y="1127579"/>
            <a:ext cx="7402910" cy="807209"/>
          </a:xfrm>
          <a:prstGeom prst="rect">
            <a:avLst/>
          </a:prstGeom>
          <a:noFill/>
          <a:ln w="9525">
            <a:noFill/>
            <a:miter lim="800000"/>
          </a:ln>
        </p:spPr>
        <p:txBody>
          <a:bodyPr wrap="square">
            <a:spAutoFit/>
          </a:bodyPr>
          <a:lstStyle/>
          <a:p>
            <a:pPr indent="457200" eaLnBrk="0" hangingPunct="0">
              <a:lnSpc>
                <a:spcPts val="2900"/>
              </a:lnSpc>
            </a:pPr>
            <a:r>
              <a:rPr lang="zh-CN" altLang="en-US" sz="2100">
                <a:solidFill>
                  <a:srgbClr val="002060"/>
                </a:solidFill>
                <a:latin typeface="微软雅黑" panose="020B0503020204020204" pitchFamily="34" charset="-122"/>
                <a:ea typeface="微软雅黑" panose="020B0503020204020204" pitchFamily="34" charset="-122"/>
              </a:rPr>
              <a:t>当两个物体具有</a:t>
            </a:r>
            <a:r>
              <a:rPr lang="zh-CN" altLang="en-US" sz="2100">
                <a:solidFill>
                  <a:srgbClr val="C00000"/>
                </a:solidFill>
                <a:latin typeface="微软雅黑" panose="020B0503020204020204" pitchFamily="34" charset="-122"/>
                <a:ea typeface="微软雅黑" panose="020B0503020204020204" pitchFamily="34" charset="-122"/>
              </a:rPr>
              <a:t>相对运动趋势</a:t>
            </a:r>
            <a:r>
              <a:rPr lang="zh-CN" altLang="en-US" sz="2100">
                <a:solidFill>
                  <a:srgbClr val="002060"/>
                </a:solidFill>
                <a:latin typeface="微软雅黑" panose="020B0503020204020204" pitchFamily="34" charset="-122"/>
                <a:ea typeface="微软雅黑" panose="020B0503020204020204" pitchFamily="34" charset="-122"/>
              </a:rPr>
              <a:t>时，在接触面上产生阻碍物体间发生相对运动的力，叫做</a:t>
            </a:r>
            <a:r>
              <a:rPr lang="zh-CN" altLang="en-US" sz="2100">
                <a:solidFill>
                  <a:srgbClr val="C00000"/>
                </a:solidFill>
                <a:latin typeface="微软雅黑" panose="020B0503020204020204" pitchFamily="34" charset="-122"/>
                <a:ea typeface="微软雅黑" panose="020B0503020204020204" pitchFamily="34" charset="-122"/>
              </a:rPr>
              <a:t>静摩擦力</a:t>
            </a:r>
            <a:r>
              <a:rPr lang="zh-CN" altLang="en-US" sz="2100">
                <a:solidFill>
                  <a:srgbClr val="002060"/>
                </a:solidFill>
                <a:latin typeface="微软雅黑" panose="020B0503020204020204" pitchFamily="34" charset="-122"/>
                <a:ea typeface="微软雅黑" panose="020B0503020204020204" pitchFamily="34" charset="-122"/>
              </a:rPr>
              <a:t>。</a:t>
            </a:r>
            <a:endParaRPr lang="en-US" altLang="zh-CN" sz="2100">
              <a:solidFill>
                <a:srgbClr val="002060"/>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9815852C-132A-2161-9802-C84BFB1E3180}"/>
              </a:ext>
            </a:extLst>
          </p:cNvPr>
          <p:cNvSpPr/>
          <p:nvPr>
            <p:custDataLst>
              <p:tags r:id="rId2"/>
            </p:custDataLst>
          </p:nvPr>
        </p:nvSpPr>
        <p:spPr>
          <a:xfrm>
            <a:off x="840236" y="665926"/>
            <a:ext cx="2439475" cy="461665"/>
          </a:xfrm>
          <a:prstGeom prst="rect">
            <a:avLst/>
          </a:prstGeom>
        </p:spPr>
        <p:txBody>
          <a:bodyPr wrap="square">
            <a:spAutoFit/>
          </a:bodyPr>
          <a:lstStyle/>
          <a:p>
            <a:r>
              <a:rPr lang="en-US" altLang="zh-CN" sz="2300">
                <a:solidFill>
                  <a:srgbClr val="002060"/>
                </a:solidFill>
                <a:ea typeface="微软雅黑" panose="020B0503020204020204" pitchFamily="34" charset="-122"/>
              </a:rPr>
              <a:t>1. </a:t>
            </a:r>
            <a:r>
              <a:rPr lang="zh-CN" altLang="en-US" sz="2300">
                <a:solidFill>
                  <a:srgbClr val="002060"/>
                </a:solidFill>
                <a:ea typeface="微软雅黑" panose="020B0503020204020204" pitchFamily="34" charset="-122"/>
              </a:rPr>
              <a:t>静摩擦力</a:t>
            </a:r>
            <a:endParaRPr lang="zh-CN" altLang="en-US" sz="2300"/>
          </a:p>
        </p:txBody>
      </p:sp>
      <p:pic>
        <p:nvPicPr>
          <p:cNvPr id="4" name="图片 3">
            <a:extLst>
              <a:ext uri="{FF2B5EF4-FFF2-40B4-BE49-F238E27FC236}">
                <a16:creationId xmlns:a16="http://schemas.microsoft.com/office/drawing/2014/main" id="{C2CB4138-39F1-2973-4543-D3447E98AD87}"/>
              </a:ext>
            </a:extLst>
          </p:cNvPr>
          <p:cNvPicPr>
            <a:picLocks noChangeAspect="1"/>
          </p:cNvPicPr>
          <p:nvPr>
            <p:custDataLst>
              <p:tags r:id="rId3"/>
            </p:custDataLst>
          </p:nvPr>
        </p:nvPicPr>
        <p:blipFill>
          <a:blip r:embed="rId21">
            <a:extLst>
              <a:ext uri="{BEBA8EAE-BF5A-486C-A8C5-ECC9F3942E4B}">
                <a14:imgProps xmlns:a14="http://schemas.microsoft.com/office/drawing/2010/main">
                  <a14:imgLayer r:embed="rId22">
                    <a14:imgEffect>
                      <a14:brightnessContrast contrast="40000"/>
                    </a14:imgEffect>
                  </a14:imgLayer>
                </a14:imgProps>
              </a:ext>
            </a:extLst>
          </a:blip>
          <a:srcRect l="11042" r="14352"/>
          <a:stretch>
            <a:fillRect/>
          </a:stretch>
        </p:blipFill>
        <p:spPr>
          <a:xfrm>
            <a:off x="6827180" y="2044047"/>
            <a:ext cx="1537544" cy="2357925"/>
          </a:xfrm>
          <a:prstGeom prst="rect">
            <a:avLst/>
          </a:prstGeom>
          <a:ln>
            <a:noFill/>
          </a:ln>
          <a:effectLst>
            <a:softEdge rad="31750"/>
          </a:effectLst>
        </p:spPr>
      </p:pic>
      <p:grpSp>
        <p:nvGrpSpPr>
          <p:cNvPr id="5" name="组合 4">
            <a:extLst>
              <a:ext uri="{FF2B5EF4-FFF2-40B4-BE49-F238E27FC236}">
                <a16:creationId xmlns:a16="http://schemas.microsoft.com/office/drawing/2014/main" id="{FDBBEE91-34BC-DF94-DDB4-D0A713DAAD5D}"/>
              </a:ext>
            </a:extLst>
          </p:cNvPr>
          <p:cNvGrpSpPr/>
          <p:nvPr>
            <p:custDataLst>
              <p:tags r:id="rId4"/>
            </p:custDataLst>
          </p:nvPr>
        </p:nvGrpSpPr>
        <p:grpSpPr>
          <a:xfrm>
            <a:off x="6332253" y="2466845"/>
            <a:ext cx="476821" cy="1719986"/>
            <a:chOff x="5801294" y="2157644"/>
            <a:chExt cx="476821" cy="1719986"/>
          </a:xfrm>
          <a:noFill/>
        </p:grpSpPr>
        <p:sp>
          <p:nvSpPr>
            <p:cNvPr id="6" name="矩形 5">
              <a:extLst>
                <a:ext uri="{FF2B5EF4-FFF2-40B4-BE49-F238E27FC236}">
                  <a16:creationId xmlns:a16="http://schemas.microsoft.com/office/drawing/2014/main" id="{49A38D78-27ED-DE82-9024-E6E09D48E5E1}"/>
                </a:ext>
              </a:extLst>
            </p:cNvPr>
            <p:cNvSpPr/>
            <p:nvPr>
              <p:custDataLst>
                <p:tags r:id="rId18"/>
              </p:custDataLst>
            </p:nvPr>
          </p:nvSpPr>
          <p:spPr>
            <a:xfrm>
              <a:off x="5801294" y="2157644"/>
              <a:ext cx="461665" cy="1719986"/>
            </a:xfrm>
            <a:prstGeom prst="rect">
              <a:avLst/>
            </a:prstGeom>
            <a:grpFill/>
          </p:spPr>
          <p:txBody>
            <a:bodyPr vert="eaVert" wrap="square">
              <a:spAutoFit/>
            </a:bodyPr>
            <a:lstStyle/>
            <a:p>
              <a:pPr algn="ctr"/>
              <a:r>
                <a:rPr lang="zh-CN" altLang="en-US" sz="1800">
                  <a:latin typeface="微软雅黑" panose="020B0503020204020204" pitchFamily="34" charset="-122"/>
                  <a:ea typeface="微软雅黑" panose="020B0503020204020204" pitchFamily="34" charset="-122"/>
                </a:rPr>
                <a:t>运动趋势向下</a:t>
              </a:r>
              <a:endParaRPr lang="zh-CN" altLang="en-US" sz="1800"/>
            </a:p>
          </p:txBody>
        </p:sp>
        <p:sp>
          <p:nvSpPr>
            <p:cNvPr id="7" name="Line 19">
              <a:extLst>
                <a:ext uri="{FF2B5EF4-FFF2-40B4-BE49-F238E27FC236}">
                  <a16:creationId xmlns:a16="http://schemas.microsoft.com/office/drawing/2014/main" id="{D469DD18-67FC-FCA6-5875-C5887E78EBA7}"/>
                </a:ext>
              </a:extLst>
            </p:cNvPr>
            <p:cNvSpPr>
              <a:spLocks noChangeShapeType="1"/>
            </p:cNvSpPr>
            <p:nvPr>
              <p:custDataLst>
                <p:tags r:id="rId19"/>
              </p:custDataLst>
            </p:nvPr>
          </p:nvSpPr>
          <p:spPr bwMode="auto">
            <a:xfrm rot="5400000">
              <a:off x="5690950" y="3017637"/>
              <a:ext cx="1174329" cy="0"/>
            </a:xfrm>
            <a:prstGeom prst="line">
              <a:avLst/>
            </a:prstGeom>
            <a:grpFill/>
            <a:ln w="57150">
              <a:solidFill>
                <a:srgbClr val="FF0000"/>
              </a:solidFill>
              <a:round/>
              <a:tailEnd type="stealth" w="med" len="med"/>
            </a:ln>
          </p:spPr>
          <p:txBody>
            <a:bodyPr wrap="none" anchor="ctr"/>
            <a:lstStyle/>
            <a:p>
              <a:endParaRPr lang="zh-CN" altLang="en-US" sz="1800"/>
            </a:p>
          </p:txBody>
        </p:sp>
      </p:grpSp>
      <p:grpSp>
        <p:nvGrpSpPr>
          <p:cNvPr id="8" name="组合 7">
            <a:extLst>
              <a:ext uri="{FF2B5EF4-FFF2-40B4-BE49-F238E27FC236}">
                <a16:creationId xmlns:a16="http://schemas.microsoft.com/office/drawing/2014/main" id="{C9F1F5C2-933F-7E4D-4117-AFF6D73DCD4B}"/>
              </a:ext>
            </a:extLst>
          </p:cNvPr>
          <p:cNvGrpSpPr/>
          <p:nvPr>
            <p:custDataLst>
              <p:tags r:id="rId5"/>
            </p:custDataLst>
          </p:nvPr>
        </p:nvGrpSpPr>
        <p:grpSpPr>
          <a:xfrm rot="5400000">
            <a:off x="7385478" y="1768317"/>
            <a:ext cx="1438100" cy="1471285"/>
            <a:chOff x="3246020" y="2398194"/>
            <a:chExt cx="1438100" cy="1471285"/>
          </a:xfrm>
        </p:grpSpPr>
        <p:grpSp>
          <p:nvGrpSpPr>
            <p:cNvPr id="9" name="Group 21">
              <a:extLst>
                <a:ext uri="{FF2B5EF4-FFF2-40B4-BE49-F238E27FC236}">
                  <a16:creationId xmlns:a16="http://schemas.microsoft.com/office/drawing/2014/main" id="{F8E572F1-D3C8-B63D-9D3C-3F3275BBFD1C}"/>
                </a:ext>
              </a:extLst>
            </p:cNvPr>
            <p:cNvGrpSpPr/>
            <p:nvPr>
              <p:custDataLst>
                <p:tags r:id="rId14"/>
              </p:custDataLst>
            </p:nvPr>
          </p:nvGrpSpPr>
          <p:grpSpPr>
            <a:xfrm>
              <a:off x="3246020" y="2398194"/>
              <a:ext cx="1299846" cy="1393156"/>
              <a:chOff x="887" y="267"/>
              <a:chExt cx="1945" cy="1173"/>
            </a:xfrm>
          </p:grpSpPr>
          <p:sp>
            <p:nvSpPr>
              <p:cNvPr id="11" name="Line 22">
                <a:extLst>
                  <a:ext uri="{FF2B5EF4-FFF2-40B4-BE49-F238E27FC236}">
                    <a16:creationId xmlns:a16="http://schemas.microsoft.com/office/drawing/2014/main" id="{7771A274-E6DA-3AF7-1D65-A56E46CD4F9F}"/>
                  </a:ext>
                </a:extLst>
              </p:cNvPr>
              <p:cNvSpPr>
                <a:spLocks noChangeShapeType="1"/>
              </p:cNvSpPr>
              <p:nvPr>
                <p:custDataLst>
                  <p:tags r:id="rId16"/>
                </p:custDataLst>
              </p:nvPr>
            </p:nvSpPr>
            <p:spPr bwMode="auto">
              <a:xfrm>
                <a:off x="912" y="1440"/>
                <a:ext cx="1920" cy="0"/>
              </a:xfrm>
              <a:prstGeom prst="line">
                <a:avLst/>
              </a:prstGeom>
              <a:noFill/>
              <a:ln w="57150">
                <a:solidFill>
                  <a:srgbClr val="00B0F0"/>
                </a:solidFill>
                <a:round/>
                <a:headEnd type="stealth" w="med" len="med"/>
              </a:ln>
            </p:spPr>
            <p:txBody>
              <a:bodyPr wrap="none" anchor="ctr"/>
              <a:lstStyle/>
              <a:p>
                <a:endParaRPr lang="zh-CN" altLang="en-US" sz="1800"/>
              </a:p>
            </p:txBody>
          </p:sp>
          <p:sp>
            <p:nvSpPr>
              <p:cNvPr id="12" name="Text Box 23">
                <a:extLst>
                  <a:ext uri="{FF2B5EF4-FFF2-40B4-BE49-F238E27FC236}">
                    <a16:creationId xmlns:a16="http://schemas.microsoft.com/office/drawing/2014/main" id="{49FBDDE7-3467-4758-A581-8FB7ABF5F13B}"/>
                  </a:ext>
                </a:extLst>
              </p:cNvPr>
              <p:cNvSpPr txBox="1">
                <a:spLocks noChangeArrowheads="1"/>
              </p:cNvSpPr>
              <p:nvPr>
                <p:custDataLst>
                  <p:tags r:id="rId17"/>
                </p:custDataLst>
              </p:nvPr>
            </p:nvSpPr>
            <p:spPr bwMode="auto">
              <a:xfrm>
                <a:off x="887" y="267"/>
                <a:ext cx="691" cy="1030"/>
              </a:xfrm>
              <a:prstGeom prst="rect">
                <a:avLst/>
              </a:prstGeom>
              <a:solidFill>
                <a:schemeClr val="accent6">
                  <a:lumMod val="40000"/>
                  <a:lumOff val="60000"/>
                </a:schemeClr>
              </a:solidFill>
              <a:ln w="9525">
                <a:solidFill>
                  <a:schemeClr val="tx1"/>
                </a:solidFill>
                <a:miter lim="800000"/>
              </a:ln>
            </p:spPr>
            <p:txBody>
              <a:bodyPr vert="vert270" wrap="square">
                <a:spAutoFit/>
              </a:bodyPr>
              <a:lstStyle/>
              <a:p>
                <a:pPr algn="ctr"/>
                <a:r>
                  <a:rPr lang="zh-CN" altLang="en-US" sz="1800">
                    <a:solidFill>
                      <a:srgbClr val="002060"/>
                    </a:solidFill>
                    <a:ea typeface="微软雅黑" panose="020B0503020204020204" pitchFamily="34" charset="-122"/>
                  </a:rPr>
                  <a:t>静摩擦力</a:t>
                </a:r>
                <a:r>
                  <a:rPr lang="en-US" altLang="zh-CN" sz="1800" b="1" i="1">
                    <a:solidFill>
                      <a:srgbClr val="002060"/>
                    </a:solidFill>
                    <a:ea typeface="微软雅黑" panose="020B0503020204020204" pitchFamily="34" charset="-122"/>
                  </a:rPr>
                  <a:t>f</a:t>
                </a:r>
                <a:endParaRPr lang="zh-CN" altLang="en-US" sz="1800" b="1" i="1">
                  <a:solidFill>
                    <a:srgbClr val="002060"/>
                  </a:solidFill>
                  <a:ea typeface="微软雅黑" panose="020B0503020204020204" pitchFamily="34" charset="-122"/>
                </a:endParaRPr>
              </a:p>
            </p:txBody>
          </p:sp>
        </p:grpSp>
        <p:sp>
          <p:nvSpPr>
            <p:cNvPr id="10" name="Oval 11">
              <a:extLst>
                <a:ext uri="{FF2B5EF4-FFF2-40B4-BE49-F238E27FC236}">
                  <a16:creationId xmlns:a16="http://schemas.microsoft.com/office/drawing/2014/main" id="{878F24EA-D638-65BF-425D-A9D7178243A8}"/>
                </a:ext>
              </a:extLst>
            </p:cNvPr>
            <p:cNvSpPr>
              <a:spLocks noChangeArrowheads="1"/>
            </p:cNvSpPr>
            <p:nvPr>
              <p:custDataLst>
                <p:tags r:id="rId15"/>
              </p:custDataLst>
            </p:nvPr>
          </p:nvSpPr>
          <p:spPr bwMode="auto">
            <a:xfrm>
              <a:off x="4535654" y="3719347"/>
              <a:ext cx="148466" cy="150132"/>
            </a:xfrm>
            <a:prstGeom prst="ellipse">
              <a:avLst/>
            </a:prstGeom>
            <a:solidFill>
              <a:srgbClr val="00B0F0"/>
            </a:solidFill>
            <a:ln w="9525">
              <a:solidFill>
                <a:srgbClr val="00B0F0"/>
              </a:solidFill>
              <a:round/>
            </a:ln>
          </p:spPr>
          <p:txBody>
            <a:bodyPr wrap="none" anchor="ctr"/>
            <a:lstStyle/>
            <a:p>
              <a:pPr algn="ctr"/>
              <a:endParaRPr kumimoji="1" lang="zh-CN" altLang="en-US" sz="2400">
                <a:solidFill>
                  <a:srgbClr val="FF0000"/>
                </a:solidFill>
                <a:latin typeface="Times New Roman" panose="02020603050405020304" pitchFamily="18" charset="0"/>
              </a:endParaRPr>
            </a:p>
          </p:txBody>
        </p:sp>
      </p:grpSp>
      <p:sp>
        <p:nvSpPr>
          <p:cNvPr id="13" name="矩形 12">
            <a:extLst>
              <a:ext uri="{FF2B5EF4-FFF2-40B4-BE49-F238E27FC236}">
                <a16:creationId xmlns:a16="http://schemas.microsoft.com/office/drawing/2014/main" id="{2F986486-1012-36F0-6644-87A3665325FB}"/>
              </a:ext>
            </a:extLst>
          </p:cNvPr>
          <p:cNvSpPr/>
          <p:nvPr>
            <p:custDataLst>
              <p:tags r:id="rId6"/>
            </p:custDataLst>
          </p:nvPr>
        </p:nvSpPr>
        <p:spPr>
          <a:xfrm>
            <a:off x="779276" y="2013697"/>
            <a:ext cx="3320811" cy="461665"/>
          </a:xfrm>
          <a:prstGeom prst="rect">
            <a:avLst/>
          </a:prstGeom>
        </p:spPr>
        <p:txBody>
          <a:bodyPr wrap="square">
            <a:spAutoFit/>
          </a:bodyPr>
          <a:lstStyle/>
          <a:p>
            <a:r>
              <a:rPr lang="en-US" altLang="zh-CN" sz="2300">
                <a:solidFill>
                  <a:srgbClr val="002060"/>
                </a:solidFill>
                <a:ea typeface="微软雅黑" panose="020B0503020204020204" pitchFamily="34" charset="-122"/>
                <a:cs typeface="Times New Roman" panose="02020603050405020304" pitchFamily="18" charset="0"/>
              </a:rPr>
              <a:t>2. </a:t>
            </a:r>
            <a:r>
              <a:rPr lang="zh-CN" altLang="en-US" sz="2300">
                <a:solidFill>
                  <a:srgbClr val="002060"/>
                </a:solidFill>
                <a:ea typeface="微软雅黑" panose="020B0503020204020204" pitchFamily="34" charset="-122"/>
                <a:cs typeface="Times New Roman" panose="02020603050405020304" pitchFamily="18" charset="0"/>
              </a:rPr>
              <a:t>静摩擦力的方向</a:t>
            </a:r>
            <a:endParaRPr lang="zh-CN" altLang="en-US" sz="2300">
              <a:cs typeface="Times New Roman" panose="02020603050405020304" pitchFamily="18" charset="0"/>
            </a:endParaRPr>
          </a:p>
        </p:txBody>
      </p:sp>
      <p:sp>
        <p:nvSpPr>
          <p:cNvPr id="16" name="文本框 15">
            <a:extLst>
              <a:ext uri="{FF2B5EF4-FFF2-40B4-BE49-F238E27FC236}">
                <a16:creationId xmlns:a16="http://schemas.microsoft.com/office/drawing/2014/main" id="{BF473443-816B-5E64-ED7E-F48CA6665C33}"/>
              </a:ext>
            </a:extLst>
          </p:cNvPr>
          <p:cNvSpPr txBox="1"/>
          <p:nvPr>
            <p:custDataLst>
              <p:tags r:id="rId7"/>
            </p:custDataLst>
          </p:nvPr>
        </p:nvSpPr>
        <p:spPr>
          <a:xfrm>
            <a:off x="752727" y="2539173"/>
            <a:ext cx="4578772" cy="807209"/>
          </a:xfrm>
          <a:prstGeom prst="rect">
            <a:avLst/>
          </a:prstGeom>
          <a:noFill/>
        </p:spPr>
        <p:txBody>
          <a:bodyPr wrap="square">
            <a:spAutoFit/>
          </a:bodyPr>
          <a:lstStyle/>
          <a:p>
            <a:pPr marL="0" marR="0" lvl="0" indent="457200" algn="l" defTabSz="685160" rtl="0" eaLnBrk="1" fontAlgn="auto" latinLnBrk="0" hangingPunct="1">
              <a:lnSpc>
                <a:spcPts val="29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静摩擦力的方向与物体间相对运动趋势的方向相反</a:t>
            </a:r>
            <a:r>
              <a:rPr kumimoji="0" lang="en-US" altLang="zh-CN"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a:t>
            </a:r>
            <a:endParaRPr kumimoji="0"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AEDB6D3B-2BEC-06E6-E011-1A7C9C479BDE}"/>
              </a:ext>
            </a:extLst>
          </p:cNvPr>
          <p:cNvSpPr/>
          <p:nvPr>
            <p:custDataLst>
              <p:tags r:id="rId8"/>
            </p:custDataLst>
          </p:nvPr>
        </p:nvSpPr>
        <p:spPr>
          <a:xfrm>
            <a:off x="752727" y="3383141"/>
            <a:ext cx="2782953" cy="446276"/>
          </a:xfrm>
          <a:prstGeom prst="rect">
            <a:avLst/>
          </a:prstGeom>
        </p:spPr>
        <p:txBody>
          <a:bodyPr wrap="square">
            <a:spAutoFit/>
          </a:bodyPr>
          <a:lstStyle/>
          <a:p>
            <a:r>
              <a:rPr lang="en-US" altLang="zh-CN" sz="2300">
                <a:solidFill>
                  <a:srgbClr val="002060"/>
                </a:solidFill>
                <a:ea typeface="微软雅黑" panose="020B0503020204020204" pitchFamily="34" charset="-122"/>
                <a:cs typeface="Times New Roman" panose="02020603050405020304" pitchFamily="18" charset="0"/>
              </a:rPr>
              <a:t>3. </a:t>
            </a:r>
            <a:r>
              <a:rPr lang="zh-CN" altLang="en-US" sz="2300">
                <a:solidFill>
                  <a:srgbClr val="002060"/>
                </a:solidFill>
                <a:ea typeface="微软雅黑" panose="020B0503020204020204" pitchFamily="34" charset="-122"/>
                <a:cs typeface="Times New Roman" panose="02020603050405020304" pitchFamily="18" charset="0"/>
              </a:rPr>
              <a:t>静摩擦力的大小</a:t>
            </a:r>
            <a:endParaRPr lang="zh-CN" altLang="en-US" sz="2300">
              <a:cs typeface="Times New Roman" panose="02020603050405020304" pitchFamily="18" charset="0"/>
            </a:endParaRPr>
          </a:p>
        </p:txBody>
      </p:sp>
      <p:sp>
        <p:nvSpPr>
          <p:cNvPr id="18" name="文本框 17">
            <a:extLst>
              <a:ext uri="{FF2B5EF4-FFF2-40B4-BE49-F238E27FC236}">
                <a16:creationId xmlns:a16="http://schemas.microsoft.com/office/drawing/2014/main" id="{5BB27CBF-1350-E654-B8D4-161C4C3A0B25}"/>
              </a:ext>
            </a:extLst>
          </p:cNvPr>
          <p:cNvSpPr txBox="1"/>
          <p:nvPr>
            <p:custDataLst>
              <p:tags r:id="rId9"/>
            </p:custDataLst>
          </p:nvPr>
        </p:nvSpPr>
        <p:spPr>
          <a:xfrm>
            <a:off x="752727" y="3854813"/>
            <a:ext cx="5248446" cy="807016"/>
          </a:xfrm>
          <a:prstGeom prst="rect">
            <a:avLst/>
          </a:prstGeom>
          <a:noFill/>
          <a:ln>
            <a:noFill/>
          </a:ln>
        </p:spPr>
        <p:txBody>
          <a:bodyPr wrap="square" rtlCol="0">
            <a:spAutoFit/>
          </a:bodyPr>
          <a:lstStyle/>
          <a:p>
            <a:pPr indent="457200">
              <a:lnSpc>
                <a:spcPts val="2900"/>
              </a:lnSpc>
            </a:pPr>
            <a:r>
              <a:rPr lang="zh-CN" altLang="en-US" sz="2100">
                <a:solidFill>
                  <a:srgbClr val="002060"/>
                </a:solidFill>
                <a:ea typeface="微软雅黑" panose="020B0503020204020204" pitchFamily="34" charset="-122"/>
              </a:rPr>
              <a:t>如图所示，杯子受到的静摩擦力与杯子的重力是平衡力，大小相等：</a:t>
            </a:r>
            <a:r>
              <a:rPr lang="en-US" altLang="zh-CN" sz="2100" i="1">
                <a:solidFill>
                  <a:srgbClr val="002060"/>
                </a:solidFill>
                <a:ea typeface="微软雅黑" panose="020B0503020204020204" pitchFamily="34" charset="-122"/>
              </a:rPr>
              <a:t>f=G</a:t>
            </a:r>
            <a:r>
              <a:rPr lang="zh-CN" altLang="en-US" sz="2100" i="1">
                <a:solidFill>
                  <a:srgbClr val="002060"/>
                </a:solidFill>
                <a:ea typeface="微软雅黑" panose="020B0503020204020204" pitchFamily="34" charset="-122"/>
              </a:rPr>
              <a:t>  </a:t>
            </a:r>
          </a:p>
        </p:txBody>
      </p:sp>
      <p:sp>
        <p:nvSpPr>
          <p:cNvPr id="19" name="Line 19">
            <a:extLst>
              <a:ext uri="{FF2B5EF4-FFF2-40B4-BE49-F238E27FC236}">
                <a16:creationId xmlns:a16="http://schemas.microsoft.com/office/drawing/2014/main" id="{A640CE70-743D-C474-8133-71535440A374}"/>
              </a:ext>
            </a:extLst>
          </p:cNvPr>
          <p:cNvSpPr>
            <a:spLocks noChangeShapeType="1"/>
          </p:cNvSpPr>
          <p:nvPr>
            <p:custDataLst>
              <p:tags r:id="rId10"/>
            </p:custDataLst>
          </p:nvPr>
        </p:nvSpPr>
        <p:spPr bwMode="auto">
          <a:xfrm rot="5400000">
            <a:off x="6858337" y="3814808"/>
            <a:ext cx="1174329" cy="0"/>
          </a:xfrm>
          <a:prstGeom prst="line">
            <a:avLst/>
          </a:prstGeom>
          <a:noFill/>
          <a:ln w="57150">
            <a:solidFill>
              <a:srgbClr val="FF0000"/>
            </a:solidFill>
            <a:round/>
            <a:tailEnd type="stealth" w="med" len="med"/>
          </a:ln>
        </p:spPr>
        <p:txBody>
          <a:bodyPr wrap="none" anchor="ctr"/>
          <a:lstStyle/>
          <a:p>
            <a:endParaRPr lang="zh-CN" altLang="en-US" sz="1800"/>
          </a:p>
        </p:txBody>
      </p:sp>
      <p:sp>
        <p:nvSpPr>
          <p:cNvPr id="21" name="文本框 20">
            <a:extLst>
              <a:ext uri="{FF2B5EF4-FFF2-40B4-BE49-F238E27FC236}">
                <a16:creationId xmlns:a16="http://schemas.microsoft.com/office/drawing/2014/main" id="{A97BF661-718C-E11D-9FA2-B6FF9DEB0F09}"/>
              </a:ext>
            </a:extLst>
          </p:cNvPr>
          <p:cNvSpPr txBox="1"/>
          <p:nvPr>
            <p:custDataLst>
              <p:tags r:id="rId11"/>
            </p:custDataLst>
          </p:nvPr>
        </p:nvSpPr>
        <p:spPr>
          <a:xfrm>
            <a:off x="7257720" y="4306830"/>
            <a:ext cx="718265" cy="400110"/>
          </a:xfrm>
          <a:prstGeom prst="rect">
            <a:avLst/>
          </a:prstGeom>
          <a:noFill/>
        </p:spPr>
        <p:txBody>
          <a:bodyPr wrap="square">
            <a:spAutoFit/>
          </a:bodyPr>
          <a:lstStyle/>
          <a:p>
            <a:r>
              <a:rPr kumimoji="0" lang="en-US" altLang="zh-CN" sz="2000" b="0" i="1" u="none" strike="noStrike" kern="1200" cap="none" spc="0" normalizeH="0" baseline="0" noProof="0">
                <a:ln>
                  <a:noFill/>
                </a:ln>
                <a:solidFill>
                  <a:srgbClr val="002060"/>
                </a:solidFill>
                <a:effectLst/>
                <a:uLnTx/>
                <a:uFillTx/>
                <a:latin typeface="Times New Roman"/>
                <a:ea typeface="微软雅黑" panose="020B0503020204020204" pitchFamily="34" charset="-122"/>
                <a:cs typeface="+mn-cs"/>
              </a:rPr>
              <a:t>G</a:t>
            </a:r>
            <a:endParaRPr lang="zh-CN" altLang="en-US"/>
          </a:p>
        </p:txBody>
      </p:sp>
      <p:sp>
        <p:nvSpPr>
          <p:cNvPr id="22" name="文本框 21">
            <a:extLst>
              <a:ext uri="{FF2B5EF4-FFF2-40B4-BE49-F238E27FC236}">
                <a16:creationId xmlns:a16="http://schemas.microsoft.com/office/drawing/2014/main" id="{3A505F49-7F6D-FD07-4AFA-2CBE08F3EA79}"/>
              </a:ext>
            </a:extLst>
          </p:cNvPr>
          <p:cNvSpPr txBox="1"/>
          <p:nvPr>
            <p:custDataLst>
              <p:tags r:id="rId12"/>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内容占位符 2">
            <a:extLst>
              <a:ext uri="{FF2B5EF4-FFF2-40B4-BE49-F238E27FC236}">
                <a16:creationId xmlns:a16="http://schemas.microsoft.com/office/drawing/2014/main" id="{5568E9F7-4C14-A91B-6BCE-817205EA6FB7}"/>
              </a:ext>
            </a:extLst>
          </p:cNvPr>
          <p:cNvSpPr txBox="1"/>
          <p:nvPr>
            <p:custDataLst>
              <p:tags r:id="rId13"/>
            </p:custDataLst>
          </p:nvPr>
        </p:nvSpPr>
        <p:spPr>
          <a:xfrm>
            <a:off x="230296" y="54947"/>
            <a:ext cx="2905758"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rgbClr val="FFFF00"/>
                </a:solidFill>
                <a:latin typeface="微软雅黑" panose="020B0503020204020204" pitchFamily="34" charset="-122"/>
                <a:ea typeface="微软雅黑" panose="020B0503020204020204" pitchFamily="34" charset="-122"/>
              </a:rPr>
              <a:t>知识点二、静摩擦力</a:t>
            </a:r>
          </a:p>
        </p:txBody>
      </p:sp>
    </p:spTree>
    <p:extLst>
      <p:ext uri="{BB962C8B-B14F-4D97-AF65-F5344CB8AC3E}">
        <p14:creationId xmlns:p14="http://schemas.microsoft.com/office/powerpoint/2010/main" val="416738595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up)">
                                      <p:cBhvr>
                                        <p:cTn id="16" dur="500"/>
                                        <p:tgtEl>
                                          <p:spTgt spid="5"/>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750"/>
                                        <p:tgtEl>
                                          <p:spTgt spid="8"/>
                                        </p:tgtEl>
                                      </p:cBhvr>
                                    </p:animEffect>
                                  </p:childTnLst>
                                </p:cTn>
                              </p:par>
                            </p:childTnLst>
                          </p:cTn>
                        </p:par>
                      </p:childTnLst>
                    </p:cTn>
                  </p:par>
                  <p:par>
                    <p:cTn id="22" fill="hold" nodeType="clickPar">
                      <p:stCondLst>
                        <p:cond delay="indefinite"/>
                      </p:stCondLst>
                      <p:childTnLst>
                        <p:par>
                          <p:cTn id="23" fill="hold" nodeType="after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barn(inVertical)">
                                      <p:cBhvr>
                                        <p:cTn id="31" dur="500"/>
                                        <p:tgtEl>
                                          <p:spTgt spid="16"/>
                                        </p:tgtEl>
                                      </p:cBhvr>
                                    </p:animEffect>
                                  </p:childTnLst>
                                </p:cTn>
                              </p:par>
                            </p:childTnLst>
                          </p:cTn>
                        </p:par>
                      </p:childTnLst>
                    </p:cTn>
                  </p:par>
                  <p:par>
                    <p:cTn id="32" fill="hold" nodeType="clickPar">
                      <p:stCondLst>
                        <p:cond delay="indefinite"/>
                      </p:stCondLst>
                      <p:childTnLst>
                        <p:par>
                          <p:cTn id="33" fill="hold" nodeType="afterGroup">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wipe(down)">
                                      <p:cBhvr>
                                        <p:cTn id="36" dur="500"/>
                                        <p:tgtEl>
                                          <p:spTgt spid="17"/>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left)">
                                      <p:cBhvr>
                                        <p:cTn id="41" dur="1500"/>
                                        <p:tgtEl>
                                          <p:spTgt spid="18"/>
                                        </p:tgtEl>
                                      </p:cBhvr>
                                    </p:animEffect>
                                  </p:childTnLst>
                                </p:cTn>
                              </p:par>
                            </p:childTnLst>
                          </p:cTn>
                        </p:par>
                        <p:par>
                          <p:cTn id="42" fill="hold" nodeType="afterGroup">
                            <p:stCondLst>
                              <p:cond delay="1500"/>
                            </p:stCondLst>
                            <p:childTnLst>
                              <p:par>
                                <p:cTn id="43" presetID="22" presetClass="entr" presetSubtype="1" fill="hold" grpId="0" nodeType="after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up)">
                                      <p:cBhvr>
                                        <p:cTn id="45" dur="500"/>
                                        <p:tgtEl>
                                          <p:spTgt spid="19"/>
                                        </p:tgtEl>
                                      </p:cBhvr>
                                    </p:animEffect>
                                  </p:childTnLst>
                                </p:cTn>
                              </p:par>
                            </p:childTnLst>
                          </p:cTn>
                        </p:par>
                        <p:par>
                          <p:cTn id="46" fill="hold" nodeType="afterGroup">
                            <p:stCondLst>
                              <p:cond delay="2000"/>
                            </p:stCondLst>
                            <p:childTnLst>
                              <p:par>
                                <p:cTn id="47" presetID="22" presetClass="entr" presetSubtype="1" fill="hold" grpId="0" nodeType="after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p:bldP spid="16" grpId="0"/>
      <p:bldP spid="17" grpId="0"/>
      <p:bldP spid="18" grpId="0"/>
      <p:bldP spid="19" grpId="0" animBg="1"/>
      <p:bldP spid="21"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45596D3-3445-549D-B33E-BD6A70AF5E7D}"/>
              </a:ext>
            </a:extLst>
          </p:cNvPr>
          <p:cNvSpPr txBox="1"/>
          <p:nvPr>
            <p:custDataLst>
              <p:tags r:id="rId1"/>
            </p:custDataLst>
          </p:nvPr>
        </p:nvSpPr>
        <p:spPr>
          <a:xfrm>
            <a:off x="209976" y="54947"/>
            <a:ext cx="415292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知识点三、增大或减小摩擦的方法</a:t>
            </a:r>
          </a:p>
        </p:txBody>
      </p:sp>
      <p:grpSp>
        <p:nvGrpSpPr>
          <p:cNvPr id="10" name="组合 9">
            <a:extLst>
              <a:ext uri="{FF2B5EF4-FFF2-40B4-BE49-F238E27FC236}">
                <a16:creationId xmlns:a16="http://schemas.microsoft.com/office/drawing/2014/main" id="{2898B66B-6CE9-371B-5B0B-144C8E710AB8}"/>
              </a:ext>
            </a:extLst>
          </p:cNvPr>
          <p:cNvGrpSpPr/>
          <p:nvPr>
            <p:custDataLst>
              <p:tags r:id="rId2"/>
            </p:custDataLst>
          </p:nvPr>
        </p:nvGrpSpPr>
        <p:grpSpPr>
          <a:xfrm>
            <a:off x="746933" y="2438086"/>
            <a:ext cx="2265487" cy="2306890"/>
            <a:chOff x="363351" y="2413075"/>
            <a:chExt cx="2265487" cy="2306890"/>
          </a:xfrm>
        </p:grpSpPr>
        <p:pic>
          <p:nvPicPr>
            <p:cNvPr id="11" name="图片 10">
              <a:extLst>
                <a:ext uri="{FF2B5EF4-FFF2-40B4-BE49-F238E27FC236}">
                  <a16:creationId xmlns:a16="http://schemas.microsoft.com/office/drawing/2014/main" id="{19001B2F-08F2-E2E7-61F3-9B2E6EA82BF1}"/>
                </a:ext>
              </a:extLst>
            </p:cNvPr>
            <p:cNvPicPr>
              <a:picLocks noChangeAspect="1"/>
            </p:cNvPicPr>
            <p:nvPr>
              <p:custDataLst>
                <p:tags r:id="rId14"/>
              </p:custDataLst>
            </p:nvPr>
          </p:nvPicPr>
          <p:blipFill>
            <a:blip r:embed="rId17"/>
            <a:srcRect l="23858" t="25140" r="31625" b="13984"/>
            <a:stretch>
              <a:fillRect/>
            </a:stretch>
          </p:blipFill>
          <p:spPr>
            <a:xfrm>
              <a:off x="363351" y="2413075"/>
              <a:ext cx="2265487" cy="1880614"/>
            </a:xfrm>
            <a:prstGeom prst="roundRect">
              <a:avLst>
                <a:gd name="adj" fmla="val 0"/>
              </a:avLst>
            </a:prstGeom>
            <a:effectLst>
              <a:softEdge rad="31750"/>
            </a:effectLst>
          </p:spPr>
        </p:pic>
        <p:sp>
          <p:nvSpPr>
            <p:cNvPr id="12" name="Text Box 6">
              <a:extLst>
                <a:ext uri="{FF2B5EF4-FFF2-40B4-BE49-F238E27FC236}">
                  <a16:creationId xmlns:a16="http://schemas.microsoft.com/office/drawing/2014/main" id="{1FF3E70F-A619-67CB-2644-CBF0E36514E4}"/>
                </a:ext>
              </a:extLst>
            </p:cNvPr>
            <p:cNvSpPr txBox="1">
              <a:spLocks noChangeArrowheads="1"/>
            </p:cNvSpPr>
            <p:nvPr>
              <p:custDataLst>
                <p:tags r:id="rId15"/>
              </p:custDataLst>
            </p:nvPr>
          </p:nvSpPr>
          <p:spPr bwMode="auto">
            <a:xfrm>
              <a:off x="539131" y="4350633"/>
              <a:ext cx="1891145" cy="369332"/>
            </a:xfrm>
            <a:prstGeom prst="rect">
              <a:avLst/>
            </a:prstGeom>
            <a:noFill/>
            <a:ln w="9525">
              <a:noFill/>
              <a:miter lim="800000"/>
            </a:ln>
          </p:spPr>
          <p:txBody>
            <a:bodyPr wrap="square">
              <a:spAutoFit/>
            </a:bodyPr>
            <a:lstStyle/>
            <a:p>
              <a:r>
                <a:rPr lang="zh-CN" altLang="en-US" sz="1800">
                  <a:solidFill>
                    <a:srgbClr val="002060"/>
                  </a:solidFill>
                  <a:latin typeface="微软雅黑" panose="020B0503020204020204" pitchFamily="34" charset="-122"/>
                  <a:ea typeface="微软雅黑" panose="020B0503020204020204" pitchFamily="34" charset="-122"/>
                </a:rPr>
                <a:t>打开瓶盖时用力</a:t>
              </a:r>
            </a:p>
          </p:txBody>
        </p:sp>
      </p:grpSp>
      <p:sp>
        <p:nvSpPr>
          <p:cNvPr id="13" name="Text Box 6">
            <a:extLst>
              <a:ext uri="{FF2B5EF4-FFF2-40B4-BE49-F238E27FC236}">
                <a16:creationId xmlns:a16="http://schemas.microsoft.com/office/drawing/2014/main" id="{1AF62FB2-20C2-A47D-6155-1617DDD9EC2D}"/>
              </a:ext>
            </a:extLst>
          </p:cNvPr>
          <p:cNvSpPr txBox="1">
            <a:spLocks noChangeArrowheads="1"/>
          </p:cNvSpPr>
          <p:nvPr>
            <p:custDataLst>
              <p:tags r:id="rId3"/>
            </p:custDataLst>
          </p:nvPr>
        </p:nvSpPr>
        <p:spPr bwMode="auto">
          <a:xfrm>
            <a:off x="466795" y="760135"/>
            <a:ext cx="4652460" cy="470322"/>
          </a:xfrm>
          <a:prstGeom prst="rect">
            <a:avLst/>
          </a:prstGeom>
          <a:noFill/>
          <a:ln w="9525">
            <a:noFill/>
            <a:miter lim="800000"/>
          </a:ln>
        </p:spPr>
        <p:txBody>
          <a:bodyPr wrap="square">
            <a:spAutoFit/>
          </a:bodyPr>
          <a:lstStyle/>
          <a:p>
            <a:pPr indent="457200">
              <a:lnSpc>
                <a:spcPts val="3200"/>
              </a:lnSpc>
            </a:pPr>
            <a:r>
              <a:rPr lang="en-US" altLang="zh-CN" sz="2400">
                <a:solidFill>
                  <a:srgbClr val="002060"/>
                </a:solidFill>
                <a:latin typeface="微软雅黑" panose="020B0503020204020204" pitchFamily="34" charset="-122"/>
                <a:ea typeface="微软雅黑" panose="020B0503020204020204" pitchFamily="34" charset="-122"/>
              </a:rPr>
              <a:t>1. </a:t>
            </a:r>
            <a:r>
              <a:rPr lang="zh-CN" altLang="en-US" sz="2400">
                <a:solidFill>
                  <a:srgbClr val="002060"/>
                </a:solidFill>
                <a:latin typeface="微软雅黑" panose="020B0503020204020204" pitchFamily="34" charset="-122"/>
                <a:ea typeface="微软雅黑" panose="020B0503020204020204" pitchFamily="34" charset="-122"/>
              </a:rPr>
              <a:t>增大摩擦的方法：</a:t>
            </a:r>
          </a:p>
        </p:txBody>
      </p:sp>
      <p:sp>
        <p:nvSpPr>
          <p:cNvPr id="14" name="Text Box 6">
            <a:extLst>
              <a:ext uri="{FF2B5EF4-FFF2-40B4-BE49-F238E27FC236}">
                <a16:creationId xmlns:a16="http://schemas.microsoft.com/office/drawing/2014/main" id="{B451ABC6-F0E3-2928-A72B-25052010EC50}"/>
              </a:ext>
            </a:extLst>
          </p:cNvPr>
          <p:cNvSpPr txBox="1">
            <a:spLocks noChangeArrowheads="1"/>
          </p:cNvSpPr>
          <p:nvPr>
            <p:custDataLst>
              <p:tags r:id="rId4"/>
            </p:custDataLst>
          </p:nvPr>
        </p:nvSpPr>
        <p:spPr bwMode="auto">
          <a:xfrm>
            <a:off x="762673" y="1449551"/>
            <a:ext cx="2105359" cy="769441"/>
          </a:xfrm>
          <a:prstGeom prst="rect">
            <a:avLst/>
          </a:prstGeom>
          <a:noFill/>
          <a:ln w="9525">
            <a:noFill/>
            <a:miter lim="800000"/>
          </a:ln>
        </p:spPr>
        <p:txBody>
          <a:bodyPr wrap="square">
            <a:spAutoFit/>
          </a:bodyPr>
          <a:lstStyle/>
          <a:p>
            <a:pPr algn="ctr"/>
            <a:r>
              <a:rPr lang="zh-CN" altLang="en-US" sz="2200">
                <a:solidFill>
                  <a:srgbClr val="002060"/>
                </a:solidFill>
                <a:latin typeface="微软雅黑" panose="020B0503020204020204" pitchFamily="34" charset="-122"/>
                <a:ea typeface="微软雅黑" panose="020B0503020204020204" pitchFamily="34" charset="-122"/>
              </a:rPr>
              <a:t>①增大物体</a:t>
            </a:r>
            <a:endParaRPr lang="en-US" altLang="zh-CN" sz="2200">
              <a:solidFill>
                <a:srgbClr val="002060"/>
              </a:solidFill>
              <a:latin typeface="微软雅黑" panose="020B0503020204020204" pitchFamily="34" charset="-122"/>
              <a:ea typeface="微软雅黑" panose="020B0503020204020204" pitchFamily="34" charset="-122"/>
            </a:endParaRPr>
          </a:p>
          <a:p>
            <a:pPr algn="ctr"/>
            <a:r>
              <a:rPr lang="zh-CN" altLang="en-US" sz="2200">
                <a:solidFill>
                  <a:srgbClr val="002060"/>
                </a:solidFill>
                <a:latin typeface="微软雅黑" panose="020B0503020204020204" pitchFamily="34" charset="-122"/>
                <a:ea typeface="微软雅黑" panose="020B0503020204020204" pitchFamily="34" charset="-122"/>
              </a:rPr>
              <a:t>间的压力 </a:t>
            </a:r>
          </a:p>
        </p:txBody>
      </p:sp>
      <p:sp>
        <p:nvSpPr>
          <p:cNvPr id="15" name="Text Box 5">
            <a:extLst>
              <a:ext uri="{FF2B5EF4-FFF2-40B4-BE49-F238E27FC236}">
                <a16:creationId xmlns:a16="http://schemas.microsoft.com/office/drawing/2014/main" id="{E20443AC-1F29-A729-240F-267C77C510F7}"/>
              </a:ext>
            </a:extLst>
          </p:cNvPr>
          <p:cNvSpPr txBox="1">
            <a:spLocks noChangeArrowheads="1"/>
          </p:cNvSpPr>
          <p:nvPr>
            <p:custDataLst>
              <p:tags r:id="rId5"/>
            </p:custDataLst>
          </p:nvPr>
        </p:nvSpPr>
        <p:spPr bwMode="auto">
          <a:xfrm>
            <a:off x="3343182" y="1449551"/>
            <a:ext cx="2558854" cy="769441"/>
          </a:xfrm>
          <a:prstGeom prst="rect">
            <a:avLst/>
          </a:prstGeom>
          <a:noFill/>
          <a:ln w="9525">
            <a:noFill/>
            <a:miter lim="800000"/>
          </a:ln>
        </p:spPr>
        <p:txBody>
          <a:bodyPr wrap="square">
            <a:spAutoFit/>
          </a:bodyPr>
          <a:lstStyle/>
          <a:p>
            <a:pPr algn="ctr"/>
            <a:r>
              <a:rPr lang="zh-CN" altLang="en-US" sz="2200">
                <a:solidFill>
                  <a:srgbClr val="002060"/>
                </a:solidFill>
                <a:latin typeface="微软雅黑" panose="020B0503020204020204" pitchFamily="34" charset="-122"/>
                <a:ea typeface="微软雅黑" panose="020B0503020204020204" pitchFamily="34" charset="-122"/>
              </a:rPr>
              <a:t>②增大接触表面</a:t>
            </a:r>
            <a:endParaRPr lang="en-US" altLang="zh-CN" sz="2200">
              <a:solidFill>
                <a:srgbClr val="002060"/>
              </a:solidFill>
              <a:latin typeface="微软雅黑" panose="020B0503020204020204" pitchFamily="34" charset="-122"/>
              <a:ea typeface="微软雅黑" panose="020B0503020204020204" pitchFamily="34" charset="-122"/>
            </a:endParaRPr>
          </a:p>
          <a:p>
            <a:pPr algn="ctr"/>
            <a:r>
              <a:rPr lang="zh-CN" altLang="en-US" sz="2200">
                <a:solidFill>
                  <a:srgbClr val="002060"/>
                </a:solidFill>
                <a:latin typeface="微软雅黑" panose="020B0503020204020204" pitchFamily="34" charset="-122"/>
                <a:ea typeface="微软雅黑" panose="020B0503020204020204" pitchFamily="34" charset="-122"/>
              </a:rPr>
              <a:t>的粗糙程度 </a:t>
            </a:r>
          </a:p>
        </p:txBody>
      </p:sp>
      <p:grpSp>
        <p:nvGrpSpPr>
          <p:cNvPr id="16" name="组合 15">
            <a:extLst>
              <a:ext uri="{FF2B5EF4-FFF2-40B4-BE49-F238E27FC236}">
                <a16:creationId xmlns:a16="http://schemas.microsoft.com/office/drawing/2014/main" id="{3FFFAB65-27AD-319F-FD75-E3ACA53F9D1A}"/>
              </a:ext>
            </a:extLst>
          </p:cNvPr>
          <p:cNvGrpSpPr/>
          <p:nvPr>
            <p:custDataLst>
              <p:tags r:id="rId6"/>
            </p:custDataLst>
          </p:nvPr>
        </p:nvGrpSpPr>
        <p:grpSpPr>
          <a:xfrm>
            <a:off x="3343052" y="2438086"/>
            <a:ext cx="2673927" cy="2327817"/>
            <a:chOff x="2999625" y="1621308"/>
            <a:chExt cx="3037374" cy="2543204"/>
          </a:xfrm>
        </p:grpSpPr>
        <p:sp>
          <p:nvSpPr>
            <p:cNvPr id="17" name="矩形 16">
              <a:extLst>
                <a:ext uri="{FF2B5EF4-FFF2-40B4-BE49-F238E27FC236}">
                  <a16:creationId xmlns:a16="http://schemas.microsoft.com/office/drawing/2014/main" id="{D60F2F22-C43D-8B82-CBD8-3DBF70475A60}"/>
                </a:ext>
              </a:extLst>
            </p:cNvPr>
            <p:cNvSpPr/>
            <p:nvPr>
              <p:custDataLst>
                <p:tags r:id="rId12"/>
              </p:custDataLst>
            </p:nvPr>
          </p:nvSpPr>
          <p:spPr>
            <a:xfrm>
              <a:off x="2999625" y="3761007"/>
              <a:ext cx="3037374" cy="403505"/>
            </a:xfrm>
            <a:prstGeom prst="rect">
              <a:avLst/>
            </a:prstGeom>
          </p:spPr>
          <p:txBody>
            <a:bodyPr wrap="square">
              <a:spAutoFit/>
            </a:bodyPr>
            <a:lstStyle/>
            <a:p>
              <a:r>
                <a:rPr lang="zh-CN" altLang="en-US" sz="1800">
                  <a:solidFill>
                    <a:srgbClr val="002060"/>
                  </a:solidFill>
                  <a:latin typeface="微软雅黑" panose="020B0503020204020204" pitchFamily="34" charset="-122"/>
                  <a:ea typeface="微软雅黑" panose="020B0503020204020204" pitchFamily="34" charset="-122"/>
                </a:rPr>
                <a:t>鞋底有凹凸不平的花纹</a:t>
              </a:r>
              <a:endParaRPr lang="zh-CN" altLang="en-US" sz="1800"/>
            </a:p>
          </p:txBody>
        </p:sp>
        <p:pic>
          <p:nvPicPr>
            <p:cNvPr id="18" name="图片 17">
              <a:extLst>
                <a:ext uri="{FF2B5EF4-FFF2-40B4-BE49-F238E27FC236}">
                  <a16:creationId xmlns:a16="http://schemas.microsoft.com/office/drawing/2014/main" id="{4212E92C-B40A-76A3-AE60-67F6C258AFA6}"/>
                </a:ext>
              </a:extLst>
            </p:cNvPr>
            <p:cNvPicPr>
              <a:picLocks noChangeAspect="1"/>
            </p:cNvPicPr>
            <p:nvPr>
              <p:custDataLst>
                <p:tags r:id="rId13"/>
              </p:custDataLst>
            </p:nvPr>
          </p:nvPicPr>
          <p:blipFill>
            <a:blip r:embed="rId18">
              <a:extLst>
                <a:ext uri="{28A0092B-C50C-407E-A947-70E740481C1C}">
                  <a14:useLocalDpi xmlns:a14="http://schemas.microsoft.com/office/drawing/2010/main" val="0"/>
                </a:ext>
              </a:extLst>
            </a:blip>
            <a:srcRect r="15758" b="8582"/>
            <a:stretch>
              <a:fillRect/>
            </a:stretch>
          </p:blipFill>
          <p:spPr>
            <a:xfrm>
              <a:off x="2999625" y="1621308"/>
              <a:ext cx="2838601" cy="2054623"/>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grpSp>
      <p:sp>
        <p:nvSpPr>
          <p:cNvPr id="19" name="文本框 18">
            <a:extLst>
              <a:ext uri="{FF2B5EF4-FFF2-40B4-BE49-F238E27FC236}">
                <a16:creationId xmlns:a16="http://schemas.microsoft.com/office/drawing/2014/main" id="{50221691-4163-48FE-2DD7-426D5405CD2D}"/>
              </a:ext>
            </a:extLst>
          </p:cNvPr>
          <p:cNvSpPr txBox="1"/>
          <p:nvPr>
            <p:custDataLst>
              <p:tags r:id="rId7"/>
            </p:custDataLst>
          </p:nvPr>
        </p:nvSpPr>
        <p:spPr>
          <a:xfrm>
            <a:off x="6377186" y="1449551"/>
            <a:ext cx="1796996" cy="769441"/>
          </a:xfrm>
          <a:prstGeom prst="rect">
            <a:avLst/>
          </a:prstGeom>
          <a:noFill/>
          <a:ln w="9525">
            <a:noFill/>
          </a:ln>
        </p:spPr>
        <p:txBody>
          <a:bodyPr wrap="square">
            <a:spAutoFit/>
          </a:bodyPr>
          <a:lstStyle/>
          <a:p>
            <a:pPr algn="ctr"/>
            <a:r>
              <a:rPr lang="zh-CN" altLang="en-US" sz="2200" noProof="1">
                <a:solidFill>
                  <a:srgbClr val="002060"/>
                </a:solidFill>
                <a:latin typeface="微软雅黑" panose="020B0503020204020204" pitchFamily="34" charset="-122"/>
                <a:ea typeface="微软雅黑" panose="020B0503020204020204" pitchFamily="34" charset="-122"/>
              </a:rPr>
              <a:t>③将滚动</a:t>
            </a:r>
            <a:endParaRPr lang="en-US" altLang="zh-CN" sz="2200" noProof="1">
              <a:solidFill>
                <a:srgbClr val="002060"/>
              </a:solidFill>
              <a:latin typeface="微软雅黑" panose="020B0503020204020204" pitchFamily="34" charset="-122"/>
              <a:ea typeface="微软雅黑" panose="020B0503020204020204" pitchFamily="34" charset="-122"/>
            </a:endParaRPr>
          </a:p>
          <a:p>
            <a:pPr algn="ctr"/>
            <a:r>
              <a:rPr lang="zh-CN" altLang="en-US" sz="2200" noProof="1">
                <a:solidFill>
                  <a:srgbClr val="002060"/>
                </a:solidFill>
                <a:latin typeface="微软雅黑" panose="020B0503020204020204" pitchFamily="34" charset="-122"/>
                <a:ea typeface="微软雅黑" panose="020B0503020204020204" pitchFamily="34" charset="-122"/>
              </a:rPr>
              <a:t>变为滑动</a:t>
            </a:r>
          </a:p>
        </p:txBody>
      </p:sp>
      <p:grpSp>
        <p:nvGrpSpPr>
          <p:cNvPr id="25" name="组合 24">
            <a:extLst>
              <a:ext uri="{FF2B5EF4-FFF2-40B4-BE49-F238E27FC236}">
                <a16:creationId xmlns:a16="http://schemas.microsoft.com/office/drawing/2014/main" id="{C82974AF-5216-82E0-34D2-D67A04E163FD}"/>
              </a:ext>
            </a:extLst>
          </p:cNvPr>
          <p:cNvGrpSpPr/>
          <p:nvPr>
            <p:custDataLst>
              <p:tags r:id="rId8"/>
            </p:custDataLst>
          </p:nvPr>
        </p:nvGrpSpPr>
        <p:grpSpPr>
          <a:xfrm>
            <a:off x="6172623" y="2408261"/>
            <a:ext cx="2759424" cy="2315788"/>
            <a:chOff x="5884712" y="1643607"/>
            <a:chExt cx="2759424" cy="2454886"/>
          </a:xfrm>
        </p:grpSpPr>
        <p:sp>
          <p:nvSpPr>
            <p:cNvPr id="20" name="矩形 19">
              <a:extLst>
                <a:ext uri="{FF2B5EF4-FFF2-40B4-BE49-F238E27FC236}">
                  <a16:creationId xmlns:a16="http://schemas.microsoft.com/office/drawing/2014/main" id="{04C2E1DE-9D98-FA0D-CF91-2DDB63F37160}"/>
                </a:ext>
              </a:extLst>
            </p:cNvPr>
            <p:cNvSpPr/>
            <p:nvPr>
              <p:custDataLst>
                <p:tags r:id="rId10"/>
              </p:custDataLst>
            </p:nvPr>
          </p:nvSpPr>
          <p:spPr>
            <a:xfrm>
              <a:off x="6043576" y="3729161"/>
              <a:ext cx="2441695" cy="369332"/>
            </a:xfrm>
            <a:prstGeom prst="rect">
              <a:avLst/>
            </a:prstGeom>
          </p:spPr>
          <p:txBody>
            <a:bodyPr wrap="square">
              <a:spAutoFit/>
            </a:bodyPr>
            <a:lstStyle/>
            <a:p>
              <a:pPr indent="457200"/>
              <a:r>
                <a:rPr lang="zh-CN" altLang="en-US" sz="1800">
                  <a:solidFill>
                    <a:srgbClr val="002060"/>
                  </a:solidFill>
                  <a:latin typeface="微软雅黑" panose="020B0503020204020204" pitchFamily="34" charset="-122"/>
                  <a:ea typeface="微软雅黑" panose="020B0503020204020204" pitchFamily="34" charset="-122"/>
                </a:rPr>
                <a:t>汽车急刹车</a:t>
              </a:r>
            </a:p>
          </p:txBody>
        </p:sp>
        <p:pic>
          <p:nvPicPr>
            <p:cNvPr id="23" name="图片 22">
              <a:extLst>
                <a:ext uri="{FF2B5EF4-FFF2-40B4-BE49-F238E27FC236}">
                  <a16:creationId xmlns:a16="http://schemas.microsoft.com/office/drawing/2014/main" id="{0A47582B-53CC-663E-C2D1-2B5966E15480}"/>
                </a:ext>
              </a:extLst>
            </p:cNvPr>
            <p:cNvPicPr>
              <a:picLocks noChangeAspect="1"/>
            </p:cNvPicPr>
            <p:nvPr>
              <p:custDataLst>
                <p:tags r:id="rId11"/>
              </p:custDataLst>
            </p:nvPr>
          </p:nvPicPr>
          <p:blipFill>
            <a:blip r:embed="rId19">
              <a:extLst>
                <a:ext uri="{28A0092B-C50C-407E-A947-70E740481C1C}">
                  <a14:useLocalDpi xmlns:a14="http://schemas.microsoft.com/office/drawing/2010/main" val="0"/>
                </a:ext>
              </a:extLst>
            </a:blip>
            <a:stretch>
              <a:fillRect/>
            </a:stretch>
          </p:blipFill>
          <p:spPr>
            <a:xfrm>
              <a:off x="5884712" y="1643607"/>
              <a:ext cx="2759424" cy="1993573"/>
            </a:xfrm>
            <a:prstGeom prst="rect">
              <a:avLst/>
            </a:prstGeom>
            <a:effectLst>
              <a:outerShdw blurRad="50800" dist="38100" dir="5400000" algn="t" rotWithShape="0">
                <a:prstClr val="black">
                  <a:alpha val="40000"/>
                </a:prstClr>
              </a:outerShdw>
            </a:effectLst>
          </p:spPr>
        </p:pic>
      </p:grpSp>
      <p:sp>
        <p:nvSpPr>
          <p:cNvPr id="26" name="文本框 25">
            <a:extLst>
              <a:ext uri="{FF2B5EF4-FFF2-40B4-BE49-F238E27FC236}">
                <a16:creationId xmlns:a16="http://schemas.microsoft.com/office/drawing/2014/main" id="{A5958EB6-01D7-883D-EB5A-B2B8E687B998}"/>
              </a:ext>
            </a:extLst>
          </p:cNvPr>
          <p:cNvSpPr txBox="1"/>
          <p:nvPr>
            <p:custDataLst>
              <p:tags r:id="rId9"/>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18985933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1" presetClass="entr" presetSubtype="0"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after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
                                        </p:tgtEl>
                                        <p:attrNameLst>
                                          <p:attrName>style.visibility</p:attrName>
                                        </p:attrNameLst>
                                      </p:cBhvr>
                                      <p:to>
                                        <p:strVal val="visible"/>
                                      </p:to>
                                    </p:set>
                                  </p:childTnLst>
                                </p:cTn>
                              </p:par>
                              <p:par>
                                <p:cTn id="20" presetID="22" presetClass="entr" presetSubtype="8"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1000"/>
                                        <p:tgtEl>
                                          <p:spTgt spid="16"/>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6" presetClass="entr" presetSubtype="21"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barn(inVertical)">
                                      <p:cBhvr>
                                        <p:cTn id="3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45596D3-3445-549D-B33E-BD6A70AF5E7D}"/>
              </a:ext>
            </a:extLst>
          </p:cNvPr>
          <p:cNvSpPr txBox="1"/>
          <p:nvPr>
            <p:custDataLst>
              <p:tags r:id="rId1"/>
            </p:custDataLst>
          </p:nvPr>
        </p:nvSpPr>
        <p:spPr>
          <a:xfrm>
            <a:off x="209976" y="54947"/>
            <a:ext cx="415292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知识点三、增大或减小摩擦的方法</a:t>
            </a:r>
          </a:p>
        </p:txBody>
      </p:sp>
      <p:sp>
        <p:nvSpPr>
          <p:cNvPr id="13" name="Text Box 6">
            <a:extLst>
              <a:ext uri="{FF2B5EF4-FFF2-40B4-BE49-F238E27FC236}">
                <a16:creationId xmlns:a16="http://schemas.microsoft.com/office/drawing/2014/main" id="{1AF62FB2-20C2-A47D-6155-1617DDD9EC2D}"/>
              </a:ext>
            </a:extLst>
          </p:cNvPr>
          <p:cNvSpPr txBox="1">
            <a:spLocks noChangeArrowheads="1"/>
          </p:cNvSpPr>
          <p:nvPr>
            <p:custDataLst>
              <p:tags r:id="rId2"/>
            </p:custDataLst>
          </p:nvPr>
        </p:nvSpPr>
        <p:spPr bwMode="auto">
          <a:xfrm>
            <a:off x="305054" y="623118"/>
            <a:ext cx="4652460" cy="470322"/>
          </a:xfrm>
          <a:prstGeom prst="rect">
            <a:avLst/>
          </a:prstGeom>
          <a:noFill/>
          <a:ln w="9525">
            <a:noFill/>
            <a:miter lim="800000"/>
          </a:ln>
        </p:spPr>
        <p:txBody>
          <a:bodyPr wrap="square">
            <a:spAutoFit/>
          </a:bodyPr>
          <a:lstStyle/>
          <a:p>
            <a:pPr indent="457200">
              <a:lnSpc>
                <a:spcPts val="3200"/>
              </a:lnSpc>
            </a:pP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减小摩擦的方法：</a:t>
            </a:r>
          </a:p>
        </p:txBody>
      </p:sp>
      <p:sp>
        <p:nvSpPr>
          <p:cNvPr id="2" name="Text Box 6">
            <a:extLst>
              <a:ext uri="{FF2B5EF4-FFF2-40B4-BE49-F238E27FC236}">
                <a16:creationId xmlns:a16="http://schemas.microsoft.com/office/drawing/2014/main" id="{6FFC9D4F-C140-9875-6B1E-84748C48BDC7}"/>
              </a:ext>
            </a:extLst>
          </p:cNvPr>
          <p:cNvSpPr txBox="1">
            <a:spLocks noChangeArrowheads="1"/>
          </p:cNvSpPr>
          <p:nvPr>
            <p:custDataLst>
              <p:tags r:id="rId3"/>
            </p:custDataLst>
          </p:nvPr>
        </p:nvSpPr>
        <p:spPr bwMode="auto">
          <a:xfrm>
            <a:off x="922713" y="1188563"/>
            <a:ext cx="1982720"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减小压力</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3" name="Text Box 6">
            <a:extLst>
              <a:ext uri="{FF2B5EF4-FFF2-40B4-BE49-F238E27FC236}">
                <a16:creationId xmlns:a16="http://schemas.microsoft.com/office/drawing/2014/main" id="{FAFA6B76-7DE1-9E31-8336-2578AC353A17}"/>
              </a:ext>
            </a:extLst>
          </p:cNvPr>
          <p:cNvSpPr txBox="1">
            <a:spLocks noChangeArrowheads="1"/>
          </p:cNvSpPr>
          <p:nvPr>
            <p:custDataLst>
              <p:tags r:id="rId4"/>
            </p:custDataLst>
          </p:nvPr>
        </p:nvSpPr>
        <p:spPr bwMode="auto">
          <a:xfrm>
            <a:off x="922713" y="1647509"/>
            <a:ext cx="3038757"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使接触面光滑</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Text Box 6">
            <a:extLst>
              <a:ext uri="{FF2B5EF4-FFF2-40B4-BE49-F238E27FC236}">
                <a16:creationId xmlns:a16="http://schemas.microsoft.com/office/drawing/2014/main" id="{EA62CF52-BF0E-DBC7-18BA-B070E5D47F0A}"/>
              </a:ext>
            </a:extLst>
          </p:cNvPr>
          <p:cNvSpPr txBox="1">
            <a:spLocks noChangeArrowheads="1"/>
          </p:cNvSpPr>
          <p:nvPr>
            <p:custDataLst>
              <p:tags r:id="rId5"/>
            </p:custDataLst>
          </p:nvPr>
        </p:nvSpPr>
        <p:spPr bwMode="auto">
          <a:xfrm>
            <a:off x="922713" y="2106455"/>
            <a:ext cx="4708021"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③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将滑动变为滚动</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Text Box 6">
            <a:extLst>
              <a:ext uri="{FF2B5EF4-FFF2-40B4-BE49-F238E27FC236}">
                <a16:creationId xmlns:a16="http://schemas.microsoft.com/office/drawing/2014/main" id="{7832172A-0F9F-2A8B-B375-E6F73FD9EC4B}"/>
              </a:ext>
            </a:extLst>
          </p:cNvPr>
          <p:cNvSpPr txBox="1">
            <a:spLocks noChangeArrowheads="1"/>
          </p:cNvSpPr>
          <p:nvPr>
            <p:custDataLst>
              <p:tags r:id="rId6"/>
            </p:custDataLst>
          </p:nvPr>
        </p:nvSpPr>
        <p:spPr bwMode="auto">
          <a:xfrm>
            <a:off x="922713" y="2565400"/>
            <a:ext cx="2396652"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④ </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加润滑剂</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a:extLst>
              <a:ext uri="{FF2B5EF4-FFF2-40B4-BE49-F238E27FC236}">
                <a16:creationId xmlns:a16="http://schemas.microsoft.com/office/drawing/2014/main" id="{846FBCC1-B54B-4BF6-A071-CBD444E838F2}"/>
              </a:ext>
            </a:extLst>
          </p:cNvPr>
          <p:cNvGrpSpPr/>
          <p:nvPr>
            <p:custDataLst>
              <p:tags r:id="rId7"/>
            </p:custDataLst>
          </p:nvPr>
        </p:nvGrpSpPr>
        <p:grpSpPr>
          <a:xfrm>
            <a:off x="1477383" y="3257762"/>
            <a:ext cx="3896202" cy="1521350"/>
            <a:chOff x="5374712" y="787560"/>
            <a:chExt cx="3411279" cy="1501610"/>
          </a:xfrm>
        </p:grpSpPr>
        <p:pic>
          <p:nvPicPr>
            <p:cNvPr id="8" name="图片 7">
              <a:extLst>
                <a:ext uri="{FF2B5EF4-FFF2-40B4-BE49-F238E27FC236}">
                  <a16:creationId xmlns:a16="http://schemas.microsoft.com/office/drawing/2014/main" id="{303AE661-5EB1-C236-3836-D58110582A4A}"/>
                </a:ext>
              </a:extLst>
            </p:cNvPr>
            <p:cNvPicPr>
              <a:picLocks noChangeAspect="1"/>
            </p:cNvPicPr>
            <p:nvPr>
              <p:custDataLst>
                <p:tags r:id="rId16"/>
              </p:custDataLst>
            </p:nvPr>
          </p:nvPicPr>
          <p:blipFill>
            <a:blip r:embed="rId19"/>
            <a:stretch>
              <a:fillRect/>
            </a:stretch>
          </p:blipFill>
          <p:spPr>
            <a:xfrm>
              <a:off x="5374712" y="793982"/>
              <a:ext cx="1620383" cy="1495188"/>
            </a:xfrm>
            <a:prstGeom prst="rect">
              <a:avLst/>
            </a:prstGeom>
          </p:spPr>
        </p:pic>
        <p:pic>
          <p:nvPicPr>
            <p:cNvPr id="9" name="图片 8">
              <a:extLst>
                <a:ext uri="{FF2B5EF4-FFF2-40B4-BE49-F238E27FC236}">
                  <a16:creationId xmlns:a16="http://schemas.microsoft.com/office/drawing/2014/main" id="{8CD69533-2F36-0505-20EC-3CF50ABC290C}"/>
                </a:ext>
              </a:extLst>
            </p:cNvPr>
            <p:cNvPicPr>
              <a:picLocks noChangeAspect="1"/>
            </p:cNvPicPr>
            <p:nvPr>
              <p:custDataLst>
                <p:tags r:id="rId17"/>
              </p:custDataLst>
            </p:nvPr>
          </p:nvPicPr>
          <p:blipFill>
            <a:blip r:embed="rId20"/>
            <a:stretch>
              <a:fillRect/>
            </a:stretch>
          </p:blipFill>
          <p:spPr>
            <a:xfrm>
              <a:off x="7062724" y="787560"/>
              <a:ext cx="1723267" cy="1495188"/>
            </a:xfrm>
            <a:prstGeom prst="rect">
              <a:avLst/>
            </a:prstGeom>
          </p:spPr>
        </p:pic>
      </p:grpSp>
      <p:grpSp>
        <p:nvGrpSpPr>
          <p:cNvPr id="22" name="组合 21">
            <a:extLst>
              <a:ext uri="{FF2B5EF4-FFF2-40B4-BE49-F238E27FC236}">
                <a16:creationId xmlns:a16="http://schemas.microsoft.com/office/drawing/2014/main" id="{3AE3455F-8739-FB59-9118-250BCEC5C91C}"/>
              </a:ext>
            </a:extLst>
          </p:cNvPr>
          <p:cNvGrpSpPr/>
          <p:nvPr>
            <p:custDataLst>
              <p:tags r:id="rId8"/>
            </p:custDataLst>
          </p:nvPr>
        </p:nvGrpSpPr>
        <p:grpSpPr>
          <a:xfrm>
            <a:off x="6502328" y="882205"/>
            <a:ext cx="2604376" cy="1944805"/>
            <a:chOff x="1631167" y="2139280"/>
            <a:chExt cx="2604376" cy="1944805"/>
          </a:xfrm>
        </p:grpSpPr>
        <p:sp>
          <p:nvSpPr>
            <p:cNvPr id="24" name="文本框 39941">
              <a:extLst>
                <a:ext uri="{FF2B5EF4-FFF2-40B4-BE49-F238E27FC236}">
                  <a16:creationId xmlns:a16="http://schemas.microsoft.com/office/drawing/2014/main" id="{E377C775-0E45-E560-53B5-A1EC153C212C}"/>
                </a:ext>
              </a:extLst>
            </p:cNvPr>
            <p:cNvSpPr txBox="1">
              <a:spLocks noChangeArrowheads="1"/>
            </p:cNvSpPr>
            <p:nvPr>
              <p:custDataLst>
                <p:tags r:id="rId14"/>
              </p:custDataLst>
            </p:nvPr>
          </p:nvSpPr>
          <p:spPr bwMode="auto">
            <a:xfrm>
              <a:off x="1631167" y="3560865"/>
              <a:ext cx="2604376" cy="523220"/>
            </a:xfrm>
            <a:prstGeom prst="rect">
              <a:avLst/>
            </a:prstGeom>
            <a:noFill/>
            <a:ln w="9525">
              <a:noFill/>
              <a:miter lim="800000"/>
            </a:ln>
          </p:spPr>
          <p:txBody>
            <a:bodyPr wrap="square">
              <a:spAutoFit/>
            </a:bodyPr>
            <a:lstStyle/>
            <a:p>
              <a:pPr algn="ctr"/>
              <a:r>
                <a:rPr lang="zh-CN" altLang="en-US" sz="1400">
                  <a:latin typeface="微软雅黑" panose="020B0503020204020204" pitchFamily="34" charset="-122"/>
                  <a:ea typeface="微软雅黑" panose="020B0503020204020204" pitchFamily="34" charset="-122"/>
                </a:rPr>
                <a:t>冰壶比赛中，运动员刷冰，</a:t>
              </a:r>
              <a:endParaRPr lang="en-US" altLang="zh-CN" sz="1400">
                <a:latin typeface="微软雅黑" panose="020B0503020204020204" pitchFamily="34" charset="-122"/>
                <a:ea typeface="微软雅黑" panose="020B0503020204020204" pitchFamily="34" charset="-122"/>
              </a:endParaRPr>
            </a:p>
            <a:p>
              <a:pPr algn="ctr"/>
              <a:r>
                <a:rPr lang="zh-CN" altLang="en-US" sz="1400">
                  <a:latin typeface="微软雅黑" panose="020B0503020204020204" pitchFamily="34" charset="-122"/>
                  <a:ea typeface="微软雅黑" panose="020B0503020204020204" pitchFamily="34" charset="-122"/>
                </a:rPr>
                <a:t>使接触面光滑减小摩擦 </a:t>
              </a:r>
            </a:p>
          </p:txBody>
        </p:sp>
        <p:pic>
          <p:nvPicPr>
            <p:cNvPr id="26" name="图片 25">
              <a:extLst>
                <a:ext uri="{FF2B5EF4-FFF2-40B4-BE49-F238E27FC236}">
                  <a16:creationId xmlns:a16="http://schemas.microsoft.com/office/drawing/2014/main" id="{4DF737B5-C601-8C54-EEAC-CC5088BFE75D}"/>
                </a:ext>
              </a:extLst>
            </p:cNvPr>
            <p:cNvPicPr>
              <a:picLocks noChangeAspect="1"/>
            </p:cNvPicPr>
            <p:nvPr>
              <p:custDataLst>
                <p:tags r:id="rId15"/>
              </p:custDataLst>
            </p:nvPr>
          </p:nvPicPr>
          <p:blipFill>
            <a:blip r:embed="rId21"/>
            <a:stretch>
              <a:fillRect/>
            </a:stretch>
          </p:blipFill>
          <p:spPr>
            <a:xfrm>
              <a:off x="1789017" y="2139280"/>
              <a:ext cx="2229466" cy="1527422"/>
            </a:xfrm>
            <a:prstGeom prst="roundRect">
              <a:avLst>
                <a:gd name="adj" fmla="val 0"/>
              </a:avLst>
            </a:prstGeom>
            <a:effectLst>
              <a:softEdge rad="31750"/>
            </a:effectLst>
          </p:spPr>
        </p:pic>
      </p:grpSp>
      <p:pic>
        <p:nvPicPr>
          <p:cNvPr id="27" name="图片 26">
            <a:extLst>
              <a:ext uri="{FF2B5EF4-FFF2-40B4-BE49-F238E27FC236}">
                <a16:creationId xmlns:a16="http://schemas.microsoft.com/office/drawing/2014/main" id="{B0567998-C248-88A4-0FCB-07C13562B0ED}"/>
              </a:ext>
            </a:extLst>
          </p:cNvPr>
          <p:cNvPicPr>
            <a:picLocks noChangeAspect="1"/>
          </p:cNvPicPr>
          <p:nvPr>
            <p:custDataLst>
              <p:tags r:id="rId9"/>
            </p:custDataLst>
          </p:nvPr>
        </p:nvPicPr>
        <p:blipFill>
          <a:blip r:embed="rId22">
            <a:extLst>
              <a:ext uri="{BEBA8EAE-BF5A-486C-A8C5-ECC9F3942E4B}">
                <a14:imgProps xmlns:a14="http://schemas.microsoft.com/office/drawing/2010/main">
                  <a14:imgLayer r:embed="rId23">
                    <a14:imgEffect>
                      <a14:brightnessContrast bright="20000"/>
                    </a14:imgEffect>
                  </a14:imgLayer>
                </a14:imgProps>
              </a:ext>
              <a:ext uri="{28A0092B-C50C-407E-A947-70E740481C1C}">
                <a14:useLocalDpi xmlns:a14="http://schemas.microsoft.com/office/drawing/2010/main" val="0"/>
              </a:ext>
            </a:extLst>
          </a:blip>
          <a:srcRect l="52256"/>
          <a:stretch>
            <a:fillRect/>
          </a:stretch>
        </p:blipFill>
        <p:spPr>
          <a:xfrm>
            <a:off x="4326702" y="919363"/>
            <a:ext cx="2093766" cy="1844157"/>
          </a:xfrm>
          <a:prstGeom prst="rect">
            <a:avLst/>
          </a:prstGeom>
          <a:ln>
            <a:solidFill>
              <a:srgbClr val="9B73B1"/>
            </a:solidFill>
          </a:ln>
        </p:spPr>
      </p:pic>
      <p:grpSp>
        <p:nvGrpSpPr>
          <p:cNvPr id="30" name="组合 29">
            <a:extLst>
              <a:ext uri="{FF2B5EF4-FFF2-40B4-BE49-F238E27FC236}">
                <a16:creationId xmlns:a16="http://schemas.microsoft.com/office/drawing/2014/main" id="{F2A20AC9-E891-5338-4A66-24B6538EB7F7}"/>
              </a:ext>
            </a:extLst>
          </p:cNvPr>
          <p:cNvGrpSpPr/>
          <p:nvPr>
            <p:custDataLst>
              <p:tags r:id="rId10"/>
            </p:custDataLst>
          </p:nvPr>
        </p:nvGrpSpPr>
        <p:grpSpPr>
          <a:xfrm>
            <a:off x="6147954" y="3022658"/>
            <a:ext cx="2578185" cy="1975406"/>
            <a:chOff x="5213235" y="3042977"/>
            <a:chExt cx="2578185" cy="1975406"/>
          </a:xfrm>
        </p:grpSpPr>
        <p:pic>
          <p:nvPicPr>
            <p:cNvPr id="21" name="图片 20">
              <a:extLst>
                <a:ext uri="{FF2B5EF4-FFF2-40B4-BE49-F238E27FC236}">
                  <a16:creationId xmlns:a16="http://schemas.microsoft.com/office/drawing/2014/main" id="{92068DB1-3788-6ABE-15AE-A3794A157B8E}"/>
                </a:ext>
              </a:extLst>
            </p:cNvPr>
            <p:cNvPicPr>
              <a:picLocks noChangeAspect="1"/>
            </p:cNvPicPr>
            <p:nvPr>
              <p:custDataLst>
                <p:tags r:id="rId12"/>
              </p:custDataLst>
            </p:nvPr>
          </p:nvPicPr>
          <p:blipFill>
            <a:blip r:embed="rId24"/>
            <a:stretch>
              <a:fillRect/>
            </a:stretch>
          </p:blipFill>
          <p:spPr>
            <a:xfrm>
              <a:off x="5213235" y="3042977"/>
              <a:ext cx="2578185" cy="1695949"/>
            </a:xfrm>
            <a:prstGeom prst="rect">
              <a:avLst/>
            </a:prstGeom>
          </p:spPr>
        </p:pic>
        <p:sp>
          <p:nvSpPr>
            <p:cNvPr id="29" name="文本框 28">
              <a:extLst>
                <a:ext uri="{FF2B5EF4-FFF2-40B4-BE49-F238E27FC236}">
                  <a16:creationId xmlns:a16="http://schemas.microsoft.com/office/drawing/2014/main" id="{CA53DE85-3932-467B-347C-3309E14A1E14}"/>
                </a:ext>
              </a:extLst>
            </p:cNvPr>
            <p:cNvSpPr txBox="1"/>
            <p:nvPr>
              <p:custDataLst>
                <p:tags r:id="rId13"/>
              </p:custDataLst>
            </p:nvPr>
          </p:nvSpPr>
          <p:spPr>
            <a:xfrm>
              <a:off x="5630734" y="4710606"/>
              <a:ext cx="2025226" cy="307777"/>
            </a:xfrm>
            <a:prstGeom prst="rect">
              <a:avLst/>
            </a:prstGeom>
            <a:noFill/>
          </p:spPr>
          <p:txBody>
            <a:bodyPr wrap="square">
              <a:spAutoFit/>
            </a:bodyPr>
            <a:lstStyle/>
            <a:p>
              <a:r>
                <a:rPr lang="zh-CN" altLang="en-US" sz="1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向机器里加润滑剂</a:t>
              </a:r>
              <a:endParaRPr lang="zh-CN" altLang="en-US"/>
            </a:p>
          </p:txBody>
        </p:sp>
      </p:grpSp>
      <p:sp>
        <p:nvSpPr>
          <p:cNvPr id="31" name="文本框 30">
            <a:extLst>
              <a:ext uri="{FF2B5EF4-FFF2-40B4-BE49-F238E27FC236}">
                <a16:creationId xmlns:a16="http://schemas.microsoft.com/office/drawing/2014/main" id="{4E12021D-71D6-816A-D9A6-8D63C28FE61B}"/>
              </a:ext>
            </a:extLst>
          </p:cNvPr>
          <p:cNvSpPr txBox="1"/>
          <p:nvPr>
            <p:custDataLst>
              <p:tags r:id="rId11"/>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8853590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fade">
                                      <p:cBhvr>
                                        <p:cTn id="16" dur="500"/>
                                        <p:tgtEl>
                                          <p:spTgt spid="27"/>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after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afterGroup">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fade">
                                      <p:cBhvr>
                                        <p:cTn id="29" dur="500"/>
                                        <p:tgtEl>
                                          <p:spTgt spid="4"/>
                                        </p:tgtEl>
                                      </p:cBhvr>
                                    </p:animEffect>
                                  </p:childTnLst>
                                </p:cTn>
                              </p:par>
                            </p:childTnLst>
                          </p:cTn>
                        </p:par>
                      </p:childTnLst>
                    </p:cTn>
                  </p:par>
                  <p:par>
                    <p:cTn id="30" fill="hold" nodeType="clickPar">
                      <p:stCondLst>
                        <p:cond delay="indefinite"/>
                      </p:stCondLst>
                      <p:childTnLst>
                        <p:par>
                          <p:cTn id="31" fill="hold" nodeType="afterGroup">
                            <p:stCondLst>
                              <p:cond delay="0"/>
                            </p:stCondLst>
                            <p:childTnLst>
                              <p:par>
                                <p:cTn id="32" presetID="16" presetClass="entr" presetSubtype="21"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inVertical)">
                                      <p:cBhvr>
                                        <p:cTn id="34" dur="500"/>
                                        <p:tgtEl>
                                          <p:spTgt spid="7"/>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par>
                    <p:cTn id="40" fill="hold" nodeType="clickPar">
                      <p:stCondLst>
                        <p:cond delay="indefinite"/>
                      </p:stCondLst>
                      <p:childTnLst>
                        <p:par>
                          <p:cTn id="41" fill="hold" nodeType="afterGroup">
                            <p:stCondLst>
                              <p:cond delay="0"/>
                            </p:stCondLst>
                            <p:childTnLst>
                              <p:par>
                                <p:cTn id="42" presetID="22" presetClass="entr" presetSubtype="4" fill="hold"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wipe(down)">
                                      <p:cBhvr>
                                        <p:cTn id="44"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p:bldP spid="3" grpId="0"/>
      <p:bldP spid="4" grpId="0"/>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2">
            <a:extLst>
              <a:ext uri="{FF2B5EF4-FFF2-40B4-BE49-F238E27FC236}">
                <a16:creationId xmlns:a16="http://schemas.microsoft.com/office/drawing/2014/main" id="{F45596D3-3445-549D-B33E-BD6A70AF5E7D}"/>
              </a:ext>
            </a:extLst>
          </p:cNvPr>
          <p:cNvSpPr txBox="1"/>
          <p:nvPr>
            <p:custDataLst>
              <p:tags r:id="rId1"/>
            </p:custDataLst>
          </p:nvPr>
        </p:nvSpPr>
        <p:spPr>
          <a:xfrm>
            <a:off x="209976" y="54947"/>
            <a:ext cx="415292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indent="0">
              <a:spcBef>
                <a:spcPct val="0"/>
              </a:spcBef>
              <a:buFontTx/>
              <a:buNone/>
            </a:pPr>
            <a:r>
              <a:rPr lang="zh-CN" altLang="en-US" sz="2000" spc="-120">
                <a:solidFill>
                  <a:schemeClr val="bg1"/>
                </a:solidFill>
                <a:latin typeface="微软雅黑" panose="020B0503020204020204" pitchFamily="34" charset="-122"/>
                <a:ea typeface="微软雅黑" panose="020B0503020204020204" pitchFamily="34" charset="-122"/>
              </a:rPr>
              <a:t>知识点三、增大或减小摩擦的方法</a:t>
            </a:r>
          </a:p>
        </p:txBody>
      </p:sp>
      <p:sp>
        <p:nvSpPr>
          <p:cNvPr id="13" name="Text Box 6">
            <a:extLst>
              <a:ext uri="{FF2B5EF4-FFF2-40B4-BE49-F238E27FC236}">
                <a16:creationId xmlns:a16="http://schemas.microsoft.com/office/drawing/2014/main" id="{1AF62FB2-20C2-A47D-6155-1617DDD9EC2D}"/>
              </a:ext>
            </a:extLst>
          </p:cNvPr>
          <p:cNvSpPr txBox="1">
            <a:spLocks noChangeArrowheads="1"/>
          </p:cNvSpPr>
          <p:nvPr>
            <p:custDataLst>
              <p:tags r:id="rId2"/>
            </p:custDataLst>
          </p:nvPr>
        </p:nvSpPr>
        <p:spPr bwMode="auto">
          <a:xfrm>
            <a:off x="305054" y="569778"/>
            <a:ext cx="4652460" cy="470322"/>
          </a:xfrm>
          <a:prstGeom prst="rect">
            <a:avLst/>
          </a:prstGeom>
          <a:noFill/>
          <a:ln w="9525">
            <a:noFill/>
            <a:miter lim="800000"/>
          </a:ln>
        </p:spPr>
        <p:txBody>
          <a:bodyPr wrap="square">
            <a:spAutoFit/>
          </a:bodyPr>
          <a:lstStyle/>
          <a:p>
            <a:pPr indent="457200">
              <a:lnSpc>
                <a:spcPts val="3200"/>
              </a:lnSpc>
            </a:pPr>
            <a:r>
              <a:rPr lang="en-US" altLang="zh-CN"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减小阻力的创新历程：</a:t>
            </a:r>
          </a:p>
        </p:txBody>
      </p:sp>
      <p:sp>
        <p:nvSpPr>
          <p:cNvPr id="2" name="Text Box 6">
            <a:extLst>
              <a:ext uri="{FF2B5EF4-FFF2-40B4-BE49-F238E27FC236}">
                <a16:creationId xmlns:a16="http://schemas.microsoft.com/office/drawing/2014/main" id="{6FFC9D4F-C140-9875-6B1E-84748C48BDC7}"/>
              </a:ext>
            </a:extLst>
          </p:cNvPr>
          <p:cNvSpPr txBox="1">
            <a:spLocks noChangeArrowheads="1"/>
          </p:cNvSpPr>
          <p:nvPr>
            <p:custDataLst>
              <p:tags r:id="rId3"/>
            </p:custDataLst>
          </p:nvPr>
        </p:nvSpPr>
        <p:spPr bwMode="auto">
          <a:xfrm>
            <a:off x="846840" y="1112551"/>
            <a:ext cx="3038757"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①</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用滚动代替滑动</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 </a:t>
            </a:r>
          </a:p>
        </p:txBody>
      </p:sp>
      <p:sp>
        <p:nvSpPr>
          <p:cNvPr id="3" name="Text Box 6">
            <a:extLst>
              <a:ext uri="{FF2B5EF4-FFF2-40B4-BE49-F238E27FC236}">
                <a16:creationId xmlns:a16="http://schemas.microsoft.com/office/drawing/2014/main" id="{FAFA6B76-7DE1-9E31-8336-2578AC353A17}"/>
              </a:ext>
            </a:extLst>
          </p:cNvPr>
          <p:cNvSpPr txBox="1">
            <a:spLocks noChangeArrowheads="1"/>
          </p:cNvSpPr>
          <p:nvPr>
            <p:custDataLst>
              <p:tags r:id="rId4"/>
            </p:custDataLst>
          </p:nvPr>
        </p:nvSpPr>
        <p:spPr bwMode="auto">
          <a:xfrm>
            <a:off x="846840" y="1525203"/>
            <a:ext cx="3038757" cy="395600"/>
          </a:xfrm>
          <a:prstGeom prst="rect">
            <a:avLst/>
          </a:prstGeom>
          <a:noFill/>
          <a:ln w="9525">
            <a:noFill/>
            <a:miter lim="800000"/>
          </a:ln>
        </p:spPr>
        <p:txBody>
          <a:bodyPr wrap="square" tIns="10774">
            <a:spAutoFit/>
          </a:bodyPr>
          <a:lstStyle/>
          <a:p>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②</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使接触面脱离</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a:extLst>
              <a:ext uri="{FF2B5EF4-FFF2-40B4-BE49-F238E27FC236}">
                <a16:creationId xmlns:a16="http://schemas.microsoft.com/office/drawing/2014/main" id="{163C0CEB-7DBB-9175-0A62-B788CADED87D}"/>
              </a:ext>
            </a:extLst>
          </p:cNvPr>
          <p:cNvGrpSpPr/>
          <p:nvPr>
            <p:custDataLst>
              <p:tags r:id="rId5"/>
            </p:custDataLst>
          </p:nvPr>
        </p:nvGrpSpPr>
        <p:grpSpPr>
          <a:xfrm>
            <a:off x="5703147" y="921289"/>
            <a:ext cx="3440853" cy="2013443"/>
            <a:chOff x="5548781" y="2932862"/>
            <a:chExt cx="3440853" cy="2013443"/>
          </a:xfrm>
        </p:grpSpPr>
        <p:sp>
          <p:nvSpPr>
            <p:cNvPr id="11" name="文本框 10">
              <a:extLst>
                <a:ext uri="{FF2B5EF4-FFF2-40B4-BE49-F238E27FC236}">
                  <a16:creationId xmlns:a16="http://schemas.microsoft.com/office/drawing/2014/main" id="{E2050612-D379-CA34-C53C-176C65ADB8B8}"/>
                </a:ext>
              </a:extLst>
            </p:cNvPr>
            <p:cNvSpPr txBox="1"/>
            <p:nvPr>
              <p:custDataLst>
                <p:tags r:id="rId14"/>
              </p:custDataLst>
            </p:nvPr>
          </p:nvSpPr>
          <p:spPr>
            <a:xfrm>
              <a:off x="7000752" y="4576973"/>
              <a:ext cx="1105517" cy="369332"/>
            </a:xfrm>
            <a:prstGeom prst="rect">
              <a:avLst/>
            </a:prstGeom>
            <a:noFill/>
          </p:spPr>
          <p:txBody>
            <a:bodyPr wrap="square">
              <a:spAutoFit/>
            </a:bodyPr>
            <a:lstStyle/>
            <a:p>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高速列车</a:t>
              </a:r>
            </a:p>
          </p:txBody>
        </p:sp>
        <p:pic>
          <p:nvPicPr>
            <p:cNvPr id="12" name="图片 11">
              <a:extLst>
                <a:ext uri="{FF2B5EF4-FFF2-40B4-BE49-F238E27FC236}">
                  <a16:creationId xmlns:a16="http://schemas.microsoft.com/office/drawing/2014/main" id="{5D2AF40B-8011-5262-B76E-EC05FF3C3104}"/>
                </a:ext>
              </a:extLst>
            </p:cNvPr>
            <p:cNvPicPr>
              <a:picLocks noChangeAspect="1"/>
            </p:cNvPicPr>
            <p:nvPr>
              <p:custDataLst>
                <p:tags r:id="rId15"/>
              </p:custDataLst>
            </p:nvPr>
          </p:nvPicPr>
          <p:blipFill>
            <a:blip r:embed="rId17"/>
            <a:stretch>
              <a:fillRect/>
            </a:stretch>
          </p:blipFill>
          <p:spPr>
            <a:xfrm>
              <a:off x="5548781" y="2932862"/>
              <a:ext cx="3440853" cy="1683363"/>
            </a:xfrm>
            <a:prstGeom prst="rect">
              <a:avLst/>
            </a:prstGeom>
            <a:effectLst>
              <a:softEdge rad="31750"/>
            </a:effectLst>
          </p:spPr>
        </p:pic>
      </p:grpSp>
      <p:grpSp>
        <p:nvGrpSpPr>
          <p:cNvPr id="14" name="组合 13">
            <a:extLst>
              <a:ext uri="{FF2B5EF4-FFF2-40B4-BE49-F238E27FC236}">
                <a16:creationId xmlns:a16="http://schemas.microsoft.com/office/drawing/2014/main" id="{2F74DB24-6E27-D535-1024-95E84C2AF7C4}"/>
              </a:ext>
            </a:extLst>
          </p:cNvPr>
          <p:cNvGrpSpPr/>
          <p:nvPr>
            <p:custDataLst>
              <p:tags r:id="rId6"/>
            </p:custDataLst>
          </p:nvPr>
        </p:nvGrpSpPr>
        <p:grpSpPr>
          <a:xfrm>
            <a:off x="499509" y="2949783"/>
            <a:ext cx="2780959" cy="2060731"/>
            <a:chOff x="5953027" y="2914749"/>
            <a:chExt cx="2780959" cy="2060731"/>
          </a:xfrm>
        </p:grpSpPr>
        <p:pic>
          <p:nvPicPr>
            <p:cNvPr id="15" name="图片 14">
              <a:extLst>
                <a:ext uri="{FF2B5EF4-FFF2-40B4-BE49-F238E27FC236}">
                  <a16:creationId xmlns:a16="http://schemas.microsoft.com/office/drawing/2014/main" id="{48445218-2172-61E5-70B8-7AD209A3822C}"/>
                </a:ext>
              </a:extLst>
            </p:cNvPr>
            <p:cNvPicPr>
              <a:picLocks noChangeAspect="1"/>
            </p:cNvPicPr>
            <p:nvPr>
              <p:custDataLst>
                <p:tags r:id="rId12"/>
              </p:custDataLst>
            </p:nvPr>
          </p:nvPicPr>
          <p:blipFill>
            <a:blip r:embed="rId18"/>
            <a:stretch>
              <a:fillRect/>
            </a:stretch>
          </p:blipFill>
          <p:spPr>
            <a:xfrm>
              <a:off x="5953027" y="2914749"/>
              <a:ext cx="2780959" cy="1683363"/>
            </a:xfrm>
            <a:prstGeom prst="rect">
              <a:avLst/>
            </a:prstGeom>
            <a:effectLst>
              <a:softEdge rad="31750"/>
            </a:effectLst>
          </p:spPr>
        </p:pic>
        <p:sp>
          <p:nvSpPr>
            <p:cNvPr id="16" name="文本框 15">
              <a:extLst>
                <a:ext uri="{FF2B5EF4-FFF2-40B4-BE49-F238E27FC236}">
                  <a16:creationId xmlns:a16="http://schemas.microsoft.com/office/drawing/2014/main" id="{BBA61668-E9A3-EF1F-D280-8B022A973680}"/>
                </a:ext>
              </a:extLst>
            </p:cNvPr>
            <p:cNvSpPr txBox="1"/>
            <p:nvPr>
              <p:custDataLst>
                <p:tags r:id="rId13"/>
              </p:custDataLst>
            </p:nvPr>
          </p:nvSpPr>
          <p:spPr>
            <a:xfrm>
              <a:off x="6061402" y="4606148"/>
              <a:ext cx="2358698" cy="369332"/>
            </a:xfrm>
            <a:prstGeom prst="rect">
              <a:avLst/>
            </a:prstGeom>
            <a:noFill/>
          </p:spPr>
          <p:txBody>
            <a:bodyPr wrap="square">
              <a:spAutoFit/>
            </a:bodyPr>
            <a:lstStyle/>
            <a:p>
              <a:pPr algn="ctr"/>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兵马俑的青铜战车</a:t>
              </a:r>
            </a:p>
          </p:txBody>
        </p:sp>
      </p:grpSp>
      <p:sp>
        <p:nvSpPr>
          <p:cNvPr id="17" name="文本框 16">
            <a:extLst>
              <a:ext uri="{FF2B5EF4-FFF2-40B4-BE49-F238E27FC236}">
                <a16:creationId xmlns:a16="http://schemas.microsoft.com/office/drawing/2014/main" id="{96A33011-134F-E16E-E274-83B1F3A998B2}"/>
              </a:ext>
            </a:extLst>
          </p:cNvPr>
          <p:cNvSpPr txBox="1"/>
          <p:nvPr>
            <p:custDataLst>
              <p:tags r:id="rId7"/>
            </p:custDataLst>
          </p:nvPr>
        </p:nvSpPr>
        <p:spPr>
          <a:xfrm>
            <a:off x="846840" y="1937856"/>
            <a:ext cx="3624386" cy="430887"/>
          </a:xfrm>
          <a:prstGeom prst="rect">
            <a:avLst/>
          </a:prstGeom>
          <a:noFill/>
        </p:spPr>
        <p:txBody>
          <a:bodyPr wrap="square">
            <a:spAutoFit/>
          </a:bodyPr>
          <a:lstStyle/>
          <a:p>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③流线型外形的交通工具</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200">
              <a:solidFill>
                <a:srgbClr val="002060"/>
              </a:solidFill>
            </a:endParaRPr>
          </a:p>
        </p:txBody>
      </p:sp>
      <p:grpSp>
        <p:nvGrpSpPr>
          <p:cNvPr id="20" name="组合 19">
            <a:extLst>
              <a:ext uri="{FF2B5EF4-FFF2-40B4-BE49-F238E27FC236}">
                <a16:creationId xmlns:a16="http://schemas.microsoft.com/office/drawing/2014/main" id="{FCB34DFE-8357-83DB-E998-1D8FE28FEF28}"/>
              </a:ext>
            </a:extLst>
          </p:cNvPr>
          <p:cNvGrpSpPr/>
          <p:nvPr>
            <p:custDataLst>
              <p:tags r:id="rId8"/>
            </p:custDataLst>
          </p:nvPr>
        </p:nvGrpSpPr>
        <p:grpSpPr>
          <a:xfrm>
            <a:off x="3265739" y="2577043"/>
            <a:ext cx="3624386" cy="2046099"/>
            <a:chOff x="3078659" y="1976202"/>
            <a:chExt cx="3624386" cy="2046099"/>
          </a:xfrm>
        </p:grpSpPr>
        <p:pic>
          <p:nvPicPr>
            <p:cNvPr id="18" name="图片 17">
              <a:extLst>
                <a:ext uri="{FF2B5EF4-FFF2-40B4-BE49-F238E27FC236}">
                  <a16:creationId xmlns:a16="http://schemas.microsoft.com/office/drawing/2014/main" id="{935311E1-3527-D74A-99C4-677C942F6808}"/>
                </a:ext>
              </a:extLst>
            </p:cNvPr>
            <p:cNvPicPr>
              <a:picLocks noChangeAspect="1"/>
            </p:cNvPicPr>
            <p:nvPr>
              <p:custDataLst>
                <p:tags r:id="rId10"/>
              </p:custDataLst>
            </p:nvPr>
          </p:nvPicPr>
          <p:blipFill>
            <a:blip r:embed="rId19"/>
            <a:stretch>
              <a:fillRect/>
            </a:stretch>
          </p:blipFill>
          <p:spPr>
            <a:xfrm>
              <a:off x="3078659" y="1976202"/>
              <a:ext cx="3624386" cy="1661078"/>
            </a:xfrm>
            <a:prstGeom prst="rect">
              <a:avLst/>
            </a:prstGeom>
            <a:effectLst>
              <a:softEdge rad="31750"/>
            </a:effectLst>
          </p:spPr>
        </p:pic>
        <p:sp>
          <p:nvSpPr>
            <p:cNvPr id="19" name="文本框 18">
              <a:extLst>
                <a:ext uri="{FF2B5EF4-FFF2-40B4-BE49-F238E27FC236}">
                  <a16:creationId xmlns:a16="http://schemas.microsoft.com/office/drawing/2014/main" id="{F007D3EA-3E8E-20C6-9EE8-A1FC63611A8A}"/>
                </a:ext>
              </a:extLst>
            </p:cNvPr>
            <p:cNvSpPr txBox="1"/>
            <p:nvPr>
              <p:custDataLst>
                <p:tags r:id="rId11"/>
              </p:custDataLst>
            </p:nvPr>
          </p:nvSpPr>
          <p:spPr>
            <a:xfrm>
              <a:off x="3908629" y="3652969"/>
              <a:ext cx="2126412" cy="369332"/>
            </a:xfrm>
            <a:prstGeom prst="rect">
              <a:avLst/>
            </a:prstGeom>
            <a:noFill/>
          </p:spPr>
          <p:txBody>
            <a:bodyPr wrap="square">
              <a:spAutoFit/>
            </a:bodyPr>
            <a:lstStyle/>
            <a:p>
              <a:r>
                <a:rPr lang="zh-CN" altLang="en-US" sz="18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上海磁悬浮列车</a:t>
              </a:r>
            </a:p>
          </p:txBody>
        </p:sp>
      </p:grpSp>
      <p:sp>
        <p:nvSpPr>
          <p:cNvPr id="23" name="文本框 22">
            <a:extLst>
              <a:ext uri="{FF2B5EF4-FFF2-40B4-BE49-F238E27FC236}">
                <a16:creationId xmlns:a16="http://schemas.microsoft.com/office/drawing/2014/main" id="{30C04F45-F2C7-134B-469C-A198B9C6348C}"/>
              </a:ext>
            </a:extLst>
          </p:cNvPr>
          <p:cNvSpPr txBox="1"/>
          <p:nvPr>
            <p:custDataLst>
              <p:tags r:id="rId9"/>
            </p:custDataLst>
          </p:nvPr>
        </p:nvSpPr>
        <p:spPr>
          <a:xfrm>
            <a:off x="6515946" y="26829"/>
            <a:ext cx="2565189" cy="400110"/>
          </a:xfrm>
          <a:prstGeom prst="rect">
            <a:avLst/>
          </a:prstGeom>
          <a:noFill/>
        </p:spPr>
        <p:txBody>
          <a:bodyPr wrap="square">
            <a:spAutoFit/>
          </a:bodyPr>
          <a:lstStyle/>
          <a:p>
            <a:pPr lvl="0" algn="r">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摩擦力</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1067922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afterGroup">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par>
                    <p:cTn id="17" fill="hold" nodeType="clickPar">
                      <p:stCondLst>
                        <p:cond delay="indefinite"/>
                      </p:stCondLst>
                      <p:childTnLst>
                        <p:par>
                          <p:cTn id="18" fill="hold" nodeType="after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afterGroup">
                            <p:stCondLst>
                              <p:cond delay="0"/>
                            </p:stCondLst>
                            <p:childTnLst>
                              <p:par>
                                <p:cTn id="23" presetID="16" presetClass="entr" presetSubtype="37"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barn(outVertical)">
                                      <p:cBhvr>
                                        <p:cTn id="25" dur="500"/>
                                        <p:tgtEl>
                                          <p:spTgt spid="20"/>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down)">
                                      <p:cBhvr>
                                        <p:cTn id="30" dur="500"/>
                                        <p:tgtEl>
                                          <p:spTgt spid="17"/>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16" presetClass="entr" presetSubtype="21"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 grpId="0"/>
      <p:bldP spid="3" grpId="0"/>
      <p:bldP spid="1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E021BAA-78C8-D8C8-DE43-5A78A2AB4A82}"/>
              </a:ext>
            </a:extLst>
          </p:cNvPr>
          <p:cNvSpPr txBox="1"/>
          <p:nvPr>
            <p:custDataLst>
              <p:tags r:id="rId1"/>
            </p:custDataLst>
          </p:nvPr>
        </p:nvSpPr>
        <p:spPr>
          <a:xfrm>
            <a:off x="297180" y="510723"/>
            <a:ext cx="8991968" cy="1249445"/>
          </a:xfrm>
          <a:prstGeom prst="rect">
            <a:avLst/>
          </a:prstGeom>
          <a:noFill/>
        </p:spPr>
        <p:txBody>
          <a:bodyPr wrap="square">
            <a:spAutoFit/>
          </a:bodyPr>
          <a:lstStyle/>
          <a:p>
            <a:pPr marL="0" marR="0" lvl="0" indent="456103" algn="l" defTabSz="685160" rtl="0" eaLnBrk="1" fontAlgn="auto" latinLnBrk="0" hangingPunct="1">
              <a:lnSpc>
                <a:spcPts val="3100"/>
              </a:lnSpc>
              <a:spcBef>
                <a:spcPct val="0"/>
              </a:spcBef>
              <a:spcAft>
                <a:spcPct val="0"/>
              </a:spcAft>
              <a:buClrTx/>
              <a:buSzTx/>
              <a:buFontTx/>
              <a:buNone/>
              <a:defRPr/>
            </a:pPr>
            <a:r>
              <a:rPr kumimoji="0" lang="en-US" altLang="zh-CN"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如图所示的各种做法，属于减小摩擦的是（    　）</a:t>
            </a:r>
          </a:p>
          <a:p>
            <a:pPr marL="0" marR="0" lvl="0" indent="576000" algn="l" defTabSz="685160" rtl="0" eaLnBrk="1" fontAlgn="auto" latinLnBrk="0" hangingPunct="1">
              <a:lnSpc>
                <a:spcPts val="3100"/>
              </a:lnSpc>
              <a:spcBef>
                <a:spcPct val="0"/>
              </a:spcBef>
              <a:spcAft>
                <a:spcPct val="0"/>
              </a:spcAft>
              <a:buClrTx/>
              <a:buSzTx/>
              <a:buFontTx/>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  </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举重前在手上涂防滑粉          </a:t>
            </a: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．鞋底上印有花纹</a:t>
            </a:r>
          </a:p>
          <a:p>
            <a:pPr marL="0" marR="0" lvl="0" indent="576000" algn="l" defTabSz="685160" rtl="0" eaLnBrk="1" fontAlgn="auto" latinLnBrk="0" hangingPunct="1">
              <a:lnSpc>
                <a:spcPts val="3100"/>
              </a:lnSpc>
              <a:spcBef>
                <a:spcPct val="0"/>
              </a:spcBef>
              <a:spcAft>
                <a:spcPct val="0"/>
              </a:spcAft>
              <a:buClrTx/>
              <a:buSzTx/>
              <a:buFontTx/>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．刹车时用力捏紧车闸             </a:t>
            </a: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．给自行车轴加润滑油</a:t>
            </a:r>
          </a:p>
        </p:txBody>
      </p:sp>
      <p:sp>
        <p:nvSpPr>
          <p:cNvPr id="7" name="文本框 6">
            <a:extLst>
              <a:ext uri="{FF2B5EF4-FFF2-40B4-BE49-F238E27FC236}">
                <a16:creationId xmlns:a16="http://schemas.microsoft.com/office/drawing/2014/main" id="{BA1B0A4D-CC23-A5B7-BFD4-B5B5DE7581AB}"/>
              </a:ext>
            </a:extLst>
          </p:cNvPr>
          <p:cNvSpPr txBox="1"/>
          <p:nvPr>
            <p:custDataLst>
              <p:tags r:id="rId2"/>
            </p:custDataLst>
          </p:nvPr>
        </p:nvSpPr>
        <p:spPr>
          <a:xfrm>
            <a:off x="7175799" y="522953"/>
            <a:ext cx="786484" cy="415498"/>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100" b="0" i="0" u="none" strike="noStrike" kern="1200" cap="none" spc="0" normalizeH="0" baseline="0" noProof="0">
                <a:ln>
                  <a:noFill/>
                </a:ln>
                <a:solidFill>
                  <a:srgbClr val="C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Arial" panose="020B0604020202020204" pitchFamily="34" charset="0"/>
              </a:rPr>
              <a:t>D</a:t>
            </a:r>
            <a:endParaRPr kumimoji="0" lang="zh-CN" altLang="en-US" sz="2100" b="0" i="0" u="none" strike="noStrike" kern="1200" cap="none" spc="0" normalizeH="0" baseline="0" noProof="0">
              <a:ln>
                <a:noFill/>
              </a:ln>
              <a:solidFill>
                <a:srgbClr val="C00000"/>
              </a:solidFill>
              <a:effectLst/>
              <a:uLnTx/>
              <a:uFillTx/>
              <a:latin typeface="Times New Roman"/>
              <a:ea typeface="微软雅黑"/>
              <a:cs typeface="+mn-cs"/>
            </a:endParaRPr>
          </a:p>
        </p:txBody>
      </p:sp>
      <p:sp>
        <p:nvSpPr>
          <p:cNvPr id="8" name="文本框 7">
            <a:extLst>
              <a:ext uri="{FF2B5EF4-FFF2-40B4-BE49-F238E27FC236}">
                <a16:creationId xmlns:a16="http://schemas.microsoft.com/office/drawing/2014/main" id="{7FA9EF72-34A2-F1AD-B398-D5DC4F537981}"/>
              </a:ext>
            </a:extLst>
          </p:cNvPr>
          <p:cNvSpPr txBox="1"/>
          <p:nvPr>
            <p:custDataLst>
              <p:tags r:id="rId3"/>
            </p:custDataLst>
          </p:nvPr>
        </p:nvSpPr>
        <p:spPr>
          <a:xfrm>
            <a:off x="710153" y="38358"/>
            <a:ext cx="1726554" cy="415498"/>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zh-CN" altLang="en-US" sz="2100" b="1" i="0" u="none" strike="noStrike" kern="1200" cap="none" spc="0" normalizeH="0" baseline="0" noProof="0">
              <a:ln>
                <a:noFill/>
              </a:ln>
              <a:solidFill>
                <a:prstClr val="white"/>
              </a:solidFill>
              <a:effectLst/>
              <a:uLnTx/>
              <a:uFillTx/>
              <a:latin typeface="Century Gothic" panose="020F0302020204030204"/>
              <a:ea typeface="宋体" panose="02010600030101010101" pitchFamily="2" charset="-122"/>
              <a:cs typeface="+mn-cs"/>
            </a:endParaRPr>
          </a:p>
        </p:txBody>
      </p:sp>
      <p:sp>
        <p:nvSpPr>
          <p:cNvPr id="3" name="文本框 2">
            <a:extLst>
              <a:ext uri="{FF2B5EF4-FFF2-40B4-BE49-F238E27FC236}">
                <a16:creationId xmlns:a16="http://schemas.microsoft.com/office/drawing/2014/main" id="{763B03E3-24EB-06BB-9A31-D6F2AD38B5DB}"/>
              </a:ext>
            </a:extLst>
          </p:cNvPr>
          <p:cNvSpPr txBox="1"/>
          <p:nvPr>
            <p:custDataLst>
              <p:tags r:id="rId4"/>
            </p:custDataLst>
          </p:nvPr>
        </p:nvSpPr>
        <p:spPr>
          <a:xfrm>
            <a:off x="5547360" y="-47674"/>
            <a:ext cx="3533776" cy="508794"/>
          </a:xfrm>
          <a:prstGeom prst="rect">
            <a:avLst/>
          </a:prstGeom>
          <a:noFill/>
        </p:spPr>
        <p:txBody>
          <a:bodyPr wrap="square">
            <a:spAutoFit/>
          </a:bodyPr>
          <a:lstStyle/>
          <a:p>
            <a:pPr marL="0" marR="0" lvl="0" indent="0" algn="r" defTabSz="685160" rtl="0" eaLnBrk="1" fontAlgn="auto" latinLnBrk="0" hangingPunct="1">
              <a:lnSpc>
                <a:spcPts val="36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探索更小的微粒</a:t>
            </a:r>
          </a:p>
        </p:txBody>
      </p:sp>
      <p:pic>
        <p:nvPicPr>
          <p:cNvPr id="5" name="图片 4">
            <a:extLst>
              <a:ext uri="{FF2B5EF4-FFF2-40B4-BE49-F238E27FC236}">
                <a16:creationId xmlns:a16="http://schemas.microsoft.com/office/drawing/2014/main" id="{42CC516F-009D-6B05-00FF-32A098E77C36}"/>
              </a:ext>
            </a:extLst>
          </p:cNvPr>
          <p:cNvPicPr>
            <a:picLocks noChangeAspect="1"/>
          </p:cNvPicPr>
          <p:nvPr>
            <p:custDataLst>
              <p:tags r:id="rId5"/>
            </p:custDataLst>
          </p:nvPr>
        </p:nvPicPr>
        <p:blipFill>
          <a:blip r:embed="rId15"/>
          <a:stretch>
            <a:fillRect/>
          </a:stretch>
        </p:blipFill>
        <p:spPr>
          <a:xfrm>
            <a:off x="1239496" y="1773892"/>
            <a:ext cx="1419225" cy="952500"/>
          </a:xfrm>
          <a:prstGeom prst="rect">
            <a:avLst/>
          </a:prstGeom>
          <a:effectLst>
            <a:softEdge rad="31750"/>
          </a:effectLst>
        </p:spPr>
      </p:pic>
      <p:pic>
        <p:nvPicPr>
          <p:cNvPr id="6" name="图片 5">
            <a:extLst>
              <a:ext uri="{FF2B5EF4-FFF2-40B4-BE49-F238E27FC236}">
                <a16:creationId xmlns:a16="http://schemas.microsoft.com/office/drawing/2014/main" id="{8CD3FA07-F9CE-E9D0-34F1-7AC2FE863091}"/>
              </a:ext>
            </a:extLst>
          </p:cNvPr>
          <p:cNvPicPr>
            <a:picLocks noChangeAspect="1"/>
          </p:cNvPicPr>
          <p:nvPr>
            <p:custDataLst>
              <p:tags r:id="rId6"/>
            </p:custDataLst>
          </p:nvPr>
        </p:nvPicPr>
        <p:blipFill>
          <a:blip r:embed="rId16"/>
          <a:stretch>
            <a:fillRect/>
          </a:stretch>
        </p:blipFill>
        <p:spPr>
          <a:xfrm>
            <a:off x="2986036" y="1745317"/>
            <a:ext cx="1028700" cy="1009650"/>
          </a:xfrm>
          <a:prstGeom prst="rect">
            <a:avLst/>
          </a:prstGeom>
        </p:spPr>
      </p:pic>
      <p:pic>
        <p:nvPicPr>
          <p:cNvPr id="9" name="图片 8">
            <a:extLst>
              <a:ext uri="{FF2B5EF4-FFF2-40B4-BE49-F238E27FC236}">
                <a16:creationId xmlns:a16="http://schemas.microsoft.com/office/drawing/2014/main" id="{3105BC77-C06F-35E4-DC3D-C288BA915C50}"/>
              </a:ext>
            </a:extLst>
          </p:cNvPr>
          <p:cNvPicPr>
            <a:picLocks noChangeAspect="1"/>
          </p:cNvPicPr>
          <p:nvPr>
            <p:custDataLst>
              <p:tags r:id="rId7"/>
            </p:custDataLst>
          </p:nvPr>
        </p:nvPicPr>
        <p:blipFill>
          <a:blip r:embed="rId17"/>
          <a:stretch>
            <a:fillRect/>
          </a:stretch>
        </p:blipFill>
        <p:spPr>
          <a:xfrm>
            <a:off x="4460398" y="1798720"/>
            <a:ext cx="1281855" cy="949522"/>
          </a:xfrm>
          <a:prstGeom prst="rect">
            <a:avLst/>
          </a:prstGeom>
          <a:effectLst>
            <a:softEdge rad="31750"/>
          </a:effectLst>
        </p:spPr>
      </p:pic>
      <p:pic>
        <p:nvPicPr>
          <p:cNvPr id="10" name="图片 9">
            <a:extLst>
              <a:ext uri="{FF2B5EF4-FFF2-40B4-BE49-F238E27FC236}">
                <a16:creationId xmlns:a16="http://schemas.microsoft.com/office/drawing/2014/main" id="{5A834656-00C9-76E4-CFBF-BFF95D2D30E8}"/>
              </a:ext>
            </a:extLst>
          </p:cNvPr>
          <p:cNvPicPr>
            <a:picLocks noChangeAspect="1"/>
          </p:cNvPicPr>
          <p:nvPr>
            <p:custDataLst>
              <p:tags r:id="rId8"/>
            </p:custDataLst>
          </p:nvPr>
        </p:nvPicPr>
        <p:blipFill>
          <a:blip r:embed="rId18"/>
          <a:stretch>
            <a:fillRect/>
          </a:stretch>
        </p:blipFill>
        <p:spPr>
          <a:xfrm>
            <a:off x="6279356" y="1791456"/>
            <a:ext cx="1419225" cy="963511"/>
          </a:xfrm>
          <a:prstGeom prst="rect">
            <a:avLst/>
          </a:prstGeom>
          <a:effectLst>
            <a:softEdge rad="31750"/>
          </a:effectLst>
        </p:spPr>
      </p:pic>
      <p:grpSp>
        <p:nvGrpSpPr>
          <p:cNvPr id="11" name="组合 10">
            <a:extLst>
              <a:ext uri="{FF2B5EF4-FFF2-40B4-BE49-F238E27FC236}">
                <a16:creationId xmlns:a16="http://schemas.microsoft.com/office/drawing/2014/main" id="{872CABC0-9999-17BD-02C0-7D3E8BDCBF92}"/>
              </a:ext>
            </a:extLst>
          </p:cNvPr>
          <p:cNvGrpSpPr/>
          <p:nvPr>
            <p:custDataLst>
              <p:tags r:id="rId9"/>
            </p:custDataLst>
          </p:nvPr>
        </p:nvGrpSpPr>
        <p:grpSpPr>
          <a:xfrm>
            <a:off x="90851" y="2880360"/>
            <a:ext cx="8962298" cy="2117505"/>
            <a:chOff x="276531" y="3229863"/>
            <a:chExt cx="8794140" cy="1756704"/>
          </a:xfrm>
        </p:grpSpPr>
        <p:sp>
          <p:nvSpPr>
            <p:cNvPr id="12" name="矩形 37">
              <a:extLst>
                <a:ext uri="{FF2B5EF4-FFF2-40B4-BE49-F238E27FC236}">
                  <a16:creationId xmlns:a16="http://schemas.microsoft.com/office/drawing/2014/main" id="{B747B380-7F6D-F22D-C6BA-392C7CFFE439}"/>
                </a:ext>
              </a:extLst>
            </p:cNvPr>
            <p:cNvSpPr>
              <a:spLocks noChangeArrowheads="1"/>
            </p:cNvSpPr>
            <p:nvPr>
              <p:custDataLst>
                <p:tags r:id="rId12"/>
              </p:custDataLst>
            </p:nvPr>
          </p:nvSpPr>
          <p:spPr bwMode="auto">
            <a:xfrm>
              <a:off x="276531" y="3229863"/>
              <a:ext cx="8794140" cy="1756704"/>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3235AB63-09F9-52F6-66C4-A89440C4005D}"/>
                </a:ext>
              </a:extLst>
            </p:cNvPr>
            <p:cNvPicPr>
              <a:picLocks noChangeAspect="1"/>
            </p:cNvPicPr>
            <p:nvPr>
              <p:custDataLst>
                <p:tags r:id="rId13"/>
              </p:custDataLst>
            </p:nvPr>
          </p:nvPicPr>
          <p:blipFill>
            <a:blip r:embed="rId19"/>
            <a:srcRect l="16093" t="19040" r="16095" b="25092"/>
            <a:stretch>
              <a:fillRect/>
            </a:stretch>
          </p:blipFill>
          <p:spPr>
            <a:xfrm>
              <a:off x="276531" y="3261151"/>
              <a:ext cx="799309" cy="360653"/>
            </a:xfrm>
            <a:prstGeom prst="rect">
              <a:avLst/>
            </a:prstGeom>
          </p:spPr>
        </p:pic>
      </p:grpSp>
      <p:sp>
        <p:nvSpPr>
          <p:cNvPr id="14" name="文本框 13">
            <a:extLst>
              <a:ext uri="{FF2B5EF4-FFF2-40B4-BE49-F238E27FC236}">
                <a16:creationId xmlns:a16="http://schemas.microsoft.com/office/drawing/2014/main" id="{D9DC37BA-8AD3-7F08-39DD-644D58A2F342}"/>
              </a:ext>
            </a:extLst>
          </p:cNvPr>
          <p:cNvSpPr txBox="1"/>
          <p:nvPr>
            <p:custDataLst>
              <p:tags r:id="rId10"/>
            </p:custDataLst>
          </p:nvPr>
        </p:nvSpPr>
        <p:spPr>
          <a:xfrm>
            <a:off x="0" y="3172313"/>
            <a:ext cx="8870269" cy="1547796"/>
          </a:xfrm>
          <a:prstGeom prst="rect">
            <a:avLst/>
          </a:prstGeom>
          <a:noFill/>
        </p:spPr>
        <p:txBody>
          <a:bodyPr wrap="square">
            <a:spAutoFit/>
          </a:bodyPr>
          <a:lstStyle/>
          <a:p>
            <a:pPr marL="0" marR="0" lvl="0" indent="457200" algn="l" defTabSz="685160" rtl="0" eaLnBrk="1" fontAlgn="auto" latinLnBrk="0" hangingPunct="1">
              <a:lnSpc>
                <a:spcPts val="2900"/>
              </a:lnSpc>
              <a:spcBef>
                <a:spcPct val="0"/>
              </a:spcBef>
              <a:spcAft>
                <a:spcPct val="0"/>
              </a:spcAft>
              <a:buClrTx/>
              <a:buSzTx/>
              <a:buFontTx/>
              <a:buNone/>
              <a:defRPr/>
            </a:pPr>
            <a:r>
              <a:rPr kumimoji="0" lang="en-US" altLang="zh-CN"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A</a:t>
            </a:r>
            <a:r>
              <a:rPr kumimoji="0" lang="zh-CN" altLang="en-US"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．举重前在手上涂防滑粉，是通过增大接触面的粗糙程度来增大摩擦力；</a:t>
            </a:r>
          </a:p>
          <a:p>
            <a:pPr marL="0" marR="0" lvl="0" indent="457200" algn="l" defTabSz="685160" rtl="0" eaLnBrk="1" fontAlgn="auto" latinLnBrk="0" hangingPunct="1">
              <a:lnSpc>
                <a:spcPts val="2900"/>
              </a:lnSpc>
              <a:spcBef>
                <a:spcPct val="0"/>
              </a:spcBef>
              <a:spcAft>
                <a:spcPct val="0"/>
              </a:spcAft>
              <a:buClrTx/>
              <a:buSzTx/>
              <a:buFontTx/>
              <a:buNone/>
              <a:defRPr/>
            </a:pPr>
            <a:r>
              <a:rPr kumimoji="0" lang="en-US" altLang="zh-CN"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B</a:t>
            </a:r>
            <a:r>
              <a:rPr kumimoji="0" lang="zh-CN" altLang="en-US"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．鞋底上印有花纹，是通过增大接触面的粗糙程度来增大摩擦力；</a:t>
            </a:r>
          </a:p>
          <a:p>
            <a:pPr marL="0" marR="0" lvl="0" indent="457200" algn="l" defTabSz="685160" rtl="0" eaLnBrk="1" fontAlgn="auto" latinLnBrk="0" hangingPunct="1">
              <a:lnSpc>
                <a:spcPts val="2900"/>
              </a:lnSpc>
              <a:spcBef>
                <a:spcPct val="0"/>
              </a:spcBef>
              <a:spcAft>
                <a:spcPct val="0"/>
              </a:spcAft>
              <a:buClrTx/>
              <a:buSzTx/>
              <a:buFontTx/>
              <a:buNone/>
              <a:defRPr/>
            </a:pPr>
            <a:r>
              <a:rPr kumimoji="0" lang="en-US" altLang="zh-CN"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C</a:t>
            </a:r>
            <a:r>
              <a:rPr kumimoji="0" lang="zh-CN" altLang="en-US" sz="2000" b="0" i="0" u="none" strike="noStrike" kern="1200" cap="none" spc="-100" normalizeH="0" baseline="0" noProof="0">
                <a:ln>
                  <a:noFill/>
                </a:ln>
                <a:solidFill>
                  <a:prstClr val="white"/>
                </a:solidFill>
                <a:effectLst/>
                <a:uLnTx/>
                <a:uFillTx/>
                <a:latin typeface="Times New Roman"/>
                <a:ea typeface="微软雅黑"/>
                <a:cs typeface="Times New Roman" panose="02020603050405020304" pitchFamily="18" charset="0"/>
              </a:rPr>
              <a:t>．刹车时用力捏车闸，是通过增大压力来增大摩擦力；</a:t>
            </a:r>
          </a:p>
          <a:p>
            <a:pPr marL="0" marR="0" lvl="0" indent="457200" algn="l" defTabSz="685160" rtl="0" eaLnBrk="1" fontAlgn="auto" latinLnBrk="0" hangingPunct="1">
              <a:lnSpc>
                <a:spcPts val="2900"/>
              </a:lnSpc>
              <a:spcBef>
                <a:spcPct val="0"/>
              </a:spcBef>
              <a:spcAft>
                <a:spcPct val="0"/>
              </a:spcAft>
              <a:buClrTx/>
              <a:buSzTx/>
              <a:buFontTx/>
              <a:buNone/>
              <a:defRPr/>
            </a:pPr>
            <a:r>
              <a:rPr kumimoji="0" lang="en-US" altLang="zh-CN" sz="2000" b="0" i="0" u="none" strike="noStrike" kern="1200" cap="none" spc="-100" normalizeH="0" baseline="0" noProof="0">
                <a:ln>
                  <a:noFill/>
                </a:ln>
                <a:solidFill>
                  <a:srgbClr val="FFFF00"/>
                </a:solidFill>
                <a:effectLst/>
                <a:uLnTx/>
                <a:uFillTx/>
                <a:latin typeface="Times New Roman"/>
                <a:ea typeface="微软雅黑"/>
                <a:cs typeface="Times New Roman" panose="02020603050405020304" pitchFamily="18" charset="0"/>
              </a:rPr>
              <a:t>D</a:t>
            </a:r>
            <a:r>
              <a:rPr kumimoji="0" lang="zh-CN" altLang="en-US" sz="2000" b="0" i="0" u="none" strike="noStrike" kern="1200" cap="none" spc="-100" normalizeH="0" baseline="0" noProof="0">
                <a:ln>
                  <a:noFill/>
                </a:ln>
                <a:solidFill>
                  <a:srgbClr val="FFFF00"/>
                </a:solidFill>
                <a:effectLst/>
                <a:uLnTx/>
                <a:uFillTx/>
                <a:latin typeface="Times New Roman"/>
                <a:ea typeface="微软雅黑"/>
                <a:cs typeface="Times New Roman" panose="02020603050405020304" pitchFamily="18" charset="0"/>
              </a:rPr>
              <a:t>．给自行车轴加润滑油，使接触面脱离，属于减小摩擦，故</a:t>
            </a:r>
            <a:r>
              <a:rPr kumimoji="0" lang="en-US" altLang="zh-CN" sz="2000" b="0" i="0" u="none" strike="noStrike" kern="1200" cap="none" spc="-100" normalizeH="0" baseline="0" noProof="0">
                <a:ln>
                  <a:noFill/>
                </a:ln>
                <a:solidFill>
                  <a:srgbClr val="FFFF00"/>
                </a:solidFill>
                <a:effectLst/>
                <a:uLnTx/>
                <a:uFillTx/>
                <a:latin typeface="Times New Roman"/>
                <a:ea typeface="微软雅黑"/>
                <a:cs typeface="Times New Roman" panose="02020603050405020304" pitchFamily="18" charset="0"/>
              </a:rPr>
              <a:t>D</a:t>
            </a:r>
            <a:r>
              <a:rPr kumimoji="0" lang="zh-CN" altLang="en-US" sz="2000" b="0" i="0" u="none" strike="noStrike" kern="1200" cap="none" spc="-100" normalizeH="0" baseline="0" noProof="0">
                <a:ln>
                  <a:noFill/>
                </a:ln>
                <a:solidFill>
                  <a:srgbClr val="FFFF00"/>
                </a:solidFill>
                <a:effectLst/>
                <a:uLnTx/>
                <a:uFillTx/>
                <a:latin typeface="Times New Roman"/>
                <a:ea typeface="微软雅黑"/>
                <a:cs typeface="Times New Roman" panose="02020603050405020304" pitchFamily="18" charset="0"/>
              </a:rPr>
              <a:t>符合题意。</a:t>
            </a:r>
          </a:p>
        </p:txBody>
      </p:sp>
      <p:sp>
        <p:nvSpPr>
          <p:cNvPr id="15" name="文本框 14">
            <a:extLst>
              <a:ext uri="{FF2B5EF4-FFF2-40B4-BE49-F238E27FC236}">
                <a16:creationId xmlns:a16="http://schemas.microsoft.com/office/drawing/2014/main" id="{4E079286-E9E4-093C-37C4-AFB2AFF8D0F8}"/>
              </a:ext>
            </a:extLst>
          </p:cNvPr>
          <p:cNvSpPr txBox="1"/>
          <p:nvPr>
            <p:custDataLst>
              <p:tags r:id="rId11"/>
            </p:custDataLst>
          </p:nvPr>
        </p:nvSpPr>
        <p:spPr>
          <a:xfrm>
            <a:off x="7569630" y="3875159"/>
            <a:ext cx="1392079" cy="400110"/>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所以选</a:t>
            </a:r>
            <a:r>
              <a:rPr kumimoji="0" lang="en-US" altLang="zh-CN" sz="2000" b="1" i="0" u="none" strike="noStrike" kern="1200" cap="none" spc="0" normalizeH="0" baseline="0" noProof="0">
                <a:ln>
                  <a:noFill/>
                </a:ln>
                <a:solidFill>
                  <a:srgbClr val="FFC000"/>
                </a:solidFill>
                <a:effectLst/>
                <a:uLnTx/>
                <a:uFillTx/>
                <a:latin typeface="Times New Roman"/>
                <a:ea typeface="微软雅黑"/>
                <a:cs typeface="Times New Roman" panose="02020603050405020304" pitchFamily="18" charset="0"/>
              </a:rPr>
              <a:t>D</a:t>
            </a:r>
            <a:endParaRPr kumimoji="0" lang="zh-CN" altLang="en-US" sz="1349" b="0" i="0" u="none" strike="noStrike" kern="1200" cap="none" spc="0" normalizeH="0" baseline="0" noProof="0">
              <a:ln>
                <a:noFill/>
              </a:ln>
              <a:solidFill>
                <a:prstClr val="black"/>
              </a:solidFill>
              <a:effectLst/>
              <a:uLnTx/>
              <a:uFillTx/>
              <a:latin typeface="Times New Roman"/>
              <a:ea typeface="微软雅黑"/>
              <a:cs typeface="+mn-cs"/>
            </a:endParaRPr>
          </a:p>
        </p:txBody>
      </p:sp>
    </p:spTree>
    <p:extLst>
      <p:ext uri="{BB962C8B-B14F-4D97-AF65-F5344CB8AC3E}">
        <p14:creationId xmlns:p14="http://schemas.microsoft.com/office/powerpoint/2010/main" val="218899344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blinds(horizontal)">
                                      <p:cBhvr>
                                        <p:cTn id="12" dur="500"/>
                                        <p:tgtEl>
                                          <p:spTgt spid="14">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blinds(horizontal)">
                                      <p:cBhvr>
                                        <p:cTn id="17" dur="500"/>
                                        <p:tgtEl>
                                          <p:spTgt spid="14">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blinds(horizontal)">
                                      <p:cBhvr>
                                        <p:cTn id="22" dur="500"/>
                                        <p:tgtEl>
                                          <p:spTgt spid="14">
                                            <p:txEl>
                                              <p:pRg st="2" end="2"/>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
                                            <p:txEl>
                                              <p:pRg st="3" end="3"/>
                                            </p:txEl>
                                          </p:spTgt>
                                        </p:tgtEl>
                                        <p:attrNameLst>
                                          <p:attrName>style.visibility</p:attrName>
                                        </p:attrNameLst>
                                      </p:cBhvr>
                                      <p:to>
                                        <p:strVal val="visible"/>
                                      </p:to>
                                    </p:set>
                                    <p:animEffect transition="in" filter="blinds(horizontal)">
                                      <p:cBhvr>
                                        <p:cTn id="27" dur="500"/>
                                        <p:tgtEl>
                                          <p:spTgt spid="14">
                                            <p:txEl>
                                              <p:pRg st="3" end="3"/>
                                            </p:txEl>
                                          </p:spTgt>
                                        </p:tgtEl>
                                      </p:cBhvr>
                                    </p:animEffect>
                                  </p:childTnLst>
                                </p:cTn>
                              </p:par>
                            </p:childTnLst>
                          </p:cTn>
                        </p:par>
                      </p:childTnLst>
                    </p:cTn>
                  </p:par>
                  <p:par>
                    <p:cTn id="28" fill="hold" nodeType="clickPar">
                      <p:stCondLst>
                        <p:cond delay="indefinite"/>
                      </p:stCondLst>
                      <p:childTnLst>
                        <p:par>
                          <p:cTn id="29" fill="hold" nodeType="afterGroup">
                            <p:stCondLst>
                              <p:cond delay="0"/>
                            </p:stCondLst>
                            <p:childTnLst>
                              <p:par>
                                <p:cTn id="30" presetID="26" presetClass="entr" presetSubtype="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435">
                                          <p:stCondLst>
                                            <p:cond delay="0"/>
                                          </p:stCondLst>
                                        </p:cTn>
                                        <p:tgtEl>
                                          <p:spTgt spid="7"/>
                                        </p:tgtEl>
                                      </p:cBhvr>
                                    </p:animEffect>
                                    <p:anim calcmode="lin" valueType="num">
                                      <p:cBhvr>
                                        <p:cTn id="33" dur="1367"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34" dur="498"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35" dur="498" tmFilter="0, 0; 0.125,0.2665; 0.25,0.4; 0.375,0.465; 0.5,0.5;  0.625,0.535; 0.75,0.6; 0.875,0.7335; 1,1">
                                          <p:stCondLst>
                                            <p:cond delay="498"/>
                                          </p:stCondLst>
                                        </p:cTn>
                                        <p:tgtEl>
                                          <p:spTgt spid="7"/>
                                        </p:tgtEl>
                                        <p:attrNameLst>
                                          <p:attrName>ppt_y</p:attrName>
                                        </p:attrNameLst>
                                      </p:cBhvr>
                                      <p:tavLst>
                                        <p:tav tm="0" fmla="#ppt_y-sin(pi*$)/9">
                                          <p:val>
                                            <p:fltVal val="0"/>
                                          </p:val>
                                        </p:tav>
                                        <p:tav tm="100000">
                                          <p:val>
                                            <p:fltVal val="1"/>
                                          </p:val>
                                        </p:tav>
                                      </p:tavLst>
                                    </p:anim>
                                    <p:anim calcmode="lin" valueType="num">
                                      <p:cBhvr>
                                        <p:cTn id="36" dur="249" tmFilter="0, 0; 0.125,0.2665; 0.25,0.4; 0.375,0.465; 0.5,0.5;  0.625,0.535; 0.75,0.6; 0.875,0.7335; 1,1">
                                          <p:stCondLst>
                                            <p:cond delay="993"/>
                                          </p:stCondLst>
                                        </p:cTn>
                                        <p:tgtEl>
                                          <p:spTgt spid="7"/>
                                        </p:tgtEl>
                                        <p:attrNameLst>
                                          <p:attrName>ppt_y</p:attrName>
                                        </p:attrNameLst>
                                      </p:cBhvr>
                                      <p:tavLst>
                                        <p:tav tm="0" fmla="#ppt_y-sin(pi*$)/27">
                                          <p:val>
                                            <p:fltVal val="0"/>
                                          </p:val>
                                        </p:tav>
                                        <p:tav tm="100000">
                                          <p:val>
                                            <p:fltVal val="1"/>
                                          </p:val>
                                        </p:tav>
                                      </p:tavLst>
                                    </p:anim>
                                    <p:anim calcmode="lin" valueType="num">
                                      <p:cBhvr>
                                        <p:cTn id="37" dur="123" tmFilter="0, 0; 0.125,0.2665; 0.25,0.4; 0.375,0.465; 0.5,0.5;  0.625,0.535; 0.75,0.6; 0.875,0.7335; 1,1">
                                          <p:stCondLst>
                                            <p:cond delay="1242"/>
                                          </p:stCondLst>
                                        </p:cTn>
                                        <p:tgtEl>
                                          <p:spTgt spid="7"/>
                                        </p:tgtEl>
                                        <p:attrNameLst>
                                          <p:attrName>ppt_y</p:attrName>
                                        </p:attrNameLst>
                                      </p:cBhvr>
                                      <p:tavLst>
                                        <p:tav tm="0" fmla="#ppt_y-sin(pi*$)/81">
                                          <p:val>
                                            <p:fltVal val="0"/>
                                          </p:val>
                                        </p:tav>
                                        <p:tav tm="100000">
                                          <p:val>
                                            <p:fltVal val="1"/>
                                          </p:val>
                                        </p:tav>
                                      </p:tavLst>
                                    </p:anim>
                                    <p:animScale>
                                      <p:cBhvr>
                                        <p:cTn id="38" dur="20">
                                          <p:stCondLst>
                                            <p:cond delay="487"/>
                                          </p:stCondLst>
                                        </p:cTn>
                                        <p:tgtEl>
                                          <p:spTgt spid="7"/>
                                        </p:tgtEl>
                                      </p:cBhvr>
                                      <p:to x="100000" y="60000"/>
                                    </p:animScale>
                                    <p:animScale>
                                      <p:cBhvr>
                                        <p:cTn id="39" dur="124" decel="50000">
                                          <p:stCondLst>
                                            <p:cond delay="507"/>
                                          </p:stCondLst>
                                        </p:cTn>
                                        <p:tgtEl>
                                          <p:spTgt spid="7"/>
                                        </p:tgtEl>
                                      </p:cBhvr>
                                      <p:to x="100000" y="100000"/>
                                    </p:animScale>
                                    <p:animScale>
                                      <p:cBhvr>
                                        <p:cTn id="40" dur="20">
                                          <p:stCondLst>
                                            <p:cond delay="984"/>
                                          </p:stCondLst>
                                        </p:cTn>
                                        <p:tgtEl>
                                          <p:spTgt spid="7"/>
                                        </p:tgtEl>
                                      </p:cBhvr>
                                      <p:to x="100000" y="80000"/>
                                    </p:animScale>
                                    <p:animScale>
                                      <p:cBhvr>
                                        <p:cTn id="41" dur="124" decel="50000">
                                          <p:stCondLst>
                                            <p:cond delay="1004"/>
                                          </p:stCondLst>
                                        </p:cTn>
                                        <p:tgtEl>
                                          <p:spTgt spid="7"/>
                                        </p:tgtEl>
                                      </p:cBhvr>
                                      <p:to x="100000" y="100000"/>
                                    </p:animScale>
                                    <p:animScale>
                                      <p:cBhvr>
                                        <p:cTn id="42" dur="20">
                                          <p:stCondLst>
                                            <p:cond delay="1231"/>
                                          </p:stCondLst>
                                        </p:cTn>
                                        <p:tgtEl>
                                          <p:spTgt spid="7"/>
                                        </p:tgtEl>
                                      </p:cBhvr>
                                      <p:to x="100000" y="90000"/>
                                    </p:animScale>
                                    <p:animScale>
                                      <p:cBhvr>
                                        <p:cTn id="43" dur="124" decel="50000">
                                          <p:stCondLst>
                                            <p:cond delay="1251"/>
                                          </p:stCondLst>
                                        </p:cTn>
                                        <p:tgtEl>
                                          <p:spTgt spid="7"/>
                                        </p:tgtEl>
                                      </p:cBhvr>
                                      <p:to x="100000" y="100000"/>
                                    </p:animScale>
                                    <p:animScale>
                                      <p:cBhvr>
                                        <p:cTn id="44" dur="20">
                                          <p:stCondLst>
                                            <p:cond delay="1356"/>
                                          </p:stCondLst>
                                        </p:cTn>
                                        <p:tgtEl>
                                          <p:spTgt spid="7"/>
                                        </p:tgtEl>
                                      </p:cBhvr>
                                      <p:to x="100000" y="95000"/>
                                    </p:animScale>
                                    <p:animScale>
                                      <p:cBhvr>
                                        <p:cTn id="45" dur="124" decel="50000">
                                          <p:stCondLst>
                                            <p:cond delay="1376"/>
                                          </p:stCondLst>
                                        </p:cTn>
                                        <p:tgtEl>
                                          <p:spTgt spid="7"/>
                                        </p:tgtEl>
                                      </p:cBhvr>
                                      <p:to x="100000" y="100000"/>
                                    </p:animScale>
                                  </p:childTnLst>
                                </p:cTn>
                              </p:par>
                              <p:par>
                                <p:cTn id="46" presetID="31"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p:cTn id="48" dur="750" fill="hold"/>
                                        <p:tgtEl>
                                          <p:spTgt spid="15"/>
                                        </p:tgtEl>
                                        <p:attrNameLst>
                                          <p:attrName>ppt_w</p:attrName>
                                        </p:attrNameLst>
                                      </p:cBhvr>
                                      <p:tavLst>
                                        <p:tav tm="0">
                                          <p:val>
                                            <p:fltVal val="0"/>
                                          </p:val>
                                        </p:tav>
                                        <p:tav tm="100000">
                                          <p:val>
                                            <p:strVal val="#ppt_w"/>
                                          </p:val>
                                        </p:tav>
                                      </p:tavLst>
                                    </p:anim>
                                    <p:anim calcmode="lin" valueType="num">
                                      <p:cBhvr>
                                        <p:cTn id="49" dur="750" fill="hold"/>
                                        <p:tgtEl>
                                          <p:spTgt spid="15"/>
                                        </p:tgtEl>
                                        <p:attrNameLst>
                                          <p:attrName>ppt_h</p:attrName>
                                        </p:attrNameLst>
                                      </p:cBhvr>
                                      <p:tavLst>
                                        <p:tav tm="0">
                                          <p:val>
                                            <p:fltVal val="0"/>
                                          </p:val>
                                        </p:tav>
                                        <p:tav tm="100000">
                                          <p:val>
                                            <p:strVal val="#ppt_h"/>
                                          </p:val>
                                        </p:tav>
                                      </p:tavLst>
                                    </p:anim>
                                    <p:anim calcmode="lin" valueType="num">
                                      <p:cBhvr>
                                        <p:cTn id="50" dur="750" fill="hold"/>
                                        <p:tgtEl>
                                          <p:spTgt spid="15"/>
                                        </p:tgtEl>
                                        <p:attrNameLst>
                                          <p:attrName>style.rotation</p:attrName>
                                        </p:attrNameLst>
                                      </p:cBhvr>
                                      <p:tavLst>
                                        <p:tav tm="0">
                                          <p:val>
                                            <p:fltVal val="90"/>
                                          </p:val>
                                        </p:tav>
                                        <p:tav tm="100000">
                                          <p:val>
                                            <p:fltVal val="0"/>
                                          </p:val>
                                        </p:tav>
                                      </p:tavLst>
                                    </p:anim>
                                    <p:animEffect transition="in" filter="fade">
                                      <p:cBhvr>
                                        <p:cTn id="51"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9772AEB-527B-3B06-56A4-B362CE0C0517}"/>
              </a:ext>
            </a:extLst>
          </p:cNvPr>
          <p:cNvGrpSpPr/>
          <p:nvPr>
            <p:custDataLst>
              <p:tags r:id="rId1"/>
            </p:custDataLst>
          </p:nvPr>
        </p:nvGrpSpPr>
        <p:grpSpPr>
          <a:xfrm>
            <a:off x="85350" y="2186940"/>
            <a:ext cx="8967799" cy="2810925"/>
            <a:chOff x="271133" y="2175642"/>
            <a:chExt cx="8799538" cy="2810925"/>
          </a:xfrm>
        </p:grpSpPr>
        <p:sp>
          <p:nvSpPr>
            <p:cNvPr id="6" name="矩形 37">
              <a:extLst>
                <a:ext uri="{FF2B5EF4-FFF2-40B4-BE49-F238E27FC236}">
                  <a16:creationId xmlns:a16="http://schemas.microsoft.com/office/drawing/2014/main" id="{36B5B203-12AA-196A-7450-33CBB73BEF70}"/>
                </a:ext>
              </a:extLst>
            </p:cNvPr>
            <p:cNvSpPr>
              <a:spLocks noChangeArrowheads="1"/>
            </p:cNvSpPr>
            <p:nvPr>
              <p:custDataLst>
                <p:tags r:id="rId7"/>
              </p:custDataLst>
            </p:nvPr>
          </p:nvSpPr>
          <p:spPr bwMode="auto">
            <a:xfrm>
              <a:off x="276531" y="2175642"/>
              <a:ext cx="8794140" cy="2810925"/>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F78C238B-FA44-783E-FBA1-03AF7F6565F0}"/>
                </a:ext>
              </a:extLst>
            </p:cNvPr>
            <p:cNvPicPr>
              <a:picLocks noChangeAspect="1"/>
            </p:cNvPicPr>
            <p:nvPr>
              <p:custDataLst>
                <p:tags r:id="rId8"/>
              </p:custDataLst>
            </p:nvPr>
          </p:nvPicPr>
          <p:blipFill>
            <a:blip r:embed="rId10"/>
            <a:srcRect l="16093" t="19040" r="16095" b="25092"/>
            <a:stretch>
              <a:fillRect/>
            </a:stretch>
          </p:blipFill>
          <p:spPr>
            <a:xfrm>
              <a:off x="271133" y="2254475"/>
              <a:ext cx="895256" cy="403945"/>
            </a:xfrm>
            <a:prstGeom prst="rect">
              <a:avLst/>
            </a:prstGeom>
          </p:spPr>
        </p:pic>
      </p:grpSp>
      <p:sp>
        <p:nvSpPr>
          <p:cNvPr id="2" name="文本占位符 71682">
            <a:extLst>
              <a:ext uri="{FF2B5EF4-FFF2-40B4-BE49-F238E27FC236}">
                <a16:creationId xmlns:a16="http://schemas.microsoft.com/office/drawing/2014/main" id="{70C299C0-C2D3-6CF7-1A3B-955307EDC1A0}"/>
              </a:ext>
            </a:extLst>
          </p:cNvPr>
          <p:cNvSpPr txBox="1"/>
          <p:nvPr>
            <p:custDataLst>
              <p:tags r:id="rId2"/>
            </p:custDataLst>
          </p:nvPr>
        </p:nvSpPr>
        <p:spPr>
          <a:xfrm>
            <a:off x="564560" y="588354"/>
            <a:ext cx="5744800" cy="1377606"/>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360000" algn="l" defTabSz="914400" rtl="0" eaLnBrk="1" fontAlgn="base" latinLnBrk="0" hangingPunct="1">
              <a:lnSpc>
                <a:spcPts val="3500"/>
              </a:lnSpc>
              <a:spcBef>
                <a:spcPct val="0"/>
              </a:spcBef>
              <a:spcAft>
                <a:spcPct val="0"/>
              </a:spcAft>
              <a:buClr>
                <a:srgbClr val="0563C1"/>
              </a:buClr>
              <a:buSzPct val="65000"/>
              <a:buFont typeface="Wingdings" panose="05000000000000000000" pitchFamily="2" charset="2"/>
              <a:buNone/>
              <a:defRPr/>
            </a:pPr>
            <a:r>
              <a:rPr kumimoji="0" lang="en-US" altLang="zh-CN" sz="2300" b="1"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300" b="1"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300" b="1" i="0" u="none" strike="noStrike" kern="1200" cap="none" spc="-10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3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按要求完成下列作图：</a:t>
            </a:r>
            <a:endParaRPr kumimoji="0" lang="en-US" altLang="zh-CN" sz="23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457200" algn="l" defTabSz="914400" rtl="0" eaLnBrk="1" fontAlgn="base" latinLnBrk="0" hangingPunct="1">
              <a:lnSpc>
                <a:spcPts val="3500"/>
              </a:lnSpc>
              <a:spcBef>
                <a:spcPct val="0"/>
              </a:spcBef>
              <a:spcAft>
                <a:spcPct val="0"/>
              </a:spcAft>
              <a:buClr>
                <a:srgbClr val="0563C1"/>
              </a:buClr>
              <a:buSzPct val="65000"/>
              <a:buFont typeface="Wingdings" panose="05000000000000000000" pitchFamily="2" charset="2"/>
              <a:buNone/>
              <a:defRPr/>
            </a:pPr>
            <a:r>
              <a:rPr kumimoji="0" lang="zh-CN" altLang="en-US" sz="23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①如图所示，一物块静止在粗糙的斜面上，请画出它受到的摩擦力和重力示意图。</a:t>
            </a:r>
          </a:p>
        </p:txBody>
      </p:sp>
      <p:sp>
        <p:nvSpPr>
          <p:cNvPr id="14" name="内容占位符 2">
            <a:extLst>
              <a:ext uri="{FF2B5EF4-FFF2-40B4-BE49-F238E27FC236}">
                <a16:creationId xmlns:a16="http://schemas.microsoft.com/office/drawing/2014/main" id="{A8684FDE-1453-30A0-9670-78BDD7BE281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8CD2AA47-9456-9ED4-340B-9FB5E9C95D29}"/>
              </a:ext>
            </a:extLst>
          </p:cNvPr>
          <p:cNvSpPr txBox="1"/>
          <p:nvPr>
            <p:custDataLst>
              <p:tags r:id="rId4"/>
            </p:custDataLst>
          </p:nvPr>
        </p:nvSpPr>
        <p:spPr>
          <a:xfrm>
            <a:off x="404378" y="2451058"/>
            <a:ext cx="6145012" cy="2368341"/>
          </a:xfrm>
          <a:prstGeom prst="rect">
            <a:avLst/>
          </a:prstGeom>
          <a:noFill/>
        </p:spPr>
        <p:txBody>
          <a:bodyPr wrap="square">
            <a:spAutoFit/>
          </a:bodyPr>
          <a:lstStyle/>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  重力的方向竖直向下，从木块的重心开始，沿竖直向下的方向画一条有向线段，并标明</a:t>
            </a:r>
            <a:r>
              <a:rPr kumimoji="0" lang="en-US" altLang="zh-CN" sz="2100" b="0" i="1"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G</a:t>
            </a:r>
            <a:r>
              <a:rPr kumimoji="0" lang="zh-CN" altLang="en-US" sz="21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，即为物体所受重力示意图；</a:t>
            </a:r>
            <a:endParaRPr kumimoji="0" lang="en-US" altLang="zh-CN" sz="21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endParaRPr>
          </a:p>
          <a:p>
            <a:pPr marL="0" marR="0" lvl="0" indent="457200" algn="l" defTabSz="685160" rtl="0" eaLnBrk="1" fontAlgn="auto" latinLnBrk="0" hangingPunct="1">
              <a:lnSpc>
                <a:spcPts val="3000"/>
              </a:lnSpc>
              <a:spcBef>
                <a:spcPct val="0"/>
              </a:spcBef>
              <a:spcAft>
                <a:spcPct val="0"/>
              </a:spcAft>
              <a:buClrTx/>
              <a:buSzTx/>
              <a:buFontTx/>
              <a:buNone/>
              <a:defRPr/>
            </a:pPr>
            <a:r>
              <a:rPr kumimoji="0" lang="zh-CN" altLang="en-US" sz="21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 物块静止在粗糙的斜面上，有沿斜面向下运动的趋势，所以受到沿斜面向上的摩擦力，从物体重心作沿斜面向上的力，即摩擦力。如图所示</a:t>
            </a:r>
            <a:r>
              <a:rPr kumimoji="0" lang="en-US" altLang="zh-CN" sz="21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a:t>
            </a:r>
            <a:endParaRPr kumimoji="0" lang="zh-CN" altLang="en-US" sz="21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endParaRPr>
          </a:p>
        </p:txBody>
      </p:sp>
      <p:pic>
        <p:nvPicPr>
          <p:cNvPr id="7" name="图片 6">
            <a:extLst>
              <a:ext uri="{FF2B5EF4-FFF2-40B4-BE49-F238E27FC236}">
                <a16:creationId xmlns:a16="http://schemas.microsoft.com/office/drawing/2014/main" id="{5647247C-8CE6-77E0-A236-E55C6D48DBD4}"/>
              </a:ext>
            </a:extLst>
          </p:cNvPr>
          <p:cNvPicPr>
            <a:picLocks noChangeAspect="1"/>
          </p:cNvPicPr>
          <p:nvPr>
            <p:custDataLst>
              <p:tags r:id="rId5"/>
            </p:custDataLst>
          </p:nvPr>
        </p:nvPicPr>
        <p:blipFill>
          <a:blip r:embed="rId11"/>
          <a:stretch>
            <a:fillRect/>
          </a:stretch>
        </p:blipFill>
        <p:spPr>
          <a:xfrm>
            <a:off x="6777990" y="627855"/>
            <a:ext cx="1870710" cy="1174897"/>
          </a:xfrm>
          <a:prstGeom prst="rect">
            <a:avLst/>
          </a:prstGeom>
        </p:spPr>
      </p:pic>
      <p:pic>
        <p:nvPicPr>
          <p:cNvPr id="9" name="图片 8">
            <a:extLst>
              <a:ext uri="{FF2B5EF4-FFF2-40B4-BE49-F238E27FC236}">
                <a16:creationId xmlns:a16="http://schemas.microsoft.com/office/drawing/2014/main" id="{16D77CED-EDC6-8805-C5A4-CF49477946D9}"/>
              </a:ext>
            </a:extLst>
          </p:cNvPr>
          <p:cNvPicPr>
            <a:picLocks noChangeAspect="1"/>
          </p:cNvPicPr>
          <p:nvPr>
            <p:custDataLst>
              <p:tags r:id="rId6"/>
            </p:custDataLst>
          </p:nvPr>
        </p:nvPicPr>
        <p:blipFill>
          <a:blip r:embed="rId12"/>
          <a:stretch>
            <a:fillRect/>
          </a:stretch>
        </p:blipFill>
        <p:spPr>
          <a:xfrm>
            <a:off x="6777990" y="2593461"/>
            <a:ext cx="1961632" cy="1647268"/>
          </a:xfrm>
          <a:prstGeom prst="rect">
            <a:avLst/>
          </a:prstGeom>
        </p:spPr>
      </p:pic>
    </p:spTree>
    <p:extLst>
      <p:ext uri="{BB962C8B-B14F-4D97-AF65-F5344CB8AC3E}">
        <p14:creationId xmlns:p14="http://schemas.microsoft.com/office/powerpoint/2010/main" val="9653172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linds(horizont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linds(horizontal)">
                                      <p:cBhvr>
                                        <p:cTn id="17" dur="500"/>
                                        <p:tgtEl>
                                          <p:spTgt spid="15">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E9772AEB-527B-3B06-56A4-B362CE0C0517}"/>
              </a:ext>
            </a:extLst>
          </p:cNvPr>
          <p:cNvGrpSpPr/>
          <p:nvPr>
            <p:custDataLst>
              <p:tags r:id="rId1"/>
            </p:custDataLst>
          </p:nvPr>
        </p:nvGrpSpPr>
        <p:grpSpPr>
          <a:xfrm>
            <a:off x="90851" y="2247900"/>
            <a:ext cx="8962298" cy="2749965"/>
            <a:chOff x="276531" y="2236602"/>
            <a:chExt cx="8794140" cy="2749965"/>
          </a:xfrm>
        </p:grpSpPr>
        <p:sp>
          <p:nvSpPr>
            <p:cNvPr id="6" name="矩形 37">
              <a:extLst>
                <a:ext uri="{FF2B5EF4-FFF2-40B4-BE49-F238E27FC236}">
                  <a16:creationId xmlns:a16="http://schemas.microsoft.com/office/drawing/2014/main" id="{36B5B203-12AA-196A-7450-33CBB73BEF70}"/>
                </a:ext>
              </a:extLst>
            </p:cNvPr>
            <p:cNvSpPr>
              <a:spLocks noChangeArrowheads="1"/>
            </p:cNvSpPr>
            <p:nvPr>
              <p:custDataLst>
                <p:tags r:id="rId7"/>
              </p:custDataLst>
            </p:nvPr>
          </p:nvSpPr>
          <p:spPr bwMode="auto">
            <a:xfrm>
              <a:off x="276531" y="2236602"/>
              <a:ext cx="8794140" cy="2749965"/>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F78C238B-FA44-783E-FBA1-03AF7F6565F0}"/>
                </a:ext>
              </a:extLst>
            </p:cNvPr>
            <p:cNvPicPr>
              <a:picLocks noChangeAspect="1"/>
            </p:cNvPicPr>
            <p:nvPr>
              <p:custDataLst>
                <p:tags r:id="rId8"/>
              </p:custDataLst>
            </p:nvPr>
          </p:nvPicPr>
          <p:blipFill>
            <a:blip r:embed="rId10"/>
            <a:srcRect l="16093" t="19040" r="16095" b="25092"/>
            <a:stretch>
              <a:fillRect/>
            </a:stretch>
          </p:blipFill>
          <p:spPr>
            <a:xfrm>
              <a:off x="276531" y="2244277"/>
              <a:ext cx="1046939" cy="472385"/>
            </a:xfrm>
            <a:prstGeom prst="rect">
              <a:avLst/>
            </a:prstGeom>
          </p:spPr>
        </p:pic>
      </p:grpSp>
      <p:sp>
        <p:nvSpPr>
          <p:cNvPr id="2" name="文本占位符 71682">
            <a:extLst>
              <a:ext uri="{FF2B5EF4-FFF2-40B4-BE49-F238E27FC236}">
                <a16:creationId xmlns:a16="http://schemas.microsoft.com/office/drawing/2014/main" id="{70C299C0-C2D3-6CF7-1A3B-955307EDC1A0}"/>
              </a:ext>
            </a:extLst>
          </p:cNvPr>
          <p:cNvSpPr txBox="1"/>
          <p:nvPr>
            <p:custDataLst>
              <p:tags r:id="rId2"/>
            </p:custDataLst>
          </p:nvPr>
        </p:nvSpPr>
        <p:spPr>
          <a:xfrm>
            <a:off x="547038" y="688629"/>
            <a:ext cx="5899482" cy="1155411"/>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457200" algn="l" defTabSz="914400" rtl="0" eaLnBrk="1" fontAlgn="base" latinLnBrk="0" hangingPunct="1">
              <a:lnSpc>
                <a:spcPct val="150000"/>
              </a:lnSpc>
              <a:spcBef>
                <a:spcPct val="0"/>
              </a:spcBef>
              <a:spcAft>
                <a:spcPct val="0"/>
              </a:spcAft>
              <a:buClr>
                <a:srgbClr val="0563C1"/>
              </a:buClr>
              <a:buSzPct val="65000"/>
              <a:buFont typeface="Wingdings" panose="05000000000000000000" pitchFamily="2" charset="2"/>
              <a:buNone/>
              <a:defRPr/>
            </a:pPr>
            <a:r>
              <a:rPr kumimoji="0" lang="en-US" altLang="zh-CN" sz="24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②</a:t>
            </a:r>
            <a:r>
              <a:rPr kumimoji="0" lang="zh-CN" altLang="en-US" sz="24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如图所示，小明正沿滑道下滑，请画出滑道对小明的弹力</a:t>
            </a:r>
            <a:r>
              <a:rPr kumimoji="0" lang="en-US" altLang="zh-CN" sz="2400" b="0" i="1"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24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、摩擦力</a:t>
            </a:r>
            <a:r>
              <a:rPr kumimoji="0" lang="en-US" altLang="zh-CN" sz="2400" b="0" i="1" u="none" strike="noStrike" kern="1200" cap="none" spc="-110" normalizeH="0" baseline="0" noProof="0" err="1">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2400" b="0" i="0" u="none" strike="noStrike" kern="1200" cap="none" spc="-110" normalizeH="0" baseline="-25000" noProof="0" err="1">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400" b="0" i="0" u="none" strike="noStrike" kern="1200" cap="none" spc="-11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的示意图。</a:t>
            </a:r>
          </a:p>
        </p:txBody>
      </p:sp>
      <p:sp>
        <p:nvSpPr>
          <p:cNvPr id="14" name="内容占位符 2">
            <a:extLst>
              <a:ext uri="{FF2B5EF4-FFF2-40B4-BE49-F238E27FC236}">
                <a16:creationId xmlns:a16="http://schemas.microsoft.com/office/drawing/2014/main" id="{A8684FDE-1453-30A0-9670-78BDD7BE281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文本框 14">
            <a:extLst>
              <a:ext uri="{FF2B5EF4-FFF2-40B4-BE49-F238E27FC236}">
                <a16:creationId xmlns:a16="http://schemas.microsoft.com/office/drawing/2014/main" id="{8CD2AA47-9456-9ED4-340B-9FB5E9C95D29}"/>
              </a:ext>
            </a:extLst>
          </p:cNvPr>
          <p:cNvSpPr txBox="1"/>
          <p:nvPr>
            <p:custDataLst>
              <p:tags r:id="rId4"/>
            </p:custDataLst>
          </p:nvPr>
        </p:nvSpPr>
        <p:spPr>
          <a:xfrm>
            <a:off x="487682" y="2491767"/>
            <a:ext cx="6153148" cy="2445157"/>
          </a:xfrm>
          <a:prstGeom prst="rect">
            <a:avLst/>
          </a:prstGeom>
          <a:noFill/>
        </p:spPr>
        <p:txBody>
          <a:bodyPr wrap="square">
            <a:spAutoFit/>
          </a:bodyPr>
          <a:lstStyle/>
          <a:p>
            <a:pPr marL="0" marR="0" lvl="0" indent="457200" algn="l" defTabSz="685160" rtl="0" eaLnBrk="1" fontAlgn="auto" latinLnBrk="0" hangingPunct="1">
              <a:lnSpc>
                <a:spcPts val="3100"/>
              </a:lnSpc>
              <a:spcBef>
                <a:spcPct val="0"/>
              </a:spcBef>
              <a:spcAft>
                <a:spcPct val="0"/>
              </a:spcAft>
              <a:buClrTx/>
              <a:buSzTx/>
              <a:buFontTx/>
              <a:buNone/>
              <a:defRPr/>
            </a:pPr>
            <a:r>
              <a:rPr kumimoji="0" lang="zh-CN" altLang="en-US" sz="22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 小明对滑道有垂直于滑道向下的压力，滑道受到压力而发生弹性形变，所以滑道对小明有垂直于滑道向上的弹力</a:t>
            </a:r>
            <a:r>
              <a:rPr kumimoji="0" lang="en-US" altLang="zh-CN" sz="2200" b="0" i="1"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F</a:t>
            </a:r>
            <a:r>
              <a:rPr kumimoji="0" lang="zh-CN" altLang="en-US" sz="22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，作用在小明身上；</a:t>
            </a:r>
            <a:endParaRPr kumimoji="0" lang="en-US" altLang="zh-CN" sz="22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endParaRPr>
          </a:p>
          <a:p>
            <a:pPr marL="0" marR="0" lvl="0" indent="457200" algn="l" defTabSz="685160" rtl="0" eaLnBrk="1" fontAlgn="auto" latinLnBrk="0" hangingPunct="1">
              <a:lnSpc>
                <a:spcPts val="3100"/>
              </a:lnSpc>
              <a:spcBef>
                <a:spcPct val="0"/>
              </a:spcBef>
              <a:spcAft>
                <a:spcPct val="0"/>
              </a:spcAft>
              <a:buClrTx/>
              <a:buSzTx/>
              <a:buFontTx/>
              <a:buNone/>
              <a:defRPr/>
            </a:pPr>
            <a:r>
              <a:rPr kumimoji="0" lang="zh-CN" altLang="en-US" sz="22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小明沿滑道向下滑动，受到的摩擦力</a:t>
            </a:r>
            <a:r>
              <a:rPr kumimoji="0" lang="en-US" altLang="zh-CN" sz="2200" b="0" i="1" u="none" strike="noStrike" kern="1200" cap="none" spc="-110" normalizeH="0" baseline="0" noProof="0">
                <a:ln>
                  <a:noFill/>
                </a:ln>
                <a:solidFill>
                  <a:srgbClr val="FFFF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en-US" altLang="zh-CN" sz="2200" b="0" i="0" u="none" strike="noStrike" kern="1200" cap="none" spc="-110" normalizeH="0" baseline="-25000" noProof="0">
                <a:ln>
                  <a:noFill/>
                </a:ln>
                <a:solidFill>
                  <a:srgbClr val="FFFF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0" lang="zh-CN" altLang="en-US" sz="22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的方向与小明运动的方向相反，平行滑道向上，作用在小明身上，如图所示</a:t>
            </a:r>
            <a:r>
              <a:rPr kumimoji="0" lang="en-US" altLang="zh-CN" sz="22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rPr>
              <a:t>.</a:t>
            </a:r>
            <a:endParaRPr kumimoji="0" lang="zh-CN" altLang="en-US" sz="22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endParaRPr>
          </a:p>
        </p:txBody>
      </p:sp>
      <p:pic>
        <p:nvPicPr>
          <p:cNvPr id="8" name="图片 7">
            <a:extLst>
              <a:ext uri="{FF2B5EF4-FFF2-40B4-BE49-F238E27FC236}">
                <a16:creationId xmlns:a16="http://schemas.microsoft.com/office/drawing/2014/main" id="{23FB9658-8D43-6145-E568-025D3AB4F568}"/>
              </a:ext>
            </a:extLst>
          </p:cNvPr>
          <p:cNvPicPr>
            <a:picLocks noChangeAspect="1"/>
          </p:cNvPicPr>
          <p:nvPr>
            <p:custDataLst>
              <p:tags r:id="rId5"/>
            </p:custDataLst>
          </p:nvPr>
        </p:nvPicPr>
        <p:blipFill>
          <a:blip r:embed="rId11"/>
          <a:stretch>
            <a:fillRect/>
          </a:stretch>
        </p:blipFill>
        <p:spPr>
          <a:xfrm>
            <a:off x="6834837" y="688629"/>
            <a:ext cx="1876425" cy="1463165"/>
          </a:xfrm>
          <a:prstGeom prst="rect">
            <a:avLst/>
          </a:prstGeom>
        </p:spPr>
      </p:pic>
      <p:pic>
        <p:nvPicPr>
          <p:cNvPr id="4" name="图片 3">
            <a:extLst>
              <a:ext uri="{FF2B5EF4-FFF2-40B4-BE49-F238E27FC236}">
                <a16:creationId xmlns:a16="http://schemas.microsoft.com/office/drawing/2014/main" id="{B2B01D58-B4F7-FBA7-13D9-F2C512336DD2}"/>
              </a:ext>
            </a:extLst>
          </p:cNvPr>
          <p:cNvPicPr>
            <a:picLocks noChangeAspect="1"/>
          </p:cNvPicPr>
          <p:nvPr>
            <p:custDataLst>
              <p:tags r:id="rId6"/>
            </p:custDataLst>
          </p:nvPr>
        </p:nvPicPr>
        <p:blipFill>
          <a:blip r:embed="rId12"/>
          <a:stretch>
            <a:fillRect/>
          </a:stretch>
        </p:blipFill>
        <p:spPr>
          <a:xfrm>
            <a:off x="6720537" y="2871520"/>
            <a:ext cx="2232963" cy="1745565"/>
          </a:xfrm>
          <a:prstGeom prst="rect">
            <a:avLst/>
          </a:prstGeom>
        </p:spPr>
      </p:pic>
    </p:spTree>
    <p:extLst>
      <p:ext uri="{BB962C8B-B14F-4D97-AF65-F5344CB8AC3E}">
        <p14:creationId xmlns:p14="http://schemas.microsoft.com/office/powerpoint/2010/main" val="235841954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linds(horizont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blinds(horizontal)">
                                      <p:cBhvr>
                                        <p:cTn id="17" dur="500"/>
                                        <p:tgtEl>
                                          <p:spTgt spid="15">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79122" y="639867"/>
            <a:ext cx="8145778" cy="2929263"/>
          </a:xfrm>
          <a:prstGeom prst="rect">
            <a:avLst/>
          </a:prstGeom>
          <a:noFill/>
        </p:spPr>
        <p:txBody>
          <a:bodyPr wrap="square">
            <a:spAutoFit/>
          </a:bodyPr>
          <a:lstStyle/>
          <a:p>
            <a:pPr marL="0" marR="0" lvl="0" indent="457200" algn="l" defTabSz="685160" rtl="0" eaLnBrk="1" fontAlgn="auto" latinLnBrk="0" hangingPunct="1">
              <a:lnSpc>
                <a:spcPts val="3200"/>
              </a:lnSpc>
              <a:spcBef>
                <a:spcPct val="0"/>
              </a:spcBef>
              <a:spcAft>
                <a:spcPct val="0"/>
              </a:spcAft>
              <a:buClrTx/>
              <a:buSzTx/>
              <a:buFontTx/>
              <a:buNone/>
              <a:defRPr/>
            </a:pP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2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如图所示，将木块放在水平的桌面上，橡皮筋的一端系在木块上。用力拉橡皮筋，橡皮筋伸长，木块没有被拉动，此时木块受到的摩擦力</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（选填大于”、“小于”或“等于”）拉力，木块运动前，木块受到的摩擦力随着拉力的增大而</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________</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（选填“增大”、“减小”或“不变”）。木块运动后，木块受到的摩擦力随着拉力的增大而</a:t>
            </a:r>
            <a:r>
              <a:rPr kumimoji="0" lang="en-US" altLang="zh-CN"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_______</a:t>
            </a:r>
            <a:r>
              <a:rPr kumimoji="0" lang="zh-CN" altLang="en-US" sz="22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（选填“增大”、“减小”或“不变”）。</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7FE6DA0D-EEA4-58EE-D586-428216CAA226}"/>
              </a:ext>
            </a:extLst>
          </p:cNvPr>
          <p:cNvSpPr txBox="1"/>
          <p:nvPr>
            <p:custDataLst>
              <p:tags r:id="rId3"/>
            </p:custDataLst>
          </p:nvPr>
        </p:nvSpPr>
        <p:spPr>
          <a:xfrm>
            <a:off x="3591928" y="1467096"/>
            <a:ext cx="1060083"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0" i="0" u="none" strike="noStrike" kern="100" cap="none" spc="0" normalizeH="0" baseline="0" noProof="0">
                <a:ln>
                  <a:noFill/>
                </a:ln>
                <a:solidFill>
                  <a:srgbClr val="FF0000"/>
                </a:solidFill>
                <a:effectLst/>
                <a:uLnTx/>
                <a:uFillTx/>
                <a:latin typeface="Times New Roman"/>
                <a:ea typeface="微软雅黑"/>
                <a:cs typeface="+mn-cs"/>
              </a:rPr>
              <a:t>等于</a:t>
            </a:r>
            <a:endParaRPr kumimoji="0" lang="zh-CN" altLang="zh-CN" sz="2200" b="0" i="0" u="none" strike="noStrike" kern="100" cap="none" spc="0" normalizeH="0" baseline="0" noProof="0">
              <a:ln>
                <a:noFill/>
              </a:ln>
              <a:solidFill>
                <a:srgbClr val="FF0000"/>
              </a:solidFill>
              <a:effectLst/>
              <a:uLnTx/>
              <a:uFillTx/>
              <a:latin typeface="Times New Roman"/>
              <a:ea typeface="微软雅黑"/>
              <a:cs typeface="+mn-cs"/>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4"/>
            </p:custDataLst>
          </p:nvPr>
        </p:nvSpPr>
        <p:spPr>
          <a:xfrm>
            <a:off x="579122" y="2278071"/>
            <a:ext cx="1222586"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200" b="0" i="0" u="none" strike="noStrike" kern="100" cap="none" spc="0" normalizeH="0" baseline="0" noProof="0">
                <a:ln>
                  <a:noFill/>
                </a:ln>
                <a:solidFill>
                  <a:srgbClr val="FF0000"/>
                </a:solidFill>
                <a:effectLst/>
                <a:uLnTx/>
                <a:uFillTx/>
                <a:latin typeface="Times New Roman"/>
                <a:ea typeface="微软雅黑"/>
                <a:cs typeface="+mn-cs"/>
              </a:rPr>
              <a:t>   </a:t>
            </a:r>
            <a:r>
              <a:rPr kumimoji="0" lang="zh-CN" altLang="en-US" sz="2200" b="0" i="0" u="none" strike="noStrike" kern="100" cap="none" spc="0" normalizeH="0" baseline="0" noProof="0">
                <a:ln>
                  <a:noFill/>
                </a:ln>
                <a:solidFill>
                  <a:srgbClr val="FF0000"/>
                </a:solidFill>
                <a:effectLst/>
                <a:uLnTx/>
                <a:uFillTx/>
                <a:latin typeface="Times New Roman"/>
                <a:ea typeface="微软雅黑"/>
                <a:cs typeface="+mn-cs"/>
              </a:rPr>
              <a:t>增大</a:t>
            </a:r>
            <a:endParaRPr kumimoji="0" lang="zh-CN" altLang="zh-CN" sz="2200" b="0" i="0" u="none" strike="noStrike" kern="100" cap="none" spc="0" normalizeH="0" baseline="0" noProof="0">
              <a:ln>
                <a:noFill/>
              </a:ln>
              <a:solidFill>
                <a:srgbClr val="FF0000"/>
              </a:solidFill>
              <a:effectLst/>
              <a:uLnTx/>
              <a:uFillTx/>
              <a:latin typeface="Times New Roman"/>
              <a:ea typeface="微软雅黑"/>
              <a:cs typeface="+mn-cs"/>
            </a:endParaRPr>
          </a:p>
        </p:txBody>
      </p:sp>
      <p:sp>
        <p:nvSpPr>
          <p:cNvPr id="4" name="文本框 3">
            <a:extLst>
              <a:ext uri="{FF2B5EF4-FFF2-40B4-BE49-F238E27FC236}">
                <a16:creationId xmlns:a16="http://schemas.microsoft.com/office/drawing/2014/main" id="{27979BE1-3CC6-58CD-0839-61CA8C6891D4}"/>
              </a:ext>
            </a:extLst>
          </p:cNvPr>
          <p:cNvSpPr txBox="1"/>
          <p:nvPr>
            <p:custDataLst>
              <p:tags r:id="rId5"/>
            </p:custDataLst>
          </p:nvPr>
        </p:nvSpPr>
        <p:spPr>
          <a:xfrm>
            <a:off x="5547360" y="-47674"/>
            <a:ext cx="3533776" cy="508794"/>
          </a:xfrm>
          <a:prstGeom prst="rect">
            <a:avLst/>
          </a:prstGeom>
          <a:noFill/>
        </p:spPr>
        <p:txBody>
          <a:bodyPr wrap="square">
            <a:spAutoFit/>
          </a:bodyPr>
          <a:lstStyle/>
          <a:p>
            <a:pPr marL="0" marR="0" lvl="0" indent="0" algn="r" defTabSz="685160" rtl="0" eaLnBrk="1" fontAlgn="auto" latinLnBrk="0" hangingPunct="1">
              <a:lnSpc>
                <a:spcPts val="36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节    探索更小的微粒</a:t>
            </a:r>
          </a:p>
        </p:txBody>
      </p:sp>
      <p:sp>
        <p:nvSpPr>
          <p:cNvPr id="2" name="文本框 1">
            <a:extLst>
              <a:ext uri="{FF2B5EF4-FFF2-40B4-BE49-F238E27FC236}">
                <a16:creationId xmlns:a16="http://schemas.microsoft.com/office/drawing/2014/main" id="{942E69F5-F30A-7B48-87DC-04FA9043D331}"/>
              </a:ext>
            </a:extLst>
          </p:cNvPr>
          <p:cNvSpPr txBox="1"/>
          <p:nvPr>
            <p:custDataLst>
              <p:tags r:id="rId6"/>
            </p:custDataLst>
          </p:nvPr>
        </p:nvSpPr>
        <p:spPr>
          <a:xfrm>
            <a:off x="5047349" y="2708958"/>
            <a:ext cx="1222586"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en-US" altLang="zh-CN" sz="2200" b="0" i="0" u="none" strike="noStrike" kern="100" cap="none" spc="0" normalizeH="0" baseline="0" noProof="0">
                <a:ln>
                  <a:noFill/>
                </a:ln>
                <a:solidFill>
                  <a:srgbClr val="FF0000"/>
                </a:solidFill>
                <a:effectLst/>
                <a:uLnTx/>
                <a:uFillTx/>
                <a:latin typeface="Times New Roman"/>
                <a:ea typeface="微软雅黑"/>
                <a:cs typeface="+mn-cs"/>
              </a:rPr>
              <a:t>   </a:t>
            </a:r>
            <a:r>
              <a:rPr kumimoji="0" lang="zh-CN" altLang="en-US" sz="2200" b="0" i="0" u="none" strike="noStrike" kern="100" cap="none" spc="0" normalizeH="0" baseline="0" noProof="0">
                <a:ln>
                  <a:noFill/>
                </a:ln>
                <a:solidFill>
                  <a:srgbClr val="FF0000"/>
                </a:solidFill>
                <a:effectLst/>
                <a:uLnTx/>
                <a:uFillTx/>
                <a:latin typeface="Times New Roman"/>
                <a:ea typeface="微软雅黑"/>
                <a:cs typeface="+mn-cs"/>
              </a:rPr>
              <a:t>不变</a:t>
            </a:r>
            <a:endParaRPr kumimoji="0" lang="zh-CN" altLang="zh-CN" sz="2200" b="0" i="0" u="none" strike="noStrike" kern="100" cap="none" spc="0" normalizeH="0" baseline="0" noProof="0">
              <a:ln>
                <a:noFill/>
              </a:ln>
              <a:solidFill>
                <a:srgbClr val="FF0000"/>
              </a:solidFill>
              <a:effectLst/>
              <a:uLnTx/>
              <a:uFillTx/>
              <a:latin typeface="Times New Roman"/>
              <a:ea typeface="微软雅黑"/>
              <a:cs typeface="+mn-cs"/>
            </a:endParaRPr>
          </a:p>
        </p:txBody>
      </p:sp>
      <p:pic>
        <p:nvPicPr>
          <p:cNvPr id="5" name="图片 4">
            <a:extLst>
              <a:ext uri="{FF2B5EF4-FFF2-40B4-BE49-F238E27FC236}">
                <a16:creationId xmlns:a16="http://schemas.microsoft.com/office/drawing/2014/main" id="{CFEE0A4C-DB36-65C8-0715-ED282D122006}"/>
              </a:ext>
            </a:extLst>
          </p:cNvPr>
          <p:cNvPicPr>
            <a:picLocks noChangeAspect="1"/>
          </p:cNvPicPr>
          <p:nvPr>
            <p:custDataLst>
              <p:tags r:id="rId7"/>
            </p:custDataLst>
          </p:nvPr>
        </p:nvPicPr>
        <p:blipFill>
          <a:blip r:embed="rId9"/>
          <a:stretch>
            <a:fillRect/>
          </a:stretch>
        </p:blipFill>
        <p:spPr>
          <a:xfrm>
            <a:off x="2268854" y="3772276"/>
            <a:ext cx="2883145" cy="624186"/>
          </a:xfrm>
          <a:prstGeom prst="rect">
            <a:avLst/>
          </a:prstGeom>
        </p:spPr>
      </p:pic>
    </p:spTree>
    <p:extLst>
      <p:ext uri="{BB962C8B-B14F-4D97-AF65-F5344CB8AC3E}">
        <p14:creationId xmlns:p14="http://schemas.microsoft.com/office/powerpoint/2010/main" val="35234360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 calcmode="lin" valueType="num">
                                      <p:cBhvr>
                                        <p:cTn id="9" dur="500" fill="hold"/>
                                        <p:tgtEl>
                                          <p:spTgt spid="12"/>
                                        </p:tgtEl>
                                        <p:attrNameLst>
                                          <p:attrName>style.rotation</p:attrName>
                                        </p:attrNameLst>
                                      </p:cBhvr>
                                      <p:tavLst>
                                        <p:tav tm="0">
                                          <p:val>
                                            <p:fltVal val="90"/>
                                          </p:val>
                                        </p:tav>
                                        <p:tav tm="100000">
                                          <p:val>
                                            <p:fltVal val="0"/>
                                          </p:val>
                                        </p:tav>
                                      </p:tavLst>
                                    </p:anim>
                                    <p:animEffect transition="in" filter="fade">
                                      <p:cBhvr>
                                        <p:cTn id="10" dur="500"/>
                                        <p:tgtEl>
                                          <p:spTgt spid="12"/>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 calcmode="lin" valueType="num">
                                      <p:cBhvr>
                                        <p:cTn id="17" dur="500" fill="hold"/>
                                        <p:tgtEl>
                                          <p:spTgt spid="14"/>
                                        </p:tgtEl>
                                        <p:attrNameLst>
                                          <p:attrName>style.rotation</p:attrName>
                                        </p:attrNameLst>
                                      </p:cBhvr>
                                      <p:tavLst>
                                        <p:tav tm="0">
                                          <p:val>
                                            <p:fltVal val="90"/>
                                          </p:val>
                                        </p:tav>
                                        <p:tav tm="100000">
                                          <p:val>
                                            <p:fltVal val="0"/>
                                          </p:val>
                                        </p:tav>
                                      </p:tavLst>
                                    </p:anim>
                                    <p:animEffect transition="in" filter="fade">
                                      <p:cBhvr>
                                        <p:cTn id="18" dur="500"/>
                                        <p:tgtEl>
                                          <p:spTgt spid="14"/>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p:cTn id="23" dur="500" fill="hold"/>
                                        <p:tgtEl>
                                          <p:spTgt spid="2"/>
                                        </p:tgtEl>
                                        <p:attrNameLst>
                                          <p:attrName>ppt_w</p:attrName>
                                        </p:attrNameLst>
                                      </p:cBhvr>
                                      <p:tavLst>
                                        <p:tav tm="0">
                                          <p:val>
                                            <p:fltVal val="0"/>
                                          </p:val>
                                        </p:tav>
                                        <p:tav tm="100000">
                                          <p:val>
                                            <p:strVal val="#ppt_w"/>
                                          </p:val>
                                        </p:tav>
                                      </p:tavLst>
                                    </p:anim>
                                    <p:anim calcmode="lin" valueType="num">
                                      <p:cBhvr>
                                        <p:cTn id="24" dur="500" fill="hold"/>
                                        <p:tgtEl>
                                          <p:spTgt spid="2"/>
                                        </p:tgtEl>
                                        <p:attrNameLst>
                                          <p:attrName>ppt_h</p:attrName>
                                        </p:attrNameLst>
                                      </p:cBhvr>
                                      <p:tavLst>
                                        <p:tav tm="0">
                                          <p:val>
                                            <p:fltVal val="0"/>
                                          </p:val>
                                        </p:tav>
                                        <p:tav tm="100000">
                                          <p:val>
                                            <p:strVal val="#ppt_h"/>
                                          </p:val>
                                        </p:tav>
                                      </p:tavLst>
                                    </p:anim>
                                    <p:anim calcmode="lin" valueType="num">
                                      <p:cBhvr>
                                        <p:cTn id="25" dur="500" fill="hold"/>
                                        <p:tgtEl>
                                          <p:spTgt spid="2"/>
                                        </p:tgtEl>
                                        <p:attrNameLst>
                                          <p:attrName>style.rotation</p:attrName>
                                        </p:attrNameLst>
                                      </p:cBhvr>
                                      <p:tavLst>
                                        <p:tav tm="0">
                                          <p:val>
                                            <p:fltVal val="90"/>
                                          </p:val>
                                        </p:tav>
                                        <p:tav tm="100000">
                                          <p:val>
                                            <p:fltVal val="0"/>
                                          </p:val>
                                        </p:tav>
                                      </p:tavLst>
                                    </p:anim>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D1BE55CD-23FD-DD2B-D607-AEC215D9C24C}"/>
              </a:ext>
            </a:extLst>
          </p:cNvPr>
          <p:cNvSpPr txBox="1"/>
          <p:nvPr>
            <p:custDataLst>
              <p:tags r:id="rId1"/>
            </p:custDataLst>
          </p:nvPr>
        </p:nvSpPr>
        <p:spPr>
          <a:xfrm>
            <a:off x="487682" y="656934"/>
            <a:ext cx="6829285" cy="3746923"/>
          </a:xfrm>
          <a:prstGeom prst="rect">
            <a:avLst/>
          </a:prstGeom>
          <a:noFill/>
        </p:spPr>
        <p:txBody>
          <a:bodyPr wrap="square">
            <a:spAutoFit/>
          </a:bodyPr>
          <a:lstStyle/>
          <a:p>
            <a:pPr marL="0" marR="0" lvl="0" indent="457200" algn="l" defTabSz="914400" rtl="0" eaLnBrk="1" fontAlgn="base" latinLnBrk="0" hangingPunct="1">
              <a:lnSpc>
                <a:spcPts val="3200"/>
              </a:lnSpc>
              <a:spcBef>
                <a:spcPct val="0"/>
              </a:spcBef>
              <a:spcAft>
                <a:spcPct val="0"/>
              </a:spcAft>
              <a:buClr>
                <a:srgbClr val="0563C1"/>
              </a:buClr>
              <a:buSzPct val="65000"/>
              <a:buFont typeface="Wingdings" panose="05000000000000000000" pitchFamily="2" charset="2"/>
              <a:buNone/>
              <a:defRPr/>
            </a:pPr>
            <a:r>
              <a:rPr kumimoji="0" lang="en-US" altLang="zh-CN"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r>
              <a:rPr kumimoji="0" lang="zh-CN" altLang="en-US"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例题</a:t>
            </a:r>
            <a:r>
              <a:rPr kumimoji="0" lang="en-US" altLang="zh-CN" sz="21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4】</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下列四幅图对应的说法正确的是（　　）</a:t>
            </a:r>
            <a:endPar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540000" algn="l" defTabSz="914400" rtl="0" eaLnBrk="1" fontAlgn="base" latinLnBrk="0" hangingPunct="1">
              <a:lnSpc>
                <a:spcPts val="3200"/>
              </a:lnSpc>
              <a:spcBef>
                <a:spcPct val="0"/>
              </a:spcBef>
              <a:spcAft>
                <a:spcPct val="0"/>
              </a:spcAft>
              <a:buClr>
                <a:srgbClr val="0563C1"/>
              </a:buClr>
              <a:buSzPct val="65000"/>
              <a:buFont typeface="Wingdings" panose="05000000000000000000" pitchFamily="2" charset="2"/>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．图甲中的同学沿杆匀速向上爬升时，该同学受到的摩擦力方向竖直向下</a:t>
            </a:r>
          </a:p>
          <a:p>
            <a:pPr marL="0" marR="0" lvl="0" indent="540000" algn="l" defTabSz="914400" rtl="0" eaLnBrk="1" fontAlgn="base" latinLnBrk="0" hangingPunct="1">
              <a:lnSpc>
                <a:spcPts val="3200"/>
              </a:lnSpc>
              <a:spcBef>
                <a:spcPct val="0"/>
              </a:spcBef>
              <a:spcAft>
                <a:spcPct val="0"/>
              </a:spcAft>
              <a:buClr>
                <a:srgbClr val="0563C1"/>
              </a:buClr>
              <a:buSzPct val="65000"/>
              <a:buFont typeface="Wingdings" panose="05000000000000000000" pitchFamily="2" charset="2"/>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．图乙中筷子提米在空中静止时，筷子受到米对它的摩擦力方向竖直向下</a:t>
            </a:r>
          </a:p>
          <a:p>
            <a:pPr marL="0" marR="0" lvl="0" indent="540000" algn="l" defTabSz="914400" rtl="0" eaLnBrk="1" fontAlgn="base" latinLnBrk="0" hangingPunct="1">
              <a:lnSpc>
                <a:spcPts val="3200"/>
              </a:lnSpc>
              <a:spcBef>
                <a:spcPct val="0"/>
              </a:spcBef>
              <a:spcAft>
                <a:spcPct val="0"/>
              </a:spcAft>
              <a:buClr>
                <a:srgbClr val="0563C1"/>
              </a:buClr>
              <a:buSzPct val="65000"/>
              <a:buFont typeface="Wingdings" panose="05000000000000000000" pitchFamily="2" charset="2"/>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．图丙中在力</a:t>
            </a:r>
            <a:r>
              <a:rPr kumimoji="0" lang="en-US" altLang="zh-CN" sz="21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拉动</a:t>
            </a: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使其速度变大过程中，弹簧测力计示数也逐渐变大</a:t>
            </a:r>
          </a:p>
          <a:p>
            <a:pPr marL="0" marR="0" lvl="0" indent="540000" algn="l" defTabSz="914400" rtl="0" eaLnBrk="1" fontAlgn="base" latinLnBrk="0" hangingPunct="1">
              <a:lnSpc>
                <a:spcPts val="3200"/>
              </a:lnSpc>
              <a:spcBef>
                <a:spcPct val="0"/>
              </a:spcBef>
              <a:spcAft>
                <a:spcPct val="0"/>
              </a:spcAft>
              <a:buClr>
                <a:srgbClr val="0563C1"/>
              </a:buClr>
              <a:buSzPct val="65000"/>
              <a:buFont typeface="Wingdings" panose="05000000000000000000" pitchFamily="2" charset="2"/>
              <a:buNone/>
              <a:defRPr/>
            </a:pPr>
            <a:r>
              <a:rPr kumimoji="0" lang="en-US" altLang="zh-CN"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D</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．图丁中用力</a:t>
            </a:r>
            <a:r>
              <a:rPr kumimoji="0" lang="en-US" altLang="zh-CN" sz="21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F</a:t>
            </a:r>
            <a:r>
              <a:rPr kumimoji="0" lang="zh-CN" altLang="en-US" sz="21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把木块紧压在墙上，则木块受到的摩擦力的方向是竖直向下</a:t>
            </a:r>
          </a:p>
        </p:txBody>
      </p:sp>
      <p:sp>
        <p:nvSpPr>
          <p:cNvPr id="4" name="文本框 71684">
            <a:extLst>
              <a:ext uri="{FF2B5EF4-FFF2-40B4-BE49-F238E27FC236}">
                <a16:creationId xmlns:a16="http://schemas.microsoft.com/office/drawing/2014/main" id="{8797E8FB-7BB9-2BC7-142E-FEC0D5CDED9E}"/>
              </a:ext>
            </a:extLst>
          </p:cNvPr>
          <p:cNvSpPr/>
          <p:nvPr>
            <p:custDataLst>
              <p:tags r:id="rId2"/>
            </p:custDataLst>
          </p:nvPr>
        </p:nvSpPr>
        <p:spPr>
          <a:xfrm>
            <a:off x="5792212" y="656934"/>
            <a:ext cx="1061509" cy="437427"/>
          </a:xfrm>
          <a:prstGeom prst="rect">
            <a:avLst/>
          </a:prstGeom>
          <a:noFill/>
          <a:ln>
            <a:noFill/>
            <a:miter lim="800000"/>
          </a:ln>
        </p:spPr>
        <p:txBody>
          <a:bodyPr wrap="none" anchor="t" anchorCtr="0">
            <a:spAutoFit/>
          </a:bodyPr>
          <a:lstStyle>
            <a:defPPr>
              <a:defRPr lang="zh-CN"/>
            </a:defPPr>
            <a:lvl1pPr marL="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1pPr>
            <a:lvl2pPr marL="4572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2pPr>
            <a:lvl3pPr marL="9144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3pPr>
            <a:lvl4pPr marL="13716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4pPr>
            <a:lvl5pPr marL="1828800" indent="0" algn="l" defTabSz="914400" rtl="0" eaLnBrk="1" fontAlgn="base" hangingPunct="1">
              <a:lnSpc>
                <a:spcPct val="100000"/>
              </a:lnSpc>
              <a:spcBef>
                <a:spcPct val="0"/>
              </a:spcBef>
              <a:spcAft>
                <a:spcPct val="0"/>
              </a:spcAft>
              <a:buClrTx/>
              <a:buSzTx/>
              <a:buFontTx/>
              <a:buNone/>
              <a:defRPr lang="zh-CN" altLang="en-US" sz="1800" b="0" i="0" u="none" baseline="0">
                <a:solidFill>
                  <a:schemeClr val="tx1"/>
                </a:solidFill>
                <a:latin typeface="Arial" panose="020B0604020202020204" pitchFamily="34" charset="0"/>
                <a:ea typeface="宋体" panose="02010600030101010101" pitchFamily="2" charset="-122"/>
              </a:defRPr>
            </a:lvl5pPr>
          </a:lstStyle>
          <a:p>
            <a:pPr marL="0" marR="0" lvl="0" indent="457200" algn="l" defTabSz="914400" rtl="0" eaLnBrk="1" fontAlgn="base" latinLnBrk="0" hangingPunct="1">
              <a:lnSpc>
                <a:spcPts val="2900"/>
              </a:lnSpc>
              <a:spcBef>
                <a:spcPct val="0"/>
              </a:spcBef>
              <a:spcAft>
                <a:spcPct val="0"/>
              </a:spcAft>
              <a:buClrTx/>
              <a:buSzTx/>
              <a:buFontTx/>
              <a:buNone/>
              <a:defRPr/>
            </a:pPr>
            <a:r>
              <a:rPr kumimoji="0" lang="en-US" altLang="zh-CN" sz="2200" b="0" i="0" u="none" strike="noStrike" kern="1200" cap="none" spc="0" normalizeH="0" baseline="0" noProof="0">
                <a:ln>
                  <a:noFill/>
                </a:ln>
                <a:solidFill>
                  <a:srgbClr val="FF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 B  </a:t>
            </a:r>
          </a:p>
        </p:txBody>
      </p:sp>
      <p:sp>
        <p:nvSpPr>
          <p:cNvPr id="14" name="内容占位符 2">
            <a:extLst>
              <a:ext uri="{FF2B5EF4-FFF2-40B4-BE49-F238E27FC236}">
                <a16:creationId xmlns:a16="http://schemas.microsoft.com/office/drawing/2014/main" id="{A8684FDE-1453-30A0-9670-78BDD7BE281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pic>
        <p:nvPicPr>
          <p:cNvPr id="8" name="图片 7">
            <a:extLst>
              <a:ext uri="{FF2B5EF4-FFF2-40B4-BE49-F238E27FC236}">
                <a16:creationId xmlns:a16="http://schemas.microsoft.com/office/drawing/2014/main" id="{50B4C49E-7ECD-0A60-4651-886E271947FE}"/>
              </a:ext>
            </a:extLst>
          </p:cNvPr>
          <p:cNvPicPr>
            <a:picLocks noChangeAspect="1"/>
          </p:cNvPicPr>
          <p:nvPr>
            <p:custDataLst>
              <p:tags r:id="rId4"/>
            </p:custDataLst>
          </p:nvPr>
        </p:nvPicPr>
        <p:blipFill>
          <a:blip r:embed="rId9"/>
          <a:stretch>
            <a:fillRect/>
          </a:stretch>
        </p:blipFill>
        <p:spPr>
          <a:xfrm>
            <a:off x="7506646" y="588354"/>
            <a:ext cx="921387" cy="1131323"/>
          </a:xfrm>
          <a:prstGeom prst="rect">
            <a:avLst/>
          </a:prstGeom>
        </p:spPr>
      </p:pic>
      <p:pic>
        <p:nvPicPr>
          <p:cNvPr id="9" name="图片 8">
            <a:extLst>
              <a:ext uri="{FF2B5EF4-FFF2-40B4-BE49-F238E27FC236}">
                <a16:creationId xmlns:a16="http://schemas.microsoft.com/office/drawing/2014/main" id="{94677597-D206-91B3-6FA4-91BA8E0BAE1E}"/>
              </a:ext>
            </a:extLst>
          </p:cNvPr>
          <p:cNvPicPr>
            <a:picLocks noChangeAspect="1"/>
          </p:cNvPicPr>
          <p:nvPr>
            <p:custDataLst>
              <p:tags r:id="rId5"/>
            </p:custDataLst>
          </p:nvPr>
        </p:nvPicPr>
        <p:blipFill>
          <a:blip r:embed="rId10"/>
          <a:stretch>
            <a:fillRect/>
          </a:stretch>
        </p:blipFill>
        <p:spPr>
          <a:xfrm>
            <a:off x="7721592" y="1923793"/>
            <a:ext cx="733425" cy="942975"/>
          </a:xfrm>
          <a:prstGeom prst="rect">
            <a:avLst/>
          </a:prstGeom>
        </p:spPr>
      </p:pic>
      <p:pic>
        <p:nvPicPr>
          <p:cNvPr id="10" name="图片 9">
            <a:extLst>
              <a:ext uri="{FF2B5EF4-FFF2-40B4-BE49-F238E27FC236}">
                <a16:creationId xmlns:a16="http://schemas.microsoft.com/office/drawing/2014/main" id="{D5E784AD-2A34-3854-7DB4-B2F0333D80F0}"/>
              </a:ext>
            </a:extLst>
          </p:cNvPr>
          <p:cNvPicPr>
            <a:picLocks noChangeAspect="1"/>
          </p:cNvPicPr>
          <p:nvPr>
            <p:custDataLst>
              <p:tags r:id="rId6"/>
            </p:custDataLst>
          </p:nvPr>
        </p:nvPicPr>
        <p:blipFill>
          <a:blip r:embed="rId11"/>
          <a:stretch>
            <a:fillRect/>
          </a:stretch>
        </p:blipFill>
        <p:spPr>
          <a:xfrm>
            <a:off x="7331066" y="2948965"/>
            <a:ext cx="1514475" cy="733425"/>
          </a:xfrm>
          <a:prstGeom prst="rect">
            <a:avLst/>
          </a:prstGeom>
        </p:spPr>
      </p:pic>
      <p:pic>
        <p:nvPicPr>
          <p:cNvPr id="11" name="图片 10">
            <a:extLst>
              <a:ext uri="{FF2B5EF4-FFF2-40B4-BE49-F238E27FC236}">
                <a16:creationId xmlns:a16="http://schemas.microsoft.com/office/drawing/2014/main" id="{D9F8314E-8EE5-BAD3-B2B8-FF525BF03F62}"/>
              </a:ext>
            </a:extLst>
          </p:cNvPr>
          <p:cNvPicPr>
            <a:picLocks noChangeAspect="1"/>
          </p:cNvPicPr>
          <p:nvPr>
            <p:custDataLst>
              <p:tags r:id="rId7"/>
            </p:custDataLst>
          </p:nvPr>
        </p:nvPicPr>
        <p:blipFill>
          <a:blip r:embed="rId12"/>
          <a:stretch>
            <a:fillRect/>
          </a:stretch>
        </p:blipFill>
        <p:spPr>
          <a:xfrm>
            <a:off x="7619676" y="3764587"/>
            <a:ext cx="695325" cy="1000125"/>
          </a:xfrm>
          <a:prstGeom prst="rect">
            <a:avLst/>
          </a:prstGeom>
        </p:spPr>
      </p:pic>
    </p:spTree>
    <p:extLst>
      <p:ext uri="{BB962C8B-B14F-4D97-AF65-F5344CB8AC3E}">
        <p14:creationId xmlns:p14="http://schemas.microsoft.com/office/powerpoint/2010/main" val="5072765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435">
                                          <p:stCondLst>
                                            <p:cond delay="0"/>
                                          </p:stCondLst>
                                        </p:cTn>
                                        <p:tgtEl>
                                          <p:spTgt spid="4"/>
                                        </p:tgtEl>
                                      </p:cBhvr>
                                    </p:animEffect>
                                    <p:anim calcmode="lin" valueType="num">
                                      <p:cBhvr>
                                        <p:cTn id="8" dur="1367"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498"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498" tmFilter="0, 0; 0.125,0.2665; 0.25,0.4; 0.375,0.465; 0.5,0.5;  0.625,0.535; 0.75,0.6; 0.875,0.7335; 1,1">
                                          <p:stCondLst>
                                            <p:cond delay="498"/>
                                          </p:stCondLst>
                                        </p:cTn>
                                        <p:tgtEl>
                                          <p:spTgt spid="4"/>
                                        </p:tgtEl>
                                        <p:attrNameLst>
                                          <p:attrName>ppt_y</p:attrName>
                                        </p:attrNameLst>
                                      </p:cBhvr>
                                      <p:tavLst>
                                        <p:tav tm="0" fmla="#ppt_y-sin(pi*$)/9">
                                          <p:val>
                                            <p:fltVal val="0"/>
                                          </p:val>
                                        </p:tav>
                                        <p:tav tm="100000">
                                          <p:val>
                                            <p:fltVal val="1"/>
                                          </p:val>
                                        </p:tav>
                                      </p:tavLst>
                                    </p:anim>
                                    <p:anim calcmode="lin" valueType="num">
                                      <p:cBhvr>
                                        <p:cTn id="11" dur="249" tmFilter="0, 0; 0.125,0.2665; 0.25,0.4; 0.375,0.465; 0.5,0.5;  0.625,0.535; 0.75,0.6; 0.875,0.7335; 1,1">
                                          <p:stCondLst>
                                            <p:cond delay="993"/>
                                          </p:stCondLst>
                                        </p:cTn>
                                        <p:tgtEl>
                                          <p:spTgt spid="4"/>
                                        </p:tgtEl>
                                        <p:attrNameLst>
                                          <p:attrName>ppt_y</p:attrName>
                                        </p:attrNameLst>
                                      </p:cBhvr>
                                      <p:tavLst>
                                        <p:tav tm="0" fmla="#ppt_y-sin(pi*$)/27">
                                          <p:val>
                                            <p:fltVal val="0"/>
                                          </p:val>
                                        </p:tav>
                                        <p:tav tm="100000">
                                          <p:val>
                                            <p:fltVal val="1"/>
                                          </p:val>
                                        </p:tav>
                                      </p:tavLst>
                                    </p:anim>
                                    <p:anim calcmode="lin" valueType="num">
                                      <p:cBhvr>
                                        <p:cTn id="12" dur="123" tmFilter="0, 0; 0.125,0.2665; 0.25,0.4; 0.375,0.465; 0.5,0.5;  0.625,0.535; 0.75,0.6; 0.875,0.7335; 1,1">
                                          <p:stCondLst>
                                            <p:cond delay="1242"/>
                                          </p:stCondLst>
                                        </p:cTn>
                                        <p:tgtEl>
                                          <p:spTgt spid="4"/>
                                        </p:tgtEl>
                                        <p:attrNameLst>
                                          <p:attrName>ppt_y</p:attrName>
                                        </p:attrNameLst>
                                      </p:cBhvr>
                                      <p:tavLst>
                                        <p:tav tm="0" fmla="#ppt_y-sin(pi*$)/81">
                                          <p:val>
                                            <p:fltVal val="0"/>
                                          </p:val>
                                        </p:tav>
                                        <p:tav tm="100000">
                                          <p:val>
                                            <p:fltVal val="1"/>
                                          </p:val>
                                        </p:tav>
                                      </p:tavLst>
                                    </p:anim>
                                    <p:animScale>
                                      <p:cBhvr>
                                        <p:cTn id="13" dur="20">
                                          <p:stCondLst>
                                            <p:cond delay="487"/>
                                          </p:stCondLst>
                                        </p:cTn>
                                        <p:tgtEl>
                                          <p:spTgt spid="4"/>
                                        </p:tgtEl>
                                      </p:cBhvr>
                                      <p:to x="100000" y="60000"/>
                                    </p:animScale>
                                    <p:animScale>
                                      <p:cBhvr>
                                        <p:cTn id="14" dur="124" decel="50000">
                                          <p:stCondLst>
                                            <p:cond delay="507"/>
                                          </p:stCondLst>
                                        </p:cTn>
                                        <p:tgtEl>
                                          <p:spTgt spid="4"/>
                                        </p:tgtEl>
                                      </p:cBhvr>
                                      <p:to x="100000" y="100000"/>
                                    </p:animScale>
                                    <p:animScale>
                                      <p:cBhvr>
                                        <p:cTn id="15" dur="20">
                                          <p:stCondLst>
                                            <p:cond delay="984"/>
                                          </p:stCondLst>
                                        </p:cTn>
                                        <p:tgtEl>
                                          <p:spTgt spid="4"/>
                                        </p:tgtEl>
                                      </p:cBhvr>
                                      <p:to x="100000" y="80000"/>
                                    </p:animScale>
                                    <p:animScale>
                                      <p:cBhvr>
                                        <p:cTn id="16" dur="124" decel="50000">
                                          <p:stCondLst>
                                            <p:cond delay="1004"/>
                                          </p:stCondLst>
                                        </p:cTn>
                                        <p:tgtEl>
                                          <p:spTgt spid="4"/>
                                        </p:tgtEl>
                                      </p:cBhvr>
                                      <p:to x="100000" y="100000"/>
                                    </p:animScale>
                                    <p:animScale>
                                      <p:cBhvr>
                                        <p:cTn id="17" dur="20">
                                          <p:stCondLst>
                                            <p:cond delay="1231"/>
                                          </p:stCondLst>
                                        </p:cTn>
                                        <p:tgtEl>
                                          <p:spTgt spid="4"/>
                                        </p:tgtEl>
                                      </p:cBhvr>
                                      <p:to x="100000" y="90000"/>
                                    </p:animScale>
                                    <p:animScale>
                                      <p:cBhvr>
                                        <p:cTn id="18" dur="124" decel="50000">
                                          <p:stCondLst>
                                            <p:cond delay="1251"/>
                                          </p:stCondLst>
                                        </p:cTn>
                                        <p:tgtEl>
                                          <p:spTgt spid="4"/>
                                        </p:tgtEl>
                                      </p:cBhvr>
                                      <p:to x="100000" y="100000"/>
                                    </p:animScale>
                                    <p:animScale>
                                      <p:cBhvr>
                                        <p:cTn id="19" dur="20">
                                          <p:stCondLst>
                                            <p:cond delay="1356"/>
                                          </p:stCondLst>
                                        </p:cTn>
                                        <p:tgtEl>
                                          <p:spTgt spid="4"/>
                                        </p:tgtEl>
                                      </p:cBhvr>
                                      <p:to x="100000" y="95000"/>
                                    </p:animScale>
                                    <p:animScale>
                                      <p:cBhvr>
                                        <p:cTn id="20" dur="124" decel="50000">
                                          <p:stCondLst>
                                            <p:cond delay="1376"/>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305C0DE2-54DA-E2DC-3C0F-457BC4B9CA88}"/>
              </a:ext>
            </a:extLst>
          </p:cNvPr>
          <p:cNvSpPr txBox="1"/>
          <p:nvPr>
            <p:custDataLst>
              <p:tags r:id="rId1"/>
            </p:custDataLst>
          </p:nvPr>
        </p:nvSpPr>
        <p:spPr>
          <a:xfrm>
            <a:off x="437398" y="1280673"/>
            <a:ext cx="8297333" cy="1858779"/>
          </a:xfrm>
          <a:prstGeom prst="rect">
            <a:avLst/>
          </a:prstGeom>
          <a:noFill/>
        </p:spPr>
        <p:txBody>
          <a:bodyPr wrap="square">
            <a:spAutoFit/>
          </a:bodyPr>
          <a:lstStyle/>
          <a:p>
            <a:pPr indent="324000">
              <a:lnSpc>
                <a:spcPts val="2800"/>
              </a:lnSpc>
            </a:pPr>
            <a:r>
              <a:rPr lang="zh-CN" altLang="zh-CN" sz="2000" kern="100">
                <a:solidFill>
                  <a:srgbClr val="002060"/>
                </a:solidFill>
                <a:effectLst/>
              </a:rPr>
              <a:t>（</a:t>
            </a:r>
            <a:r>
              <a:rPr lang="en-US" altLang="zh-CN" sz="2000" kern="100">
                <a:solidFill>
                  <a:srgbClr val="002060"/>
                </a:solidFill>
                <a:effectLst/>
              </a:rPr>
              <a:t>1</a:t>
            </a:r>
            <a:r>
              <a:rPr lang="zh-CN" altLang="zh-CN" sz="2000" kern="100">
                <a:solidFill>
                  <a:srgbClr val="002060"/>
                </a:solidFill>
                <a:effectLst/>
              </a:rPr>
              <a:t>）将一本质量为</a:t>
            </a:r>
            <a:r>
              <a:rPr lang="en-US" altLang="zh-CN" sz="2000" kern="100">
                <a:solidFill>
                  <a:srgbClr val="002060"/>
                </a:solidFill>
                <a:effectLst/>
              </a:rPr>
              <a:t>_____</a:t>
            </a:r>
            <a:r>
              <a:rPr lang="zh-CN" altLang="zh-CN" sz="2000" kern="100">
                <a:solidFill>
                  <a:srgbClr val="002060"/>
                </a:solidFill>
                <a:effectLst/>
              </a:rPr>
              <a:t>（选填</a:t>
            </a:r>
            <a:r>
              <a:rPr lang="en-US" altLang="zh-CN" sz="2000" kern="100">
                <a:solidFill>
                  <a:srgbClr val="002060"/>
                </a:solidFill>
                <a:effectLst/>
              </a:rPr>
              <a:t>“25g”</a:t>
            </a:r>
            <a:r>
              <a:rPr lang="zh-CN" altLang="zh-CN" sz="2000" kern="100">
                <a:solidFill>
                  <a:srgbClr val="002060"/>
                </a:solidFill>
                <a:effectLst/>
              </a:rPr>
              <a:t>、</a:t>
            </a:r>
            <a:r>
              <a:rPr lang="en-US" altLang="zh-CN" sz="2000" kern="100">
                <a:solidFill>
                  <a:srgbClr val="002060"/>
                </a:solidFill>
                <a:effectLst/>
              </a:rPr>
              <a:t>“250g”</a:t>
            </a:r>
            <a:r>
              <a:rPr lang="zh-CN" altLang="zh-CN" sz="2000" kern="100">
                <a:solidFill>
                  <a:srgbClr val="002060"/>
                </a:solidFill>
                <a:effectLst/>
              </a:rPr>
              <a:t>或</a:t>
            </a:r>
            <a:r>
              <a:rPr lang="en-US" altLang="zh-CN" sz="2000" kern="100">
                <a:solidFill>
                  <a:srgbClr val="002060"/>
                </a:solidFill>
                <a:effectLst/>
              </a:rPr>
              <a:t>“2.5kg”</a:t>
            </a:r>
            <a:r>
              <a:rPr lang="zh-CN" altLang="zh-CN" sz="2000" kern="100">
                <a:solidFill>
                  <a:srgbClr val="002060"/>
                </a:solidFill>
                <a:effectLst/>
              </a:rPr>
              <a:t>）封面封塑的物理课本放在水平桌面上，通过弹簧测力计水平匀速拉动课本，此时弹簧测力计的示数是</a:t>
            </a:r>
            <a:r>
              <a:rPr lang="en-US" altLang="zh-CN" sz="2000" kern="100">
                <a:solidFill>
                  <a:srgbClr val="002060"/>
                </a:solidFill>
                <a:effectLst/>
              </a:rPr>
              <a:t>2N</a:t>
            </a:r>
            <a:r>
              <a:rPr lang="zh-CN" altLang="zh-CN" sz="2000" kern="100">
                <a:solidFill>
                  <a:srgbClr val="002060"/>
                </a:solidFill>
                <a:effectLst/>
              </a:rPr>
              <a:t>，课本与桌面间的摩擦力大小为</a:t>
            </a:r>
            <a:r>
              <a:rPr lang="en-US" altLang="zh-CN" sz="2000" kern="100">
                <a:solidFill>
                  <a:srgbClr val="002060"/>
                </a:solidFill>
                <a:effectLst/>
              </a:rPr>
              <a:t>___N</a:t>
            </a:r>
            <a:r>
              <a:rPr lang="zh-CN" altLang="zh-CN" sz="2000" kern="100">
                <a:solidFill>
                  <a:srgbClr val="002060"/>
                </a:solidFill>
                <a:effectLst/>
              </a:rPr>
              <a:t>；</a:t>
            </a:r>
            <a:endParaRPr lang="en-US" altLang="zh-CN" sz="2000" kern="100">
              <a:solidFill>
                <a:srgbClr val="002060"/>
              </a:solidFill>
              <a:effectLst/>
            </a:endParaRPr>
          </a:p>
          <a:p>
            <a:pPr indent="324000">
              <a:lnSpc>
                <a:spcPts val="2800"/>
              </a:lnSpc>
            </a:pPr>
            <a:r>
              <a:rPr lang="zh-CN" altLang="en-US" sz="2000" kern="100">
                <a:solidFill>
                  <a:srgbClr val="002060"/>
                </a:solidFill>
              </a:rPr>
              <a:t>（</a:t>
            </a:r>
            <a:r>
              <a:rPr lang="en-US" altLang="zh-CN" sz="2000" kern="100">
                <a:solidFill>
                  <a:srgbClr val="002060"/>
                </a:solidFill>
              </a:rPr>
              <a:t>2</a:t>
            </a:r>
            <a:r>
              <a:rPr lang="zh-CN" altLang="en-US" sz="2000" kern="100">
                <a:solidFill>
                  <a:srgbClr val="002060"/>
                </a:solidFill>
              </a:rPr>
              <a:t>）在原来的课本上又放了另一位同学同样的课本，小明这样做的目的是</a:t>
            </a:r>
            <a:r>
              <a:rPr lang="en-US" altLang="zh-CN" sz="2000" kern="100">
                <a:solidFill>
                  <a:srgbClr val="002060"/>
                </a:solidFill>
              </a:rPr>
              <a:t>________________</a:t>
            </a:r>
            <a:r>
              <a:rPr lang="zh-CN" altLang="en-US" sz="2000" kern="100">
                <a:solidFill>
                  <a:srgbClr val="002060"/>
                </a:solidFill>
              </a:rPr>
              <a:t>。</a:t>
            </a:r>
            <a:endParaRPr lang="en-US" altLang="zh-CN" sz="2000" kern="100">
              <a:solidFill>
                <a:srgbClr val="002060"/>
              </a:solidFill>
              <a:effectLst/>
            </a:endParaRPr>
          </a:p>
        </p:txBody>
      </p:sp>
      <p:sp>
        <p:nvSpPr>
          <p:cNvPr id="20" name="文本框 19">
            <a:extLst>
              <a:ext uri="{FF2B5EF4-FFF2-40B4-BE49-F238E27FC236}">
                <a16:creationId xmlns:a16="http://schemas.microsoft.com/office/drawing/2014/main" id="{20F63954-7B95-9517-8EB2-FC91CE4EFC6E}"/>
              </a:ext>
            </a:extLst>
          </p:cNvPr>
          <p:cNvSpPr txBox="1"/>
          <p:nvPr>
            <p:custDataLst>
              <p:tags r:id="rId2"/>
            </p:custDataLst>
          </p:nvPr>
        </p:nvSpPr>
        <p:spPr>
          <a:xfrm>
            <a:off x="586116" y="566995"/>
            <a:ext cx="8050179" cy="781561"/>
          </a:xfrm>
          <a:prstGeom prst="rect">
            <a:avLst/>
          </a:prstGeom>
          <a:noFill/>
        </p:spPr>
        <p:txBody>
          <a:bodyPr wrap="square">
            <a:spAutoFit/>
          </a:bodyPr>
          <a:lstStyle/>
          <a:p>
            <a:pPr indent="324000">
              <a:lnSpc>
                <a:spcPts val="2800"/>
              </a:lnSpc>
            </a:pPr>
            <a:r>
              <a:rPr lang="en-US" altLang="zh-CN" sz="20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0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5】</a:t>
            </a:r>
            <a:r>
              <a:rPr lang="zh-CN" altLang="en-US" sz="2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小明实验小组四位同学想探究课本与课桌面间滑动摩擦力的大小与什么有关。</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4"/>
            </p:custDataLst>
          </p:nvPr>
        </p:nvSpPr>
        <p:spPr>
          <a:xfrm>
            <a:off x="6440404" y="2027981"/>
            <a:ext cx="615715" cy="415498"/>
          </a:xfrm>
          <a:prstGeom prst="rect">
            <a:avLst/>
          </a:prstGeom>
          <a:noFill/>
        </p:spPr>
        <p:txBody>
          <a:bodyPr wrap="square">
            <a:spAutoFit/>
          </a:bodyPr>
          <a:lstStyle/>
          <a:p>
            <a:pPr algn="l"/>
            <a:r>
              <a:rPr lang="en-US" altLang="zh-CN" sz="2100" kern="100">
                <a:solidFill>
                  <a:srgbClr val="FF0000"/>
                </a:solidFill>
                <a:effectLst/>
              </a:rPr>
              <a:t>2</a:t>
            </a:r>
            <a:endParaRPr lang="zh-CN" altLang="zh-CN" sz="2100" kern="100">
              <a:solidFill>
                <a:srgbClr val="FF0000"/>
              </a:solidFill>
              <a:effectLst/>
            </a:endParaRPr>
          </a:p>
        </p:txBody>
      </p:sp>
      <p:sp>
        <p:nvSpPr>
          <p:cNvPr id="5" name="文本框 4">
            <a:extLst>
              <a:ext uri="{FF2B5EF4-FFF2-40B4-BE49-F238E27FC236}">
                <a16:creationId xmlns:a16="http://schemas.microsoft.com/office/drawing/2014/main" id="{1E6A4594-E216-CC00-4FE2-C6257C65F2C5}"/>
              </a:ext>
            </a:extLst>
          </p:cNvPr>
          <p:cNvSpPr txBox="1"/>
          <p:nvPr>
            <p:custDataLst>
              <p:tags r:id="rId5"/>
            </p:custDataLst>
          </p:nvPr>
        </p:nvSpPr>
        <p:spPr>
          <a:xfrm>
            <a:off x="2837461" y="1327736"/>
            <a:ext cx="1056359" cy="415498"/>
          </a:xfrm>
          <a:prstGeom prst="rect">
            <a:avLst/>
          </a:prstGeom>
          <a:noFill/>
        </p:spPr>
        <p:txBody>
          <a:bodyPr wrap="square">
            <a:spAutoFit/>
          </a:bodyPr>
          <a:lstStyle/>
          <a:p>
            <a:r>
              <a:rPr lang="en-US" altLang="zh-CN" sz="2000" kern="100">
                <a:solidFill>
                  <a:srgbClr val="FF0000"/>
                </a:solidFill>
                <a:effectLst/>
              </a:rPr>
              <a:t>   250g</a:t>
            </a:r>
            <a:endParaRPr lang="zh-CN" altLang="zh-CN" sz="2000" kern="100">
              <a:solidFill>
                <a:srgbClr val="FF0000"/>
              </a:solidFill>
              <a:effectLst/>
            </a:endParaRPr>
          </a:p>
        </p:txBody>
      </p:sp>
      <p:sp>
        <p:nvSpPr>
          <p:cNvPr id="3" name="文本框 2">
            <a:extLst>
              <a:ext uri="{FF2B5EF4-FFF2-40B4-BE49-F238E27FC236}">
                <a16:creationId xmlns:a16="http://schemas.microsoft.com/office/drawing/2014/main" id="{ED736619-ABBA-102C-44C9-968012096C1A}"/>
              </a:ext>
            </a:extLst>
          </p:cNvPr>
          <p:cNvSpPr txBox="1"/>
          <p:nvPr>
            <p:custDataLst>
              <p:tags r:id="rId6"/>
            </p:custDataLst>
          </p:nvPr>
        </p:nvSpPr>
        <p:spPr>
          <a:xfrm>
            <a:off x="5547360" y="-47674"/>
            <a:ext cx="3533776" cy="508794"/>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探索更小的微粒</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3" name="组合 12">
            <a:extLst>
              <a:ext uri="{FF2B5EF4-FFF2-40B4-BE49-F238E27FC236}">
                <a16:creationId xmlns:a16="http://schemas.microsoft.com/office/drawing/2014/main" id="{A5467078-BA1B-F634-415F-2DC1648561FC}"/>
              </a:ext>
            </a:extLst>
          </p:cNvPr>
          <p:cNvGrpSpPr/>
          <p:nvPr>
            <p:custDataLst>
              <p:tags r:id="rId7"/>
            </p:custDataLst>
          </p:nvPr>
        </p:nvGrpSpPr>
        <p:grpSpPr>
          <a:xfrm>
            <a:off x="108372" y="3100045"/>
            <a:ext cx="8962298" cy="1924074"/>
            <a:chOff x="276531" y="3087763"/>
            <a:chExt cx="8794140" cy="1733734"/>
          </a:xfrm>
        </p:grpSpPr>
        <p:sp>
          <p:nvSpPr>
            <p:cNvPr id="15" name="矩形 37">
              <a:extLst>
                <a:ext uri="{FF2B5EF4-FFF2-40B4-BE49-F238E27FC236}">
                  <a16:creationId xmlns:a16="http://schemas.microsoft.com/office/drawing/2014/main" id="{FF26C50B-25B8-CD82-48B6-0AC70B4A8DE3}"/>
                </a:ext>
              </a:extLst>
            </p:cNvPr>
            <p:cNvSpPr>
              <a:spLocks noChangeArrowheads="1"/>
            </p:cNvSpPr>
            <p:nvPr>
              <p:custDataLst>
                <p:tags r:id="rId10"/>
              </p:custDataLst>
            </p:nvPr>
          </p:nvSpPr>
          <p:spPr bwMode="auto">
            <a:xfrm>
              <a:off x="276531" y="3087763"/>
              <a:ext cx="8794140" cy="1733734"/>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6" name="图片 15">
              <a:extLst>
                <a:ext uri="{FF2B5EF4-FFF2-40B4-BE49-F238E27FC236}">
                  <a16:creationId xmlns:a16="http://schemas.microsoft.com/office/drawing/2014/main" id="{94EB1A30-AF7D-BE60-97D0-EC8B85AE9ED2}"/>
                </a:ext>
              </a:extLst>
            </p:cNvPr>
            <p:cNvPicPr>
              <a:picLocks noChangeAspect="1"/>
            </p:cNvPicPr>
            <p:nvPr>
              <p:custDataLst>
                <p:tags r:id="rId11"/>
              </p:custDataLst>
            </p:nvPr>
          </p:nvPicPr>
          <p:blipFill>
            <a:blip r:embed="rId13"/>
            <a:srcRect l="16093" t="19040" r="16095" b="25092"/>
            <a:stretch>
              <a:fillRect/>
            </a:stretch>
          </p:blipFill>
          <p:spPr>
            <a:xfrm>
              <a:off x="290009" y="3114783"/>
              <a:ext cx="840847" cy="379396"/>
            </a:xfrm>
            <a:prstGeom prst="rect">
              <a:avLst/>
            </a:prstGeom>
          </p:spPr>
        </p:pic>
      </p:grpSp>
      <p:sp>
        <p:nvSpPr>
          <p:cNvPr id="17" name="文本框 16">
            <a:extLst>
              <a:ext uri="{FF2B5EF4-FFF2-40B4-BE49-F238E27FC236}">
                <a16:creationId xmlns:a16="http://schemas.microsoft.com/office/drawing/2014/main" id="{1E50DEE2-2DCB-7817-3850-498D0008D22C}"/>
              </a:ext>
            </a:extLst>
          </p:cNvPr>
          <p:cNvSpPr txBox="1"/>
          <p:nvPr>
            <p:custDataLst>
              <p:tags r:id="rId8"/>
            </p:custDataLst>
          </p:nvPr>
        </p:nvSpPr>
        <p:spPr>
          <a:xfrm>
            <a:off x="437398" y="3186686"/>
            <a:ext cx="8148614" cy="1733936"/>
          </a:xfrm>
          <a:prstGeom prst="rect">
            <a:avLst/>
          </a:prstGeom>
          <a:noFill/>
        </p:spPr>
        <p:txBody>
          <a:bodyPr wrap="square">
            <a:spAutoFit/>
          </a:bodyPr>
          <a:lstStyle/>
          <a:p>
            <a:pPr lvl="0" indent="457200">
              <a:lnSpc>
                <a:spcPts val="2600"/>
              </a:lnSpc>
              <a:defRPr/>
            </a:pPr>
            <a:r>
              <a:rPr kumimoji="0" lang="en-US" altLang="zh-CN" sz="1900" b="0" i="0" u="none" strike="noStrike" kern="1200" cap="none" spc="0" normalizeH="0" baseline="0" noProof="0">
                <a:ln>
                  <a:noFill/>
                </a:ln>
                <a:solidFill>
                  <a:prstClr val="white"/>
                </a:solidFill>
                <a:effectLst/>
                <a:uLnTx/>
                <a:uFillTx/>
                <a:latin typeface="Times New Roman"/>
                <a:ea typeface="微软雅黑"/>
                <a:cs typeface="Times New Roman" panose="02020603050405020304" pitchFamily="18" charset="0"/>
              </a:rPr>
              <a:t> </a:t>
            </a:r>
            <a:r>
              <a:rPr lang="zh-CN" altLang="en-US" sz="1900">
                <a:solidFill>
                  <a:prstClr val="white"/>
                </a:solidFill>
                <a:cs typeface="Times New Roman" panose="02020603050405020304" pitchFamily="18" charset="0"/>
              </a:rPr>
              <a:t>（</a:t>
            </a:r>
            <a:r>
              <a:rPr lang="en-US" altLang="zh-CN" sz="1900">
                <a:solidFill>
                  <a:prstClr val="white"/>
                </a:solidFill>
                <a:cs typeface="Times New Roman" panose="02020603050405020304" pitchFamily="18" charset="0"/>
              </a:rPr>
              <a:t>1</a:t>
            </a:r>
            <a:r>
              <a:rPr lang="zh-CN" altLang="en-US" sz="1900">
                <a:solidFill>
                  <a:prstClr val="white"/>
                </a:solidFill>
                <a:cs typeface="Times New Roman" panose="02020603050405020304" pitchFamily="18" charset="0"/>
              </a:rPr>
              <a:t>）根据生活经验可知，物理课本质量约</a:t>
            </a:r>
            <a:r>
              <a:rPr lang="en-US" altLang="zh-CN" sz="1900">
                <a:solidFill>
                  <a:prstClr val="white"/>
                </a:solidFill>
                <a:cs typeface="Times New Roman" panose="02020603050405020304" pitchFamily="18" charset="0"/>
              </a:rPr>
              <a:t>250g</a:t>
            </a:r>
            <a:r>
              <a:rPr lang="zh-CN" altLang="en-US" sz="1900">
                <a:solidFill>
                  <a:prstClr val="white"/>
                </a:solidFill>
                <a:cs typeface="Times New Roman" panose="02020603050405020304" pitchFamily="18" charset="0"/>
              </a:rPr>
              <a:t>。通过弹簧测力计水平匀速拉动课本，课本做匀速直线运动时，课本与桌面间的摩擦力大小等于弹簧测力计的拉力</a:t>
            </a:r>
            <a:r>
              <a:rPr lang="en-US" altLang="zh-CN" sz="1900">
                <a:solidFill>
                  <a:prstClr val="white"/>
                </a:solidFill>
                <a:cs typeface="Times New Roman" panose="02020603050405020304" pitchFamily="18" charset="0"/>
              </a:rPr>
              <a:t>2N.</a:t>
            </a:r>
            <a:r>
              <a:rPr lang="zh-CN" altLang="en-US" sz="1900">
                <a:solidFill>
                  <a:prstClr val="white"/>
                </a:solidFill>
                <a:cs typeface="Times New Roman" panose="02020603050405020304" pitchFamily="18" charset="0"/>
              </a:rPr>
              <a:t> </a:t>
            </a:r>
            <a:endParaRPr lang="en-US" altLang="zh-CN" sz="1900">
              <a:solidFill>
                <a:prstClr val="white"/>
              </a:solidFill>
              <a:cs typeface="Times New Roman" panose="02020603050405020304" pitchFamily="18" charset="0"/>
            </a:endParaRPr>
          </a:p>
          <a:p>
            <a:pPr lvl="0" indent="457200">
              <a:lnSpc>
                <a:spcPts val="2600"/>
              </a:lnSpc>
              <a:defRPr/>
            </a:pPr>
            <a:r>
              <a:rPr lang="zh-CN" altLang="en-US" sz="1900">
                <a:solidFill>
                  <a:srgbClr val="FFFF00"/>
                </a:solidFill>
                <a:cs typeface="Times New Roman" panose="02020603050405020304" pitchFamily="18" charset="0"/>
              </a:rPr>
              <a:t>（</a:t>
            </a:r>
            <a:r>
              <a:rPr lang="en-US" altLang="zh-CN" sz="1900">
                <a:solidFill>
                  <a:srgbClr val="FFFF00"/>
                </a:solidFill>
                <a:cs typeface="Times New Roman" panose="02020603050405020304" pitchFamily="18" charset="0"/>
              </a:rPr>
              <a:t>2</a:t>
            </a:r>
            <a:r>
              <a:rPr lang="zh-CN" altLang="en-US" sz="1900">
                <a:solidFill>
                  <a:srgbClr val="FFFF00"/>
                </a:solidFill>
                <a:cs typeface="Times New Roman" panose="02020603050405020304" pitchFamily="18" charset="0"/>
              </a:rPr>
              <a:t>）在原来的课本上又放了另一个同样的课本，压力变大而接触面的粗糙程度不变，符合控制变量法的要求，即改变了压力的大小。</a:t>
            </a:r>
            <a:endParaRPr kumimoji="0" lang="zh-CN" altLang="en-US" sz="1900" b="0" i="0" u="none" strike="noStrike" kern="1200" cap="none" spc="0" normalizeH="0" baseline="0" noProof="0">
              <a:ln>
                <a:noFill/>
              </a:ln>
              <a:solidFill>
                <a:srgbClr val="FFFF00"/>
              </a:solidFill>
              <a:effectLst/>
              <a:uLnTx/>
              <a:uFillTx/>
              <a:latin typeface="Times New Roman"/>
              <a:ea typeface="微软雅黑"/>
              <a:cs typeface="Times New Roman" panose="02020603050405020304" pitchFamily="18" charset="0"/>
            </a:endParaRPr>
          </a:p>
        </p:txBody>
      </p:sp>
      <p:sp>
        <p:nvSpPr>
          <p:cNvPr id="18" name="文本框 17">
            <a:extLst>
              <a:ext uri="{FF2B5EF4-FFF2-40B4-BE49-F238E27FC236}">
                <a16:creationId xmlns:a16="http://schemas.microsoft.com/office/drawing/2014/main" id="{AAFDEB5F-2E53-FE05-6D7A-17BC78CCF84E}"/>
              </a:ext>
            </a:extLst>
          </p:cNvPr>
          <p:cNvSpPr txBox="1"/>
          <p:nvPr>
            <p:custDataLst>
              <p:tags r:id="rId9"/>
            </p:custDataLst>
          </p:nvPr>
        </p:nvSpPr>
        <p:spPr>
          <a:xfrm>
            <a:off x="965297" y="2697998"/>
            <a:ext cx="2424853" cy="415498"/>
          </a:xfrm>
          <a:prstGeom prst="rect">
            <a:avLst/>
          </a:prstGeom>
          <a:noFill/>
        </p:spPr>
        <p:txBody>
          <a:bodyPr wrap="square">
            <a:spAutoFit/>
          </a:bodyPr>
          <a:lstStyle/>
          <a:p>
            <a:r>
              <a:rPr lang="en-US" altLang="zh-CN" sz="2000" kern="100">
                <a:solidFill>
                  <a:srgbClr val="FF0000"/>
                </a:solidFill>
                <a:effectLst/>
              </a:rPr>
              <a:t>   </a:t>
            </a:r>
            <a:r>
              <a:rPr lang="zh-CN" altLang="en-US" sz="2000" kern="100">
                <a:solidFill>
                  <a:srgbClr val="FF0000"/>
                </a:solidFill>
              </a:rPr>
              <a:t>改变压力的大小</a:t>
            </a:r>
            <a:endParaRPr lang="zh-CN" altLang="zh-CN" sz="2000" kern="100">
              <a:solidFill>
                <a:srgbClr val="FF0000"/>
              </a:solidFill>
              <a:effectLst/>
            </a:endParaRPr>
          </a:p>
        </p:txBody>
      </p:sp>
    </p:spTree>
    <p:extLst>
      <p:ext uri="{BB962C8B-B14F-4D97-AF65-F5344CB8AC3E}">
        <p14:creationId xmlns:p14="http://schemas.microsoft.com/office/powerpoint/2010/main" val="22288409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xEl>
                                              <p:pRg st="0" end="0"/>
                                            </p:txEl>
                                          </p:spTgt>
                                        </p:tgtEl>
                                        <p:attrNameLst>
                                          <p:attrName>style.visibility</p:attrName>
                                        </p:attrNameLst>
                                      </p:cBhvr>
                                      <p:to>
                                        <p:strVal val="visible"/>
                                      </p:to>
                                    </p:set>
                                    <p:animEffect transition="in" filter="blinds(horizontal)">
                                      <p:cBhvr>
                                        <p:cTn id="12" dur="500"/>
                                        <p:tgtEl>
                                          <p:spTgt spid="17">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
                                            <p:txEl>
                                              <p:pRg st="1" end="1"/>
                                            </p:txEl>
                                          </p:spTgt>
                                        </p:tgtEl>
                                        <p:attrNameLst>
                                          <p:attrName>style.visibility</p:attrName>
                                        </p:attrNameLst>
                                      </p:cBhvr>
                                      <p:to>
                                        <p:strVal val="visible"/>
                                      </p:to>
                                    </p:set>
                                    <p:animEffect transition="in" filter="blinds(horizontal)">
                                      <p:cBhvr>
                                        <p:cTn id="17" dur="500"/>
                                        <p:tgtEl>
                                          <p:spTgt spid="17">
                                            <p:txEl>
                                              <p:pRg st="1" end="1"/>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 calcmode="lin" valueType="num">
                                      <p:cBhvr>
                                        <p:cTn id="24" dur="500" fill="hold"/>
                                        <p:tgtEl>
                                          <p:spTgt spid="5"/>
                                        </p:tgtEl>
                                        <p:attrNameLst>
                                          <p:attrName>style.rotation</p:attrName>
                                        </p:attrNameLst>
                                      </p:cBhvr>
                                      <p:tavLst>
                                        <p:tav tm="0">
                                          <p:val>
                                            <p:fltVal val="90"/>
                                          </p:val>
                                        </p:tav>
                                        <p:tav tm="100000">
                                          <p:val>
                                            <p:fltVal val="0"/>
                                          </p:val>
                                        </p:tav>
                                      </p:tavLst>
                                    </p:anim>
                                    <p:animEffect transition="in" filter="fade">
                                      <p:cBhvr>
                                        <p:cTn id="25" dur="500"/>
                                        <p:tgtEl>
                                          <p:spTgt spid="5"/>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p:cTn id="30" dur="500" fill="hold"/>
                                        <p:tgtEl>
                                          <p:spTgt spid="14"/>
                                        </p:tgtEl>
                                        <p:attrNameLst>
                                          <p:attrName>ppt_w</p:attrName>
                                        </p:attrNameLst>
                                      </p:cBhvr>
                                      <p:tavLst>
                                        <p:tav tm="0">
                                          <p:val>
                                            <p:fltVal val="0"/>
                                          </p:val>
                                        </p:tav>
                                        <p:tav tm="100000">
                                          <p:val>
                                            <p:strVal val="#ppt_w"/>
                                          </p:val>
                                        </p:tav>
                                      </p:tavLst>
                                    </p:anim>
                                    <p:anim calcmode="lin" valueType="num">
                                      <p:cBhvr>
                                        <p:cTn id="31" dur="500" fill="hold"/>
                                        <p:tgtEl>
                                          <p:spTgt spid="14"/>
                                        </p:tgtEl>
                                        <p:attrNameLst>
                                          <p:attrName>ppt_h</p:attrName>
                                        </p:attrNameLst>
                                      </p:cBhvr>
                                      <p:tavLst>
                                        <p:tav tm="0">
                                          <p:val>
                                            <p:fltVal val="0"/>
                                          </p:val>
                                        </p:tav>
                                        <p:tav tm="100000">
                                          <p:val>
                                            <p:strVal val="#ppt_h"/>
                                          </p:val>
                                        </p:tav>
                                      </p:tavLst>
                                    </p:anim>
                                    <p:anim calcmode="lin" valueType="num">
                                      <p:cBhvr>
                                        <p:cTn id="32" dur="500" fill="hold"/>
                                        <p:tgtEl>
                                          <p:spTgt spid="14"/>
                                        </p:tgtEl>
                                        <p:attrNameLst>
                                          <p:attrName>style.rotation</p:attrName>
                                        </p:attrNameLst>
                                      </p:cBhvr>
                                      <p:tavLst>
                                        <p:tav tm="0">
                                          <p:val>
                                            <p:fltVal val="90"/>
                                          </p:val>
                                        </p:tav>
                                        <p:tav tm="100000">
                                          <p:val>
                                            <p:fltVal val="0"/>
                                          </p:val>
                                        </p:tav>
                                      </p:tavLst>
                                    </p:anim>
                                    <p:animEffect transition="in" filter="fade">
                                      <p:cBhvr>
                                        <p:cTn id="33" dur="500"/>
                                        <p:tgtEl>
                                          <p:spTgt spid="14"/>
                                        </p:tgtEl>
                                      </p:cBhvr>
                                    </p:animEffect>
                                  </p:childTnLst>
                                </p:cTn>
                              </p:par>
                            </p:childTnLst>
                          </p:cTn>
                        </p:par>
                      </p:childTnLst>
                    </p:cTn>
                  </p:par>
                  <p:par>
                    <p:cTn id="34" fill="hold" nodeType="clickPar">
                      <p:stCondLst>
                        <p:cond delay="indefinite"/>
                      </p:stCondLst>
                      <p:childTnLst>
                        <p:par>
                          <p:cTn id="35" fill="hold" nodeType="afterGroup">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18"/>
                                        </p:tgtEl>
                                        <p:attrNameLst>
                                          <p:attrName>style.visibility</p:attrName>
                                        </p:attrNameLst>
                                      </p:cBhvr>
                                      <p:to>
                                        <p:strVal val="visible"/>
                                      </p:to>
                                    </p:set>
                                    <p:anim calcmode="lin" valueType="num">
                                      <p:cBhvr>
                                        <p:cTn id="38" dur="500" fill="hold"/>
                                        <p:tgtEl>
                                          <p:spTgt spid="18"/>
                                        </p:tgtEl>
                                        <p:attrNameLst>
                                          <p:attrName>ppt_w</p:attrName>
                                        </p:attrNameLst>
                                      </p:cBhvr>
                                      <p:tavLst>
                                        <p:tav tm="0">
                                          <p:val>
                                            <p:fltVal val="0"/>
                                          </p:val>
                                        </p:tav>
                                        <p:tav tm="100000">
                                          <p:val>
                                            <p:strVal val="#ppt_w"/>
                                          </p:val>
                                        </p:tav>
                                      </p:tavLst>
                                    </p:anim>
                                    <p:anim calcmode="lin" valueType="num">
                                      <p:cBhvr>
                                        <p:cTn id="39" dur="500" fill="hold"/>
                                        <p:tgtEl>
                                          <p:spTgt spid="18"/>
                                        </p:tgtEl>
                                        <p:attrNameLst>
                                          <p:attrName>ppt_h</p:attrName>
                                        </p:attrNameLst>
                                      </p:cBhvr>
                                      <p:tavLst>
                                        <p:tav tm="0">
                                          <p:val>
                                            <p:fltVal val="0"/>
                                          </p:val>
                                        </p:tav>
                                        <p:tav tm="100000">
                                          <p:val>
                                            <p:strVal val="#ppt_h"/>
                                          </p:val>
                                        </p:tav>
                                      </p:tavLst>
                                    </p:anim>
                                    <p:anim calcmode="lin" valueType="num">
                                      <p:cBhvr>
                                        <p:cTn id="40" dur="500" fill="hold"/>
                                        <p:tgtEl>
                                          <p:spTgt spid="18"/>
                                        </p:tgtEl>
                                        <p:attrNameLst>
                                          <p:attrName>style.rotation</p:attrName>
                                        </p:attrNameLst>
                                      </p:cBhvr>
                                      <p:tavLst>
                                        <p:tav tm="0">
                                          <p:val>
                                            <p:fltVal val="90"/>
                                          </p:val>
                                        </p:tav>
                                        <p:tav tm="100000">
                                          <p:val>
                                            <p:fltVal val="0"/>
                                          </p:val>
                                        </p:tav>
                                      </p:tavLst>
                                    </p:anim>
                                    <p:animEffect transition="in" filter="fade">
                                      <p:cBhvr>
                                        <p:cTn id="4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5" grpId="0"/>
      <p:bldP spid="18"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305C0DE2-54DA-E2DC-3C0F-457BC4B9CA88}"/>
              </a:ext>
            </a:extLst>
          </p:cNvPr>
          <p:cNvSpPr txBox="1"/>
          <p:nvPr>
            <p:custDataLst>
              <p:tags r:id="rId1"/>
            </p:custDataLst>
          </p:nvPr>
        </p:nvSpPr>
        <p:spPr>
          <a:xfrm>
            <a:off x="347133" y="1731084"/>
            <a:ext cx="8236374" cy="896784"/>
          </a:xfrm>
          <a:prstGeom prst="rect">
            <a:avLst/>
          </a:prstGeom>
          <a:noFill/>
        </p:spPr>
        <p:txBody>
          <a:bodyPr wrap="square">
            <a:spAutoFit/>
          </a:bodyPr>
          <a:lstStyle/>
          <a:p>
            <a:pPr indent="457200" algn="l">
              <a:lnSpc>
                <a:spcPts val="3300"/>
              </a:lnSpc>
            </a:pPr>
            <a:r>
              <a:rPr lang="zh-CN" altLang="en-US" sz="2100" kern="100">
                <a:solidFill>
                  <a:srgbClr val="002060"/>
                </a:solidFill>
                <a:effectLst/>
              </a:rPr>
              <a:t>（</a:t>
            </a:r>
            <a:r>
              <a:rPr lang="en-US" altLang="zh-CN" sz="2100" kern="100">
                <a:solidFill>
                  <a:srgbClr val="002060"/>
                </a:solidFill>
                <a:effectLst/>
              </a:rPr>
              <a:t>3</a:t>
            </a:r>
            <a:r>
              <a:rPr lang="zh-CN" altLang="en-US" sz="2100" kern="100">
                <a:solidFill>
                  <a:srgbClr val="002060"/>
                </a:solidFill>
                <a:effectLst/>
              </a:rPr>
              <a:t>）</a:t>
            </a:r>
            <a:r>
              <a:rPr lang="zh-CN" altLang="zh-CN" sz="2100" kern="100">
                <a:solidFill>
                  <a:srgbClr val="002060"/>
                </a:solidFill>
                <a:effectLst/>
              </a:rPr>
              <a:t>通过多次实验，她们得到上表所示的实验数据，请你写出</a:t>
            </a:r>
            <a:r>
              <a:rPr lang="zh-CN" altLang="en-US" sz="2100" kern="100">
                <a:solidFill>
                  <a:srgbClr val="002060"/>
                </a:solidFill>
              </a:rPr>
              <a:t>： </a:t>
            </a:r>
            <a:endParaRPr lang="en-US" altLang="zh-CN" sz="2100" kern="100">
              <a:solidFill>
                <a:srgbClr val="002060"/>
              </a:solidFill>
            </a:endParaRPr>
          </a:p>
          <a:p>
            <a:pPr indent="457200" algn="l">
              <a:lnSpc>
                <a:spcPts val="3300"/>
              </a:lnSpc>
            </a:pPr>
            <a:r>
              <a:rPr lang="zh-CN" altLang="en-US" sz="2100" kern="100">
                <a:solidFill>
                  <a:srgbClr val="002060"/>
                </a:solidFill>
              </a:rPr>
              <a:t>①压力</a:t>
            </a:r>
            <a:r>
              <a:rPr kumimoji="0" lang="en-US" altLang="zh-CN" sz="2100" b="0" i="1" u="none" strike="noStrike" kern="100" cap="none" spc="0" normalizeH="0" baseline="0" noProof="0">
                <a:ln>
                  <a:noFill/>
                </a:ln>
                <a:solidFill>
                  <a:srgbClr val="002060"/>
                </a:solidFill>
                <a:effectLst/>
                <a:uLnTx/>
                <a:uFillTx/>
                <a:latin typeface="Times New Roman"/>
                <a:ea typeface="微软雅黑"/>
                <a:cs typeface="+mn-cs"/>
              </a:rPr>
              <a:t>F</a:t>
            </a:r>
            <a:r>
              <a:rPr lang="zh-CN" altLang="en-US" sz="2100" kern="100">
                <a:solidFill>
                  <a:srgbClr val="002060"/>
                </a:solidFill>
              </a:rPr>
              <a:t>与课本册数</a:t>
            </a:r>
            <a:r>
              <a:rPr lang="en-US" altLang="zh-CN" sz="2100" i="1" kern="100">
                <a:solidFill>
                  <a:srgbClr val="002060"/>
                </a:solidFill>
              </a:rPr>
              <a:t>n</a:t>
            </a:r>
            <a:r>
              <a:rPr lang="zh-CN" altLang="en-US" sz="2100" kern="100">
                <a:solidFill>
                  <a:srgbClr val="002060"/>
                </a:solidFill>
              </a:rPr>
              <a:t>的关系式</a:t>
            </a:r>
            <a:r>
              <a:rPr kumimoji="0" lang="en-US" altLang="zh-CN" sz="2100" b="0" i="1" u="none" strike="noStrike" kern="100" cap="none" spc="0" normalizeH="0" baseline="0" noProof="0">
                <a:ln>
                  <a:noFill/>
                </a:ln>
                <a:solidFill>
                  <a:srgbClr val="002060"/>
                </a:solidFill>
                <a:effectLst/>
                <a:uLnTx/>
                <a:uFillTx/>
                <a:latin typeface="Times New Roman"/>
                <a:ea typeface="微软雅黑"/>
                <a:cs typeface="+mn-cs"/>
              </a:rPr>
              <a:t>F</a:t>
            </a:r>
            <a:r>
              <a:rPr kumimoji="0" lang="zh-CN" altLang="zh-CN" sz="2100" b="0" i="0" u="none" strike="noStrike" kern="100" cap="none" spc="0" normalizeH="0" baseline="0" noProof="0">
                <a:ln>
                  <a:noFill/>
                </a:ln>
                <a:solidFill>
                  <a:srgbClr val="002060"/>
                </a:solidFill>
                <a:effectLst/>
                <a:uLnTx/>
                <a:uFillTx/>
                <a:latin typeface="Times New Roman"/>
                <a:ea typeface="微软雅黑"/>
                <a:cs typeface="+mn-cs"/>
              </a:rPr>
              <a:t>＝</a:t>
            </a:r>
            <a:r>
              <a:rPr kumimoji="0" lang="en-US" altLang="zh-CN" sz="2100" b="0" i="0" u="none" strike="noStrike" kern="100" cap="none" spc="0" normalizeH="0" baseline="0" noProof="0">
                <a:ln>
                  <a:noFill/>
                </a:ln>
                <a:solidFill>
                  <a:srgbClr val="002060"/>
                </a:solidFill>
                <a:effectLst/>
                <a:uLnTx/>
                <a:uFillTx/>
                <a:latin typeface="Times New Roman"/>
                <a:ea typeface="微软雅黑"/>
                <a:cs typeface="+mn-cs"/>
              </a:rPr>
              <a:t>___________</a:t>
            </a:r>
            <a:r>
              <a:rPr kumimoji="0" lang="zh-CN" altLang="zh-CN" sz="2100" b="0" i="0" u="none" strike="noStrike" kern="100" cap="none" spc="0" normalizeH="0" baseline="0" noProof="0">
                <a:ln>
                  <a:noFill/>
                </a:ln>
                <a:solidFill>
                  <a:srgbClr val="002060"/>
                </a:solidFill>
                <a:effectLst/>
                <a:uLnTx/>
                <a:uFillTx/>
                <a:latin typeface="Times New Roman"/>
                <a:ea typeface="微软雅黑"/>
                <a:cs typeface="+mn-cs"/>
              </a:rPr>
              <a:t>（</a:t>
            </a:r>
            <a:r>
              <a:rPr kumimoji="0" lang="en-US" altLang="zh-CN" sz="2100" b="0" i="1" u="none" strike="noStrike" kern="100" cap="none" spc="0" normalizeH="0" baseline="0" noProof="0">
                <a:ln>
                  <a:noFill/>
                </a:ln>
                <a:solidFill>
                  <a:srgbClr val="002060"/>
                </a:solidFill>
                <a:effectLst/>
                <a:uLnTx/>
                <a:uFillTx/>
                <a:latin typeface="Times New Roman"/>
                <a:ea typeface="微软雅黑"/>
                <a:cs typeface="+mn-cs"/>
              </a:rPr>
              <a:t>g</a:t>
            </a:r>
            <a:r>
              <a:rPr kumimoji="0" lang="zh-CN" altLang="zh-CN" sz="2100" b="0" i="0" u="none" strike="noStrike" kern="100" cap="none" spc="0" normalizeH="0" baseline="0" noProof="0">
                <a:ln>
                  <a:noFill/>
                </a:ln>
                <a:solidFill>
                  <a:srgbClr val="002060"/>
                </a:solidFill>
                <a:effectLst/>
                <a:uLnTx/>
                <a:uFillTx/>
                <a:latin typeface="Times New Roman"/>
                <a:ea typeface="微软雅黑"/>
                <a:cs typeface="+mn-cs"/>
              </a:rPr>
              <a:t>取</a:t>
            </a:r>
            <a:r>
              <a:rPr kumimoji="0" lang="en-US" altLang="zh-CN" sz="2100" b="0" i="0" u="none" strike="noStrike" kern="100" cap="none" spc="0" normalizeH="0" baseline="0" noProof="0">
                <a:ln>
                  <a:noFill/>
                </a:ln>
                <a:solidFill>
                  <a:srgbClr val="002060"/>
                </a:solidFill>
                <a:effectLst/>
                <a:uLnTx/>
                <a:uFillTx/>
                <a:latin typeface="Times New Roman"/>
                <a:ea typeface="微软雅黑"/>
                <a:cs typeface="+mn-cs"/>
              </a:rPr>
              <a:t>10N/kg</a:t>
            </a:r>
            <a:r>
              <a:rPr kumimoji="0" lang="zh-CN" altLang="zh-CN" sz="2100" b="0" i="0" u="none" strike="noStrike" kern="100" cap="none" spc="0" normalizeH="0" baseline="0" noProof="0">
                <a:ln>
                  <a:noFill/>
                </a:ln>
                <a:solidFill>
                  <a:srgbClr val="002060"/>
                </a:solidFill>
                <a:effectLst/>
                <a:uLnTx/>
                <a:uFillTx/>
                <a:latin typeface="Times New Roman"/>
                <a:ea typeface="微软雅黑"/>
                <a:cs typeface="+mn-cs"/>
              </a:rPr>
              <a:t>）；</a:t>
            </a:r>
            <a:endParaRPr lang="zh-CN" altLang="en-US" sz="2100" kern="100">
              <a:solidFill>
                <a:srgbClr val="002060"/>
              </a:solidFill>
            </a:endParaRP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3"/>
            </p:custDataLst>
          </p:nvPr>
        </p:nvSpPr>
        <p:spPr>
          <a:xfrm>
            <a:off x="4589520" y="2198587"/>
            <a:ext cx="1522873" cy="415498"/>
          </a:xfrm>
          <a:prstGeom prst="rect">
            <a:avLst/>
          </a:prstGeom>
          <a:noFill/>
        </p:spPr>
        <p:txBody>
          <a:bodyPr wrap="square">
            <a:spAutoFit/>
          </a:bodyPr>
          <a:lstStyle/>
          <a:p>
            <a:r>
              <a:rPr lang="en-US" altLang="zh-CN" sz="2100" kern="100">
                <a:solidFill>
                  <a:srgbClr val="FF0000"/>
                </a:solidFill>
                <a:effectLst/>
              </a:rPr>
              <a:t>    2.5</a:t>
            </a:r>
            <a:r>
              <a:rPr lang="en-US" altLang="zh-CN" sz="2100" i="1" kern="100">
                <a:solidFill>
                  <a:srgbClr val="FF0000"/>
                </a:solidFill>
              </a:rPr>
              <a:t>n</a:t>
            </a:r>
            <a:r>
              <a:rPr lang="zh-CN" altLang="en-US" sz="2100" kern="100">
                <a:solidFill>
                  <a:srgbClr val="FF0000"/>
                </a:solidFill>
              </a:rPr>
              <a:t>（</a:t>
            </a:r>
            <a:r>
              <a:rPr lang="en-US" altLang="zh-CN" sz="2100" kern="100">
                <a:solidFill>
                  <a:srgbClr val="FF0000"/>
                </a:solidFill>
              </a:rPr>
              <a:t>N</a:t>
            </a:r>
            <a:r>
              <a:rPr lang="zh-CN" altLang="en-US" sz="2100" kern="100">
                <a:solidFill>
                  <a:srgbClr val="FF0000"/>
                </a:solidFill>
              </a:rPr>
              <a:t>）</a:t>
            </a:r>
            <a:endParaRPr lang="zh-CN" altLang="zh-CN" sz="2100" kern="100">
              <a:solidFill>
                <a:srgbClr val="FF0000"/>
              </a:solidFill>
              <a:effectLst/>
            </a:endParaRPr>
          </a:p>
        </p:txBody>
      </p:sp>
      <p:sp>
        <p:nvSpPr>
          <p:cNvPr id="3" name="文本框 2">
            <a:extLst>
              <a:ext uri="{FF2B5EF4-FFF2-40B4-BE49-F238E27FC236}">
                <a16:creationId xmlns:a16="http://schemas.microsoft.com/office/drawing/2014/main" id="{ED736619-ABBA-102C-44C9-968012096C1A}"/>
              </a:ext>
            </a:extLst>
          </p:cNvPr>
          <p:cNvSpPr txBox="1"/>
          <p:nvPr>
            <p:custDataLst>
              <p:tags r:id="rId4"/>
            </p:custDataLst>
          </p:nvPr>
        </p:nvSpPr>
        <p:spPr>
          <a:xfrm>
            <a:off x="5547360" y="-47674"/>
            <a:ext cx="3533776" cy="508794"/>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探索更小的微粒</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2" name="表格 1">
            <a:extLst>
              <a:ext uri="{FF2B5EF4-FFF2-40B4-BE49-F238E27FC236}">
                <a16:creationId xmlns:a16="http://schemas.microsoft.com/office/drawing/2014/main" id="{5918F66B-6F2C-1EBA-1D1C-8CADBA5AC3CB}"/>
              </a:ext>
            </a:extLst>
          </p:cNvPr>
          <p:cNvGraphicFramePr>
            <a:graphicFrameLocks noGrp="1"/>
          </p:cNvGraphicFramePr>
          <p:nvPr>
            <p:custDataLst>
              <p:tags r:id="rId5"/>
            </p:custDataLst>
            <p:extLst>
              <p:ext uri="{D42A27DB-BD31-4B8C-83A1-F6EECF244321}">
                <p14:modId xmlns:p14="http://schemas.microsoft.com/office/powerpoint/2010/main" val="1082804877"/>
              </p:ext>
            </p:extLst>
          </p:nvPr>
        </p:nvGraphicFramePr>
        <p:xfrm>
          <a:off x="1247140" y="746108"/>
          <a:ext cx="5994400" cy="807016"/>
        </p:xfrm>
        <a:graphic>
          <a:graphicData uri="http://schemas.openxmlformats.org/drawingml/2006/table">
            <a:tbl>
              <a:tblPr firstRow="1" firstCol="1" bandRow="1"/>
              <a:tblGrid>
                <a:gridCol w="2011193">
                  <a:extLst>
                    <a:ext uri="{9D8B030D-6E8A-4147-A177-3AD203B41FA5}">
                      <a16:colId xmlns:a16="http://schemas.microsoft.com/office/drawing/2014/main" val="3381808427"/>
                    </a:ext>
                  </a:extLst>
                </a:gridCol>
                <a:gridCol w="901119">
                  <a:extLst>
                    <a:ext uri="{9D8B030D-6E8A-4147-A177-3AD203B41FA5}">
                      <a16:colId xmlns:a16="http://schemas.microsoft.com/office/drawing/2014/main" val="555119230"/>
                    </a:ext>
                  </a:extLst>
                </a:gridCol>
                <a:gridCol w="966418">
                  <a:extLst>
                    <a:ext uri="{9D8B030D-6E8A-4147-A177-3AD203B41FA5}">
                      <a16:colId xmlns:a16="http://schemas.microsoft.com/office/drawing/2014/main" val="3964003956"/>
                    </a:ext>
                  </a:extLst>
                </a:gridCol>
                <a:gridCol w="1123133">
                  <a:extLst>
                    <a:ext uri="{9D8B030D-6E8A-4147-A177-3AD203B41FA5}">
                      <a16:colId xmlns:a16="http://schemas.microsoft.com/office/drawing/2014/main" val="3767270758"/>
                    </a:ext>
                  </a:extLst>
                </a:gridCol>
                <a:gridCol w="992537">
                  <a:extLst>
                    <a:ext uri="{9D8B030D-6E8A-4147-A177-3AD203B41FA5}">
                      <a16:colId xmlns:a16="http://schemas.microsoft.com/office/drawing/2014/main" val="2194929476"/>
                    </a:ext>
                  </a:extLst>
                </a:gridCol>
              </a:tblGrid>
              <a:tr h="403508">
                <a:tc>
                  <a:txBody>
                    <a:bodyPr/>
                    <a:lstStyle/>
                    <a:p>
                      <a:pPr algn="ctr">
                        <a:lnSpc>
                          <a:spcPct val="100000"/>
                        </a:lnSpc>
                      </a:pPr>
                      <a:r>
                        <a:rPr lang="zh-CN" sz="1800" kern="100">
                          <a:effectLst/>
                          <a:latin typeface="+mn-lt"/>
                          <a:ea typeface="+mj-ea"/>
                        </a:rPr>
                        <a:t>课本册数</a:t>
                      </a:r>
                      <a:r>
                        <a:rPr lang="en-US" altLang="zh-CN" sz="1800" i="1" kern="100">
                          <a:effectLst/>
                          <a:latin typeface="+mn-lt"/>
                          <a:ea typeface="+mj-ea"/>
                        </a:rPr>
                        <a:t>n</a:t>
                      </a:r>
                      <a:endParaRPr lang="zh-CN" sz="1800" i="1"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1</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2</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3</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4</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6894139"/>
                  </a:ext>
                </a:extLst>
              </a:tr>
              <a:tr h="403508">
                <a:tc>
                  <a:txBody>
                    <a:bodyPr/>
                    <a:lstStyle/>
                    <a:p>
                      <a:pPr algn="ctr">
                        <a:lnSpc>
                          <a:spcPct val="100000"/>
                        </a:lnSpc>
                      </a:pPr>
                      <a:r>
                        <a:rPr lang="zh-CN" sz="1800" kern="100">
                          <a:effectLst/>
                          <a:latin typeface="+mn-lt"/>
                          <a:ea typeface="+mj-ea"/>
                        </a:rPr>
                        <a:t>弹簧测力计示数</a:t>
                      </a:r>
                      <a:r>
                        <a:rPr lang="en-US" sz="1800" kern="100">
                          <a:effectLst/>
                          <a:latin typeface="+mn-lt"/>
                          <a:ea typeface="+mj-ea"/>
                        </a:rPr>
                        <a:t>/N</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2</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4</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6</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8</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7962807"/>
                  </a:ext>
                </a:extLst>
              </a:tr>
            </a:tbl>
          </a:graphicData>
        </a:graphic>
      </p:graphicFrame>
      <p:grpSp>
        <p:nvGrpSpPr>
          <p:cNvPr id="4" name="组合 3">
            <a:extLst>
              <a:ext uri="{FF2B5EF4-FFF2-40B4-BE49-F238E27FC236}">
                <a16:creationId xmlns:a16="http://schemas.microsoft.com/office/drawing/2014/main" id="{10F5A139-9E4D-F23C-10DD-B37FE861B152}"/>
              </a:ext>
            </a:extLst>
          </p:cNvPr>
          <p:cNvGrpSpPr/>
          <p:nvPr>
            <p:custDataLst>
              <p:tags r:id="rId6"/>
            </p:custDataLst>
          </p:nvPr>
        </p:nvGrpSpPr>
        <p:grpSpPr>
          <a:xfrm>
            <a:off x="108372" y="2742744"/>
            <a:ext cx="8962298" cy="1943871"/>
            <a:chOff x="276531" y="3142611"/>
            <a:chExt cx="8794140" cy="1711211"/>
          </a:xfrm>
        </p:grpSpPr>
        <p:sp>
          <p:nvSpPr>
            <p:cNvPr id="8" name="矩形 37">
              <a:extLst>
                <a:ext uri="{FF2B5EF4-FFF2-40B4-BE49-F238E27FC236}">
                  <a16:creationId xmlns:a16="http://schemas.microsoft.com/office/drawing/2014/main" id="{2F7D451A-4818-F32D-6EB1-24C94BFF4228}"/>
                </a:ext>
              </a:extLst>
            </p:cNvPr>
            <p:cNvSpPr>
              <a:spLocks noChangeArrowheads="1"/>
            </p:cNvSpPr>
            <p:nvPr>
              <p:custDataLst>
                <p:tags r:id="rId10"/>
              </p:custDataLst>
            </p:nvPr>
          </p:nvSpPr>
          <p:spPr bwMode="auto">
            <a:xfrm>
              <a:off x="276531" y="3142611"/>
              <a:ext cx="8794140" cy="1711211"/>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8C498F3F-133B-3259-898F-4F8015732BC3}"/>
                </a:ext>
              </a:extLst>
            </p:cNvPr>
            <p:cNvPicPr>
              <a:picLocks noChangeAspect="1"/>
            </p:cNvPicPr>
            <p:nvPr>
              <p:custDataLst>
                <p:tags r:id="rId11"/>
              </p:custDataLst>
            </p:nvPr>
          </p:nvPicPr>
          <p:blipFill>
            <a:blip r:embed="rId13"/>
            <a:srcRect l="16093" t="19040" r="16095" b="25092"/>
            <a:stretch>
              <a:fillRect/>
            </a:stretch>
          </p:blipFill>
          <p:spPr>
            <a:xfrm>
              <a:off x="276531" y="3174164"/>
              <a:ext cx="790904" cy="356860"/>
            </a:xfrm>
            <a:prstGeom prst="rect">
              <a:avLst/>
            </a:prstGeom>
          </p:spPr>
        </p:pic>
      </p:grpSp>
      <p:sp>
        <p:nvSpPr>
          <p:cNvPr id="15" name="文本框 14">
            <a:extLst>
              <a:ext uri="{FF2B5EF4-FFF2-40B4-BE49-F238E27FC236}">
                <a16:creationId xmlns:a16="http://schemas.microsoft.com/office/drawing/2014/main" id="{9D0B5B67-D116-598A-93B2-6A3165A6E03D}"/>
              </a:ext>
            </a:extLst>
          </p:cNvPr>
          <p:cNvSpPr txBox="1"/>
          <p:nvPr>
            <p:custDataLst>
              <p:tags r:id="rId7"/>
            </p:custDataLst>
          </p:nvPr>
        </p:nvSpPr>
        <p:spPr>
          <a:xfrm>
            <a:off x="365841" y="2921198"/>
            <a:ext cx="8313339" cy="1326132"/>
          </a:xfrm>
          <a:prstGeom prst="rect">
            <a:avLst/>
          </a:prstGeom>
          <a:noFill/>
        </p:spPr>
        <p:txBody>
          <a:bodyPr wrap="square">
            <a:spAutoFit/>
          </a:bodyPr>
          <a:lstStyle/>
          <a:p>
            <a:pPr lvl="0" indent="457200">
              <a:lnSpc>
                <a:spcPts val="3300"/>
              </a:lnSpc>
              <a:defRPr/>
            </a:pPr>
            <a:r>
              <a:rPr lang="zh-CN" altLang="en-US" sz="2300">
                <a:solidFill>
                  <a:schemeClr val="bg1"/>
                </a:solidFill>
                <a:cs typeface="Times New Roman" panose="02020603050405020304" pitchFamily="18" charset="0"/>
              </a:rPr>
              <a:t>  ①由表格中数据可知：书越多即压力越大，弹簧测力计的示数越大，摩擦力</a:t>
            </a:r>
            <a:r>
              <a:rPr lang="en-US" altLang="zh-CN" sz="2300" i="1">
                <a:solidFill>
                  <a:prstClr val="white"/>
                </a:solidFill>
                <a:cs typeface="Times New Roman" panose="02020603050405020304" pitchFamily="18" charset="0"/>
              </a:rPr>
              <a:t>f </a:t>
            </a:r>
            <a:r>
              <a:rPr lang="zh-CN" altLang="en-US" sz="2300">
                <a:solidFill>
                  <a:schemeClr val="bg1"/>
                </a:solidFill>
                <a:cs typeface="Times New Roman" panose="02020603050405020304" pitchFamily="18" charset="0"/>
              </a:rPr>
              <a:t>越大。因为压力大小等于重力大小，因此有（</a:t>
            </a:r>
            <a:r>
              <a:rPr lang="en-US" altLang="zh-CN" sz="2300" i="1">
                <a:solidFill>
                  <a:schemeClr val="bg1"/>
                </a:solidFill>
                <a:cs typeface="Times New Roman" panose="02020603050405020304" pitchFamily="18" charset="0"/>
              </a:rPr>
              <a:t>n</a:t>
            </a:r>
            <a:r>
              <a:rPr lang="zh-CN" altLang="en-US" sz="2300">
                <a:solidFill>
                  <a:schemeClr val="bg1"/>
                </a:solidFill>
                <a:cs typeface="Times New Roman" panose="02020603050405020304" pitchFamily="18" charset="0"/>
              </a:rPr>
              <a:t>为册数）</a:t>
            </a:r>
          </a:p>
        </p:txBody>
      </p:sp>
      <p:sp>
        <p:nvSpPr>
          <p:cNvPr id="16" name="Rectangle 2">
            <a:extLst>
              <a:ext uri="{FF2B5EF4-FFF2-40B4-BE49-F238E27FC236}">
                <a16:creationId xmlns:a16="http://schemas.microsoft.com/office/drawing/2014/main" id="{9E0D3248-478A-3D08-DA66-6A48414B27F3}"/>
              </a:ext>
            </a:extLst>
          </p:cNvPr>
          <p:cNvSpPr>
            <a:spLocks noChangeArrowheads="1"/>
          </p:cNvSpPr>
          <p:nvPr>
            <p:custDataLst>
              <p:tags r:id="rId8"/>
            </p:custDataLst>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9" name="图片 18">
            <a:extLst>
              <a:ext uri="{FF2B5EF4-FFF2-40B4-BE49-F238E27FC236}">
                <a16:creationId xmlns:a16="http://schemas.microsoft.com/office/drawing/2014/main" id="{337DD3C6-3CC4-E8CE-33F4-58DEAC26F68B}"/>
              </a:ext>
            </a:extLst>
          </p:cNvPr>
          <p:cNvPicPr>
            <a:picLocks noChangeAspect="1"/>
          </p:cNvPicPr>
          <p:nvPr>
            <p:custDataLst>
              <p:tags r:id="rId9"/>
            </p:custDataLst>
          </p:nvPr>
        </p:nvPicPr>
        <p:blipFill>
          <a:blip r:embed="rId14"/>
          <a:stretch>
            <a:fillRect/>
          </a:stretch>
        </p:blipFill>
        <p:spPr>
          <a:xfrm>
            <a:off x="2101428" y="4011093"/>
            <a:ext cx="5857313" cy="347858"/>
          </a:xfrm>
          <a:prstGeom prst="rect">
            <a:avLst/>
          </a:prstGeom>
        </p:spPr>
      </p:pic>
    </p:spTree>
    <p:extLst>
      <p:ext uri="{BB962C8B-B14F-4D97-AF65-F5344CB8AC3E}">
        <p14:creationId xmlns:p14="http://schemas.microsoft.com/office/powerpoint/2010/main" val="40491072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blinds(horizontal)">
                                      <p:cBhvr>
                                        <p:cTn id="12" dur="500"/>
                                        <p:tgtEl>
                                          <p:spTgt spid="15">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barn(inVertical)">
                                      <p:cBhvr>
                                        <p:cTn id="17" dur="500"/>
                                        <p:tgtEl>
                                          <p:spTgt spid="19"/>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 calcmode="lin" valueType="num">
                                      <p:cBhvr>
                                        <p:cTn id="22" dur="500" fill="hold"/>
                                        <p:tgtEl>
                                          <p:spTgt spid="14"/>
                                        </p:tgtEl>
                                        <p:attrNameLst>
                                          <p:attrName>ppt_w</p:attrName>
                                        </p:attrNameLst>
                                      </p:cBhvr>
                                      <p:tavLst>
                                        <p:tav tm="0">
                                          <p:val>
                                            <p:fltVal val="0"/>
                                          </p:val>
                                        </p:tav>
                                        <p:tav tm="100000">
                                          <p:val>
                                            <p:strVal val="#ppt_w"/>
                                          </p:val>
                                        </p:tav>
                                      </p:tavLst>
                                    </p:anim>
                                    <p:anim calcmode="lin" valueType="num">
                                      <p:cBhvr>
                                        <p:cTn id="23" dur="500" fill="hold"/>
                                        <p:tgtEl>
                                          <p:spTgt spid="14"/>
                                        </p:tgtEl>
                                        <p:attrNameLst>
                                          <p:attrName>ppt_h</p:attrName>
                                        </p:attrNameLst>
                                      </p:cBhvr>
                                      <p:tavLst>
                                        <p:tav tm="0">
                                          <p:val>
                                            <p:fltVal val="0"/>
                                          </p:val>
                                        </p:tav>
                                        <p:tav tm="100000">
                                          <p:val>
                                            <p:strVal val="#ppt_h"/>
                                          </p:val>
                                        </p:tav>
                                      </p:tavLst>
                                    </p:anim>
                                    <p:anim calcmode="lin" valueType="num">
                                      <p:cBhvr>
                                        <p:cTn id="24" dur="500" fill="hold"/>
                                        <p:tgtEl>
                                          <p:spTgt spid="14"/>
                                        </p:tgtEl>
                                        <p:attrNameLst>
                                          <p:attrName>style.rotation</p:attrName>
                                        </p:attrNameLst>
                                      </p:cBhvr>
                                      <p:tavLst>
                                        <p:tav tm="0">
                                          <p:val>
                                            <p:fltVal val="90"/>
                                          </p:val>
                                        </p:tav>
                                        <p:tav tm="100000">
                                          <p:val>
                                            <p:fltVal val="0"/>
                                          </p:val>
                                        </p:tav>
                                      </p:tavLst>
                                    </p:anim>
                                    <p:animEffect transition="in" filter="fade">
                                      <p:cBhvr>
                                        <p:cTn id="2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5918F66B-6F2C-1EBA-1D1C-8CADBA5AC3CB}"/>
              </a:ext>
            </a:extLst>
          </p:cNvPr>
          <p:cNvGraphicFramePr>
            <a:graphicFrameLocks noGrp="1"/>
          </p:cNvGraphicFramePr>
          <p:nvPr>
            <p:custDataLst>
              <p:tags r:id="rId1"/>
            </p:custDataLst>
            <p:extLst>
              <p:ext uri="{D42A27DB-BD31-4B8C-83A1-F6EECF244321}">
                <p14:modId xmlns:p14="http://schemas.microsoft.com/office/powerpoint/2010/main" val="35115524"/>
              </p:ext>
            </p:extLst>
          </p:nvPr>
        </p:nvGraphicFramePr>
        <p:xfrm>
          <a:off x="1551940" y="666372"/>
          <a:ext cx="5994400" cy="807016"/>
        </p:xfrm>
        <a:graphic>
          <a:graphicData uri="http://schemas.openxmlformats.org/drawingml/2006/table">
            <a:tbl>
              <a:tblPr firstRow="1" firstCol="1" bandRow="1"/>
              <a:tblGrid>
                <a:gridCol w="2011193">
                  <a:extLst>
                    <a:ext uri="{9D8B030D-6E8A-4147-A177-3AD203B41FA5}">
                      <a16:colId xmlns:a16="http://schemas.microsoft.com/office/drawing/2014/main" val="3381808427"/>
                    </a:ext>
                  </a:extLst>
                </a:gridCol>
                <a:gridCol w="901119">
                  <a:extLst>
                    <a:ext uri="{9D8B030D-6E8A-4147-A177-3AD203B41FA5}">
                      <a16:colId xmlns:a16="http://schemas.microsoft.com/office/drawing/2014/main" val="555119230"/>
                    </a:ext>
                  </a:extLst>
                </a:gridCol>
                <a:gridCol w="966418">
                  <a:extLst>
                    <a:ext uri="{9D8B030D-6E8A-4147-A177-3AD203B41FA5}">
                      <a16:colId xmlns:a16="http://schemas.microsoft.com/office/drawing/2014/main" val="3964003956"/>
                    </a:ext>
                  </a:extLst>
                </a:gridCol>
                <a:gridCol w="1123133">
                  <a:extLst>
                    <a:ext uri="{9D8B030D-6E8A-4147-A177-3AD203B41FA5}">
                      <a16:colId xmlns:a16="http://schemas.microsoft.com/office/drawing/2014/main" val="3767270758"/>
                    </a:ext>
                  </a:extLst>
                </a:gridCol>
                <a:gridCol w="992537">
                  <a:extLst>
                    <a:ext uri="{9D8B030D-6E8A-4147-A177-3AD203B41FA5}">
                      <a16:colId xmlns:a16="http://schemas.microsoft.com/office/drawing/2014/main" val="2194929476"/>
                    </a:ext>
                  </a:extLst>
                </a:gridCol>
              </a:tblGrid>
              <a:tr h="403508">
                <a:tc>
                  <a:txBody>
                    <a:bodyPr/>
                    <a:lstStyle/>
                    <a:p>
                      <a:pPr algn="ctr">
                        <a:lnSpc>
                          <a:spcPct val="100000"/>
                        </a:lnSpc>
                      </a:pPr>
                      <a:r>
                        <a:rPr lang="zh-CN" sz="1800" kern="100">
                          <a:effectLst/>
                          <a:latin typeface="+mn-lt"/>
                          <a:ea typeface="+mj-ea"/>
                        </a:rPr>
                        <a:t>课本册数</a:t>
                      </a: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1</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2</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3</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4</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26894139"/>
                  </a:ext>
                </a:extLst>
              </a:tr>
              <a:tr h="403508">
                <a:tc>
                  <a:txBody>
                    <a:bodyPr/>
                    <a:lstStyle/>
                    <a:p>
                      <a:pPr algn="ctr">
                        <a:lnSpc>
                          <a:spcPct val="100000"/>
                        </a:lnSpc>
                      </a:pPr>
                      <a:r>
                        <a:rPr lang="zh-CN" sz="1800" kern="100">
                          <a:effectLst/>
                          <a:latin typeface="+mn-lt"/>
                          <a:ea typeface="+mj-ea"/>
                        </a:rPr>
                        <a:t>弹簧测力计示数</a:t>
                      </a:r>
                      <a:r>
                        <a:rPr lang="en-US" sz="1800" kern="100">
                          <a:effectLst/>
                          <a:latin typeface="+mn-lt"/>
                          <a:ea typeface="+mj-ea"/>
                        </a:rPr>
                        <a:t>/N</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2</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4</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6</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0000"/>
                        </a:lnSpc>
                      </a:pPr>
                      <a:r>
                        <a:rPr lang="en-US" sz="1800" kern="100">
                          <a:effectLst/>
                          <a:latin typeface="+mn-lt"/>
                          <a:ea typeface="+mj-ea"/>
                        </a:rPr>
                        <a:t>8</a:t>
                      </a:r>
                      <a:endParaRPr lang="zh-CN" sz="1800" kern="100">
                        <a:effectLst/>
                        <a:latin typeface="+mn-lt"/>
                        <a:ea typeface="+mj-ea"/>
                      </a:endParaRPr>
                    </a:p>
                  </a:txBody>
                  <a:tcPr marL="76200" marR="76200" marT="47625" marB="4762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7962807"/>
                  </a:ext>
                </a:extLst>
              </a:tr>
            </a:tbl>
          </a:graphicData>
        </a:graphic>
      </p:graphicFrame>
      <p:sp>
        <p:nvSpPr>
          <p:cNvPr id="11" name="文本框 10">
            <a:extLst>
              <a:ext uri="{FF2B5EF4-FFF2-40B4-BE49-F238E27FC236}">
                <a16:creationId xmlns:a16="http://schemas.microsoft.com/office/drawing/2014/main" id="{305C0DE2-54DA-E2DC-3C0F-457BC4B9CA88}"/>
              </a:ext>
            </a:extLst>
          </p:cNvPr>
          <p:cNvSpPr txBox="1"/>
          <p:nvPr>
            <p:custDataLst>
              <p:tags r:id="rId2"/>
            </p:custDataLst>
          </p:nvPr>
        </p:nvSpPr>
        <p:spPr>
          <a:xfrm>
            <a:off x="544664" y="1535021"/>
            <a:ext cx="8236374" cy="1858779"/>
          </a:xfrm>
          <a:prstGeom prst="rect">
            <a:avLst/>
          </a:prstGeom>
          <a:noFill/>
        </p:spPr>
        <p:txBody>
          <a:bodyPr wrap="square">
            <a:spAutoFit/>
          </a:bodyPr>
          <a:lstStyle/>
          <a:p>
            <a:pPr indent="360000" algn="l">
              <a:lnSpc>
                <a:spcPts val="2800"/>
              </a:lnSpc>
            </a:pPr>
            <a:r>
              <a:rPr lang="zh-CN" altLang="en-US" sz="2000" kern="100">
                <a:solidFill>
                  <a:srgbClr val="002060"/>
                </a:solidFill>
              </a:rPr>
              <a:t>  ②请你写出滑动摩擦力</a:t>
            </a:r>
            <a:r>
              <a:rPr lang="en-US" altLang="zh-CN" sz="2000" i="1" kern="100">
                <a:solidFill>
                  <a:srgbClr val="002060"/>
                </a:solidFill>
              </a:rPr>
              <a:t>f</a:t>
            </a:r>
            <a:r>
              <a:rPr lang="zh-CN" altLang="en-US" sz="2000" kern="100">
                <a:solidFill>
                  <a:srgbClr val="002060"/>
                </a:solidFill>
              </a:rPr>
              <a:t>与压力</a:t>
            </a:r>
            <a:r>
              <a:rPr lang="en-US" altLang="zh-CN" sz="2000" i="1" kern="100">
                <a:solidFill>
                  <a:srgbClr val="002060"/>
                </a:solidFill>
              </a:rPr>
              <a:t>F</a:t>
            </a:r>
            <a:r>
              <a:rPr lang="zh-CN" altLang="en-US" sz="2000" kern="100">
                <a:solidFill>
                  <a:srgbClr val="002060"/>
                </a:solidFill>
              </a:rPr>
              <a:t>的关系式：</a:t>
            </a:r>
            <a:r>
              <a:rPr lang="en-US" altLang="zh-CN" sz="2000" i="1" kern="100">
                <a:solidFill>
                  <a:srgbClr val="002060"/>
                </a:solidFill>
              </a:rPr>
              <a:t>f</a:t>
            </a:r>
            <a:r>
              <a:rPr lang="zh-CN" altLang="en-US" sz="2000" kern="100">
                <a:solidFill>
                  <a:srgbClr val="002060"/>
                </a:solidFill>
              </a:rPr>
              <a:t>＝</a:t>
            </a:r>
            <a:r>
              <a:rPr lang="en-US" altLang="zh-CN" sz="2000" kern="100">
                <a:solidFill>
                  <a:srgbClr val="002060"/>
                </a:solidFill>
              </a:rPr>
              <a:t>________.</a:t>
            </a:r>
          </a:p>
          <a:p>
            <a:pPr indent="288000" algn="l">
              <a:lnSpc>
                <a:spcPts val="2800"/>
              </a:lnSpc>
            </a:pPr>
            <a:r>
              <a:rPr lang="zh-CN" altLang="en-US" sz="2000" kern="100">
                <a:solidFill>
                  <a:srgbClr val="002060"/>
                </a:solidFill>
              </a:rPr>
              <a:t>（</a:t>
            </a:r>
            <a:r>
              <a:rPr lang="en-US" altLang="zh-CN" sz="2000" kern="100">
                <a:solidFill>
                  <a:srgbClr val="002060"/>
                </a:solidFill>
              </a:rPr>
              <a:t>4</a:t>
            </a:r>
            <a:r>
              <a:rPr lang="zh-CN" altLang="en-US" sz="2000" kern="100">
                <a:solidFill>
                  <a:srgbClr val="002060"/>
                </a:solidFill>
              </a:rPr>
              <a:t>）他们又用一本封面没有封塑的语文课本放在同样的水平课桌上，用弹簧测力计水平匀速拉动测出示数要大一些，于是他得出结论：课本与课桌间的粗糙程度越大，滑动摩擦力越大．小华认为他们的做法不可行，理由是</a:t>
            </a:r>
            <a:r>
              <a:rPr lang="en-US" altLang="zh-CN" sz="2000" kern="100">
                <a:solidFill>
                  <a:srgbClr val="002060"/>
                </a:solidFill>
              </a:rPr>
              <a:t>_______________________</a:t>
            </a:r>
            <a:r>
              <a:rPr lang="zh-CN" altLang="en-US" sz="2000" kern="100">
                <a:solidFill>
                  <a:srgbClr val="002060"/>
                </a:solidFill>
              </a:rPr>
              <a:t>。</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4"/>
            </p:custDataLst>
          </p:nvPr>
        </p:nvSpPr>
        <p:spPr>
          <a:xfrm>
            <a:off x="5943775" y="1560140"/>
            <a:ext cx="1828625" cy="415498"/>
          </a:xfrm>
          <a:prstGeom prst="rect">
            <a:avLst/>
          </a:prstGeom>
          <a:noFill/>
        </p:spPr>
        <p:txBody>
          <a:bodyPr wrap="square">
            <a:spAutoFit/>
          </a:bodyPr>
          <a:lstStyle/>
          <a:p>
            <a:r>
              <a:rPr lang="en-US" altLang="zh-CN" sz="2100" kern="100">
                <a:solidFill>
                  <a:srgbClr val="FF0000"/>
                </a:solidFill>
                <a:effectLst/>
              </a:rPr>
              <a:t>    0.8</a:t>
            </a:r>
            <a:r>
              <a:rPr lang="en-US" altLang="zh-CN" sz="2100" i="1" kern="100">
                <a:solidFill>
                  <a:srgbClr val="FF0000"/>
                </a:solidFill>
              </a:rPr>
              <a:t>F</a:t>
            </a:r>
            <a:r>
              <a:rPr lang="zh-CN" altLang="en-US" sz="2100" kern="100">
                <a:solidFill>
                  <a:srgbClr val="FF0000"/>
                </a:solidFill>
              </a:rPr>
              <a:t>（</a:t>
            </a:r>
            <a:r>
              <a:rPr lang="en-US" altLang="zh-CN" sz="2100" kern="100">
                <a:solidFill>
                  <a:srgbClr val="FF0000"/>
                </a:solidFill>
              </a:rPr>
              <a:t>N</a:t>
            </a:r>
            <a:r>
              <a:rPr lang="zh-CN" altLang="en-US" sz="2100" kern="100">
                <a:solidFill>
                  <a:srgbClr val="FF0000"/>
                </a:solidFill>
              </a:rPr>
              <a:t>）</a:t>
            </a:r>
            <a:endParaRPr lang="en-US" altLang="zh-CN" sz="2100" kern="100">
              <a:solidFill>
                <a:srgbClr val="FF0000"/>
              </a:solidFill>
            </a:endParaRPr>
          </a:p>
        </p:txBody>
      </p:sp>
      <p:sp>
        <p:nvSpPr>
          <p:cNvPr id="3" name="文本框 2">
            <a:extLst>
              <a:ext uri="{FF2B5EF4-FFF2-40B4-BE49-F238E27FC236}">
                <a16:creationId xmlns:a16="http://schemas.microsoft.com/office/drawing/2014/main" id="{ED736619-ABBA-102C-44C9-968012096C1A}"/>
              </a:ext>
            </a:extLst>
          </p:cNvPr>
          <p:cNvSpPr txBox="1"/>
          <p:nvPr>
            <p:custDataLst>
              <p:tags r:id="rId5"/>
            </p:custDataLst>
          </p:nvPr>
        </p:nvSpPr>
        <p:spPr>
          <a:xfrm>
            <a:off x="5547360" y="-47674"/>
            <a:ext cx="3533776" cy="508794"/>
          </a:xfrm>
          <a:prstGeom prst="rect">
            <a:avLst/>
          </a:prstGeom>
          <a:noFill/>
        </p:spPr>
        <p:txBody>
          <a:bodyPr wrap="square">
            <a:spAutoFit/>
          </a:bodyPr>
          <a:lstStyle/>
          <a:p>
            <a:pPr lvl="0" algn="r">
              <a:lnSpc>
                <a:spcPts val="3600"/>
              </a:lnSpc>
              <a:defRPr/>
            </a:pPr>
            <a:r>
              <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第</a:t>
            </a:r>
            <a:r>
              <a:rPr kumimoji="0" lang="en-US" altLang="zh-CN"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000" b="1">
                <a:solidFill>
                  <a:srgbClr val="FFC000"/>
                </a:solidFill>
                <a:latin typeface="Times New Roman" panose="02020603050405020304" pitchFamily="18" charset="0"/>
                <a:ea typeface="微软雅黑" panose="020B0503020204020204" pitchFamily="34" charset="-122"/>
                <a:cs typeface="Times New Roman" panose="02020603050405020304" pitchFamily="18" charset="0"/>
              </a:rPr>
              <a:t>节    探索更小的微粒</a:t>
            </a:r>
            <a:endParaRPr kumimoji="0" lang="zh-CN" altLang="en-US" sz="2000" b="1" i="0" u="none" strike="noStrike" kern="1200" cap="none" spc="0" normalizeH="0" baseline="0" noProof="0">
              <a:ln>
                <a:noFill/>
              </a:ln>
              <a:solidFill>
                <a:srgbClr val="FFC000"/>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10F5A139-9E4D-F23C-10DD-B37FE861B152}"/>
              </a:ext>
            </a:extLst>
          </p:cNvPr>
          <p:cNvGrpSpPr/>
          <p:nvPr>
            <p:custDataLst>
              <p:tags r:id="rId6"/>
            </p:custDataLst>
          </p:nvPr>
        </p:nvGrpSpPr>
        <p:grpSpPr>
          <a:xfrm>
            <a:off x="181702" y="3458704"/>
            <a:ext cx="8962298" cy="1639095"/>
            <a:chOff x="276531" y="4109145"/>
            <a:chExt cx="8794140" cy="1442913"/>
          </a:xfrm>
        </p:grpSpPr>
        <p:sp>
          <p:nvSpPr>
            <p:cNvPr id="8" name="矩形 37">
              <a:extLst>
                <a:ext uri="{FF2B5EF4-FFF2-40B4-BE49-F238E27FC236}">
                  <a16:creationId xmlns:a16="http://schemas.microsoft.com/office/drawing/2014/main" id="{2F7D451A-4818-F32D-6EB1-24C94BFF4228}"/>
                </a:ext>
              </a:extLst>
            </p:cNvPr>
            <p:cNvSpPr>
              <a:spLocks noChangeArrowheads="1"/>
            </p:cNvSpPr>
            <p:nvPr>
              <p:custDataLst>
                <p:tags r:id="rId11"/>
              </p:custDataLst>
            </p:nvPr>
          </p:nvSpPr>
          <p:spPr bwMode="auto">
            <a:xfrm>
              <a:off x="276531" y="4109145"/>
              <a:ext cx="8794140" cy="1442913"/>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3" name="图片 12">
              <a:extLst>
                <a:ext uri="{FF2B5EF4-FFF2-40B4-BE49-F238E27FC236}">
                  <a16:creationId xmlns:a16="http://schemas.microsoft.com/office/drawing/2014/main" id="{8C498F3F-133B-3259-898F-4F8015732BC3}"/>
                </a:ext>
              </a:extLst>
            </p:cNvPr>
            <p:cNvPicPr>
              <a:picLocks noChangeAspect="1"/>
            </p:cNvPicPr>
            <p:nvPr>
              <p:custDataLst>
                <p:tags r:id="rId12"/>
              </p:custDataLst>
            </p:nvPr>
          </p:nvPicPr>
          <p:blipFill>
            <a:blip r:embed="rId14"/>
            <a:srcRect l="16093" t="19040" r="16095" b="25092"/>
            <a:stretch>
              <a:fillRect/>
            </a:stretch>
          </p:blipFill>
          <p:spPr>
            <a:xfrm>
              <a:off x="355041" y="4181000"/>
              <a:ext cx="756269" cy="341233"/>
            </a:xfrm>
            <a:prstGeom prst="rect">
              <a:avLst/>
            </a:prstGeom>
          </p:spPr>
        </p:pic>
      </p:grpSp>
      <p:sp>
        <p:nvSpPr>
          <p:cNvPr id="15" name="文本框 14">
            <a:extLst>
              <a:ext uri="{FF2B5EF4-FFF2-40B4-BE49-F238E27FC236}">
                <a16:creationId xmlns:a16="http://schemas.microsoft.com/office/drawing/2014/main" id="{9D0B5B67-D116-598A-93B2-6A3165A6E03D}"/>
              </a:ext>
            </a:extLst>
          </p:cNvPr>
          <p:cNvSpPr txBox="1"/>
          <p:nvPr>
            <p:custDataLst>
              <p:tags r:id="rId7"/>
            </p:custDataLst>
          </p:nvPr>
        </p:nvSpPr>
        <p:spPr>
          <a:xfrm>
            <a:off x="830513" y="3566089"/>
            <a:ext cx="3825307" cy="1403526"/>
          </a:xfrm>
          <a:prstGeom prst="rect">
            <a:avLst/>
          </a:prstGeom>
          <a:noFill/>
          <a:ln>
            <a:solidFill>
              <a:srgbClr val="00B0F0"/>
            </a:solidFill>
          </a:ln>
        </p:spPr>
        <p:txBody>
          <a:bodyPr wrap="square">
            <a:spAutoFit/>
          </a:bodyPr>
          <a:lstStyle/>
          <a:p>
            <a:pPr>
              <a:lnSpc>
                <a:spcPts val="2600"/>
              </a:lnSpc>
            </a:pPr>
            <a:r>
              <a:rPr kumimoji="0" lang="en-US" altLang="zh-CN" sz="2000" b="0" i="0" u="none" strike="noStrike" kern="1200" cap="none" spc="0" normalizeH="0" baseline="0" noProof="0">
                <a:ln>
                  <a:noFill/>
                </a:ln>
                <a:solidFill>
                  <a:schemeClr val="bg1"/>
                </a:solidFill>
                <a:effectLst/>
                <a:uLnTx/>
                <a:uFillTx/>
                <a:ea typeface="+mj-ea"/>
                <a:cs typeface="Times New Roman" panose="02020603050405020304" pitchFamily="18" charset="0"/>
              </a:rPr>
              <a:t> </a:t>
            </a:r>
            <a:r>
              <a:rPr lang="zh-CN" altLang="en-US" sz="2000">
                <a:solidFill>
                  <a:schemeClr val="bg1"/>
                </a:solidFill>
                <a:ea typeface="+mj-ea"/>
                <a:cs typeface="Times New Roman" panose="02020603050405020304" pitchFamily="18" charset="0"/>
              </a:rPr>
              <a:t>②</a:t>
            </a:r>
            <a:r>
              <a:rPr lang="zh-CN" altLang="zh-CN" sz="2000" kern="100">
                <a:solidFill>
                  <a:schemeClr val="bg1"/>
                </a:solidFill>
                <a:ea typeface="+mj-ea"/>
                <a:cs typeface="新宋体" panose="02010609030101010101" pitchFamily="49" charset="-122"/>
              </a:rPr>
              <a:t>当</a:t>
            </a:r>
            <a:r>
              <a:rPr lang="en-US" altLang="zh-CN" sz="2000" i="1" kern="100">
                <a:solidFill>
                  <a:schemeClr val="bg1"/>
                </a:solidFill>
                <a:ea typeface="+mj-ea"/>
              </a:rPr>
              <a:t>n</a:t>
            </a:r>
            <a:r>
              <a:rPr lang="en-US" altLang="zh-CN" sz="2000" kern="100">
                <a:solidFill>
                  <a:schemeClr val="bg1"/>
                </a:solidFill>
                <a:ea typeface="+mj-ea"/>
              </a:rPr>
              <a:t>=1</a:t>
            </a:r>
            <a:r>
              <a:rPr lang="zh-CN" altLang="zh-CN" sz="2000" kern="100">
                <a:solidFill>
                  <a:schemeClr val="bg1"/>
                </a:solidFill>
                <a:ea typeface="+mj-ea"/>
                <a:cs typeface="新宋体" panose="02010609030101010101" pitchFamily="49" charset="-122"/>
              </a:rPr>
              <a:t>时，有</a:t>
            </a:r>
            <a:r>
              <a:rPr lang="en-US" altLang="zh-CN" sz="2000" i="1" kern="100">
                <a:solidFill>
                  <a:schemeClr val="bg1"/>
                </a:solidFill>
                <a:ea typeface="+mj-ea"/>
              </a:rPr>
              <a:t>f</a:t>
            </a:r>
            <a:r>
              <a:rPr lang="zh-CN" altLang="zh-CN" sz="2000" kern="100">
                <a:solidFill>
                  <a:schemeClr val="bg1"/>
                </a:solidFill>
                <a:ea typeface="+mj-ea"/>
                <a:cs typeface="新宋体" panose="02010609030101010101" pitchFamily="49" charset="-122"/>
              </a:rPr>
              <a:t>＝</a:t>
            </a:r>
            <a:r>
              <a:rPr lang="en-US" altLang="zh-CN" sz="2000" kern="100">
                <a:solidFill>
                  <a:schemeClr val="bg1"/>
                </a:solidFill>
                <a:ea typeface="+mj-ea"/>
              </a:rPr>
              <a:t>2N=0.8×2.5N</a:t>
            </a:r>
            <a:endParaRPr lang="zh-CN" altLang="zh-CN" sz="2000" kern="100">
              <a:solidFill>
                <a:schemeClr val="bg1"/>
              </a:solidFill>
              <a:ea typeface="+mj-ea"/>
            </a:endParaRPr>
          </a:p>
          <a:p>
            <a:pPr>
              <a:lnSpc>
                <a:spcPts val="2600"/>
              </a:lnSpc>
            </a:pPr>
            <a:r>
              <a:rPr lang="en-US" altLang="zh-CN" sz="2000" kern="100">
                <a:solidFill>
                  <a:schemeClr val="bg1"/>
                </a:solidFill>
                <a:ea typeface="+mj-ea"/>
                <a:cs typeface="新宋体" panose="02010609030101010101" pitchFamily="49" charset="-122"/>
              </a:rPr>
              <a:t>     </a:t>
            </a:r>
            <a:r>
              <a:rPr lang="zh-CN" altLang="zh-CN" sz="2000" kern="100">
                <a:solidFill>
                  <a:schemeClr val="bg1"/>
                </a:solidFill>
                <a:ea typeface="+mj-ea"/>
                <a:cs typeface="新宋体" panose="02010609030101010101" pitchFamily="49" charset="-122"/>
              </a:rPr>
              <a:t>当</a:t>
            </a:r>
            <a:r>
              <a:rPr lang="en-US" altLang="zh-CN" sz="2000" i="1" kern="100">
                <a:solidFill>
                  <a:schemeClr val="bg1"/>
                </a:solidFill>
                <a:ea typeface="+mj-ea"/>
              </a:rPr>
              <a:t>n</a:t>
            </a:r>
            <a:r>
              <a:rPr lang="en-US" altLang="zh-CN" sz="2000" kern="100">
                <a:solidFill>
                  <a:schemeClr val="bg1"/>
                </a:solidFill>
                <a:ea typeface="+mj-ea"/>
              </a:rPr>
              <a:t>=2</a:t>
            </a:r>
            <a:r>
              <a:rPr lang="zh-CN" altLang="zh-CN" sz="2000" kern="100">
                <a:solidFill>
                  <a:schemeClr val="bg1"/>
                </a:solidFill>
                <a:ea typeface="+mj-ea"/>
                <a:cs typeface="新宋体" panose="02010609030101010101" pitchFamily="49" charset="-122"/>
              </a:rPr>
              <a:t>时，有</a:t>
            </a:r>
            <a:r>
              <a:rPr lang="en-US" altLang="zh-CN" sz="2000" i="1" kern="100">
                <a:solidFill>
                  <a:schemeClr val="bg1"/>
                </a:solidFill>
                <a:ea typeface="+mj-ea"/>
              </a:rPr>
              <a:t>f</a:t>
            </a:r>
            <a:r>
              <a:rPr lang="zh-CN" altLang="zh-CN" sz="2000" kern="100">
                <a:solidFill>
                  <a:schemeClr val="bg1"/>
                </a:solidFill>
                <a:ea typeface="+mj-ea"/>
                <a:cs typeface="新宋体" panose="02010609030101010101" pitchFamily="49" charset="-122"/>
              </a:rPr>
              <a:t>＝</a:t>
            </a:r>
            <a:r>
              <a:rPr lang="en-US" altLang="zh-CN" sz="2000" kern="100">
                <a:solidFill>
                  <a:schemeClr val="bg1"/>
                </a:solidFill>
                <a:ea typeface="+mj-ea"/>
              </a:rPr>
              <a:t>4N=0.8×5N</a:t>
            </a:r>
            <a:endParaRPr lang="zh-CN" altLang="zh-CN" sz="2000" kern="100">
              <a:solidFill>
                <a:schemeClr val="bg1"/>
              </a:solidFill>
              <a:ea typeface="+mj-ea"/>
            </a:endParaRPr>
          </a:p>
          <a:p>
            <a:pPr>
              <a:lnSpc>
                <a:spcPts val="2600"/>
              </a:lnSpc>
            </a:pPr>
            <a:r>
              <a:rPr lang="en-US" altLang="zh-CN" sz="2000" kern="100">
                <a:solidFill>
                  <a:schemeClr val="bg1"/>
                </a:solidFill>
                <a:ea typeface="+mj-ea"/>
                <a:cs typeface="新宋体" panose="02010609030101010101" pitchFamily="49" charset="-122"/>
              </a:rPr>
              <a:t>     </a:t>
            </a:r>
            <a:r>
              <a:rPr lang="zh-CN" altLang="zh-CN" sz="2000" kern="100">
                <a:solidFill>
                  <a:schemeClr val="bg1"/>
                </a:solidFill>
                <a:ea typeface="+mj-ea"/>
                <a:cs typeface="新宋体" panose="02010609030101010101" pitchFamily="49" charset="-122"/>
              </a:rPr>
              <a:t>当</a:t>
            </a:r>
            <a:r>
              <a:rPr lang="en-US" altLang="zh-CN" sz="2000" i="1" kern="100">
                <a:solidFill>
                  <a:schemeClr val="bg1"/>
                </a:solidFill>
                <a:ea typeface="+mj-ea"/>
              </a:rPr>
              <a:t>n</a:t>
            </a:r>
            <a:r>
              <a:rPr lang="en-US" altLang="zh-CN" sz="2000" kern="100">
                <a:solidFill>
                  <a:schemeClr val="bg1"/>
                </a:solidFill>
                <a:ea typeface="+mj-ea"/>
              </a:rPr>
              <a:t>=3</a:t>
            </a:r>
            <a:r>
              <a:rPr lang="zh-CN" altLang="zh-CN" sz="2000" kern="100">
                <a:solidFill>
                  <a:schemeClr val="bg1"/>
                </a:solidFill>
                <a:ea typeface="+mj-ea"/>
                <a:cs typeface="新宋体" panose="02010609030101010101" pitchFamily="49" charset="-122"/>
              </a:rPr>
              <a:t>时，有</a:t>
            </a:r>
            <a:r>
              <a:rPr lang="en-US" altLang="zh-CN" sz="2000" i="1" kern="100">
                <a:solidFill>
                  <a:schemeClr val="bg1"/>
                </a:solidFill>
                <a:ea typeface="+mj-ea"/>
              </a:rPr>
              <a:t>f</a:t>
            </a:r>
            <a:r>
              <a:rPr lang="zh-CN" altLang="zh-CN" sz="2000" kern="100">
                <a:solidFill>
                  <a:schemeClr val="bg1"/>
                </a:solidFill>
                <a:ea typeface="+mj-ea"/>
                <a:cs typeface="新宋体" panose="02010609030101010101" pitchFamily="49" charset="-122"/>
              </a:rPr>
              <a:t>＝</a:t>
            </a:r>
            <a:r>
              <a:rPr lang="en-US" altLang="zh-CN" sz="2000" kern="100">
                <a:solidFill>
                  <a:schemeClr val="bg1"/>
                </a:solidFill>
                <a:ea typeface="+mj-ea"/>
              </a:rPr>
              <a:t>6N=0.8×7.5N</a:t>
            </a:r>
            <a:endParaRPr lang="zh-CN" altLang="zh-CN" sz="2000" kern="100">
              <a:solidFill>
                <a:schemeClr val="bg1"/>
              </a:solidFill>
              <a:ea typeface="+mj-ea"/>
            </a:endParaRPr>
          </a:p>
          <a:p>
            <a:pPr>
              <a:lnSpc>
                <a:spcPts val="2600"/>
              </a:lnSpc>
            </a:pPr>
            <a:r>
              <a:rPr lang="en-US" altLang="zh-CN" sz="2000" kern="100">
                <a:solidFill>
                  <a:schemeClr val="bg1"/>
                </a:solidFill>
                <a:ea typeface="+mj-ea"/>
                <a:cs typeface="新宋体" panose="02010609030101010101" pitchFamily="49" charset="-122"/>
              </a:rPr>
              <a:t>     </a:t>
            </a:r>
            <a:r>
              <a:rPr lang="zh-CN" altLang="zh-CN" sz="2000" kern="100">
                <a:solidFill>
                  <a:schemeClr val="bg1"/>
                </a:solidFill>
                <a:ea typeface="+mj-ea"/>
                <a:cs typeface="新宋体" panose="02010609030101010101" pitchFamily="49" charset="-122"/>
              </a:rPr>
              <a:t>由此类推可得</a:t>
            </a:r>
            <a:r>
              <a:rPr lang="en-US" altLang="zh-CN" sz="2000" kern="100">
                <a:solidFill>
                  <a:schemeClr val="bg1"/>
                </a:solidFill>
                <a:ea typeface="+mj-ea"/>
                <a:cs typeface="新宋体" panose="02010609030101010101" pitchFamily="49" charset="-122"/>
              </a:rPr>
              <a:t> </a:t>
            </a:r>
            <a:r>
              <a:rPr lang="en-US" altLang="zh-CN" sz="2000" i="1" kern="100">
                <a:solidFill>
                  <a:schemeClr val="bg1"/>
                </a:solidFill>
                <a:ea typeface="+mj-ea"/>
              </a:rPr>
              <a:t>f</a:t>
            </a:r>
            <a:r>
              <a:rPr lang="zh-CN" altLang="zh-CN" sz="2000" kern="100">
                <a:solidFill>
                  <a:schemeClr val="bg1"/>
                </a:solidFill>
                <a:ea typeface="+mj-ea"/>
                <a:cs typeface="新宋体" panose="02010609030101010101" pitchFamily="49" charset="-122"/>
              </a:rPr>
              <a:t>＝</a:t>
            </a:r>
            <a:r>
              <a:rPr lang="en-US" altLang="zh-CN" sz="2000" kern="100">
                <a:solidFill>
                  <a:schemeClr val="bg1"/>
                </a:solidFill>
                <a:ea typeface="+mj-ea"/>
              </a:rPr>
              <a:t>0.8</a:t>
            </a:r>
            <a:r>
              <a:rPr lang="en-US" altLang="zh-CN" sz="2000" i="1" kern="100">
                <a:solidFill>
                  <a:schemeClr val="bg1"/>
                </a:solidFill>
                <a:ea typeface="+mj-ea"/>
              </a:rPr>
              <a:t>F</a:t>
            </a:r>
            <a:endParaRPr lang="zh-CN" altLang="zh-CN" sz="2000" kern="100">
              <a:solidFill>
                <a:schemeClr val="bg1"/>
              </a:solidFill>
              <a:ea typeface="+mj-ea"/>
            </a:endParaRPr>
          </a:p>
        </p:txBody>
      </p:sp>
      <p:sp>
        <p:nvSpPr>
          <p:cNvPr id="16" name="Rectangle 2">
            <a:extLst>
              <a:ext uri="{FF2B5EF4-FFF2-40B4-BE49-F238E27FC236}">
                <a16:creationId xmlns:a16="http://schemas.microsoft.com/office/drawing/2014/main" id="{9E0D3248-478A-3D08-DA66-6A48414B27F3}"/>
              </a:ext>
            </a:extLst>
          </p:cNvPr>
          <p:cNvSpPr>
            <a:spLocks noChangeArrowheads="1"/>
          </p:cNvSpPr>
          <p:nvPr>
            <p:custDataLst>
              <p:tags r:id="rId8"/>
            </p:custDataLst>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文本框 5">
            <a:extLst>
              <a:ext uri="{FF2B5EF4-FFF2-40B4-BE49-F238E27FC236}">
                <a16:creationId xmlns:a16="http://schemas.microsoft.com/office/drawing/2014/main" id="{DAA3A9E3-0C05-816A-D666-4517D6229D8D}"/>
              </a:ext>
            </a:extLst>
          </p:cNvPr>
          <p:cNvSpPr txBox="1"/>
          <p:nvPr>
            <p:custDataLst>
              <p:tags r:id="rId9"/>
            </p:custDataLst>
          </p:nvPr>
        </p:nvSpPr>
        <p:spPr>
          <a:xfrm>
            <a:off x="4811164" y="3562499"/>
            <a:ext cx="4071123" cy="1397434"/>
          </a:xfrm>
          <a:prstGeom prst="rect">
            <a:avLst/>
          </a:prstGeom>
          <a:noFill/>
          <a:ln>
            <a:solidFill>
              <a:srgbClr val="00B0F0"/>
            </a:solidFill>
          </a:ln>
        </p:spPr>
        <p:txBody>
          <a:bodyPr wrap="square">
            <a:spAutoFit/>
          </a:bodyPr>
          <a:lstStyle/>
          <a:p>
            <a:pPr>
              <a:lnSpc>
                <a:spcPts val="2600"/>
              </a:lnSpc>
            </a:pPr>
            <a:r>
              <a:rPr kumimoji="0" lang="en-US" altLang="zh-CN" sz="1800" b="0" i="0" u="none" strike="noStrike" kern="1200" cap="none" spc="-100" normalizeH="0" baseline="0" noProof="0">
                <a:ln>
                  <a:noFill/>
                </a:ln>
                <a:solidFill>
                  <a:srgbClr val="FFFF00"/>
                </a:solidFill>
                <a:effectLst/>
                <a:uLnTx/>
                <a:uFillTx/>
                <a:ea typeface="+mj-ea"/>
                <a:cs typeface="Times New Roman" panose="02020603050405020304" pitchFamily="18" charset="0"/>
              </a:rPr>
              <a:t> </a:t>
            </a:r>
            <a:r>
              <a:rPr lang="zh-CN" altLang="en-US" sz="1800" spc="-100">
                <a:solidFill>
                  <a:srgbClr val="FFFF00"/>
                </a:solidFill>
                <a:ea typeface="+mj-ea"/>
                <a:cs typeface="Times New Roman" panose="02020603050405020304" pitchFamily="18" charset="0"/>
              </a:rPr>
              <a:t>（</a:t>
            </a:r>
            <a:r>
              <a:rPr lang="en-US" altLang="zh-CN" sz="1800" spc="-100">
                <a:solidFill>
                  <a:srgbClr val="FFFF00"/>
                </a:solidFill>
                <a:ea typeface="+mj-ea"/>
                <a:cs typeface="Times New Roman" panose="02020603050405020304" pitchFamily="18" charset="0"/>
              </a:rPr>
              <a:t>4</a:t>
            </a:r>
            <a:r>
              <a:rPr lang="zh-CN" altLang="en-US" sz="1800" spc="-100">
                <a:solidFill>
                  <a:srgbClr val="FFFF00"/>
                </a:solidFill>
                <a:ea typeface="+mj-ea"/>
                <a:cs typeface="Times New Roman" panose="02020603050405020304" pitchFamily="18" charset="0"/>
              </a:rPr>
              <a:t>）把另本封面没有封塑的语文课本放在同样的水平课桌上时，因两次课本对桌面的压力不同，故不能说明课本与课桌间的粗糙程度越大，摩擦力越大。</a:t>
            </a:r>
            <a:endParaRPr lang="zh-CN" altLang="zh-CN" sz="1800" kern="100" spc="-100">
              <a:solidFill>
                <a:srgbClr val="FFFF00"/>
              </a:solidFill>
              <a:ea typeface="+mj-ea"/>
            </a:endParaRPr>
          </a:p>
        </p:txBody>
      </p:sp>
      <p:sp>
        <p:nvSpPr>
          <p:cNvPr id="7" name="文本框 6">
            <a:extLst>
              <a:ext uri="{FF2B5EF4-FFF2-40B4-BE49-F238E27FC236}">
                <a16:creationId xmlns:a16="http://schemas.microsoft.com/office/drawing/2014/main" id="{F8AF7BE3-C56F-41AA-492C-E92FCA284546}"/>
              </a:ext>
            </a:extLst>
          </p:cNvPr>
          <p:cNvSpPr txBox="1"/>
          <p:nvPr>
            <p:custDataLst>
              <p:tags r:id="rId10"/>
            </p:custDataLst>
          </p:nvPr>
        </p:nvSpPr>
        <p:spPr>
          <a:xfrm>
            <a:off x="1874695" y="2978302"/>
            <a:ext cx="3390725" cy="415498"/>
          </a:xfrm>
          <a:prstGeom prst="rect">
            <a:avLst/>
          </a:prstGeom>
          <a:noFill/>
        </p:spPr>
        <p:txBody>
          <a:bodyPr wrap="square">
            <a:spAutoFit/>
          </a:bodyPr>
          <a:lstStyle/>
          <a:p>
            <a:r>
              <a:rPr lang="en-US" altLang="zh-CN" sz="2100" kern="100">
                <a:solidFill>
                  <a:srgbClr val="FF0000"/>
                </a:solidFill>
                <a:effectLst/>
              </a:rPr>
              <a:t>   </a:t>
            </a:r>
            <a:r>
              <a:rPr lang="zh-CN" altLang="en-US" sz="2100" kern="100">
                <a:solidFill>
                  <a:srgbClr val="FF0000"/>
                </a:solidFill>
              </a:rPr>
              <a:t>未控制压力大小相等</a:t>
            </a:r>
            <a:endParaRPr lang="en-US" altLang="zh-CN" sz="2100" kern="100">
              <a:solidFill>
                <a:srgbClr val="FF0000"/>
              </a:solidFill>
            </a:endParaRPr>
          </a:p>
        </p:txBody>
      </p:sp>
    </p:spTree>
    <p:extLst>
      <p:ext uri="{BB962C8B-B14F-4D97-AF65-F5344CB8AC3E}">
        <p14:creationId xmlns:p14="http://schemas.microsoft.com/office/powerpoint/2010/main" val="27799623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blinds(horizontal)">
                                      <p:cBhvr>
                                        <p:cTn id="7" dur="500"/>
                                        <p:tgtEl>
                                          <p:spTgt spid="15">
                                            <p:txEl>
                                              <p:pRg st="0" end="0"/>
                                            </p:txEl>
                                          </p:spTgt>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xEl>
                                              <p:pRg st="1" end="1"/>
                                            </p:txEl>
                                          </p:spTgt>
                                        </p:tgtEl>
                                        <p:attrNameLst>
                                          <p:attrName>style.visibility</p:attrName>
                                        </p:attrNameLst>
                                      </p:cBhvr>
                                      <p:to>
                                        <p:strVal val="visible"/>
                                      </p:to>
                                    </p:set>
                                    <p:animEffect transition="in" filter="blinds(horizontal)">
                                      <p:cBhvr>
                                        <p:cTn id="12" dur="500"/>
                                        <p:tgtEl>
                                          <p:spTgt spid="15">
                                            <p:txEl>
                                              <p:pRg st="1" end="1"/>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5">
                                            <p:txEl>
                                              <p:pRg st="2" end="2"/>
                                            </p:txEl>
                                          </p:spTgt>
                                        </p:tgtEl>
                                        <p:attrNameLst>
                                          <p:attrName>style.visibility</p:attrName>
                                        </p:attrNameLst>
                                      </p:cBhvr>
                                      <p:to>
                                        <p:strVal val="visible"/>
                                      </p:to>
                                    </p:set>
                                    <p:animEffect transition="in" filter="blinds(horizontal)">
                                      <p:cBhvr>
                                        <p:cTn id="17" dur="500"/>
                                        <p:tgtEl>
                                          <p:spTgt spid="15">
                                            <p:txEl>
                                              <p:pRg st="2" end="2"/>
                                            </p:txEl>
                                          </p:spTgt>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5">
                                            <p:txEl>
                                              <p:pRg st="3" end="3"/>
                                            </p:txEl>
                                          </p:spTgt>
                                        </p:tgtEl>
                                        <p:attrNameLst>
                                          <p:attrName>style.visibility</p:attrName>
                                        </p:attrNameLst>
                                      </p:cBhvr>
                                      <p:to>
                                        <p:strVal val="visible"/>
                                      </p:to>
                                    </p:set>
                                    <p:animEffect transition="in" filter="blinds(horizontal)">
                                      <p:cBhvr>
                                        <p:cTn id="22" dur="500"/>
                                        <p:tgtEl>
                                          <p:spTgt spid="15">
                                            <p:txEl>
                                              <p:pRg st="3" end="3"/>
                                            </p:txEl>
                                          </p:spTgt>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3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 calcmode="lin" valueType="num">
                                      <p:cBhvr>
                                        <p:cTn id="29" dur="500" fill="hold"/>
                                        <p:tgtEl>
                                          <p:spTgt spid="14"/>
                                        </p:tgtEl>
                                        <p:attrNameLst>
                                          <p:attrName>style.rotation</p:attrName>
                                        </p:attrNameLst>
                                      </p:cBhvr>
                                      <p:tavLst>
                                        <p:tav tm="0">
                                          <p:val>
                                            <p:fltVal val="90"/>
                                          </p:val>
                                        </p:tav>
                                        <p:tav tm="100000">
                                          <p:val>
                                            <p:fltVal val="0"/>
                                          </p:val>
                                        </p:tav>
                                      </p:tavLst>
                                    </p:anim>
                                    <p:animEffect transition="in" filter="fade">
                                      <p:cBhvr>
                                        <p:cTn id="30" dur="500"/>
                                        <p:tgtEl>
                                          <p:spTgt spid="14"/>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animEffect transition="in" filter="blinds(horizontal)">
                                      <p:cBhvr>
                                        <p:cTn id="35" dur="500"/>
                                        <p:tgtEl>
                                          <p:spTgt spid="6">
                                            <p:txEl>
                                              <p:pRg st="0" end="0"/>
                                            </p:txEl>
                                          </p:spTgt>
                                        </p:tgtEl>
                                      </p:cBhvr>
                                    </p:animEffect>
                                  </p:childTnLst>
                                </p:cTn>
                              </p:par>
                            </p:childTnLst>
                          </p:cTn>
                        </p:par>
                      </p:childTnLst>
                    </p:cTn>
                  </p:par>
                  <p:par>
                    <p:cTn id="36" fill="hold" nodeType="clickPar">
                      <p:stCondLst>
                        <p:cond delay="indefinite"/>
                      </p:stCondLst>
                      <p:childTnLst>
                        <p:par>
                          <p:cTn id="37" fill="hold" nodeType="afterGroup">
                            <p:stCondLst>
                              <p:cond delay="0"/>
                            </p:stCondLst>
                            <p:childTnLst>
                              <p:par>
                                <p:cTn id="38" presetID="31" presetClass="entr" presetSubtype="0"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 calcmode="lin" valueType="num">
                                      <p:cBhvr>
                                        <p:cTn id="42" dur="500" fill="hold"/>
                                        <p:tgtEl>
                                          <p:spTgt spid="7"/>
                                        </p:tgtEl>
                                        <p:attrNameLst>
                                          <p:attrName>style.rotation</p:attrName>
                                        </p:attrNameLst>
                                      </p:cBhvr>
                                      <p:tavLst>
                                        <p:tav tm="0">
                                          <p:val>
                                            <p:fltVal val="90"/>
                                          </p:val>
                                        </p:tav>
                                        <p:tav tm="100000">
                                          <p:val>
                                            <p:fltVal val="0"/>
                                          </p:val>
                                        </p:tav>
                                      </p:tavLst>
                                    </p:anim>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FED32F67-810F-11E1-FE89-51BC62C8C1BE}"/>
              </a:ext>
            </a:extLst>
          </p:cNvPr>
          <p:cNvGrpSpPr/>
          <p:nvPr>
            <p:custDataLst>
              <p:tags r:id="rId1"/>
            </p:custDataLst>
          </p:nvPr>
        </p:nvGrpSpPr>
        <p:grpSpPr>
          <a:xfrm>
            <a:off x="1645585" y="1570584"/>
            <a:ext cx="2723274" cy="2276212"/>
            <a:chOff x="693085" y="1570584"/>
            <a:chExt cx="2723274" cy="2276212"/>
          </a:xfrm>
        </p:grpSpPr>
        <p:grpSp>
          <p:nvGrpSpPr>
            <p:cNvPr id="19" name="组合 18">
              <a:extLst>
                <a:ext uri="{FF2B5EF4-FFF2-40B4-BE49-F238E27FC236}">
                  <a16:creationId xmlns:a16="http://schemas.microsoft.com/office/drawing/2014/main" id="{A0D84D34-A8C1-78F9-98AC-611E86F9910D}"/>
                </a:ext>
              </a:extLst>
            </p:cNvPr>
            <p:cNvGrpSpPr/>
            <p:nvPr>
              <p:custDataLst>
                <p:tags r:id="rId8"/>
              </p:custDataLst>
            </p:nvPr>
          </p:nvGrpSpPr>
          <p:grpSpPr>
            <a:xfrm>
              <a:off x="693085" y="1816567"/>
              <a:ext cx="2723274" cy="2030229"/>
              <a:chOff x="693085" y="1816567"/>
              <a:chExt cx="2723274" cy="2030229"/>
            </a:xfrm>
          </p:grpSpPr>
          <p:sp>
            <p:nvSpPr>
              <p:cNvPr id="10" name="L 形 9">
                <a:extLst>
                  <a:ext uri="{FF2B5EF4-FFF2-40B4-BE49-F238E27FC236}">
                    <a16:creationId xmlns:a16="http://schemas.microsoft.com/office/drawing/2014/main" id="{80715524-4DAD-B950-85FF-6C6D94576E29}"/>
                  </a:ext>
                </a:extLst>
              </p:cNvPr>
              <p:cNvSpPr/>
              <p:nvPr>
                <p:custDataLst>
                  <p:tags r:id="rId10"/>
                </p:custDataLst>
              </p:nvPr>
            </p:nvSpPr>
            <p:spPr>
              <a:xfrm rot="5400000">
                <a:off x="40681" y="2468972"/>
                <a:ext cx="1522671" cy="217861"/>
              </a:xfrm>
              <a:prstGeom prst="corner">
                <a:avLst>
                  <a:gd name="adj1" fmla="val 1000"/>
                  <a:gd name="adj2" fmla="val 1000"/>
                </a:avLst>
              </a:prstGeom>
              <a:ln>
                <a:solidFill>
                  <a:srgbClr val="30CED4"/>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1" name="任意多边形: 形状 10">
                <a:extLst>
                  <a:ext uri="{FF2B5EF4-FFF2-40B4-BE49-F238E27FC236}">
                    <a16:creationId xmlns:a16="http://schemas.microsoft.com/office/drawing/2014/main" id="{BF354845-70BD-F820-BE7E-F2A83ED08EF2}"/>
                  </a:ext>
                </a:extLst>
              </p:cNvPr>
              <p:cNvSpPr/>
              <p:nvPr>
                <p:custDataLst>
                  <p:tags r:id="rId11"/>
                </p:custDataLst>
              </p:nvPr>
            </p:nvSpPr>
            <p:spPr>
              <a:xfrm>
                <a:off x="693085"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0 w 2723274"/>
                  <a:gd name="connsiteY5"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23274" h="507557">
                    <a:moveTo>
                      <a:pt x="0" y="0"/>
                    </a:moveTo>
                    <a:lnTo>
                      <a:pt x="2596385" y="0"/>
                    </a:lnTo>
                    <a:lnTo>
                      <a:pt x="2723274" y="253779"/>
                    </a:lnTo>
                    <a:lnTo>
                      <a:pt x="2596385" y="507557"/>
                    </a:lnTo>
                    <a:lnTo>
                      <a:pt x="0" y="507557"/>
                    </a:lnTo>
                    <a:lnTo>
                      <a:pt x="0" y="0"/>
                    </a:lnTo>
                    <a:close/>
                  </a:path>
                </a:pathLst>
              </a:custGeom>
              <a:solidFill>
                <a:srgbClr val="30CED4"/>
              </a:solidFill>
              <a:ln>
                <a:solidFill>
                  <a:schemeClr val="accent3"/>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spcFirstLastPara="0" vert="horz" wrap="square" lIns="152400" tIns="304800" rIns="215845"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01</a:t>
                </a:r>
              </a:p>
            </p:txBody>
          </p:sp>
        </p:grpSp>
        <p:sp>
          <p:nvSpPr>
            <p:cNvPr id="12" name="任意多边形: 形状 11">
              <a:extLst>
                <a:ext uri="{FF2B5EF4-FFF2-40B4-BE49-F238E27FC236}">
                  <a16:creationId xmlns:a16="http://schemas.microsoft.com/office/drawing/2014/main" id="{BF42CA25-163B-74EA-943A-F1E44077B5CF}"/>
                </a:ext>
              </a:extLst>
            </p:cNvPr>
            <p:cNvSpPr/>
            <p:nvPr>
              <p:custDataLst>
                <p:tags r:id="rId9"/>
              </p:custDataLst>
            </p:nvPr>
          </p:nvSpPr>
          <p:spPr>
            <a:xfrm>
              <a:off x="1017155" y="1570584"/>
              <a:ext cx="2399204" cy="1522671"/>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algn="ctr" defTabSz="1244600">
                <a:lnSpc>
                  <a:spcPts val="3500"/>
                </a:lnSpc>
                <a:spcBef>
                  <a:spcPct val="0"/>
                </a:spcBef>
              </a:pPr>
              <a:r>
                <a:rPr kumimoji="0" lang="zh-CN" altLang="en-US" sz="28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力的作用</a:t>
              </a:r>
              <a:endParaRPr kumimoji="0" lang="en-US" altLang="zh-CN" sz="28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a:p>
              <a:pPr algn="ctr" defTabSz="1244600">
                <a:lnSpc>
                  <a:spcPts val="3500"/>
                </a:lnSpc>
                <a:spcBef>
                  <a:spcPct val="0"/>
                </a:spcBef>
              </a:pPr>
              <a:r>
                <a:rPr kumimoji="0" lang="zh-CN" altLang="en-US" sz="28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rPr>
                <a:t>是相互的</a:t>
              </a:r>
            </a:p>
            <a:p>
              <a:pPr marL="0" marR="0" lvl="0" indent="0" algn="ctr" defTabSz="1244600" rtl="0" eaLnBrk="1" fontAlgn="auto" latinLnBrk="0" hangingPunct="1">
                <a:lnSpc>
                  <a:spcPts val="2700"/>
                </a:lnSpc>
                <a:spcBef>
                  <a:spcPct val="0"/>
                </a:spcBef>
                <a:buClrTx/>
                <a:buSzTx/>
                <a:buFontTx/>
                <a:buNone/>
                <a:defRPr/>
              </a:pPr>
              <a:endParaRPr kumimoji="0" lang="zh-CN" altLang="en-US" sz="2800" b="1"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cs typeface="+mn-cs"/>
              </a:endParaRPr>
            </a:p>
          </p:txBody>
        </p:sp>
      </p:grpSp>
      <p:grpSp>
        <p:nvGrpSpPr>
          <p:cNvPr id="21" name="组合 20">
            <a:extLst>
              <a:ext uri="{FF2B5EF4-FFF2-40B4-BE49-F238E27FC236}">
                <a16:creationId xmlns:a16="http://schemas.microsoft.com/office/drawing/2014/main" id="{0C92CA93-FD50-595B-B8AC-6FDF8B734476}"/>
              </a:ext>
            </a:extLst>
          </p:cNvPr>
          <p:cNvGrpSpPr/>
          <p:nvPr>
            <p:custDataLst>
              <p:tags r:id="rId2"/>
            </p:custDataLst>
          </p:nvPr>
        </p:nvGrpSpPr>
        <p:grpSpPr>
          <a:xfrm>
            <a:off x="4637681" y="1562963"/>
            <a:ext cx="2907116" cy="2283833"/>
            <a:chOff x="3334661" y="1562963"/>
            <a:chExt cx="2907116" cy="2283833"/>
          </a:xfrm>
        </p:grpSpPr>
        <p:sp>
          <p:nvSpPr>
            <p:cNvPr id="13" name="L 形 12">
              <a:extLst>
                <a:ext uri="{FF2B5EF4-FFF2-40B4-BE49-F238E27FC236}">
                  <a16:creationId xmlns:a16="http://schemas.microsoft.com/office/drawing/2014/main" id="{6D655BED-CDB4-953A-0335-AC578434D53D}"/>
                </a:ext>
              </a:extLst>
            </p:cNvPr>
            <p:cNvSpPr/>
            <p:nvPr>
              <p:custDataLst>
                <p:tags r:id="rId5"/>
              </p:custDataLst>
            </p:nvPr>
          </p:nvSpPr>
          <p:spPr>
            <a:xfrm rot="5400000">
              <a:off x="2682256" y="2468972"/>
              <a:ext cx="1522671" cy="217861"/>
            </a:xfrm>
            <a:prstGeom prst="corner">
              <a:avLst>
                <a:gd name="adj1" fmla="val 1000"/>
                <a:gd name="adj2" fmla="val 1000"/>
              </a:avLst>
            </a:prstGeom>
            <a:ln>
              <a:solidFill>
                <a:srgbClr val="2EA2CF"/>
              </a:solidFill>
            </a:ln>
          </p:spPr>
          <p:style>
            <a:lnRef idx="2">
              <a:scrgbClr r="0" g="0" b="0"/>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a:lstStyle/>
            <a:p>
              <a:endParaRPr/>
            </a:p>
          </p:txBody>
        </p:sp>
        <p:sp>
          <p:nvSpPr>
            <p:cNvPr id="14" name="任意多边形: 形状 13">
              <a:extLst>
                <a:ext uri="{FF2B5EF4-FFF2-40B4-BE49-F238E27FC236}">
                  <a16:creationId xmlns:a16="http://schemas.microsoft.com/office/drawing/2014/main" id="{B6DE6EBF-C507-00EE-04E8-4AC06CE00B25}"/>
                </a:ext>
              </a:extLst>
            </p:cNvPr>
            <p:cNvSpPr/>
            <p:nvPr>
              <p:custDataLst>
                <p:tags r:id="rId6"/>
              </p:custDataLst>
            </p:nvPr>
          </p:nvSpPr>
          <p:spPr>
            <a:xfrm>
              <a:off x="3334661" y="3339239"/>
              <a:ext cx="2723274" cy="507557"/>
            </a:xfrm>
            <a:custGeom>
              <a:avLst/>
              <a:gdLst>
                <a:gd name="connsiteX0" fmla="*/ 0 w 2723274"/>
                <a:gd name="connsiteY0" fmla="*/ 0 h 507557"/>
                <a:gd name="connsiteX1" fmla="*/ 2596385 w 2723274"/>
                <a:gd name="connsiteY1" fmla="*/ 0 h 507557"/>
                <a:gd name="connsiteX2" fmla="*/ 2723274 w 2723274"/>
                <a:gd name="connsiteY2" fmla="*/ 253779 h 507557"/>
                <a:gd name="connsiteX3" fmla="*/ 2596385 w 2723274"/>
                <a:gd name="connsiteY3" fmla="*/ 507557 h 507557"/>
                <a:gd name="connsiteX4" fmla="*/ 0 w 2723274"/>
                <a:gd name="connsiteY4" fmla="*/ 507557 h 507557"/>
                <a:gd name="connsiteX5" fmla="*/ 126889 w 2723274"/>
                <a:gd name="connsiteY5" fmla="*/ 253779 h 507557"/>
                <a:gd name="connsiteX6" fmla="*/ 0 w 2723274"/>
                <a:gd name="connsiteY6" fmla="*/ 0 h 507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3274" h="507557">
                  <a:moveTo>
                    <a:pt x="0" y="0"/>
                  </a:moveTo>
                  <a:lnTo>
                    <a:pt x="2596385" y="0"/>
                  </a:lnTo>
                  <a:lnTo>
                    <a:pt x="2723274" y="253779"/>
                  </a:lnTo>
                  <a:lnTo>
                    <a:pt x="2596385" y="507557"/>
                  </a:lnTo>
                  <a:lnTo>
                    <a:pt x="0" y="507557"/>
                  </a:lnTo>
                  <a:lnTo>
                    <a:pt x="126889" y="253779"/>
                  </a:lnTo>
                  <a:lnTo>
                    <a:pt x="0" y="0"/>
                  </a:lnTo>
                  <a:close/>
                </a:path>
              </a:pathLst>
            </a:custGeom>
            <a:solidFill>
              <a:srgbClr val="2EA2CF"/>
            </a:solid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spcFirstLastPara="0" vert="horz" wrap="square" lIns="279289" tIns="304800" rIns="279289" bIns="304800" numCol="1" spcCol="1270" anchor="ctr" anchorCtr="0">
              <a:noAutofit/>
            </a:bodyPr>
            <a:lstStyle/>
            <a:p>
              <a:pPr marL="0" marR="0" lvl="0" indent="0" algn="ctr" defTabSz="1066800" rtl="0" eaLnBrk="1" fontAlgn="auto" latinLnBrk="0" hangingPunct="1">
                <a:lnSpc>
                  <a:spcPct val="90000"/>
                </a:lnSpc>
                <a:spcBef>
                  <a:spcPct val="0"/>
                </a:spcBef>
                <a:spcAft>
                  <a:spcPct val="35000"/>
                </a:spcAft>
                <a:buClrTx/>
                <a:buSzTx/>
                <a:buFontTx/>
                <a:buNone/>
                <a:defRPr/>
              </a:pPr>
              <a:r>
                <a:rPr kumimoji="0" lang="en-US"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rPr>
                <a:t>02</a:t>
              </a:r>
              <a:endParaRPr kumimoji="0" lang="ru-RU" sz="2800" b="1" i="0" u="none" strike="noStrike" kern="1200" cap="none" spc="0" normalizeH="0" baseline="0" noProof="0">
                <a:ln>
                  <a:noFill/>
                </a:ln>
                <a:solidFill>
                  <a:prstClr val="white"/>
                </a:solidFill>
                <a:effectLst>
                  <a:outerShdw blurRad="50800" dist="38100" dir="2700000" algn="tl" rotWithShape="0">
                    <a:prstClr val="black">
                      <a:alpha val="50000"/>
                    </a:prstClr>
                  </a:outerShdw>
                </a:effectLst>
                <a:uLnTx/>
                <a:uFillTx/>
                <a:latin typeface="Times New Roman"/>
                <a:ea typeface="微软雅黑"/>
                <a:cs typeface="+mn-cs"/>
              </a:endParaRPr>
            </a:p>
          </p:txBody>
        </p:sp>
        <p:sp>
          <p:nvSpPr>
            <p:cNvPr id="15" name="任意多边形: 形状 14">
              <a:extLst>
                <a:ext uri="{FF2B5EF4-FFF2-40B4-BE49-F238E27FC236}">
                  <a16:creationId xmlns:a16="http://schemas.microsoft.com/office/drawing/2014/main" id="{D409B9FC-6DFF-8BE6-D806-FA36B9882149}"/>
                </a:ext>
              </a:extLst>
            </p:cNvPr>
            <p:cNvSpPr/>
            <p:nvPr>
              <p:custDataLst>
                <p:tags r:id="rId7"/>
              </p:custDataLst>
            </p:nvPr>
          </p:nvSpPr>
          <p:spPr>
            <a:xfrm>
              <a:off x="3416359" y="1562963"/>
              <a:ext cx="2825418" cy="1317393"/>
            </a:xfrm>
            <a:custGeom>
              <a:avLst/>
              <a:gdLst>
                <a:gd name="connsiteX0" fmla="*/ 0 w 2211298"/>
                <a:gd name="connsiteY0" fmla="*/ 0 h 1007315"/>
                <a:gd name="connsiteX1" fmla="*/ 2211298 w 2211298"/>
                <a:gd name="connsiteY1" fmla="*/ 0 h 1007315"/>
                <a:gd name="connsiteX2" fmla="*/ 2211298 w 2211298"/>
                <a:gd name="connsiteY2" fmla="*/ 1007315 h 1007315"/>
                <a:gd name="connsiteX3" fmla="*/ 0 w 2211298"/>
                <a:gd name="connsiteY3" fmla="*/ 1007315 h 1007315"/>
                <a:gd name="connsiteX4" fmla="*/ 0 w 2211298"/>
                <a:gd name="connsiteY4" fmla="*/ 0 h 1007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298" h="1007315">
                  <a:moveTo>
                    <a:pt x="0" y="0"/>
                  </a:moveTo>
                  <a:lnTo>
                    <a:pt x="2211298" y="0"/>
                  </a:lnTo>
                  <a:lnTo>
                    <a:pt x="2211298" y="1007315"/>
                  </a:lnTo>
                  <a:lnTo>
                    <a:pt x="0" y="100731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08000" tIns="432000" rIns="288000" bIns="0" numCol="1" spcCol="1270" anchor="t" anchorCtr="0">
              <a:noAutofit/>
            </a:bodyPr>
            <a:lstStyle/>
            <a:p>
              <a:pPr marL="0" marR="0" lvl="0" indent="0" algn="ctr" defTabSz="533400" rtl="0" eaLnBrk="1" fontAlgn="auto" latinLnBrk="0" hangingPunct="1">
                <a:lnSpc>
                  <a:spcPts val="3300"/>
                </a:lnSpc>
                <a:spcBef>
                  <a:spcPct val="0"/>
                </a:spcBef>
                <a:spcAft>
                  <a:spcPct val="0"/>
                </a:spcAft>
                <a:buClrTx/>
                <a:buSzTx/>
                <a:buFontTx/>
                <a:buNone/>
                <a:defRPr/>
              </a:pPr>
              <a:r>
                <a:rPr kumimoji="0" lang="zh-CN" altLang="en-US" sz="2800" b="1" i="0" u="none" strike="noStrike" kern="1200" cap="none" spc="0" normalizeH="0" baseline="0" noProof="0">
                  <a:ln>
                    <a:noFill/>
                  </a:ln>
                  <a:solidFill>
                    <a:srgbClr val="002060"/>
                  </a:solidFill>
                  <a:effectLst/>
                  <a:uLnTx/>
                  <a:uFillTx/>
                  <a:latin typeface="Times New Roman"/>
                  <a:ea typeface="微软雅黑"/>
                  <a:cs typeface="+mn-cs"/>
                </a:rPr>
                <a:t>作用力与反作用力的关系</a:t>
              </a:r>
            </a:p>
          </p:txBody>
        </p:sp>
      </p:grpSp>
      <p:sp>
        <p:nvSpPr>
          <p:cNvPr id="7" name="文本框 6">
            <a:extLst>
              <a:ext uri="{FF2B5EF4-FFF2-40B4-BE49-F238E27FC236}">
                <a16:creationId xmlns:a16="http://schemas.microsoft.com/office/drawing/2014/main" id="{B41E3B70-811F-0DC4-0328-C4582BF56289}"/>
              </a:ext>
            </a:extLst>
          </p:cNvPr>
          <p:cNvSpPr txBox="1"/>
          <p:nvPr>
            <p:custDataLst>
              <p:tags r:id="rId3"/>
            </p:custDataLst>
          </p:nvPr>
        </p:nvSpPr>
        <p:spPr>
          <a:xfrm>
            <a:off x="721994" y="885428"/>
            <a:ext cx="2211297" cy="508794"/>
          </a:xfrm>
          <a:prstGeom prst="rect">
            <a:avLst/>
          </a:prstGeom>
          <a:noFill/>
        </p:spPr>
        <p:txBody>
          <a:bodyPr wrap="square">
            <a:spAutoFit/>
          </a:bodyPr>
          <a:lstStyle/>
          <a:p>
            <a:pPr marL="0" marR="0" lvl="0" indent="0" algn="l" defTabSz="685160" rtl="0" eaLnBrk="1" fontAlgn="auto" latinLnBrk="0" hangingPunct="1">
              <a:lnSpc>
                <a:spcPts val="3600"/>
              </a:lnSpc>
              <a:spcBef>
                <a:spcPct val="0"/>
              </a:spcBef>
              <a:spcAft>
                <a:spcPct val="0"/>
              </a:spcAft>
              <a:buClrTx/>
              <a:buSzTx/>
              <a:buFontTx/>
              <a:buNone/>
              <a:defRPr/>
            </a:pPr>
            <a:r>
              <a:rPr kumimoji="0" lang="zh-CN" altLang="en-US" sz="2400" b="1"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本节知识点</a:t>
            </a:r>
          </a:p>
        </p:txBody>
      </p:sp>
      <p:sp>
        <p:nvSpPr>
          <p:cNvPr id="3" name="文本框 2">
            <a:extLst>
              <a:ext uri="{FF2B5EF4-FFF2-40B4-BE49-F238E27FC236}">
                <a16:creationId xmlns:a16="http://schemas.microsoft.com/office/drawing/2014/main" id="{28E07A79-9287-BB4E-6F97-8753701F59C0}"/>
              </a:ext>
            </a:extLst>
          </p:cNvPr>
          <p:cNvSpPr txBox="1"/>
          <p:nvPr>
            <p:custDataLst>
              <p:tags r:id="rId4"/>
            </p:custDataLst>
          </p:nvPr>
        </p:nvSpPr>
        <p:spPr>
          <a:xfrm>
            <a:off x="2245233" y="-36576"/>
            <a:ext cx="4509136" cy="508794"/>
          </a:xfrm>
          <a:prstGeom prst="rect">
            <a:avLst/>
          </a:prstGeom>
          <a:noFill/>
        </p:spPr>
        <p:txBody>
          <a:bodyPr wrap="square">
            <a:spAutoFit/>
          </a:bodyPr>
          <a:lstStyle/>
          <a:p>
            <a:pPr lvl="0" algn="ctr">
              <a:lnSpc>
                <a:spcPts val="3600"/>
              </a:lnSpc>
              <a:defRPr/>
            </a:pPr>
            <a:r>
              <a:rPr kumimoji="0" lang="zh-CN" altLang="en-US" sz="23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第</a:t>
            </a:r>
            <a:r>
              <a:rPr kumimoji="0" lang="en-US" altLang="zh-CN" sz="23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4</a:t>
            </a:r>
            <a:r>
              <a:rPr lang="zh-CN" altLang="en-US" sz="2300" b="1">
                <a:solidFill>
                  <a:prstClr val="white"/>
                </a:solidFill>
                <a:latin typeface="微软雅黑" panose="020B0503020204020204" pitchFamily="34" charset="-122"/>
                <a:ea typeface="微软雅黑" panose="020B0503020204020204" pitchFamily="34" charset="-122"/>
              </a:rPr>
              <a:t>节    力的作用是相互的</a:t>
            </a:r>
            <a:endParaRPr kumimoji="0" lang="zh-CN" altLang="en-US" sz="23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829257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750"/>
                                        <p:tgtEl>
                                          <p:spTgt spid="20"/>
                                        </p:tgtEl>
                                      </p:cBhvr>
                                    </p:animEffect>
                                  </p:childTnLst>
                                </p:cTn>
                              </p:par>
                            </p:childTnLst>
                          </p:cTn>
                        </p:par>
                        <p:par>
                          <p:cTn id="8" fill="hold" nodeType="afterGroup">
                            <p:stCondLst>
                              <p:cond delay="750"/>
                            </p:stCondLst>
                            <p:childTnLst>
                              <p:par>
                                <p:cTn id="9" presetID="2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down)">
                                      <p:cBhvr>
                                        <p:cTn id="11" dur="75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左大括号 1">
            <a:extLst>
              <a:ext uri="{FF2B5EF4-FFF2-40B4-BE49-F238E27FC236}">
                <a16:creationId xmlns:a16="http://schemas.microsoft.com/office/drawing/2014/main" id="{CC599C1F-2803-789A-1CD7-78F6EDB97664}"/>
              </a:ext>
            </a:extLst>
          </p:cNvPr>
          <p:cNvSpPr/>
          <p:nvPr>
            <p:custDataLst>
              <p:tags r:id="rId1"/>
            </p:custDataLst>
          </p:nvPr>
        </p:nvSpPr>
        <p:spPr>
          <a:xfrm>
            <a:off x="2780010" y="1298292"/>
            <a:ext cx="783653" cy="1865062"/>
          </a:xfrm>
          <a:prstGeom prst="leftBrace">
            <a:avLst>
              <a:gd name="adj1" fmla="val 0"/>
              <a:gd name="adj2" fmla="val 50000"/>
            </a:avLst>
          </a:prstGeom>
          <a:noFill/>
          <a:ln w="28575">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lnSpc>
                <a:spcPts val="3200"/>
              </a:lnSpc>
            </a:pPr>
            <a:endParaRPr lang="zh-CN" altLang="en-US" sz="2400">
              <a:solidFill>
                <a:srgbClr val="002060"/>
              </a:solidFill>
              <a:latin typeface="微软雅黑" panose="020B0503020204020204" pitchFamily="34" charset="-122"/>
              <a:ea typeface="微软雅黑" panose="020B0503020204020204" pitchFamily="34" charset="-122"/>
            </a:endParaRPr>
          </a:p>
        </p:txBody>
      </p:sp>
      <p:sp>
        <p:nvSpPr>
          <p:cNvPr id="6" name="矩形 82950">
            <a:extLst>
              <a:ext uri="{FF2B5EF4-FFF2-40B4-BE49-F238E27FC236}">
                <a16:creationId xmlns:a16="http://schemas.microsoft.com/office/drawing/2014/main" id="{697B6AA3-BA3F-A626-8D97-E2F529698B29}"/>
              </a:ext>
            </a:extLst>
          </p:cNvPr>
          <p:cNvSpPr/>
          <p:nvPr>
            <p:custDataLst>
              <p:tags r:id="rId2"/>
            </p:custDataLst>
          </p:nvPr>
        </p:nvSpPr>
        <p:spPr>
          <a:xfrm>
            <a:off x="1024833" y="1755509"/>
            <a:ext cx="1764576" cy="830997"/>
          </a:xfrm>
          <a:prstGeom prst="rect">
            <a:avLst/>
          </a:prstGeom>
          <a:solidFill>
            <a:schemeClr val="accent1">
              <a:lumMod val="20000"/>
              <a:lumOff val="80000"/>
            </a:schemeClr>
          </a:solidFill>
          <a:ln w="9525">
            <a:solidFill>
              <a:schemeClr val="tx1"/>
            </a:solidFill>
          </a:ln>
        </p:spPr>
        <p:txBody>
          <a:bodyPr wrap="square" anchor="t">
            <a:spAutoFit/>
          </a:bodyPr>
          <a:lstStyle/>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normalizeH="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力的作用</a:t>
            </a:r>
            <a:endParaRPr kumimoji="0" lang="en-US" altLang="zh-CN" sz="2400" b="0" i="0" u="none" strike="noStrike" kern="1200" cap="none" normalizeH="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endParaRPr>
          </a:p>
          <a:p>
            <a:pPr marL="0" marR="0" lvl="0" indent="0" algn="ctr" defTabSz="683407" rtl="0" eaLnBrk="1" fontAlgn="auto" latinLnBrk="0" hangingPunct="1">
              <a:lnSpc>
                <a:spcPct val="100000"/>
              </a:lnSpc>
              <a:spcBef>
                <a:spcPct val="0"/>
              </a:spcBef>
              <a:spcAft>
                <a:spcPct val="0"/>
              </a:spcAft>
              <a:buClrTx/>
              <a:buSzTx/>
              <a:buFontTx/>
              <a:buNone/>
              <a:defRPr/>
            </a:pPr>
            <a:r>
              <a:rPr kumimoji="0" lang="zh-CN" altLang="en-US" sz="2400" b="0" i="0" u="none" strike="noStrike" kern="1200" cap="none" normalizeH="0" noProof="0">
                <a:ln>
                  <a:noFill/>
                </a:ln>
                <a:solidFill>
                  <a:srgbClr val="000000"/>
                </a:solidFill>
                <a:effectLst/>
                <a:uLnTx/>
                <a:uFillTx/>
                <a:latin typeface="微软雅黑" panose="020B0503020204020204" pitchFamily="34" charset="-122"/>
                <a:ea typeface="微软雅黑" panose="020B0503020204020204" pitchFamily="34" charset="-122"/>
                <a:cs typeface="宋体" panose="02010600030101010101" pitchFamily="2" charset="-122"/>
              </a:rPr>
              <a:t>是相互的</a:t>
            </a:r>
          </a:p>
        </p:txBody>
      </p:sp>
      <p:pic>
        <p:nvPicPr>
          <p:cNvPr id="8" name="图片 7">
            <a:extLst>
              <a:ext uri="{FF2B5EF4-FFF2-40B4-BE49-F238E27FC236}">
                <a16:creationId xmlns:a16="http://schemas.microsoft.com/office/drawing/2014/main" id="{FA3D33AD-127D-F550-F502-1E82A147EDCF}"/>
              </a:ext>
            </a:extLst>
          </p:cNvPr>
          <p:cNvPicPr>
            <a:picLocks noChangeAspect="1"/>
          </p:cNvPicPr>
          <p:nvPr>
            <p:custDataLst>
              <p:tags r:id="rId3"/>
            </p:custDataLst>
          </p:nvPr>
        </p:nvPicPr>
        <p:blipFill>
          <a:blip r:embed="rId19">
            <a:extLst>
              <a:ext uri="{28A0092B-C50C-407E-A947-70E740481C1C}">
                <a14:useLocalDpi xmlns:a14="http://schemas.microsoft.com/office/drawing/2010/main" val="0"/>
              </a:ext>
            </a:extLst>
          </a:blip>
          <a:stretch>
            <a:fillRect/>
          </a:stretch>
        </p:blipFill>
        <p:spPr>
          <a:xfrm>
            <a:off x="449299" y="3393439"/>
            <a:ext cx="2727395" cy="1534160"/>
          </a:xfrm>
          <a:prstGeom prst="rect">
            <a:avLst/>
          </a:prstGeom>
        </p:spPr>
      </p:pic>
      <p:grpSp>
        <p:nvGrpSpPr>
          <p:cNvPr id="14" name="组合 13">
            <a:extLst>
              <a:ext uri="{FF2B5EF4-FFF2-40B4-BE49-F238E27FC236}">
                <a16:creationId xmlns:a16="http://schemas.microsoft.com/office/drawing/2014/main" id="{724B12FC-3576-4191-C54D-1F25C013B6DE}"/>
              </a:ext>
            </a:extLst>
          </p:cNvPr>
          <p:cNvGrpSpPr/>
          <p:nvPr>
            <p:custDataLst>
              <p:tags r:id="rId4"/>
            </p:custDataLst>
          </p:nvPr>
        </p:nvGrpSpPr>
        <p:grpSpPr>
          <a:xfrm>
            <a:off x="2294804" y="4085854"/>
            <a:ext cx="1197892" cy="476590"/>
            <a:chOff x="3367700" y="3885799"/>
            <a:chExt cx="1300047" cy="476590"/>
          </a:xfrm>
        </p:grpSpPr>
        <p:grpSp>
          <p:nvGrpSpPr>
            <p:cNvPr id="11" name="组合 10">
              <a:extLst>
                <a:ext uri="{FF2B5EF4-FFF2-40B4-BE49-F238E27FC236}">
                  <a16:creationId xmlns:a16="http://schemas.microsoft.com/office/drawing/2014/main" id="{00B3E29D-16F6-C6AE-3EB9-BDD95D926A83}"/>
                </a:ext>
              </a:extLst>
            </p:cNvPr>
            <p:cNvGrpSpPr/>
            <p:nvPr>
              <p:custDataLst>
                <p:tags r:id="rId14"/>
              </p:custDataLst>
            </p:nvPr>
          </p:nvGrpSpPr>
          <p:grpSpPr>
            <a:xfrm>
              <a:off x="3367700" y="3885799"/>
              <a:ext cx="877033" cy="94598"/>
              <a:chOff x="3318932" y="4023589"/>
              <a:chExt cx="877033" cy="94598"/>
            </a:xfrm>
          </p:grpSpPr>
          <p:sp>
            <p:nvSpPr>
              <p:cNvPr id="9" name="Line 5">
                <a:extLst>
                  <a:ext uri="{FF2B5EF4-FFF2-40B4-BE49-F238E27FC236}">
                    <a16:creationId xmlns:a16="http://schemas.microsoft.com/office/drawing/2014/main" id="{6D0C7171-C502-6F85-0A25-EA11E25BDF79}"/>
                  </a:ext>
                </a:extLst>
              </p:cNvPr>
              <p:cNvSpPr>
                <a:spLocks noChangeShapeType="1"/>
              </p:cNvSpPr>
              <p:nvPr>
                <p:custDataLst>
                  <p:tags r:id="rId16"/>
                </p:custDataLst>
              </p:nvPr>
            </p:nvSpPr>
            <p:spPr bwMode="auto">
              <a:xfrm flipH="1" flipV="1">
                <a:off x="3362535" y="4070036"/>
                <a:ext cx="833430" cy="3"/>
              </a:xfrm>
              <a:prstGeom prst="line">
                <a:avLst/>
              </a:prstGeom>
              <a:noFill/>
              <a:ln w="28575">
                <a:solidFill>
                  <a:srgbClr val="FF000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10" name="椭圆 9">
                <a:extLst>
                  <a:ext uri="{FF2B5EF4-FFF2-40B4-BE49-F238E27FC236}">
                    <a16:creationId xmlns:a16="http://schemas.microsoft.com/office/drawing/2014/main" id="{50A29B09-A301-7093-C37C-F08058036AC2}"/>
                  </a:ext>
                </a:extLst>
              </p:cNvPr>
              <p:cNvSpPr/>
              <p:nvPr>
                <p:custDataLst>
                  <p:tags r:id="rId17"/>
                </p:custDataLst>
              </p:nvPr>
            </p:nvSpPr>
            <p:spPr>
              <a:xfrm>
                <a:off x="3318932" y="4023589"/>
                <a:ext cx="87207" cy="94598"/>
              </a:xfrm>
              <a:prstGeom prst="ellips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文本框 12">
              <a:extLst>
                <a:ext uri="{FF2B5EF4-FFF2-40B4-BE49-F238E27FC236}">
                  <a16:creationId xmlns:a16="http://schemas.microsoft.com/office/drawing/2014/main" id="{9F62F38F-B045-3A91-F5F6-B2AC273CA338}"/>
                </a:ext>
              </a:extLst>
            </p:cNvPr>
            <p:cNvSpPr txBox="1"/>
            <p:nvPr>
              <p:custDataLst>
                <p:tags r:id="rId15"/>
              </p:custDataLst>
            </p:nvPr>
          </p:nvSpPr>
          <p:spPr>
            <a:xfrm>
              <a:off x="3971301" y="3962279"/>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endParaRPr lang="zh-CN" altLang="en-US" sz="2000" baseline="-25000">
                <a:latin typeface="Times New Roman" panose="02020603050405020304" pitchFamily="18" charset="0"/>
                <a:cs typeface="Times New Roman" panose="02020603050405020304" pitchFamily="18" charset="0"/>
              </a:endParaRPr>
            </a:p>
          </p:txBody>
        </p:sp>
      </p:grpSp>
      <p:grpSp>
        <p:nvGrpSpPr>
          <p:cNvPr id="15" name="组合 14">
            <a:extLst>
              <a:ext uri="{FF2B5EF4-FFF2-40B4-BE49-F238E27FC236}">
                <a16:creationId xmlns:a16="http://schemas.microsoft.com/office/drawing/2014/main" id="{C67DF90A-44F8-01F7-424B-10CDCB23228E}"/>
              </a:ext>
            </a:extLst>
          </p:cNvPr>
          <p:cNvGrpSpPr/>
          <p:nvPr>
            <p:custDataLst>
              <p:tags r:id="rId5"/>
            </p:custDataLst>
          </p:nvPr>
        </p:nvGrpSpPr>
        <p:grpSpPr>
          <a:xfrm>
            <a:off x="426256" y="4079808"/>
            <a:ext cx="945796" cy="400110"/>
            <a:chOff x="2509111" y="3876075"/>
            <a:chExt cx="945796" cy="400110"/>
          </a:xfrm>
        </p:grpSpPr>
        <p:grpSp>
          <p:nvGrpSpPr>
            <p:cNvPr id="16" name="组合 15">
              <a:extLst>
                <a:ext uri="{FF2B5EF4-FFF2-40B4-BE49-F238E27FC236}">
                  <a16:creationId xmlns:a16="http://schemas.microsoft.com/office/drawing/2014/main" id="{03C004B8-B187-CDFA-2ACF-F9EE2FE3877E}"/>
                </a:ext>
              </a:extLst>
            </p:cNvPr>
            <p:cNvGrpSpPr/>
            <p:nvPr>
              <p:custDataLst>
                <p:tags r:id="rId10"/>
              </p:custDataLst>
            </p:nvPr>
          </p:nvGrpSpPr>
          <p:grpSpPr>
            <a:xfrm>
              <a:off x="2692861" y="3885799"/>
              <a:ext cx="762046" cy="94598"/>
              <a:chOff x="2644093" y="4023589"/>
              <a:chExt cx="762046" cy="94598"/>
            </a:xfrm>
          </p:grpSpPr>
          <p:sp>
            <p:nvSpPr>
              <p:cNvPr id="18" name="Line 5">
                <a:extLst>
                  <a:ext uri="{FF2B5EF4-FFF2-40B4-BE49-F238E27FC236}">
                    <a16:creationId xmlns:a16="http://schemas.microsoft.com/office/drawing/2014/main" id="{771BAC8A-43A8-B672-AB09-D7ABE0C0C414}"/>
                  </a:ext>
                </a:extLst>
              </p:cNvPr>
              <p:cNvSpPr>
                <a:spLocks noChangeShapeType="1"/>
              </p:cNvSpPr>
              <p:nvPr>
                <p:custDataLst>
                  <p:tags r:id="rId12"/>
                </p:custDataLst>
              </p:nvPr>
            </p:nvSpPr>
            <p:spPr bwMode="auto">
              <a:xfrm>
                <a:off x="2644093" y="4070886"/>
                <a:ext cx="716756" cy="1"/>
              </a:xfrm>
              <a:prstGeom prst="line">
                <a:avLst/>
              </a:prstGeom>
              <a:noFill/>
              <a:ln w="28575">
                <a:solidFill>
                  <a:srgbClr val="00B0F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19" name="椭圆 18">
                <a:extLst>
                  <a:ext uri="{FF2B5EF4-FFF2-40B4-BE49-F238E27FC236}">
                    <a16:creationId xmlns:a16="http://schemas.microsoft.com/office/drawing/2014/main" id="{3DA0D1DA-D7AE-6FEE-DC51-6C1B8DE69BDE}"/>
                  </a:ext>
                </a:extLst>
              </p:cNvPr>
              <p:cNvSpPr/>
              <p:nvPr>
                <p:custDataLst>
                  <p:tags r:id="rId13"/>
                </p:custDataLst>
              </p:nvPr>
            </p:nvSpPr>
            <p:spPr>
              <a:xfrm>
                <a:off x="3318932" y="4023589"/>
                <a:ext cx="87207" cy="94598"/>
              </a:xfrm>
              <a:prstGeom prst="ellipse">
                <a:avLst/>
              </a:prstGeom>
              <a:solidFill>
                <a:srgbClr val="00B0F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文本框 16">
              <a:extLst>
                <a:ext uri="{FF2B5EF4-FFF2-40B4-BE49-F238E27FC236}">
                  <a16:creationId xmlns:a16="http://schemas.microsoft.com/office/drawing/2014/main" id="{923E7A2B-BCBF-261F-F25A-4410C50C88D5}"/>
                </a:ext>
              </a:extLst>
            </p:cNvPr>
            <p:cNvSpPr txBox="1"/>
            <p:nvPr>
              <p:custDataLst>
                <p:tags r:id="rId11"/>
              </p:custDataLst>
            </p:nvPr>
          </p:nvSpPr>
          <p:spPr>
            <a:xfrm>
              <a:off x="2509111" y="3876075"/>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lang="zh-CN" altLang="en-US" sz="2000" baseline="-25000">
                <a:latin typeface="Times New Roman" panose="02020603050405020304" pitchFamily="18" charset="0"/>
                <a:cs typeface="Times New Roman" panose="02020603050405020304" pitchFamily="18" charset="0"/>
              </a:endParaRPr>
            </a:p>
          </p:txBody>
        </p:sp>
      </p:grpSp>
      <p:sp>
        <p:nvSpPr>
          <p:cNvPr id="22" name="文本框 21">
            <a:extLst>
              <a:ext uri="{FF2B5EF4-FFF2-40B4-BE49-F238E27FC236}">
                <a16:creationId xmlns:a16="http://schemas.microsoft.com/office/drawing/2014/main" id="{39B3EF5D-6224-4750-6928-62244F0198AD}"/>
              </a:ext>
            </a:extLst>
          </p:cNvPr>
          <p:cNvSpPr txBox="1"/>
          <p:nvPr>
            <p:custDataLst>
              <p:tags r:id="rId6"/>
            </p:custDataLst>
          </p:nvPr>
        </p:nvSpPr>
        <p:spPr>
          <a:xfrm>
            <a:off x="3527948" y="715389"/>
            <a:ext cx="4837117" cy="1146917"/>
          </a:xfrm>
          <a:prstGeom prst="rect">
            <a:avLst/>
          </a:prstGeom>
          <a:solidFill>
            <a:schemeClr val="bg1">
              <a:lumMod val="95000"/>
            </a:schemeClr>
          </a:solidFill>
          <a:ln>
            <a:solidFill>
              <a:schemeClr val="tx1"/>
            </a:solidFill>
          </a:ln>
        </p:spPr>
        <p:txBody>
          <a:bodyPr wrap="square">
            <a:spAutoFit/>
          </a:bodyPr>
          <a:lstStyle/>
          <a:p>
            <a:pPr marL="72000" marR="0" lvl="0" algn="l" defTabSz="685160" rtl="0" eaLnBrk="1" fontAlgn="auto" latinLnBrk="0" hangingPunct="1">
              <a:lnSpc>
                <a:spcPts val="2800"/>
              </a:lnSpc>
              <a:spcBef>
                <a:spcPct val="0"/>
              </a:spcBef>
              <a:spcAft>
                <a:spcPct val="0"/>
              </a:spcAft>
              <a:buClrTx/>
              <a:buSzTx/>
              <a:buFontTx/>
              <a:buNone/>
              <a:defRPr/>
            </a:pPr>
            <a:r>
              <a:rPr kumimoji="1"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一个物体对另一个物体有力的作用时，另一个物体也同时对这个物体有力的作用，即力的作用是</a:t>
            </a:r>
            <a:r>
              <a:rPr kumimoji="1" lang="zh-CN" altLang="en-US" sz="2200" b="1"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mn-cs"/>
              </a:rPr>
              <a:t>相互</a:t>
            </a:r>
            <a:r>
              <a:rPr kumimoji="1"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的。</a:t>
            </a:r>
          </a:p>
        </p:txBody>
      </p:sp>
      <p:sp>
        <p:nvSpPr>
          <p:cNvPr id="24" name="文本框 23">
            <a:extLst>
              <a:ext uri="{FF2B5EF4-FFF2-40B4-BE49-F238E27FC236}">
                <a16:creationId xmlns:a16="http://schemas.microsoft.com/office/drawing/2014/main" id="{C7D67A4F-F873-42CB-1D52-33405C42D99C}"/>
              </a:ext>
            </a:extLst>
          </p:cNvPr>
          <p:cNvSpPr txBox="1"/>
          <p:nvPr>
            <p:custDataLst>
              <p:tags r:id="rId7"/>
            </p:custDataLst>
          </p:nvPr>
        </p:nvSpPr>
        <p:spPr>
          <a:xfrm>
            <a:off x="3527949" y="2152852"/>
            <a:ext cx="4837118" cy="1865062"/>
          </a:xfrm>
          <a:prstGeom prst="rect">
            <a:avLst/>
          </a:prstGeom>
          <a:solidFill>
            <a:schemeClr val="accent6">
              <a:lumMod val="20000"/>
              <a:lumOff val="80000"/>
            </a:schemeClr>
          </a:solidFill>
          <a:ln>
            <a:solidFill>
              <a:schemeClr val="tx1"/>
            </a:solidFill>
          </a:ln>
        </p:spPr>
        <p:txBody>
          <a:bodyPr wrap="square">
            <a:spAutoFit/>
          </a:bodyPr>
          <a:lstStyle/>
          <a:p>
            <a:pPr marL="72000" marR="0" lvl="0" indent="0" algn="l" defTabSz="685160" rtl="0" eaLnBrk="1" fontAlgn="auto" latinLnBrk="0" hangingPunct="1">
              <a:lnSpc>
                <a:spcPts val="2800"/>
              </a:lnSpc>
              <a:spcBef>
                <a:spcPct val="0"/>
              </a:spcBef>
              <a:spcAft>
                <a:spcPct val="0"/>
              </a:spcAft>
              <a:buClrTx/>
              <a:buSzTx/>
              <a:buFontTx/>
              <a:buNone/>
              <a:defRPr/>
            </a:pP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两个相互的作用力</a:t>
            </a:r>
            <a:r>
              <a:rPr kumimoji="0" lang="zh-CN" altLang="en-US" sz="2200" b="0" i="0" u="none" strike="noStrike" kern="1200" cap="none" spc="0" normalizeH="0" baseline="0" noProof="0">
                <a:ln>
                  <a:noFill/>
                </a:ln>
                <a:solidFill>
                  <a:srgbClr val="FF0000"/>
                </a:solidFill>
                <a:effectLst/>
                <a:uLnTx/>
                <a:uFillTx/>
                <a:latin typeface="微软雅黑" panose="020B0503020204020204" pitchFamily="34" charset="-122"/>
                <a:ea typeface="微软雅黑" panose="020B0503020204020204" pitchFamily="34" charset="-122"/>
                <a:cs typeface="微软雅黑" panose="020B0503020204020204" charset="-122"/>
                <a:sym typeface="+mn-ea"/>
              </a:rPr>
              <a:t>大小相等</a:t>
            </a: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a:t>
            </a:r>
            <a:r>
              <a:rPr lang="zh-CN" altLang="en-US" sz="2200">
                <a:solidFill>
                  <a:srgbClr val="FF0000"/>
                </a:solidFill>
                <a:latin typeface="微软雅黑" panose="020B0503020204020204" pitchFamily="34" charset="-122"/>
                <a:ea typeface="微软雅黑" panose="020B0503020204020204" pitchFamily="34" charset="-122"/>
                <a:sym typeface="+mn-ea"/>
              </a:rPr>
              <a:t>方向相反</a:t>
            </a: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、作用在同</a:t>
            </a:r>
            <a:r>
              <a:rPr lang="zh-CN" altLang="en-US" sz="2200">
                <a:solidFill>
                  <a:srgbClr val="FF0000"/>
                </a:solidFill>
                <a:latin typeface="微软雅黑" panose="020B0503020204020204" pitchFamily="34" charset="-122"/>
                <a:ea typeface="微软雅黑" panose="020B0503020204020204" pitchFamily="34" charset="-122"/>
                <a:sym typeface="+mn-ea"/>
              </a:rPr>
              <a:t>一条直线</a:t>
            </a: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上，分别作用在</a:t>
            </a:r>
            <a:r>
              <a:rPr lang="zh-CN" altLang="en-US" sz="2200">
                <a:solidFill>
                  <a:srgbClr val="FF0000"/>
                </a:solidFill>
                <a:latin typeface="微软雅黑" panose="020B0503020204020204" pitchFamily="34" charset="-122"/>
                <a:ea typeface="微软雅黑" panose="020B0503020204020204" pitchFamily="34" charset="-122"/>
                <a:sym typeface="+mn-ea"/>
              </a:rPr>
              <a:t>两个物体</a:t>
            </a: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上</a:t>
            </a:r>
            <a:r>
              <a:rPr kumimoji="0" lang="en-US" altLang="zh-CN"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a:t>
            </a:r>
          </a:p>
          <a:p>
            <a:pPr marL="72000" marR="0" lvl="0" indent="0" algn="l" defTabSz="685160" rtl="0" eaLnBrk="1" fontAlgn="auto" latinLnBrk="0" hangingPunct="1">
              <a:lnSpc>
                <a:spcPts val="2800"/>
              </a:lnSpc>
              <a:spcBef>
                <a:spcPct val="0"/>
              </a:spcBef>
              <a:spcAft>
                <a:spcPct val="0"/>
              </a:spcAft>
              <a:buClrTx/>
              <a:buSzTx/>
              <a:buFontTx/>
              <a:buNone/>
              <a:defRPr/>
            </a:pPr>
            <a:r>
              <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rPr>
              <a:t>两个相互的作用力性质相同，同时产生、同时消失</a:t>
            </a:r>
            <a:r>
              <a:rPr lang="en-US" altLang="zh-CN" sz="2200">
                <a:latin typeface="微软雅黑" panose="020B0503020204020204" pitchFamily="34" charset="-122"/>
                <a:ea typeface="微软雅黑" panose="020B0503020204020204" pitchFamily="34" charset="-122"/>
                <a:cs typeface="微软雅黑" panose="020B0503020204020204" charset="-122"/>
                <a:sym typeface="+mn-ea"/>
              </a:rPr>
              <a:t>.</a:t>
            </a:r>
            <a:endParaRPr kumimoji="0" lang="zh-CN" altLang="en-US" sz="22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mn-ea"/>
            </a:endParaRPr>
          </a:p>
        </p:txBody>
      </p:sp>
      <p:sp>
        <p:nvSpPr>
          <p:cNvPr id="3" name="文本框 2">
            <a:extLst>
              <a:ext uri="{FF2B5EF4-FFF2-40B4-BE49-F238E27FC236}">
                <a16:creationId xmlns:a16="http://schemas.microsoft.com/office/drawing/2014/main" id="{E472AD56-925B-374E-F188-FAF037492C43}"/>
              </a:ext>
            </a:extLst>
          </p:cNvPr>
          <p:cNvSpPr txBox="1"/>
          <p:nvPr>
            <p:custDataLst>
              <p:tags r:id="rId8"/>
            </p:custDataLst>
          </p:nvPr>
        </p:nvSpPr>
        <p:spPr>
          <a:xfrm>
            <a:off x="639013" y="41937"/>
            <a:ext cx="2218486" cy="430887"/>
          </a:xfrm>
          <a:prstGeom prst="rect">
            <a:avLst/>
          </a:prstGeom>
          <a:noFill/>
        </p:spPr>
        <p:txBody>
          <a:bodyPr wrap="square">
            <a:spAutoFit/>
          </a:bodyPr>
          <a:lstStyle/>
          <a:p>
            <a:pPr marL="0" marR="0" lvl="0" indent="0" algn="l" defTabSz="685160" rtl="0" eaLnBrk="1" fontAlgn="auto" latinLnBrk="0" hangingPunct="1">
              <a:lnSpc>
                <a:spcPct val="100000"/>
              </a:lnSpc>
              <a:spcBef>
                <a:spcPct val="0"/>
              </a:spcBef>
              <a:spcAft>
                <a:spcPct val="0"/>
              </a:spcAft>
              <a:buClrTx/>
              <a:buSzTx/>
              <a:buFontTx/>
              <a:buNone/>
              <a:defRPr/>
            </a:pPr>
            <a:r>
              <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知识结构</a:t>
            </a:r>
            <a:r>
              <a:rPr kumimoji="0" lang="en-US" altLang="zh-CN"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 </a:t>
            </a:r>
            <a:endParaRPr kumimoji="0" lang="zh-CN" altLang="en-US" sz="2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 name="文本框 3">
            <a:extLst>
              <a:ext uri="{FF2B5EF4-FFF2-40B4-BE49-F238E27FC236}">
                <a16:creationId xmlns:a16="http://schemas.microsoft.com/office/drawing/2014/main" id="{6E0E6345-1750-D4EC-BD6D-E08CC81BEE43}"/>
              </a:ext>
            </a:extLst>
          </p:cNvPr>
          <p:cNvSpPr txBox="1"/>
          <p:nvPr>
            <p:custDataLst>
              <p:tags r:id="rId9"/>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spTree>
    <p:extLst>
      <p:ext uri="{BB962C8B-B14F-4D97-AF65-F5344CB8AC3E}">
        <p14:creationId xmlns:p14="http://schemas.microsoft.com/office/powerpoint/2010/main" val="8350153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outHorizontal)">
                                      <p:cBhvr>
                                        <p:cTn id="12" dur="500"/>
                                        <p:tgtEl>
                                          <p:spTgt spid="2"/>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linds(horizontal)">
                                      <p:cBhvr>
                                        <p:cTn id="17" dur="500"/>
                                        <p:tgtEl>
                                          <p:spTgt spid="22"/>
                                        </p:tgtEl>
                                      </p:cBhvr>
                                    </p:animEffect>
                                  </p:childTnLst>
                                </p:cTn>
                              </p:par>
                            </p:childTnLst>
                          </p:cTn>
                        </p:par>
                      </p:childTnLst>
                    </p:cTn>
                  </p:par>
                  <p:par>
                    <p:cTn id="18" fill="hold" nodeType="clickPar">
                      <p:stCondLst>
                        <p:cond delay="indefinite"/>
                      </p:stCondLst>
                      <p:childTnLst>
                        <p:par>
                          <p:cTn id="19" fill="hold" nodeType="after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blinds(horizontal)">
                                      <p:cBhvr>
                                        <p:cTn id="22" dur="500"/>
                                        <p:tgtEl>
                                          <p:spTgt spid="24"/>
                                        </p:tgtEl>
                                      </p:cBhvr>
                                    </p:animEffect>
                                  </p:childTnLst>
                                </p:cTn>
                              </p:par>
                            </p:childTnLst>
                          </p:cTn>
                        </p:par>
                      </p:childTnLst>
                    </p:cTn>
                  </p:par>
                  <p:par>
                    <p:cTn id="23" fill="hold" nodeType="clickPar">
                      <p:stCondLst>
                        <p:cond delay="indefinite"/>
                      </p:stCondLst>
                      <p:childTnLst>
                        <p:par>
                          <p:cTn id="24" fill="hold" nodeType="after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750"/>
                                        <p:tgtEl>
                                          <p:spTgt spid="14"/>
                                        </p:tgtEl>
                                      </p:cBhvr>
                                    </p:animEffect>
                                  </p:childTnLst>
                                </p:cTn>
                              </p:par>
                              <p:par>
                                <p:cTn id="32" presetID="22" presetClass="entr" presetSubtype="2"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7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22" grpId="0" animBg="1"/>
      <p:bldP spid="24"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ED70E8A-0A55-55C4-E073-E6EC8EC46CC1}"/>
              </a:ext>
            </a:extLst>
          </p:cNvPr>
          <p:cNvSpPr txBox="1"/>
          <p:nvPr>
            <p:custDataLst>
              <p:tags r:id="rId1"/>
            </p:custDataLst>
          </p:nvPr>
        </p:nvSpPr>
        <p:spPr>
          <a:xfrm>
            <a:off x="271410" y="58072"/>
            <a:ext cx="3982244" cy="400110"/>
          </a:xfrm>
          <a:prstGeom prst="rect">
            <a:avLst/>
          </a:prstGeom>
          <a:noFill/>
        </p:spPr>
        <p:txBody>
          <a:bodyPr wrap="square">
            <a:spAutoFit/>
          </a:bodyPr>
          <a:lstStyle/>
          <a:p>
            <a:r>
              <a:rPr lang="zh-CN" altLang="en-US" sz="2000" spc="-100">
                <a:solidFill>
                  <a:schemeClr val="bg1"/>
                </a:solidFill>
                <a:latin typeface="微软雅黑" panose="020B0503020204020204" pitchFamily="34" charset="-122"/>
                <a:ea typeface="微软雅黑" panose="020B0503020204020204" pitchFamily="34" charset="-122"/>
              </a:rPr>
              <a:t>知识点一、力的作用是相互的</a:t>
            </a:r>
          </a:p>
        </p:txBody>
      </p:sp>
      <p:grpSp>
        <p:nvGrpSpPr>
          <p:cNvPr id="3" name="组合 2">
            <a:extLst>
              <a:ext uri="{FF2B5EF4-FFF2-40B4-BE49-F238E27FC236}">
                <a16:creationId xmlns:a16="http://schemas.microsoft.com/office/drawing/2014/main" id="{E8A7D93A-B00B-2C6A-38B1-CC99D082750D}"/>
              </a:ext>
            </a:extLst>
          </p:cNvPr>
          <p:cNvGrpSpPr/>
          <p:nvPr>
            <p:custDataLst>
              <p:tags r:id="rId2"/>
            </p:custDataLst>
          </p:nvPr>
        </p:nvGrpSpPr>
        <p:grpSpPr>
          <a:xfrm>
            <a:off x="2433967" y="2345323"/>
            <a:ext cx="3594279" cy="1110201"/>
            <a:chOff x="5350510" y="881958"/>
            <a:chExt cx="3594279" cy="1110201"/>
          </a:xfrm>
        </p:grpSpPr>
        <p:pic>
          <p:nvPicPr>
            <p:cNvPr id="4" name="图片 8" descr="说明: C:\Users\Administrator\Desktop\八年级下册同步课堂\教参资料\resource\8x71\jpg\00504001.jpg">
              <a:extLst>
                <a:ext uri="{FF2B5EF4-FFF2-40B4-BE49-F238E27FC236}">
                  <a16:creationId xmlns:a16="http://schemas.microsoft.com/office/drawing/2014/main" id="{FD385BD4-C005-5408-37FB-9ADECCBE560E}"/>
                </a:ext>
              </a:extLst>
            </p:cNvPr>
            <p:cNvPicPr>
              <a:picLocks noChangeAspect="1" noChangeArrowheads="1"/>
            </p:cNvPicPr>
            <p:nvPr>
              <p:custDataLst>
                <p:tags r:id="rId19"/>
              </p:custDataLst>
            </p:nvPr>
          </p:nvPicPr>
          <p:blipFill>
            <a:blip r:embed="rId23">
              <a:extLst>
                <a:ext uri="{28A0092B-C50C-407E-A947-70E740481C1C}">
                  <a14:useLocalDpi xmlns:a14="http://schemas.microsoft.com/office/drawing/2010/main" val="0"/>
                </a:ext>
              </a:extLst>
            </a:blip>
            <a:srcRect t="24441" b="21154"/>
            <a:stretch>
              <a:fillRect/>
            </a:stretch>
          </p:blipFill>
          <p:spPr bwMode="auto">
            <a:xfrm>
              <a:off x="5350510" y="1179359"/>
              <a:ext cx="3594279"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a:extLst>
                <a:ext uri="{FF2B5EF4-FFF2-40B4-BE49-F238E27FC236}">
                  <a16:creationId xmlns:a16="http://schemas.microsoft.com/office/drawing/2014/main" id="{4FE03464-13EB-F1D9-344C-32A40E94C8A5}"/>
                </a:ext>
              </a:extLst>
            </p:cNvPr>
            <p:cNvSpPr txBox="1"/>
            <p:nvPr>
              <p:custDataLst>
                <p:tags r:id="rId20"/>
              </p:custDataLst>
            </p:nvPr>
          </p:nvSpPr>
          <p:spPr>
            <a:xfrm>
              <a:off x="5934687" y="881958"/>
              <a:ext cx="579120" cy="400110"/>
            </a:xfrm>
            <a:prstGeom prst="rect">
              <a:avLst/>
            </a:prstGeom>
            <a:noFill/>
          </p:spPr>
          <p:txBody>
            <a:bodyPr wrap="square">
              <a:spAutoFit/>
            </a:bodyPr>
            <a:lstStyle/>
            <a:p>
              <a:r>
                <a:rPr lang="en-US" altLang="zh-CN" sz="2000" kern="100">
                  <a:solidFill>
                    <a:srgbClr val="002060"/>
                  </a:solidFill>
                  <a:effectLst/>
                </a:rPr>
                <a:t>A</a:t>
              </a:r>
              <a:endParaRPr lang="zh-CN" altLang="en-US" sz="2000"/>
            </a:p>
          </p:txBody>
        </p:sp>
        <p:sp>
          <p:nvSpPr>
            <p:cNvPr id="6" name="文本框 5">
              <a:extLst>
                <a:ext uri="{FF2B5EF4-FFF2-40B4-BE49-F238E27FC236}">
                  <a16:creationId xmlns:a16="http://schemas.microsoft.com/office/drawing/2014/main" id="{275048B7-7DC0-E654-57BB-08DD8188AFAC}"/>
                </a:ext>
              </a:extLst>
            </p:cNvPr>
            <p:cNvSpPr txBox="1"/>
            <p:nvPr>
              <p:custDataLst>
                <p:tags r:id="rId21"/>
              </p:custDataLst>
            </p:nvPr>
          </p:nvSpPr>
          <p:spPr>
            <a:xfrm>
              <a:off x="7931430" y="907655"/>
              <a:ext cx="579120" cy="400110"/>
            </a:xfrm>
            <a:prstGeom prst="rect">
              <a:avLst/>
            </a:prstGeom>
            <a:noFill/>
          </p:spPr>
          <p:txBody>
            <a:bodyPr wrap="square">
              <a:spAutoFit/>
            </a:bodyPr>
            <a:lstStyle/>
            <a:p>
              <a:r>
                <a:rPr lang="en-US" altLang="zh-CN" sz="2000" kern="100">
                  <a:solidFill>
                    <a:srgbClr val="002060"/>
                  </a:solidFill>
                  <a:effectLst/>
                </a:rPr>
                <a:t>B</a:t>
              </a:r>
              <a:endParaRPr lang="zh-CN" altLang="en-US" sz="2000"/>
            </a:p>
          </p:txBody>
        </p:sp>
      </p:grpSp>
      <p:sp>
        <p:nvSpPr>
          <p:cNvPr id="8" name="文本框 7">
            <a:extLst>
              <a:ext uri="{FF2B5EF4-FFF2-40B4-BE49-F238E27FC236}">
                <a16:creationId xmlns:a16="http://schemas.microsoft.com/office/drawing/2014/main" id="{41343B41-F71F-4996-2567-CCA8EDD5C01E}"/>
              </a:ext>
            </a:extLst>
          </p:cNvPr>
          <p:cNvSpPr txBox="1"/>
          <p:nvPr>
            <p:custDataLst>
              <p:tags r:id="rId3"/>
            </p:custDataLst>
          </p:nvPr>
        </p:nvSpPr>
        <p:spPr>
          <a:xfrm>
            <a:off x="1317923" y="2771130"/>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lang="zh-CN" altLang="en-US" sz="2000" baseline="-25000">
              <a:latin typeface="Times New Roman" panose="02020603050405020304" pitchFamily="18" charset="0"/>
              <a:cs typeface="Times New Roman" panose="02020603050405020304" pitchFamily="18" charset="0"/>
            </a:endParaRPr>
          </a:p>
        </p:txBody>
      </p:sp>
      <p:grpSp>
        <p:nvGrpSpPr>
          <p:cNvPr id="18" name="组合 17">
            <a:extLst>
              <a:ext uri="{FF2B5EF4-FFF2-40B4-BE49-F238E27FC236}">
                <a16:creationId xmlns:a16="http://schemas.microsoft.com/office/drawing/2014/main" id="{55FCE72E-E17C-E9D1-EB72-E8AA02D6395F}"/>
              </a:ext>
            </a:extLst>
          </p:cNvPr>
          <p:cNvGrpSpPr/>
          <p:nvPr>
            <p:custDataLst>
              <p:tags r:id="rId4"/>
            </p:custDataLst>
          </p:nvPr>
        </p:nvGrpSpPr>
        <p:grpSpPr>
          <a:xfrm rot="10800000">
            <a:off x="1801705" y="2915923"/>
            <a:ext cx="1505994" cy="127168"/>
            <a:chOff x="3290956" y="3849721"/>
            <a:chExt cx="1274340" cy="408947"/>
          </a:xfrm>
        </p:grpSpPr>
        <p:sp>
          <p:nvSpPr>
            <p:cNvPr id="20" name="Line 5">
              <a:extLst>
                <a:ext uri="{FF2B5EF4-FFF2-40B4-BE49-F238E27FC236}">
                  <a16:creationId xmlns:a16="http://schemas.microsoft.com/office/drawing/2014/main" id="{FEF12AE2-86AC-5ADC-2551-E794D5E2185C}"/>
                </a:ext>
              </a:extLst>
            </p:cNvPr>
            <p:cNvSpPr>
              <a:spLocks noChangeShapeType="1"/>
            </p:cNvSpPr>
            <p:nvPr>
              <p:custDataLst>
                <p:tags r:id="rId17"/>
              </p:custDataLst>
            </p:nvPr>
          </p:nvSpPr>
          <p:spPr bwMode="auto">
            <a:xfrm flipH="1" flipV="1">
              <a:off x="3362535" y="4070885"/>
              <a:ext cx="1202761" cy="8088"/>
            </a:xfrm>
            <a:prstGeom prst="line">
              <a:avLst/>
            </a:prstGeom>
            <a:noFill/>
            <a:ln w="57150">
              <a:solidFill>
                <a:srgbClr val="00B0F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22" name="椭圆 21">
              <a:extLst>
                <a:ext uri="{FF2B5EF4-FFF2-40B4-BE49-F238E27FC236}">
                  <a16:creationId xmlns:a16="http://schemas.microsoft.com/office/drawing/2014/main" id="{7BF9DC9F-E7EF-12D9-59B9-BF295193679C}"/>
                </a:ext>
              </a:extLst>
            </p:cNvPr>
            <p:cNvSpPr/>
            <p:nvPr>
              <p:custDataLst>
                <p:tags r:id="rId18"/>
              </p:custDataLst>
            </p:nvPr>
          </p:nvSpPr>
          <p:spPr>
            <a:xfrm>
              <a:off x="3290956" y="3849721"/>
              <a:ext cx="115186" cy="408947"/>
            </a:xfrm>
            <a:prstGeom prst="ellipse">
              <a:avLst/>
            </a:prstGeom>
            <a:solidFill>
              <a:srgbClr val="00B0F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文本框 23">
            <a:extLst>
              <a:ext uri="{FF2B5EF4-FFF2-40B4-BE49-F238E27FC236}">
                <a16:creationId xmlns:a16="http://schemas.microsoft.com/office/drawing/2014/main" id="{F36BBC09-B017-1FF2-C26E-CD382086A87D}"/>
              </a:ext>
            </a:extLst>
          </p:cNvPr>
          <p:cNvSpPr txBox="1"/>
          <p:nvPr>
            <p:custDataLst>
              <p:tags r:id="rId5"/>
            </p:custDataLst>
          </p:nvPr>
        </p:nvSpPr>
        <p:spPr>
          <a:xfrm>
            <a:off x="6765852" y="2779452"/>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endParaRPr lang="zh-CN" altLang="en-US" sz="2000" baseline="-25000">
              <a:latin typeface="Times New Roman" panose="02020603050405020304" pitchFamily="18" charset="0"/>
              <a:cs typeface="Times New Roman" panose="02020603050405020304" pitchFamily="18" charset="0"/>
            </a:endParaRPr>
          </a:p>
        </p:txBody>
      </p:sp>
      <p:sp>
        <p:nvSpPr>
          <p:cNvPr id="25" name="文本框 24">
            <a:extLst>
              <a:ext uri="{FF2B5EF4-FFF2-40B4-BE49-F238E27FC236}">
                <a16:creationId xmlns:a16="http://schemas.microsoft.com/office/drawing/2014/main" id="{7C38F8C0-A9BE-80E7-CB4A-4AC76E38EC2D}"/>
              </a:ext>
            </a:extLst>
          </p:cNvPr>
          <p:cNvSpPr txBox="1"/>
          <p:nvPr>
            <p:custDataLst>
              <p:tags r:id="rId6"/>
            </p:custDataLst>
          </p:nvPr>
        </p:nvSpPr>
        <p:spPr>
          <a:xfrm>
            <a:off x="4484534" y="3479683"/>
            <a:ext cx="2183310" cy="707886"/>
          </a:xfrm>
          <a:prstGeom prst="rect">
            <a:avLst/>
          </a:prstGeom>
          <a:solidFill>
            <a:schemeClr val="bg1">
              <a:lumMod val="95000"/>
            </a:schemeClr>
          </a:solidFill>
          <a:ln>
            <a:solidFill>
              <a:schemeClr val="tx1"/>
            </a:solidFill>
          </a:ln>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1" lang="en-US" altLang="zh-CN" sz="2000" b="1">
                <a:solidFill>
                  <a:srgbClr val="00B0F0"/>
                </a:solidFill>
                <a:ea typeface="微软雅黑" panose="020B0503020204020204" pitchFamily="34" charset="-122"/>
              </a:rPr>
              <a:t>B</a:t>
            </a:r>
            <a:r>
              <a:rPr kumimoji="1" lang="zh-CN" altLang="en-US" sz="2000">
                <a:solidFill>
                  <a:srgbClr val="002060"/>
                </a:solidFill>
                <a:ea typeface="微软雅黑" panose="020B0503020204020204" pitchFamily="34" charset="-122"/>
              </a:rPr>
              <a:t>受到</a:t>
            </a:r>
            <a:r>
              <a:rPr kumimoji="1" lang="en-US" altLang="zh-CN" sz="2000" b="1">
                <a:solidFill>
                  <a:srgbClr val="00B0F0"/>
                </a:solidFill>
                <a:ea typeface="微软雅黑" panose="020B0503020204020204" pitchFamily="34" charset="-122"/>
              </a:rPr>
              <a:t>A</a:t>
            </a:r>
            <a:r>
              <a:rPr kumimoji="1" lang="zh-CN" altLang="en-US" sz="2000">
                <a:solidFill>
                  <a:srgbClr val="002060"/>
                </a:solidFill>
                <a:ea typeface="微软雅黑" panose="020B0503020204020204" pitchFamily="34" charset="-122"/>
              </a:rPr>
              <a:t>施加</a:t>
            </a:r>
            <a:endParaRPr kumimoji="1" lang="en-US" altLang="zh-CN" sz="2000">
              <a:solidFill>
                <a:srgbClr val="002060"/>
              </a:solidFill>
              <a:ea typeface="微软雅黑" panose="020B0503020204020204" pitchFamily="34" charset="-122"/>
            </a:endParaRPr>
          </a:p>
          <a:p>
            <a:pPr marL="0" marR="0" lvl="0" indent="0" algn="ctr" defTabSz="685160" rtl="0" eaLnBrk="1" fontAlgn="auto" latinLnBrk="0" hangingPunct="1">
              <a:lnSpc>
                <a:spcPct val="100000"/>
              </a:lnSpc>
              <a:spcBef>
                <a:spcPct val="0"/>
              </a:spcBef>
              <a:spcAft>
                <a:spcPct val="0"/>
              </a:spcAft>
              <a:buClrTx/>
              <a:buSzTx/>
              <a:buFontTx/>
              <a:buNone/>
              <a:defRPr/>
            </a:pPr>
            <a:r>
              <a:rPr kumimoji="1" lang="zh-CN" altLang="en-US" sz="2000">
                <a:solidFill>
                  <a:srgbClr val="002060"/>
                </a:solidFill>
                <a:ea typeface="微软雅黑" panose="020B0503020204020204" pitchFamily="34" charset="-122"/>
              </a:rPr>
              <a:t>的一个力</a:t>
            </a:r>
            <a:r>
              <a:rPr kumimoji="0" lang="en-US" altLang="zh-CN" sz="2000" b="0" i="1" u="none" strike="noStrike" kern="1200" cap="none" spc="0" normalizeH="0" baseline="0" noProof="0">
                <a:ln>
                  <a:noFill/>
                </a:ln>
                <a:solidFill>
                  <a:srgbClr val="002060"/>
                </a:solidFill>
                <a:effectLst/>
                <a:uLnTx/>
                <a:uFillTx/>
                <a:ea typeface="微软雅黑" panose="020B0503020204020204" pitchFamily="34" charset="-122"/>
                <a:cs typeface="Times New Roman" panose="02020603050405020304" pitchFamily="18" charset="0"/>
                <a:sym typeface="+mn-ea"/>
              </a:rPr>
              <a:t>F</a:t>
            </a:r>
            <a:r>
              <a:rPr kumimoji="0" lang="en-US" altLang="zh-CN" sz="2000" b="0" i="0" u="none" strike="noStrike" kern="1200" cap="none" spc="0" normalizeH="0" baseline="-25000" noProof="0">
                <a:ln>
                  <a:noFill/>
                </a:ln>
                <a:solidFill>
                  <a:srgbClr val="002060"/>
                </a:solidFill>
                <a:effectLst/>
                <a:uLnTx/>
                <a:uFillTx/>
                <a:ea typeface="微软雅黑" panose="020B0503020204020204" pitchFamily="34" charset="-122"/>
                <a:cs typeface="Times New Roman" panose="02020603050405020304" pitchFamily="18" charset="0"/>
                <a:sym typeface="+mn-ea"/>
              </a:rPr>
              <a:t>1</a:t>
            </a:r>
            <a:endParaRPr kumimoji="0" lang="zh-CN" altLang="en-US" sz="2000" b="0" i="0" u="none" strike="noStrike" kern="1200" cap="none" spc="0" normalizeH="0" baseline="-25000" noProof="0">
              <a:ln>
                <a:noFill/>
              </a:ln>
              <a:solidFill>
                <a:prstClr val="black"/>
              </a:solidFill>
              <a:effectLst/>
              <a:uLnTx/>
              <a:uFillTx/>
              <a:ea typeface="微软雅黑"/>
              <a:cs typeface="Times New Roman" panose="02020603050405020304" pitchFamily="18" charset="0"/>
            </a:endParaRPr>
          </a:p>
        </p:txBody>
      </p:sp>
      <p:sp>
        <p:nvSpPr>
          <p:cNvPr id="26" name="文本框 25">
            <a:extLst>
              <a:ext uri="{FF2B5EF4-FFF2-40B4-BE49-F238E27FC236}">
                <a16:creationId xmlns:a16="http://schemas.microsoft.com/office/drawing/2014/main" id="{48968276-8D08-406F-8F57-81ADC7F238C0}"/>
              </a:ext>
            </a:extLst>
          </p:cNvPr>
          <p:cNvSpPr txBox="1"/>
          <p:nvPr>
            <p:custDataLst>
              <p:tags r:id="rId7"/>
            </p:custDataLst>
          </p:nvPr>
        </p:nvSpPr>
        <p:spPr>
          <a:xfrm>
            <a:off x="935415" y="641843"/>
            <a:ext cx="4575386" cy="461665"/>
          </a:xfrm>
          <a:prstGeom prst="rect">
            <a:avLst/>
          </a:prstGeom>
          <a:noFill/>
        </p:spPr>
        <p:txBody>
          <a:bodyPr wrap="square">
            <a:spAutoFit/>
          </a:bodyPr>
          <a:lstStyle/>
          <a:p>
            <a:r>
              <a:rPr kumimoji="1"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 </a:t>
            </a:r>
            <a:r>
              <a:rPr kumimoji="1"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力的作用是</a:t>
            </a:r>
            <a:r>
              <a:rPr kumimoji="1" lang="zh-CN" altLang="en-US" sz="24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相互</a:t>
            </a:r>
            <a:r>
              <a:rPr kumimoji="1"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的 </a:t>
            </a:r>
            <a:endParaRPr lang="zh-CN" altLang="en-US" sz="2400">
              <a:latin typeface="Times New Roman" panose="02020603050405020304" pitchFamily="18" charset="0"/>
              <a:cs typeface="Times New Roman" panose="02020603050405020304" pitchFamily="18" charset="0"/>
            </a:endParaRPr>
          </a:p>
        </p:txBody>
      </p:sp>
      <p:sp>
        <p:nvSpPr>
          <p:cNvPr id="27" name="文本框 26">
            <a:extLst>
              <a:ext uri="{FF2B5EF4-FFF2-40B4-BE49-F238E27FC236}">
                <a16:creationId xmlns:a16="http://schemas.microsoft.com/office/drawing/2014/main" id="{B85E86ED-925E-9240-79D5-CC56A41F4029}"/>
              </a:ext>
            </a:extLst>
          </p:cNvPr>
          <p:cNvSpPr txBox="1"/>
          <p:nvPr>
            <p:custDataLst>
              <p:tags r:id="rId8"/>
            </p:custDataLst>
          </p:nvPr>
        </p:nvSpPr>
        <p:spPr>
          <a:xfrm>
            <a:off x="814971" y="1155613"/>
            <a:ext cx="7590736" cy="1214179"/>
          </a:xfrm>
          <a:prstGeom prst="rect">
            <a:avLst/>
          </a:prstGeom>
          <a:noFill/>
        </p:spPr>
        <p:txBody>
          <a:bodyPr wrap="square">
            <a:spAutoFit/>
          </a:bodyPr>
          <a:lstStyle/>
          <a:p>
            <a:pPr indent="457200">
              <a:lnSpc>
                <a:spcPts val="3000"/>
              </a:lnSpc>
            </a:pPr>
            <a:r>
              <a:rPr kumimoji="1"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rPr>
              <a:t>大量事例说明：一个物体对另一个物体有力的作用时，另一个物体也同时对这个物体有力的作用，即力的作用是</a:t>
            </a:r>
            <a:r>
              <a:rPr kumimoji="1" lang="zh-CN" altLang="en-US" sz="2100">
                <a:solidFill>
                  <a:srgbClr val="C00000"/>
                </a:solidFill>
                <a:latin typeface="微软雅黑" panose="020B0503020204020204" pitchFamily="34" charset="-122"/>
                <a:ea typeface="微软雅黑" panose="020B0503020204020204" pitchFamily="34" charset="-122"/>
              </a:rPr>
              <a:t>相互</a:t>
            </a:r>
            <a:r>
              <a:rPr kumimoji="1" lang="zh-CN" altLang="en-US" sz="21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rPr>
              <a:t>的</a:t>
            </a:r>
            <a:r>
              <a:rPr kumimoji="1" lang="zh-CN" altLang="en-US" sz="2100">
                <a:solidFill>
                  <a:srgbClr val="002060"/>
                </a:solidFill>
                <a:latin typeface="微软雅黑" panose="020B0503020204020204" pitchFamily="34" charset="-122"/>
                <a:ea typeface="微软雅黑" panose="020B0503020204020204" pitchFamily="34" charset="-122"/>
              </a:rPr>
              <a:t>。</a:t>
            </a:r>
            <a:endParaRPr kumimoji="1" lang="en-US" altLang="zh-CN" sz="2100">
              <a:solidFill>
                <a:srgbClr val="002060"/>
              </a:solidFill>
              <a:latin typeface="微软雅黑" panose="020B0503020204020204" pitchFamily="34" charset="-122"/>
              <a:ea typeface="微软雅黑" panose="020B0503020204020204" pitchFamily="34" charset="-122"/>
            </a:endParaRPr>
          </a:p>
          <a:p>
            <a:pPr indent="457200">
              <a:lnSpc>
                <a:spcPts val="3000"/>
              </a:lnSpc>
            </a:pPr>
            <a:r>
              <a:rPr kumimoji="1" lang="zh-CN" altLang="en-US" sz="2100">
                <a:solidFill>
                  <a:srgbClr val="002060"/>
                </a:solidFill>
                <a:latin typeface="微软雅黑" panose="020B0503020204020204" pitchFamily="34" charset="-122"/>
                <a:ea typeface="微软雅黑" panose="020B0503020204020204" pitchFamily="34" charset="-122"/>
              </a:rPr>
              <a:t>在物理学中，这两个力分别叫作</a:t>
            </a:r>
            <a:r>
              <a:rPr kumimoji="1" lang="zh-CN" altLang="en-US" sz="2100">
                <a:solidFill>
                  <a:srgbClr val="C00000"/>
                </a:solidFill>
                <a:latin typeface="微软雅黑" panose="020B0503020204020204" pitchFamily="34" charset="-122"/>
                <a:ea typeface="微软雅黑" panose="020B0503020204020204" pitchFamily="34" charset="-122"/>
              </a:rPr>
              <a:t>作用力</a:t>
            </a:r>
            <a:r>
              <a:rPr kumimoji="1" lang="zh-CN" altLang="en-US" sz="2100">
                <a:solidFill>
                  <a:srgbClr val="002060"/>
                </a:solidFill>
                <a:latin typeface="微软雅黑" panose="020B0503020204020204" pitchFamily="34" charset="-122"/>
                <a:ea typeface="微软雅黑" panose="020B0503020204020204" pitchFamily="34" charset="-122"/>
              </a:rPr>
              <a:t>和</a:t>
            </a:r>
            <a:r>
              <a:rPr kumimoji="1" lang="zh-CN" altLang="en-US" sz="2100">
                <a:solidFill>
                  <a:srgbClr val="C00000"/>
                </a:solidFill>
                <a:latin typeface="微软雅黑" panose="020B0503020204020204" pitchFamily="34" charset="-122"/>
                <a:ea typeface="微软雅黑" panose="020B0503020204020204" pitchFamily="34" charset="-122"/>
              </a:rPr>
              <a:t>反作用力</a:t>
            </a:r>
            <a:r>
              <a:rPr kumimoji="1" lang="zh-CN" altLang="en-US" sz="2100">
                <a:solidFill>
                  <a:srgbClr val="002060"/>
                </a:solidFill>
                <a:latin typeface="微软雅黑" panose="020B0503020204020204" pitchFamily="34" charset="-122"/>
                <a:ea typeface="微软雅黑" panose="020B0503020204020204" pitchFamily="34" charset="-122"/>
              </a:rPr>
              <a:t>。</a:t>
            </a:r>
            <a:endParaRPr lang="zh-CN" altLang="en-US" sz="2100"/>
          </a:p>
        </p:txBody>
      </p:sp>
      <p:grpSp>
        <p:nvGrpSpPr>
          <p:cNvPr id="28" name="组合 27">
            <a:extLst>
              <a:ext uri="{FF2B5EF4-FFF2-40B4-BE49-F238E27FC236}">
                <a16:creationId xmlns:a16="http://schemas.microsoft.com/office/drawing/2014/main" id="{918DE134-C94D-35C5-7979-C7C3D3AE333F}"/>
              </a:ext>
            </a:extLst>
          </p:cNvPr>
          <p:cNvGrpSpPr/>
          <p:nvPr>
            <p:custDataLst>
              <p:tags r:id="rId9"/>
            </p:custDataLst>
          </p:nvPr>
        </p:nvGrpSpPr>
        <p:grpSpPr>
          <a:xfrm>
            <a:off x="5195156" y="2886017"/>
            <a:ext cx="1505993" cy="113809"/>
            <a:chOff x="3290957" y="3849721"/>
            <a:chExt cx="1274339" cy="365987"/>
          </a:xfrm>
        </p:grpSpPr>
        <p:sp>
          <p:nvSpPr>
            <p:cNvPr id="29" name="Line 5">
              <a:extLst>
                <a:ext uri="{FF2B5EF4-FFF2-40B4-BE49-F238E27FC236}">
                  <a16:creationId xmlns:a16="http://schemas.microsoft.com/office/drawing/2014/main" id="{58899CBA-C7F4-E8CC-E48D-A26906001B22}"/>
                </a:ext>
              </a:extLst>
            </p:cNvPr>
            <p:cNvSpPr>
              <a:spLocks noChangeShapeType="1"/>
            </p:cNvSpPr>
            <p:nvPr>
              <p:custDataLst>
                <p:tags r:id="rId15"/>
              </p:custDataLst>
            </p:nvPr>
          </p:nvSpPr>
          <p:spPr bwMode="auto">
            <a:xfrm flipH="1" flipV="1">
              <a:off x="3362535" y="4070885"/>
              <a:ext cx="1202761" cy="8088"/>
            </a:xfrm>
            <a:prstGeom prst="line">
              <a:avLst/>
            </a:prstGeom>
            <a:noFill/>
            <a:ln w="57150">
              <a:solidFill>
                <a:srgbClr val="FF000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30" name="椭圆 29">
              <a:extLst>
                <a:ext uri="{FF2B5EF4-FFF2-40B4-BE49-F238E27FC236}">
                  <a16:creationId xmlns:a16="http://schemas.microsoft.com/office/drawing/2014/main" id="{70DAAA28-BB52-D607-A4C8-D82A362E147B}"/>
                </a:ext>
              </a:extLst>
            </p:cNvPr>
            <p:cNvSpPr/>
            <p:nvPr>
              <p:custDataLst>
                <p:tags r:id="rId16"/>
              </p:custDataLst>
            </p:nvPr>
          </p:nvSpPr>
          <p:spPr>
            <a:xfrm>
              <a:off x="3290957" y="3849721"/>
              <a:ext cx="100301" cy="365987"/>
            </a:xfrm>
            <a:prstGeom prst="ellips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 name="文本框 30">
            <a:extLst>
              <a:ext uri="{FF2B5EF4-FFF2-40B4-BE49-F238E27FC236}">
                <a16:creationId xmlns:a16="http://schemas.microsoft.com/office/drawing/2014/main" id="{FA11906D-43B7-54A3-5968-7A28B331D3DA}"/>
              </a:ext>
            </a:extLst>
          </p:cNvPr>
          <p:cNvSpPr txBox="1"/>
          <p:nvPr>
            <p:custDataLst>
              <p:tags r:id="rId10"/>
            </p:custDataLst>
          </p:nvPr>
        </p:nvSpPr>
        <p:spPr>
          <a:xfrm>
            <a:off x="1879965" y="3469191"/>
            <a:ext cx="2144017" cy="707886"/>
          </a:xfrm>
          <a:prstGeom prst="rect">
            <a:avLst/>
          </a:prstGeom>
          <a:solidFill>
            <a:schemeClr val="bg1">
              <a:lumMod val="95000"/>
            </a:schemeClr>
          </a:solidFill>
          <a:ln>
            <a:solidFill>
              <a:schemeClr val="tx1"/>
            </a:solidFill>
          </a:ln>
        </p:spPr>
        <p:txBody>
          <a:bodyPr wrap="square">
            <a:spAutoFit/>
          </a:bodyPr>
          <a:lstStyle/>
          <a:p>
            <a:pPr marL="0" marR="0" lvl="0" indent="0" algn="ctr" defTabSz="685160" rtl="0" eaLnBrk="1" fontAlgn="auto" latinLnBrk="0" hangingPunct="1">
              <a:lnSpc>
                <a:spcPct val="100000"/>
              </a:lnSpc>
              <a:spcBef>
                <a:spcPct val="0"/>
              </a:spcBef>
              <a:spcAft>
                <a:spcPct val="0"/>
              </a:spcAft>
              <a:buClrTx/>
              <a:buSzTx/>
              <a:buFontTx/>
              <a:buNone/>
              <a:defRPr/>
            </a:pPr>
            <a:r>
              <a:rPr kumimoji="1" lang="en-US" altLang="zh-CN" sz="2000" b="1">
                <a:solidFill>
                  <a:srgbClr val="00B0F0"/>
                </a:solidFill>
                <a:ea typeface="微软雅黑" panose="020B0503020204020204" pitchFamily="34" charset="-122"/>
              </a:rPr>
              <a:t>A</a:t>
            </a:r>
            <a:r>
              <a:rPr kumimoji="1" lang="zh-CN" altLang="en-US" sz="2000">
                <a:solidFill>
                  <a:srgbClr val="002060"/>
                </a:solidFill>
                <a:ea typeface="微软雅黑" panose="020B0503020204020204" pitchFamily="34" charset="-122"/>
              </a:rPr>
              <a:t>受到</a:t>
            </a:r>
            <a:r>
              <a:rPr kumimoji="1" lang="en-US" altLang="zh-CN" sz="2000" b="1">
                <a:solidFill>
                  <a:srgbClr val="00B0F0"/>
                </a:solidFill>
                <a:ea typeface="微软雅黑" panose="020B0503020204020204" pitchFamily="34" charset="-122"/>
              </a:rPr>
              <a:t>B</a:t>
            </a:r>
            <a:r>
              <a:rPr kumimoji="1" lang="zh-CN" altLang="en-US" sz="2000">
                <a:solidFill>
                  <a:srgbClr val="002060"/>
                </a:solidFill>
                <a:ea typeface="微软雅黑" panose="020B0503020204020204" pitchFamily="34" charset="-122"/>
              </a:rPr>
              <a:t>施加</a:t>
            </a:r>
            <a:endParaRPr kumimoji="1" lang="en-US" altLang="zh-CN" sz="2000">
              <a:solidFill>
                <a:srgbClr val="002060"/>
              </a:solidFill>
              <a:ea typeface="微软雅黑" panose="020B0503020204020204" pitchFamily="34" charset="-122"/>
            </a:endParaRPr>
          </a:p>
          <a:p>
            <a:pPr marL="0" marR="0" lvl="0" indent="0" algn="ctr" defTabSz="685160" rtl="0" eaLnBrk="1" fontAlgn="auto" latinLnBrk="0" hangingPunct="1">
              <a:lnSpc>
                <a:spcPct val="100000"/>
              </a:lnSpc>
              <a:spcBef>
                <a:spcPct val="0"/>
              </a:spcBef>
              <a:spcAft>
                <a:spcPct val="0"/>
              </a:spcAft>
              <a:buClrTx/>
              <a:buSzTx/>
              <a:buFontTx/>
              <a:buNone/>
              <a:defRPr/>
            </a:pPr>
            <a:r>
              <a:rPr kumimoji="1" lang="zh-CN" altLang="en-US" sz="2000">
                <a:solidFill>
                  <a:srgbClr val="002060"/>
                </a:solidFill>
                <a:ea typeface="微软雅黑" panose="020B0503020204020204" pitchFamily="34" charset="-122"/>
              </a:rPr>
              <a:t>的一个力</a:t>
            </a:r>
            <a:r>
              <a:rPr kumimoji="0" lang="en-US" altLang="zh-CN" sz="2000" b="0" i="1" u="none" strike="noStrike" kern="1200" cap="none" spc="0" normalizeH="0" baseline="0" noProof="0">
                <a:ln>
                  <a:noFill/>
                </a:ln>
                <a:solidFill>
                  <a:srgbClr val="002060"/>
                </a:solidFill>
                <a:effectLst/>
                <a:uLnTx/>
                <a:uFillTx/>
                <a:ea typeface="微软雅黑" panose="020B0503020204020204" pitchFamily="34" charset="-122"/>
                <a:cs typeface="Times New Roman" panose="02020603050405020304" pitchFamily="18" charset="0"/>
                <a:sym typeface="+mn-ea"/>
              </a:rPr>
              <a:t>F</a:t>
            </a:r>
            <a:r>
              <a:rPr kumimoji="0" lang="en-US" altLang="zh-CN" sz="2000" b="0" i="0" u="none" strike="noStrike" kern="1200" cap="none" spc="0" normalizeH="0" baseline="-25000" noProof="0">
                <a:ln>
                  <a:noFill/>
                </a:ln>
                <a:solidFill>
                  <a:srgbClr val="002060"/>
                </a:solidFill>
                <a:effectLst/>
                <a:uLnTx/>
                <a:uFillTx/>
                <a:ea typeface="微软雅黑" panose="020B0503020204020204" pitchFamily="34" charset="-122"/>
                <a:cs typeface="Times New Roman" panose="02020603050405020304" pitchFamily="18" charset="0"/>
                <a:sym typeface="+mn-ea"/>
              </a:rPr>
              <a:t>2</a:t>
            </a:r>
            <a:endParaRPr kumimoji="0" lang="zh-CN" altLang="en-US" sz="2000" b="0" i="0" u="none" strike="noStrike" kern="1200" cap="none" spc="0" normalizeH="0" baseline="-25000" noProof="0">
              <a:ln>
                <a:noFill/>
              </a:ln>
              <a:solidFill>
                <a:prstClr val="black"/>
              </a:solidFill>
              <a:effectLst/>
              <a:uLnTx/>
              <a:uFillTx/>
              <a:ea typeface="微软雅黑"/>
              <a:cs typeface="Times New Roman" panose="02020603050405020304" pitchFamily="18" charset="0"/>
            </a:endParaRPr>
          </a:p>
        </p:txBody>
      </p:sp>
      <p:sp>
        <p:nvSpPr>
          <p:cNvPr id="32" name="文本框 31">
            <a:extLst>
              <a:ext uri="{FF2B5EF4-FFF2-40B4-BE49-F238E27FC236}">
                <a16:creationId xmlns:a16="http://schemas.microsoft.com/office/drawing/2014/main" id="{D801E3E1-4179-9780-11A2-D1571BFB4B85}"/>
              </a:ext>
            </a:extLst>
          </p:cNvPr>
          <p:cNvSpPr txBox="1"/>
          <p:nvPr>
            <p:custDataLst>
              <p:tags r:id="rId11"/>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sp>
        <p:nvSpPr>
          <p:cNvPr id="33" name="文本框 32">
            <a:extLst>
              <a:ext uri="{FF2B5EF4-FFF2-40B4-BE49-F238E27FC236}">
                <a16:creationId xmlns:a16="http://schemas.microsoft.com/office/drawing/2014/main" id="{4F06AB74-C206-1BC1-5F21-E59FD88898FA}"/>
              </a:ext>
            </a:extLst>
          </p:cNvPr>
          <p:cNvSpPr txBox="1"/>
          <p:nvPr>
            <p:custDataLst>
              <p:tags r:id="rId12"/>
            </p:custDataLst>
          </p:nvPr>
        </p:nvSpPr>
        <p:spPr>
          <a:xfrm>
            <a:off x="4484535" y="4264114"/>
            <a:ext cx="2183310" cy="707886"/>
          </a:xfrm>
          <a:prstGeom prst="rect">
            <a:avLst/>
          </a:prstGeom>
          <a:solidFill>
            <a:schemeClr val="accent5">
              <a:lumMod val="20000"/>
              <a:lumOff val="80000"/>
            </a:schemeClr>
          </a:solidFill>
          <a:ln>
            <a:solidFill>
              <a:schemeClr val="tx1"/>
            </a:solidFill>
          </a:ln>
        </p:spPr>
        <p:txBody>
          <a:bodyPr wrap="square">
            <a:spAutoFit/>
          </a:bodyPr>
          <a:lstStyle/>
          <a:p>
            <a:pPr lvl="0" algn="ctr">
              <a:defRPr/>
            </a:pPr>
            <a:r>
              <a:rPr kumimoji="1" lang="en-US" altLang="zh-CN" sz="2000" b="1">
                <a:solidFill>
                  <a:srgbClr val="00B0F0"/>
                </a:solidFill>
                <a:ea typeface="微软雅黑" panose="020B0503020204020204" pitchFamily="34" charset="-122"/>
              </a:rPr>
              <a:t>A</a:t>
            </a:r>
            <a:r>
              <a:rPr kumimoji="1" lang="zh-CN" altLang="en-US" sz="2000">
                <a:solidFill>
                  <a:srgbClr val="002060"/>
                </a:solidFill>
                <a:ea typeface="微软雅黑" panose="020B0503020204020204" pitchFamily="34" charset="-122"/>
              </a:rPr>
              <a:t>对</a:t>
            </a:r>
            <a:r>
              <a:rPr kumimoji="1" lang="en-US" altLang="zh-CN" sz="2000" b="1">
                <a:solidFill>
                  <a:srgbClr val="00B0F0"/>
                </a:solidFill>
                <a:ea typeface="微软雅黑" panose="020B0503020204020204" pitchFamily="34" charset="-122"/>
              </a:rPr>
              <a:t>B</a:t>
            </a:r>
            <a:r>
              <a:rPr kumimoji="1" lang="zh-CN" altLang="en-US" sz="2000">
                <a:solidFill>
                  <a:srgbClr val="002060"/>
                </a:solidFill>
                <a:ea typeface="微软雅黑" panose="020B0503020204020204" pitchFamily="34" charset="-122"/>
              </a:rPr>
              <a:t>施加的</a:t>
            </a:r>
            <a:endParaRPr kumimoji="1" lang="en-US" altLang="zh-CN" sz="2000">
              <a:solidFill>
                <a:srgbClr val="002060"/>
              </a:solidFill>
              <a:ea typeface="微软雅黑" panose="020B0503020204020204" pitchFamily="34" charset="-122"/>
            </a:endParaRPr>
          </a:p>
          <a:p>
            <a:pPr lvl="0" algn="ctr">
              <a:defRPr/>
            </a:pPr>
            <a:r>
              <a:rPr kumimoji="1" lang="zh-CN" altLang="en-US" sz="2000">
                <a:solidFill>
                  <a:srgbClr val="002060"/>
                </a:solidFill>
                <a:ea typeface="微软雅黑" panose="020B0503020204020204" pitchFamily="34" charset="-122"/>
              </a:rPr>
              <a:t>力叫作用力</a:t>
            </a:r>
            <a:r>
              <a:rPr lang="en-US" altLang="zh-CN" sz="2000" i="1">
                <a:solidFill>
                  <a:srgbClr val="002060"/>
                </a:solidFill>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ea typeface="微软雅黑" panose="020B0503020204020204" pitchFamily="34" charset="-122"/>
                <a:cs typeface="Times New Roman" panose="02020603050405020304" pitchFamily="18" charset="0"/>
                <a:sym typeface="+mn-ea"/>
              </a:rPr>
              <a:t>1</a:t>
            </a:r>
            <a:endParaRPr lang="zh-CN" altLang="en-US" sz="2000" baseline="-25000">
              <a:solidFill>
                <a:prstClr val="black"/>
              </a:solidFill>
              <a:cs typeface="Times New Roman" panose="02020603050405020304" pitchFamily="18" charset="0"/>
            </a:endParaRPr>
          </a:p>
        </p:txBody>
      </p:sp>
      <p:sp>
        <p:nvSpPr>
          <p:cNvPr id="34" name="文本框 33">
            <a:extLst>
              <a:ext uri="{FF2B5EF4-FFF2-40B4-BE49-F238E27FC236}">
                <a16:creationId xmlns:a16="http://schemas.microsoft.com/office/drawing/2014/main" id="{7747DFDD-ABD3-048C-7744-7D339730438A}"/>
              </a:ext>
            </a:extLst>
          </p:cNvPr>
          <p:cNvSpPr txBox="1"/>
          <p:nvPr>
            <p:custDataLst>
              <p:tags r:id="rId13"/>
            </p:custDataLst>
          </p:nvPr>
        </p:nvSpPr>
        <p:spPr>
          <a:xfrm>
            <a:off x="1879965" y="4257337"/>
            <a:ext cx="2144017" cy="707886"/>
          </a:xfrm>
          <a:prstGeom prst="rect">
            <a:avLst/>
          </a:prstGeom>
          <a:solidFill>
            <a:schemeClr val="accent5">
              <a:lumMod val="20000"/>
              <a:lumOff val="80000"/>
            </a:schemeClr>
          </a:solidFill>
          <a:ln>
            <a:solidFill>
              <a:schemeClr val="tx1"/>
            </a:solidFill>
          </a:ln>
        </p:spPr>
        <p:txBody>
          <a:bodyPr wrap="square">
            <a:spAutoFit/>
          </a:bodyPr>
          <a:lstStyle/>
          <a:p>
            <a:pPr lvl="0" algn="ctr">
              <a:defRPr/>
            </a:pPr>
            <a:r>
              <a:rPr kumimoji="1" lang="en-US" altLang="zh-CN" sz="2000" b="1">
                <a:solidFill>
                  <a:srgbClr val="00B0F0"/>
                </a:solidFill>
                <a:ea typeface="微软雅黑" panose="020B0503020204020204" pitchFamily="34" charset="-122"/>
              </a:rPr>
              <a:t>B</a:t>
            </a:r>
            <a:r>
              <a:rPr kumimoji="1" lang="zh-CN" altLang="en-US" sz="2000">
                <a:solidFill>
                  <a:srgbClr val="002060"/>
                </a:solidFill>
                <a:ea typeface="微软雅黑" panose="020B0503020204020204" pitchFamily="34" charset="-122"/>
              </a:rPr>
              <a:t>对</a:t>
            </a:r>
            <a:r>
              <a:rPr kumimoji="1" lang="en-US" altLang="zh-CN" sz="2000" b="1">
                <a:solidFill>
                  <a:srgbClr val="00B0F0"/>
                </a:solidFill>
                <a:ea typeface="微软雅黑" panose="020B0503020204020204" pitchFamily="34" charset="-122"/>
              </a:rPr>
              <a:t>A</a:t>
            </a:r>
            <a:r>
              <a:rPr kumimoji="1" lang="zh-CN" altLang="en-US" sz="2000">
                <a:solidFill>
                  <a:srgbClr val="002060"/>
                </a:solidFill>
                <a:ea typeface="微软雅黑" panose="020B0503020204020204" pitchFamily="34" charset="-122"/>
              </a:rPr>
              <a:t>施加的力</a:t>
            </a:r>
            <a:endParaRPr kumimoji="1" lang="en-US" altLang="zh-CN" sz="2000">
              <a:solidFill>
                <a:srgbClr val="002060"/>
              </a:solidFill>
              <a:ea typeface="微软雅黑" panose="020B0503020204020204" pitchFamily="34" charset="-122"/>
            </a:endParaRPr>
          </a:p>
          <a:p>
            <a:pPr lvl="0" algn="ctr">
              <a:defRPr/>
            </a:pPr>
            <a:r>
              <a:rPr kumimoji="1" lang="zh-CN" altLang="en-US" sz="2000">
                <a:solidFill>
                  <a:srgbClr val="002060"/>
                </a:solidFill>
                <a:ea typeface="微软雅黑" panose="020B0503020204020204" pitchFamily="34" charset="-122"/>
              </a:rPr>
              <a:t>叫反作用力</a:t>
            </a:r>
            <a:r>
              <a:rPr lang="en-US" altLang="zh-CN" sz="2000" i="1">
                <a:solidFill>
                  <a:srgbClr val="002060"/>
                </a:solidFill>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ea typeface="微软雅黑" panose="020B0503020204020204" pitchFamily="34" charset="-122"/>
                <a:cs typeface="Times New Roman" panose="02020603050405020304" pitchFamily="18" charset="0"/>
                <a:sym typeface="+mn-ea"/>
              </a:rPr>
              <a:t>2</a:t>
            </a:r>
            <a:endParaRPr lang="zh-CN" altLang="en-US" sz="2000" baseline="-25000">
              <a:solidFill>
                <a:prstClr val="black"/>
              </a:solidFill>
              <a:cs typeface="Times New Roman" panose="02020603050405020304" pitchFamily="18" charset="0"/>
            </a:endParaRPr>
          </a:p>
        </p:txBody>
      </p:sp>
      <p:sp>
        <p:nvSpPr>
          <p:cNvPr id="35" name="文本框 34">
            <a:extLst>
              <a:ext uri="{FF2B5EF4-FFF2-40B4-BE49-F238E27FC236}">
                <a16:creationId xmlns:a16="http://schemas.microsoft.com/office/drawing/2014/main" id="{A2D7F2B7-5FC6-6EF6-5648-48B75AEF2D3F}"/>
              </a:ext>
            </a:extLst>
          </p:cNvPr>
          <p:cNvSpPr txBox="1"/>
          <p:nvPr>
            <p:custDataLst>
              <p:tags r:id="rId14"/>
            </p:custDataLst>
          </p:nvPr>
        </p:nvSpPr>
        <p:spPr>
          <a:xfrm>
            <a:off x="7030947" y="3761578"/>
            <a:ext cx="1802821" cy="830997"/>
          </a:xfrm>
          <a:prstGeom prst="rect">
            <a:avLst/>
          </a:prstGeom>
          <a:noFill/>
          <a:ln>
            <a:solidFill>
              <a:schemeClr val="tx1"/>
            </a:solidFill>
            <a:prstDash val="dash"/>
          </a:ln>
        </p:spPr>
        <p:txBody>
          <a:bodyPr wrap="square">
            <a:spAutoFit/>
          </a:bodyPr>
          <a:lstStyle/>
          <a:p>
            <a:pPr marL="72000"/>
            <a:r>
              <a:rPr kumimoji="1" lang="zh-CN" altLang="en-US" sz="16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rPr>
              <a:t>把其中一个力叫</a:t>
            </a:r>
            <a:r>
              <a:rPr kumimoji="1"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作用力</a:t>
            </a:r>
            <a:r>
              <a:rPr kumimoji="1" lang="en-US" altLang="zh-CN"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a:t>
            </a:r>
            <a:r>
              <a:rPr kumimoji="1" lang="zh-CN" altLang="en-US" sz="1600" b="0" i="0" u="none" strike="noStrike" kern="1200" cap="none" spc="0" normalizeH="0" baseline="0" noProof="0">
                <a:ln>
                  <a:noFill/>
                </a:ln>
                <a:solidFill>
                  <a:srgbClr val="002060"/>
                </a:solidFill>
                <a:effectLst/>
                <a:uLnTx/>
                <a:uFillTx/>
                <a:latin typeface="微软雅黑" panose="020B0503020204020204" pitchFamily="34" charset="-122"/>
                <a:ea typeface="微软雅黑" panose="020B0503020204020204" pitchFamily="34" charset="-122"/>
              </a:rPr>
              <a:t>则另一个就是</a:t>
            </a:r>
            <a:r>
              <a:rPr kumimoji="1" lang="zh-CN" altLang="en-US"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反作用力</a:t>
            </a:r>
            <a:r>
              <a:rPr kumimoji="1" lang="en-US" altLang="zh-CN" sz="1600" b="1" i="0" u="none" strike="noStrike" kern="1200" cap="none" spc="0" normalizeH="0" baseline="0" noProof="0">
                <a:ln>
                  <a:noFill/>
                </a:ln>
                <a:solidFill>
                  <a:srgbClr val="C00000"/>
                </a:solidFill>
                <a:effectLst/>
                <a:uLnTx/>
                <a:uFillTx/>
                <a:latin typeface="微软雅黑" panose="020B0503020204020204" pitchFamily="34" charset="-122"/>
                <a:ea typeface="微软雅黑" panose="020B0503020204020204" pitchFamily="34" charset="-122"/>
              </a:rPr>
              <a:t>.</a:t>
            </a:r>
            <a:endParaRPr lang="zh-CN" altLang="en-US" sz="1600"/>
          </a:p>
        </p:txBody>
      </p:sp>
    </p:spTree>
    <p:extLst>
      <p:ext uri="{BB962C8B-B14F-4D97-AF65-F5344CB8AC3E}">
        <p14:creationId xmlns:p14="http://schemas.microsoft.com/office/powerpoint/2010/main" val="373186037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1000"/>
                                        <p:tgtEl>
                                          <p:spTgt spid="28"/>
                                        </p:tgtEl>
                                      </p:cBhvr>
                                    </p:animEffect>
                                  </p:childTnLst>
                                </p:cTn>
                              </p:par>
                              <p:par>
                                <p:cTn id="18" presetID="16" presetClass="entr" presetSubtype="21" fill="hold" grpId="0" nodeType="with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barn(inVertical)">
                                      <p:cBhvr>
                                        <p:cTn id="20" dur="500"/>
                                        <p:tgtEl>
                                          <p:spTgt spid="24"/>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16" presetClass="entr" presetSubtype="37"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barn(outVertical)">
                                      <p:cBhvr>
                                        <p:cTn id="25" dur="500"/>
                                        <p:tgtEl>
                                          <p:spTgt spid="25"/>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16" presetClass="entr" presetSubtype="21" fill="hold" grpId="0"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barn(inVertical)">
                                      <p:cBhvr>
                                        <p:cTn id="30" dur="500"/>
                                        <p:tgtEl>
                                          <p:spTgt spid="31"/>
                                        </p:tgtEl>
                                      </p:cBhvr>
                                    </p:animEffect>
                                  </p:childTnLst>
                                </p:cTn>
                              </p:par>
                            </p:childTnLst>
                          </p:cTn>
                        </p:par>
                      </p:childTnLst>
                    </p:cTn>
                  </p:par>
                  <p:par>
                    <p:cTn id="31" fill="hold" nodeType="clickPar">
                      <p:stCondLst>
                        <p:cond delay="indefinite"/>
                      </p:stCondLst>
                      <p:childTnLst>
                        <p:par>
                          <p:cTn id="32" fill="hold" nodeType="after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right)">
                                      <p:cBhvr>
                                        <p:cTn id="35" dur="750"/>
                                        <p:tgtEl>
                                          <p:spTgt spid="18"/>
                                        </p:tgtEl>
                                      </p:cBhvr>
                                    </p:animEffect>
                                  </p:childTnLst>
                                </p:cTn>
                              </p:par>
                            </p:childTnLst>
                          </p:cTn>
                        </p:par>
                        <p:par>
                          <p:cTn id="36" fill="hold" nodeType="afterGroup">
                            <p:stCondLst>
                              <p:cond delay="750"/>
                            </p:stCondLst>
                            <p:childTnLst>
                              <p:par>
                                <p:cTn id="37" presetID="10" presetClass="entr" presetSubtype="0"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nodeType="clickPar">
                      <p:stCondLst>
                        <p:cond delay="indefinite"/>
                      </p:stCondLst>
                      <p:childTnLst>
                        <p:par>
                          <p:cTn id="41" fill="hold" nodeType="afterGroup">
                            <p:stCondLst>
                              <p:cond delay="0"/>
                            </p:stCondLst>
                            <p:childTnLst>
                              <p:par>
                                <p:cTn id="42" presetID="16" presetClass="entr" presetSubtype="37" fill="hold" grpId="0" nodeType="click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barn(outVertical)">
                                      <p:cBhvr>
                                        <p:cTn id="44" dur="500"/>
                                        <p:tgtEl>
                                          <p:spTgt spid="33"/>
                                        </p:tgtEl>
                                      </p:cBhvr>
                                    </p:animEffect>
                                  </p:childTnLst>
                                </p:cTn>
                              </p:par>
                            </p:childTnLst>
                          </p:cTn>
                        </p:par>
                      </p:childTnLst>
                    </p:cTn>
                  </p:par>
                  <p:par>
                    <p:cTn id="45" fill="hold" nodeType="clickPar">
                      <p:stCondLst>
                        <p:cond delay="indefinite"/>
                      </p:stCondLst>
                      <p:childTnLst>
                        <p:par>
                          <p:cTn id="46" fill="hold" nodeType="afterGroup">
                            <p:stCondLst>
                              <p:cond delay="0"/>
                            </p:stCondLst>
                            <p:childTnLst>
                              <p:par>
                                <p:cTn id="47" presetID="16" presetClass="entr" presetSubtype="21" fill="hold" grpId="0" nodeType="click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arn(inVertical)">
                                      <p:cBhvr>
                                        <p:cTn id="49" dur="500"/>
                                        <p:tgtEl>
                                          <p:spTgt spid="34"/>
                                        </p:tgtEl>
                                      </p:cBhvr>
                                    </p:animEffect>
                                  </p:childTnLst>
                                </p:cTn>
                              </p:par>
                            </p:childTnLst>
                          </p:cTn>
                        </p:par>
                      </p:childTnLst>
                    </p:cTn>
                  </p:par>
                  <p:par>
                    <p:cTn id="50" fill="hold" nodeType="clickPar">
                      <p:stCondLst>
                        <p:cond delay="indefinite"/>
                      </p:stCondLst>
                      <p:childTnLst>
                        <p:par>
                          <p:cTn id="51" fill="hold" nodeType="after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blinds(horizontal)">
                                      <p:cBhvr>
                                        <p:cTn id="54"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4" grpId="0"/>
      <p:bldP spid="25" grpId="0" animBg="1"/>
      <p:bldP spid="27" grpId="0"/>
      <p:bldP spid="31" grpId="0" animBg="1"/>
      <p:bldP spid="33" grpId="0" animBg="1"/>
      <p:bldP spid="34" grpId="0" animBg="1"/>
      <p:bldP spid="35"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0ED70E8A-0A55-55C4-E073-E6EC8EC46CC1}"/>
              </a:ext>
            </a:extLst>
          </p:cNvPr>
          <p:cNvSpPr txBox="1"/>
          <p:nvPr>
            <p:custDataLst>
              <p:tags r:id="rId1"/>
            </p:custDataLst>
          </p:nvPr>
        </p:nvSpPr>
        <p:spPr>
          <a:xfrm>
            <a:off x="271410" y="58072"/>
            <a:ext cx="3982244" cy="400110"/>
          </a:xfrm>
          <a:prstGeom prst="rect">
            <a:avLst/>
          </a:prstGeom>
          <a:noFill/>
        </p:spPr>
        <p:txBody>
          <a:bodyPr wrap="square">
            <a:spAutoFit/>
          </a:bodyPr>
          <a:lstStyle/>
          <a:p>
            <a:r>
              <a:rPr lang="zh-CN" altLang="en-US" sz="2000" spc="-100">
                <a:solidFill>
                  <a:schemeClr val="bg1"/>
                </a:solidFill>
                <a:latin typeface="微软雅黑" panose="020B0503020204020204" pitchFamily="34" charset="-122"/>
                <a:ea typeface="微软雅黑" panose="020B0503020204020204" pitchFamily="34" charset="-122"/>
              </a:rPr>
              <a:t>知识点一、力的作用是相互的</a:t>
            </a:r>
          </a:p>
        </p:txBody>
      </p:sp>
      <p:sp>
        <p:nvSpPr>
          <p:cNvPr id="32" name="文本框 31">
            <a:extLst>
              <a:ext uri="{FF2B5EF4-FFF2-40B4-BE49-F238E27FC236}">
                <a16:creationId xmlns:a16="http://schemas.microsoft.com/office/drawing/2014/main" id="{D801E3E1-4179-9780-11A2-D1571BFB4B85}"/>
              </a:ext>
            </a:extLst>
          </p:cNvPr>
          <p:cNvSpPr txBox="1"/>
          <p:nvPr>
            <p:custDataLst>
              <p:tags r:id="rId2"/>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sp>
        <p:nvSpPr>
          <p:cNvPr id="2" name="矩形 1">
            <a:extLst>
              <a:ext uri="{FF2B5EF4-FFF2-40B4-BE49-F238E27FC236}">
                <a16:creationId xmlns:a16="http://schemas.microsoft.com/office/drawing/2014/main" id="{B6904661-1E2A-26F0-C779-EE783AB415CD}"/>
              </a:ext>
            </a:extLst>
          </p:cNvPr>
          <p:cNvSpPr/>
          <p:nvPr>
            <p:custDataLst>
              <p:tags r:id="rId3"/>
            </p:custDataLst>
          </p:nvPr>
        </p:nvSpPr>
        <p:spPr>
          <a:xfrm>
            <a:off x="789522" y="962855"/>
            <a:ext cx="7432873" cy="11585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1308" tIns="25654" rIns="51308" bIns="25654" rtlCol="0" anchor="ctr"/>
          <a:lstStyle/>
          <a:p>
            <a:pPr marL="108000" lvl="0" indent="457200">
              <a:lnSpc>
                <a:spcPts val="3600"/>
              </a:lnSpc>
            </a:pPr>
            <a:r>
              <a:rPr lang="zh-CN" altLang="en-US" sz="2300">
                <a:solidFill>
                  <a:srgbClr val="C00000"/>
                </a:solidFill>
                <a:cs typeface="+mn-ea"/>
                <a:sym typeface="+mn-lt"/>
              </a:rPr>
              <a:t>大小相等</a:t>
            </a:r>
            <a:r>
              <a:rPr lang="zh-CN" altLang="en-US" sz="2300">
                <a:solidFill>
                  <a:srgbClr val="002060"/>
                </a:solidFill>
                <a:cs typeface="+mn-ea"/>
                <a:sym typeface="+mn-lt"/>
              </a:rPr>
              <a:t>，</a:t>
            </a:r>
            <a:r>
              <a:rPr lang="zh-CN" altLang="en-US" sz="2300">
                <a:solidFill>
                  <a:srgbClr val="C00000"/>
                </a:solidFill>
                <a:cs typeface="+mn-ea"/>
                <a:sym typeface="+mn-lt"/>
              </a:rPr>
              <a:t>方向相反</a:t>
            </a:r>
            <a:r>
              <a:rPr lang="zh-CN" altLang="en-US" sz="2300">
                <a:solidFill>
                  <a:srgbClr val="002060"/>
                </a:solidFill>
                <a:cs typeface="+mn-ea"/>
                <a:sym typeface="+mn-lt"/>
              </a:rPr>
              <a:t>，且在</a:t>
            </a:r>
            <a:r>
              <a:rPr lang="zh-CN" altLang="en-US" sz="2300">
                <a:solidFill>
                  <a:srgbClr val="C00000"/>
                </a:solidFill>
                <a:cs typeface="+mn-ea"/>
                <a:sym typeface="+mn-lt"/>
              </a:rPr>
              <a:t>同一条直</a:t>
            </a:r>
            <a:r>
              <a:rPr lang="zh-CN" altLang="en-US" sz="2300">
                <a:solidFill>
                  <a:srgbClr val="002060"/>
                </a:solidFill>
                <a:cs typeface="+mn-ea"/>
                <a:sym typeface="+mn-lt"/>
              </a:rPr>
              <a:t>线上，但分别作用在</a:t>
            </a:r>
            <a:r>
              <a:rPr lang="zh-CN" altLang="en-US" sz="2300">
                <a:solidFill>
                  <a:srgbClr val="C00000"/>
                </a:solidFill>
                <a:cs typeface="+mn-ea"/>
                <a:sym typeface="+mn-lt"/>
              </a:rPr>
              <a:t>两个物体</a:t>
            </a:r>
            <a:r>
              <a:rPr lang="zh-CN" altLang="en-US" sz="2300">
                <a:solidFill>
                  <a:srgbClr val="002060"/>
                </a:solidFill>
                <a:cs typeface="+mn-ea"/>
                <a:sym typeface="+mn-lt"/>
              </a:rPr>
              <a:t>上。</a:t>
            </a:r>
          </a:p>
        </p:txBody>
      </p:sp>
      <p:sp>
        <p:nvSpPr>
          <p:cNvPr id="9" name="文本框 8">
            <a:extLst>
              <a:ext uri="{FF2B5EF4-FFF2-40B4-BE49-F238E27FC236}">
                <a16:creationId xmlns:a16="http://schemas.microsoft.com/office/drawing/2014/main" id="{78CC68CB-0C52-243E-A84A-95F5AE8C1CB6}"/>
              </a:ext>
            </a:extLst>
          </p:cNvPr>
          <p:cNvSpPr txBox="1"/>
          <p:nvPr>
            <p:custDataLst>
              <p:tags r:id="rId4"/>
            </p:custDataLst>
          </p:nvPr>
        </p:nvSpPr>
        <p:spPr>
          <a:xfrm>
            <a:off x="845819" y="610892"/>
            <a:ext cx="4770120" cy="461665"/>
          </a:xfrm>
          <a:prstGeom prst="rect">
            <a:avLst/>
          </a:prstGeom>
          <a:noFill/>
        </p:spPr>
        <p:txBody>
          <a:bodyPr wrap="square">
            <a:spAutoFit/>
          </a:bodyPr>
          <a:lstStyle/>
          <a:p>
            <a:r>
              <a:rPr kumimoji="1" lang="en-US" altLang="zh-CN"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 </a:t>
            </a:r>
            <a:r>
              <a:rPr kumimoji="1" lang="zh-CN" altLang="en-US" sz="2400" b="0" i="0"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作用力与反作用力的关系 </a:t>
            </a:r>
            <a:endParaRPr lang="zh-CN" altLang="en-US">
              <a:latin typeface="Times New Roman" panose="02020603050405020304" pitchFamily="18" charset="0"/>
              <a:cs typeface="Times New Roman" panose="02020603050405020304" pitchFamily="18" charset="0"/>
            </a:endParaRPr>
          </a:p>
        </p:txBody>
      </p:sp>
      <p:pic>
        <p:nvPicPr>
          <p:cNvPr id="10" name="图片 9">
            <a:extLst>
              <a:ext uri="{FF2B5EF4-FFF2-40B4-BE49-F238E27FC236}">
                <a16:creationId xmlns:a16="http://schemas.microsoft.com/office/drawing/2014/main" id="{CEDED9E6-4E44-434C-B838-AD0FF30A9038}"/>
              </a:ext>
            </a:extLst>
          </p:cNvPr>
          <p:cNvPicPr>
            <a:picLocks noChangeAspect="1"/>
          </p:cNvPicPr>
          <p:nvPr>
            <p:custDataLst>
              <p:tags r:id="rId5"/>
            </p:custDataLst>
          </p:nvPr>
        </p:nvPicPr>
        <p:blipFill>
          <a:blip r:embed="rId18"/>
          <a:srcRect l="50404" b="12387"/>
          <a:stretch>
            <a:fillRect/>
          </a:stretch>
        </p:blipFill>
        <p:spPr>
          <a:xfrm>
            <a:off x="2779160" y="3104001"/>
            <a:ext cx="2164422" cy="1931312"/>
          </a:xfrm>
          <a:prstGeom prst="rect">
            <a:avLst/>
          </a:prstGeom>
        </p:spPr>
      </p:pic>
      <p:sp>
        <p:nvSpPr>
          <p:cNvPr id="11" name="文本框 10">
            <a:extLst>
              <a:ext uri="{FF2B5EF4-FFF2-40B4-BE49-F238E27FC236}">
                <a16:creationId xmlns:a16="http://schemas.microsoft.com/office/drawing/2014/main" id="{C13E3E69-4A18-308D-3095-5E92AACAB5FE}"/>
              </a:ext>
            </a:extLst>
          </p:cNvPr>
          <p:cNvSpPr txBox="1"/>
          <p:nvPr>
            <p:custDataLst>
              <p:tags r:id="rId6"/>
            </p:custDataLst>
          </p:nvPr>
        </p:nvSpPr>
        <p:spPr>
          <a:xfrm>
            <a:off x="4157736" y="2269860"/>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lang="zh-CN" altLang="en-US" sz="2000" baseline="-25000">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EE46488B-2C67-BBA4-6E91-3A200DA0E377}"/>
              </a:ext>
            </a:extLst>
          </p:cNvPr>
          <p:cNvGrpSpPr/>
          <p:nvPr>
            <p:custDataLst>
              <p:tags r:id="rId7"/>
            </p:custDataLst>
          </p:nvPr>
        </p:nvGrpSpPr>
        <p:grpSpPr>
          <a:xfrm rot="16200000">
            <a:off x="4150287" y="2735454"/>
            <a:ext cx="1035455" cy="122927"/>
            <a:chOff x="3290954" y="3998522"/>
            <a:chExt cx="905011" cy="147023"/>
          </a:xfrm>
        </p:grpSpPr>
        <p:sp>
          <p:nvSpPr>
            <p:cNvPr id="13" name="Line 5">
              <a:extLst>
                <a:ext uri="{FF2B5EF4-FFF2-40B4-BE49-F238E27FC236}">
                  <a16:creationId xmlns:a16="http://schemas.microsoft.com/office/drawing/2014/main" id="{00DEE195-B363-99A1-E625-3D69D0CB8B4E}"/>
                </a:ext>
              </a:extLst>
            </p:cNvPr>
            <p:cNvSpPr>
              <a:spLocks noChangeShapeType="1"/>
            </p:cNvSpPr>
            <p:nvPr>
              <p:custDataLst>
                <p:tags r:id="rId15"/>
              </p:custDataLst>
            </p:nvPr>
          </p:nvSpPr>
          <p:spPr bwMode="auto">
            <a:xfrm flipH="1" flipV="1">
              <a:off x="3362535" y="4070883"/>
              <a:ext cx="833430" cy="3"/>
            </a:xfrm>
            <a:prstGeom prst="line">
              <a:avLst/>
            </a:prstGeom>
            <a:noFill/>
            <a:ln w="38100">
              <a:solidFill>
                <a:srgbClr val="00B0F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14" name="椭圆 13">
              <a:extLst>
                <a:ext uri="{FF2B5EF4-FFF2-40B4-BE49-F238E27FC236}">
                  <a16:creationId xmlns:a16="http://schemas.microsoft.com/office/drawing/2014/main" id="{1F2EB057-FE0E-DC89-44B7-85328A07CFC3}"/>
                </a:ext>
              </a:extLst>
            </p:cNvPr>
            <p:cNvSpPr/>
            <p:nvPr>
              <p:custDataLst>
                <p:tags r:id="rId16"/>
              </p:custDataLst>
            </p:nvPr>
          </p:nvSpPr>
          <p:spPr>
            <a:xfrm>
              <a:off x="3290954" y="3998522"/>
              <a:ext cx="115186" cy="147023"/>
            </a:xfrm>
            <a:prstGeom prst="ellipse">
              <a:avLst/>
            </a:prstGeom>
            <a:solidFill>
              <a:srgbClr val="00B0F0"/>
            </a:solid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E9B7035D-EC77-7E65-EF10-C24508F3FF7D}"/>
              </a:ext>
            </a:extLst>
          </p:cNvPr>
          <p:cNvGrpSpPr/>
          <p:nvPr>
            <p:custDataLst>
              <p:tags r:id="rId8"/>
            </p:custDataLst>
          </p:nvPr>
        </p:nvGrpSpPr>
        <p:grpSpPr>
          <a:xfrm rot="5400000">
            <a:off x="4153901" y="3895492"/>
            <a:ext cx="1038675" cy="122927"/>
            <a:chOff x="3290954" y="3998522"/>
            <a:chExt cx="907825" cy="147023"/>
          </a:xfrm>
        </p:grpSpPr>
        <p:sp>
          <p:nvSpPr>
            <p:cNvPr id="16" name="Line 5">
              <a:extLst>
                <a:ext uri="{FF2B5EF4-FFF2-40B4-BE49-F238E27FC236}">
                  <a16:creationId xmlns:a16="http://schemas.microsoft.com/office/drawing/2014/main" id="{F91A3D8F-587D-C5DC-5DB3-B18270F39419}"/>
                </a:ext>
              </a:extLst>
            </p:cNvPr>
            <p:cNvSpPr>
              <a:spLocks noChangeShapeType="1"/>
            </p:cNvSpPr>
            <p:nvPr>
              <p:custDataLst>
                <p:tags r:id="rId13"/>
              </p:custDataLst>
            </p:nvPr>
          </p:nvSpPr>
          <p:spPr bwMode="auto">
            <a:xfrm flipH="1">
              <a:off x="3362534" y="4063503"/>
              <a:ext cx="836245" cy="23581"/>
            </a:xfrm>
            <a:prstGeom prst="line">
              <a:avLst/>
            </a:prstGeom>
            <a:noFill/>
            <a:ln w="38100">
              <a:solidFill>
                <a:srgbClr val="FF0000"/>
              </a:solidFill>
              <a:round/>
              <a:head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002060"/>
                </a:solidFill>
                <a:effectLst/>
                <a:uLnTx/>
                <a:uFillTx/>
                <a:latin typeface="Times New Roman"/>
                <a:ea typeface="微软雅黑"/>
                <a:cs typeface="+mn-cs"/>
              </a:endParaRPr>
            </a:p>
          </p:txBody>
        </p:sp>
        <p:sp>
          <p:nvSpPr>
            <p:cNvPr id="17" name="椭圆 16">
              <a:extLst>
                <a:ext uri="{FF2B5EF4-FFF2-40B4-BE49-F238E27FC236}">
                  <a16:creationId xmlns:a16="http://schemas.microsoft.com/office/drawing/2014/main" id="{75BD547B-6E18-C5F5-1A53-373F7998619B}"/>
                </a:ext>
              </a:extLst>
            </p:cNvPr>
            <p:cNvSpPr/>
            <p:nvPr>
              <p:custDataLst>
                <p:tags r:id="rId14"/>
              </p:custDataLst>
            </p:nvPr>
          </p:nvSpPr>
          <p:spPr>
            <a:xfrm>
              <a:off x="3290954" y="3998522"/>
              <a:ext cx="115186" cy="147023"/>
            </a:xfrm>
            <a:prstGeom prst="ellipse">
              <a:avLst/>
            </a:prstGeom>
            <a:solidFill>
              <a:srgbClr val="FF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grpSp>
      <p:sp>
        <p:nvSpPr>
          <p:cNvPr id="19" name="文本框 18">
            <a:extLst>
              <a:ext uri="{FF2B5EF4-FFF2-40B4-BE49-F238E27FC236}">
                <a16:creationId xmlns:a16="http://schemas.microsoft.com/office/drawing/2014/main" id="{F9911B42-9140-A0FE-EF0D-92312A9FA14E}"/>
              </a:ext>
            </a:extLst>
          </p:cNvPr>
          <p:cNvSpPr txBox="1"/>
          <p:nvPr>
            <p:custDataLst>
              <p:tags r:id="rId9"/>
            </p:custDataLst>
          </p:nvPr>
        </p:nvSpPr>
        <p:spPr>
          <a:xfrm>
            <a:off x="4157750" y="4102305"/>
            <a:ext cx="696446" cy="400110"/>
          </a:xfrm>
          <a:prstGeom prst="rect">
            <a:avLst/>
          </a:prstGeom>
          <a:noFill/>
        </p:spPr>
        <p:txBody>
          <a:bodyPr wrap="square">
            <a:spAutoFit/>
          </a:bodyPr>
          <a:lstStyle/>
          <a:p>
            <a:r>
              <a:rPr lang="en-US" altLang="zh-CN" sz="2000" i="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rPr>
              <a:t>1</a:t>
            </a:r>
            <a:endParaRPr lang="zh-CN" altLang="en-US" sz="2000" baseline="-25000">
              <a:latin typeface="Times New Roman" panose="02020603050405020304" pitchFamily="18" charset="0"/>
              <a:cs typeface="Times New Roman" panose="02020603050405020304" pitchFamily="18" charset="0"/>
            </a:endParaRPr>
          </a:p>
        </p:txBody>
      </p:sp>
      <p:sp>
        <p:nvSpPr>
          <p:cNvPr id="21" name="文本框 20">
            <a:extLst>
              <a:ext uri="{FF2B5EF4-FFF2-40B4-BE49-F238E27FC236}">
                <a16:creationId xmlns:a16="http://schemas.microsoft.com/office/drawing/2014/main" id="{16D087E6-2187-9B71-BB95-14A33EE0D9CC}"/>
              </a:ext>
            </a:extLst>
          </p:cNvPr>
          <p:cNvSpPr txBox="1"/>
          <p:nvPr>
            <p:custDataLst>
              <p:tags r:id="rId10"/>
            </p:custDataLst>
          </p:nvPr>
        </p:nvSpPr>
        <p:spPr>
          <a:xfrm>
            <a:off x="1833704" y="3762637"/>
            <a:ext cx="2234646" cy="781561"/>
          </a:xfrm>
          <a:prstGeom prst="rect">
            <a:avLst/>
          </a:prstGeom>
          <a:solidFill>
            <a:srgbClr val="F8CBAD"/>
          </a:solidFill>
          <a:ln>
            <a:solidFill>
              <a:schemeClr val="tx1"/>
            </a:solidFill>
          </a:ln>
        </p:spPr>
        <p:txBody>
          <a:bodyPr wrap="square">
            <a:spAutoFit/>
          </a:bodyPr>
          <a:lstStyle/>
          <a:p>
            <a:pPr marL="0" marR="0" lvl="0" indent="0" algn="ctr" defTabSz="685160" rtl="0" eaLnBrk="1" fontAlgn="auto" latinLnBrk="0" hangingPunct="1">
              <a:lnSpc>
                <a:spcPts val="2800"/>
              </a:lnSpc>
              <a:spcBef>
                <a:spcPct val="0"/>
              </a:spcBef>
              <a:spcAft>
                <a:spcPct val="0"/>
              </a:spcAft>
              <a:buClrTx/>
              <a:buSzTx/>
              <a:buFontTx/>
              <a:buNone/>
              <a:defRPr/>
            </a:pPr>
            <a:r>
              <a:rPr kumimoji="1" lang="zh-CN" altLang="en-US" sz="2000">
                <a:solidFill>
                  <a:srgbClr val="002060"/>
                </a:solidFill>
                <a:latin typeface="微软雅黑" panose="020B0503020204020204" pitchFamily="34" charset="-122"/>
                <a:ea typeface="微软雅黑" panose="020B0503020204020204" pitchFamily="34" charset="-122"/>
              </a:rPr>
              <a:t>手指对铅笔的力</a:t>
            </a:r>
            <a:endParaRPr kumimoji="1" lang="en-US" altLang="zh-CN" sz="2000">
              <a:solidFill>
                <a:srgbClr val="002060"/>
              </a:solidFill>
              <a:latin typeface="微软雅黑" panose="020B0503020204020204" pitchFamily="34" charset="-122"/>
              <a:ea typeface="微软雅黑" panose="020B0503020204020204" pitchFamily="34" charset="-122"/>
            </a:endParaRPr>
          </a:p>
          <a:p>
            <a:pPr marL="0" marR="0" lvl="0" indent="0" algn="ctr" defTabSz="685160" rtl="0" eaLnBrk="1" fontAlgn="auto" latinLnBrk="0" hangingPunct="1">
              <a:lnSpc>
                <a:spcPts val="2800"/>
              </a:lnSpc>
              <a:spcBef>
                <a:spcPct val="0"/>
              </a:spcBef>
              <a:spcAft>
                <a:spcPct val="0"/>
              </a:spcAft>
              <a:buClrTx/>
              <a:buSzTx/>
              <a:buFontTx/>
              <a:buNone/>
              <a:defRPr/>
            </a:pPr>
            <a:r>
              <a:rPr kumimoji="1" lang="zh-CN" altLang="en-US" sz="2000">
                <a:solidFill>
                  <a:srgbClr val="002060"/>
                </a:solidFill>
                <a:latin typeface="微软雅黑" panose="020B0503020204020204" pitchFamily="34" charset="-122"/>
                <a:ea typeface="微软雅黑" panose="020B0503020204020204" pitchFamily="34" charset="-122"/>
              </a:rPr>
              <a:t>叫作用力</a:t>
            </a:r>
            <a:r>
              <a:rPr kumimoji="0" lang="en-US" altLang="zh-CN" sz="20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F</a:t>
            </a:r>
            <a:r>
              <a:rPr kumimoji="0" lang="en-US" altLang="zh-CN" sz="2000" b="0" i="0" u="none" strike="noStrike" kern="1200" cap="none" spc="0" normalizeH="0" baseline="-2500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1</a:t>
            </a:r>
            <a:endParaRPr kumimoji="0" lang="zh-CN" altLang="en-US" sz="2000" b="0" i="0" u="none" strike="noStrike" kern="1200" cap="none" spc="0" normalizeH="0" baseline="-25000" noProof="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23" name="文本框 22">
            <a:extLst>
              <a:ext uri="{FF2B5EF4-FFF2-40B4-BE49-F238E27FC236}">
                <a16:creationId xmlns:a16="http://schemas.microsoft.com/office/drawing/2014/main" id="{4BE1B1F4-63D2-5CDC-4FC9-9EF7042E211E}"/>
              </a:ext>
            </a:extLst>
          </p:cNvPr>
          <p:cNvSpPr txBox="1"/>
          <p:nvPr>
            <p:custDataLst>
              <p:tags r:id="rId11"/>
            </p:custDataLst>
          </p:nvPr>
        </p:nvSpPr>
        <p:spPr>
          <a:xfrm>
            <a:off x="1824081" y="2365465"/>
            <a:ext cx="2263985" cy="781561"/>
          </a:xfrm>
          <a:prstGeom prst="rect">
            <a:avLst/>
          </a:prstGeom>
          <a:solidFill>
            <a:schemeClr val="accent3">
              <a:lumMod val="20000"/>
              <a:lumOff val="80000"/>
            </a:schemeClr>
          </a:solidFill>
          <a:ln>
            <a:solidFill>
              <a:schemeClr val="tx1"/>
            </a:solidFill>
          </a:ln>
        </p:spPr>
        <p:txBody>
          <a:bodyPr wrap="square">
            <a:spAutoFit/>
          </a:bodyPr>
          <a:lstStyle/>
          <a:p>
            <a:pPr marL="0" marR="0" lvl="0" indent="0" algn="ctr" defTabSz="685160" rtl="0" eaLnBrk="1" fontAlgn="auto" latinLnBrk="0" hangingPunct="1">
              <a:lnSpc>
                <a:spcPts val="2800"/>
              </a:lnSpc>
              <a:spcBef>
                <a:spcPct val="0"/>
              </a:spcBef>
              <a:spcAft>
                <a:spcPct val="0"/>
              </a:spcAft>
              <a:buClrTx/>
              <a:buSzTx/>
              <a:buFontTx/>
              <a:buNone/>
              <a:defRPr/>
            </a:pPr>
            <a:r>
              <a:rPr kumimoji="1" lang="zh-CN" altLang="en-US" sz="2000">
                <a:solidFill>
                  <a:srgbClr val="002060"/>
                </a:solidFill>
                <a:latin typeface="微软雅黑" panose="020B0503020204020204" pitchFamily="34" charset="-122"/>
                <a:ea typeface="微软雅黑" panose="020B0503020204020204" pitchFamily="34" charset="-122"/>
              </a:rPr>
              <a:t>铅笔对手的力</a:t>
            </a:r>
            <a:endParaRPr kumimoji="1" lang="en-US" altLang="zh-CN" sz="2000">
              <a:solidFill>
                <a:srgbClr val="002060"/>
              </a:solidFill>
              <a:latin typeface="微软雅黑" panose="020B0503020204020204" pitchFamily="34" charset="-122"/>
              <a:ea typeface="微软雅黑" panose="020B0503020204020204" pitchFamily="34" charset="-122"/>
            </a:endParaRPr>
          </a:p>
          <a:p>
            <a:pPr marL="0" marR="0" lvl="0" indent="0" algn="ctr" defTabSz="685160" rtl="0" eaLnBrk="1" fontAlgn="auto" latinLnBrk="0" hangingPunct="1">
              <a:lnSpc>
                <a:spcPts val="2800"/>
              </a:lnSpc>
              <a:spcBef>
                <a:spcPct val="0"/>
              </a:spcBef>
              <a:spcAft>
                <a:spcPct val="0"/>
              </a:spcAft>
              <a:buClrTx/>
              <a:buSzTx/>
              <a:buFontTx/>
              <a:buNone/>
              <a:defRPr/>
            </a:pPr>
            <a:r>
              <a:rPr kumimoji="1" lang="zh-CN" altLang="en-US" sz="2000">
                <a:solidFill>
                  <a:srgbClr val="002060"/>
                </a:solidFill>
                <a:latin typeface="微软雅黑" panose="020B0503020204020204" pitchFamily="34" charset="-122"/>
                <a:ea typeface="微软雅黑" panose="020B0503020204020204" pitchFamily="34" charset="-122"/>
              </a:rPr>
              <a:t>叫反作用力</a:t>
            </a:r>
            <a:r>
              <a:rPr kumimoji="0" lang="en-US" altLang="zh-CN" sz="2000" b="0" i="1" u="none" strike="noStrike" kern="1200" cap="none" spc="0" normalizeH="0" baseline="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F</a:t>
            </a:r>
            <a:r>
              <a:rPr kumimoji="0" lang="en-US" altLang="zh-CN" sz="2000" b="0" i="0" u="none" strike="noStrike" kern="1200" cap="none" spc="0" normalizeH="0" baseline="-25000" noProof="0">
                <a:ln>
                  <a:noFill/>
                </a:ln>
                <a:solidFill>
                  <a:srgbClr val="002060"/>
                </a:solidFill>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2</a:t>
            </a:r>
            <a:endParaRPr kumimoji="0" lang="zh-CN" altLang="en-US" sz="2000" b="0" i="0" u="none" strike="noStrike" kern="1200" cap="none" spc="0" normalizeH="0" baseline="-25000" noProof="0">
              <a:ln>
                <a:noFill/>
              </a:ln>
              <a:solidFill>
                <a:prstClr val="black"/>
              </a:solidFill>
              <a:effectLst/>
              <a:uLnTx/>
              <a:uFillTx/>
              <a:latin typeface="Times New Roman" panose="02020603050405020304" pitchFamily="18" charset="0"/>
              <a:ea typeface="微软雅黑"/>
              <a:cs typeface="Times New Roman" panose="02020603050405020304" pitchFamily="18" charset="0"/>
            </a:endParaRPr>
          </a:p>
        </p:txBody>
      </p:sp>
      <p:sp>
        <p:nvSpPr>
          <p:cNvPr id="37" name="文本框 36">
            <a:extLst>
              <a:ext uri="{FF2B5EF4-FFF2-40B4-BE49-F238E27FC236}">
                <a16:creationId xmlns:a16="http://schemas.microsoft.com/office/drawing/2014/main" id="{0561F13E-F730-94F8-36FD-DC54358F0424}"/>
              </a:ext>
            </a:extLst>
          </p:cNvPr>
          <p:cNvSpPr txBox="1"/>
          <p:nvPr>
            <p:custDataLst>
              <p:tags r:id="rId12"/>
            </p:custDataLst>
          </p:nvPr>
        </p:nvSpPr>
        <p:spPr>
          <a:xfrm>
            <a:off x="5363498" y="2626038"/>
            <a:ext cx="3376408" cy="1643976"/>
          </a:xfrm>
          <a:prstGeom prst="rect">
            <a:avLst/>
          </a:prstGeom>
          <a:solidFill>
            <a:srgbClr val="B9EBDC"/>
          </a:solidFill>
          <a:ln>
            <a:solidFill>
              <a:schemeClr val="tx1"/>
            </a:solidFill>
          </a:ln>
        </p:spPr>
        <p:txBody>
          <a:bodyPr wrap="square">
            <a:spAutoFit/>
          </a:bodyPr>
          <a:lstStyle/>
          <a:p>
            <a:pPr lvl="0">
              <a:lnSpc>
                <a:spcPts val="3100"/>
              </a:lnSpc>
              <a:defRPr/>
            </a:pPr>
            <a:r>
              <a:rPr kumimoji="1" lang="zh-CN" altLang="en-US" sz="2000">
                <a:latin typeface="微软雅黑" panose="020B0503020204020204" pitchFamily="34" charset="-122"/>
                <a:ea typeface="微软雅黑" panose="020B0503020204020204" pitchFamily="34" charset="-122"/>
              </a:rPr>
              <a:t>      作用力</a:t>
            </a:r>
            <a:r>
              <a:rPr kumimoji="0" lang="en-US" altLang="zh-CN" sz="2000" b="0" i="1" u="none" strike="noStrike" kern="1200" cap="none" spc="0" normalizeH="0" baseline="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F</a:t>
            </a:r>
            <a:r>
              <a:rPr kumimoji="0" lang="en-US" altLang="zh-CN" sz="2000" b="0" i="0" u="none" strike="noStrike" kern="1200" cap="none" spc="0" normalizeH="0" baseline="-25000" noProof="0">
                <a:ln>
                  <a:noFill/>
                </a:ln>
                <a:effectLst/>
                <a:uLnTx/>
                <a:uFillTx/>
                <a:latin typeface="Times New Roman" panose="02020603050405020304" pitchFamily="18" charset="0"/>
                <a:ea typeface="微软雅黑" panose="020B0503020204020204" pitchFamily="34" charset="-122"/>
                <a:cs typeface="Times New Roman" panose="02020603050405020304" pitchFamily="18" charset="0"/>
                <a:sym typeface="+mn-ea"/>
              </a:rPr>
              <a:t>1</a:t>
            </a:r>
            <a:r>
              <a:rPr kumimoji="1" lang="zh-CN" altLang="en-US" sz="2000">
                <a:latin typeface="微软雅黑" panose="020B0503020204020204" pitchFamily="34" charset="-122"/>
                <a:ea typeface="微软雅黑" panose="020B0503020204020204" pitchFamily="34" charset="-122"/>
              </a:rPr>
              <a:t>与反作用力</a:t>
            </a:r>
            <a:r>
              <a:rPr lang="en-US" altLang="zh-CN" sz="2000" i="1">
                <a:latin typeface="Times New Roman" panose="02020603050405020304" pitchFamily="18" charset="0"/>
                <a:ea typeface="微软雅黑" panose="020B0503020204020204" pitchFamily="34" charset="-122"/>
                <a:cs typeface="Times New Roman" panose="02020603050405020304" pitchFamily="18" charset="0"/>
                <a:sym typeface="+mn-ea"/>
              </a:rPr>
              <a:t>F</a:t>
            </a:r>
            <a:r>
              <a:rPr lang="en-US" altLang="zh-CN" sz="2000" baseline="-25000">
                <a:latin typeface="Times New Roman" panose="02020603050405020304" pitchFamily="18" charset="0"/>
                <a:ea typeface="微软雅黑" panose="020B0503020204020204" pitchFamily="34" charset="-122"/>
                <a:cs typeface="Times New Roman" panose="02020603050405020304" pitchFamily="18" charset="0"/>
                <a:sym typeface="+mn-ea"/>
              </a:rPr>
              <a:t>2</a:t>
            </a:r>
            <a:r>
              <a:rPr lang="zh-CN" altLang="en-US" sz="2000">
                <a:latin typeface="Times New Roman" panose="02020603050405020304" pitchFamily="18" charset="0"/>
                <a:ea typeface="微软雅黑" panose="020B0503020204020204" pitchFamily="34" charset="-122"/>
                <a:cs typeface="Times New Roman" panose="02020603050405020304" pitchFamily="18" charset="0"/>
                <a:sym typeface="+mn-ea"/>
              </a:rPr>
              <a:t>的大小相等、方向相反、在同一直线上，但是分别作用在铅笔和手上</a:t>
            </a:r>
            <a:r>
              <a:rPr lang="en-US" altLang="zh-CN" sz="2000">
                <a:latin typeface="Times New Roman" panose="02020603050405020304" pitchFamily="18" charset="0"/>
                <a:ea typeface="微软雅黑" panose="020B0503020204020204" pitchFamily="34" charset="-122"/>
                <a:cs typeface="Times New Roman" panose="02020603050405020304" pitchFamily="18" charset="0"/>
                <a:sym typeface="+mn-ea"/>
              </a:rPr>
              <a:t>.</a:t>
            </a:r>
            <a:endParaRPr lang="zh-CN" alt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92858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53"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afterGroup">
                            <p:stCondLst>
                              <p:cond delay="0"/>
                            </p:stCondLst>
                            <p:childTnLst>
                              <p:par>
                                <p:cTn id="12" presetID="16" presetClass="entr" presetSubtype="42"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barn(outHorizontal)">
                                      <p:cBhvr>
                                        <p:cTn id="14" dur="500"/>
                                        <p:tgtEl>
                                          <p:spTgt spid="10"/>
                                        </p:tgtEl>
                                      </p:cBhvr>
                                    </p:animEffect>
                                  </p:childTnLst>
                                </p:cTn>
                              </p:par>
                            </p:childTnLst>
                          </p:cTn>
                        </p:par>
                      </p:childTnLst>
                    </p:cTn>
                  </p:par>
                  <p:par>
                    <p:cTn id="15" fill="hold" nodeType="clickPar">
                      <p:stCondLst>
                        <p:cond delay="indefinite"/>
                      </p:stCondLst>
                      <p:childTnLst>
                        <p:par>
                          <p:cTn id="16" fill="hold" nodeType="afterGroup">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500"/>
                                        <p:tgtEl>
                                          <p:spTgt spid="19"/>
                                        </p:tgtEl>
                                      </p:cBhvr>
                                    </p:animEffect>
                                  </p:childTnLst>
                                </p:cTn>
                              </p:par>
                            </p:childTnLst>
                          </p:cTn>
                        </p:par>
                      </p:childTnLst>
                    </p:cTn>
                  </p:par>
                  <p:par>
                    <p:cTn id="26" fill="hold" nodeType="clickPar">
                      <p:stCondLst>
                        <p:cond delay="indefinite"/>
                      </p:stCondLst>
                      <p:childTnLst>
                        <p:par>
                          <p:cTn id="27" fill="hold" nodeType="afterGroup">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wipe(down)">
                                      <p:cBhvr>
                                        <p:cTn id="30" dur="500"/>
                                        <p:tgtEl>
                                          <p:spTgt spid="23"/>
                                        </p:tgtEl>
                                      </p:cBhvr>
                                    </p:animEffect>
                                  </p:childTnLst>
                                </p:cTn>
                              </p:par>
                              <p:par>
                                <p:cTn id="31" presetID="22" presetClass="entr" presetSubtype="4"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down)">
                                      <p:cBhvr>
                                        <p:cTn id="33" dur="500"/>
                                        <p:tgtEl>
                                          <p:spTgt spid="12"/>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Effect transition="in" filter="wipe(down)">
                                      <p:cBhvr>
                                        <p:cTn id="36" dur="500"/>
                                        <p:tgtEl>
                                          <p:spTgt spid="11"/>
                                        </p:tgtEl>
                                      </p:cBhvr>
                                    </p:animEffect>
                                  </p:childTnLst>
                                </p:cTn>
                              </p:par>
                            </p:childTnLst>
                          </p:cTn>
                        </p:par>
                      </p:childTnLst>
                    </p:cTn>
                  </p:par>
                  <p:par>
                    <p:cTn id="37" fill="hold" nodeType="clickPar">
                      <p:stCondLst>
                        <p:cond delay="indefinite"/>
                      </p:stCondLst>
                      <p:childTnLst>
                        <p:par>
                          <p:cTn id="38" fill="hold" nodeType="afterGroup">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7"/>
                                        </p:tgtEl>
                                        <p:attrNameLst>
                                          <p:attrName>style.visibility</p:attrName>
                                        </p:attrNameLst>
                                      </p:cBhvr>
                                      <p:to>
                                        <p:strVal val="visible"/>
                                      </p:to>
                                    </p:set>
                                    <p:animEffect transition="in" filter="wipe(down)">
                                      <p:cBhvr>
                                        <p:cTn id="4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9" grpId="0"/>
      <p:bldP spid="21" grpId="0" animBg="1"/>
      <p:bldP spid="23" grpId="0" animBg="1"/>
      <p:bldP spid="37"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C226117B-67FF-64FC-12A8-A904CC0D14E2}"/>
              </a:ext>
            </a:extLst>
          </p:cNvPr>
          <p:cNvGrpSpPr/>
          <p:nvPr>
            <p:custDataLst>
              <p:tags r:id="rId1"/>
            </p:custDataLst>
          </p:nvPr>
        </p:nvGrpSpPr>
        <p:grpSpPr>
          <a:xfrm>
            <a:off x="90851" y="2799739"/>
            <a:ext cx="8962298" cy="2198126"/>
            <a:chOff x="276531" y="2788441"/>
            <a:chExt cx="8794140" cy="2198126"/>
          </a:xfrm>
        </p:grpSpPr>
        <p:sp>
          <p:nvSpPr>
            <p:cNvPr id="8" name="矩形 37">
              <a:extLst>
                <a:ext uri="{FF2B5EF4-FFF2-40B4-BE49-F238E27FC236}">
                  <a16:creationId xmlns:a16="http://schemas.microsoft.com/office/drawing/2014/main" id="{2ED32285-A168-BDCD-3A69-9B54BF94B975}"/>
                </a:ext>
              </a:extLst>
            </p:cNvPr>
            <p:cNvSpPr>
              <a:spLocks noChangeArrowheads="1"/>
            </p:cNvSpPr>
            <p:nvPr>
              <p:custDataLst>
                <p:tags r:id="rId9"/>
              </p:custDataLst>
            </p:nvPr>
          </p:nvSpPr>
          <p:spPr bwMode="auto">
            <a:xfrm>
              <a:off x="276531" y="2788441"/>
              <a:ext cx="8794140" cy="2198126"/>
            </a:xfrm>
            <a:prstGeom prst="rect">
              <a:avLst/>
            </a:prstGeom>
            <a:gradFill>
              <a:gsLst>
                <a:gs pos="20000">
                  <a:srgbClr val="046FB6"/>
                </a:gs>
                <a:gs pos="100000">
                  <a:srgbClr val="004785"/>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marL="0" marR="0" lvl="0" indent="0" algn="l" defTabSz="685160" rtl="0" eaLnBrk="1" fontAlgn="auto" latinLnBrk="0" hangingPunct="1">
                <a:lnSpc>
                  <a:spcPct val="100000"/>
                </a:lnSpc>
                <a:spcBef>
                  <a:spcPct val="0"/>
                </a:spcBef>
                <a:spcAft>
                  <a:spcPct val="0"/>
                </a:spcAft>
                <a:buClrTx/>
                <a:buSzTx/>
                <a:buFontTx/>
                <a:buNone/>
                <a:defRPr/>
              </a:pPr>
              <a:endParaRPr kumimoji="0" lang="zh-CN" altLang="en-US" sz="1349" b="0" i="0" u="none" strike="noStrike" kern="1200" cap="none" spc="0" normalizeH="0" baseline="0" noProof="0">
                <a:ln>
                  <a:noFill/>
                </a:ln>
                <a:solidFill>
                  <a:prstClr val="white"/>
                </a:solidFill>
                <a:effectLst/>
                <a:uLnTx/>
                <a:uFillTx/>
                <a:latin typeface="Times New Roman"/>
                <a:ea typeface="微软雅黑"/>
                <a:cs typeface="+mn-ea"/>
                <a:sym typeface="+mn-lt"/>
              </a:endParaRPr>
            </a:p>
          </p:txBody>
        </p:sp>
        <p:pic>
          <p:nvPicPr>
            <p:cNvPr id="10" name="图片 9">
              <a:extLst>
                <a:ext uri="{FF2B5EF4-FFF2-40B4-BE49-F238E27FC236}">
                  <a16:creationId xmlns:a16="http://schemas.microsoft.com/office/drawing/2014/main" id="{B9D32BCA-B27C-72B1-8F70-D27D5AA4128D}"/>
                </a:ext>
              </a:extLst>
            </p:cNvPr>
            <p:cNvPicPr>
              <a:picLocks noChangeAspect="1"/>
            </p:cNvPicPr>
            <p:nvPr>
              <p:custDataLst>
                <p:tags r:id="rId10"/>
              </p:custDataLst>
            </p:nvPr>
          </p:nvPicPr>
          <p:blipFill>
            <a:blip r:embed="rId12"/>
            <a:srcRect l="16093" t="19040" r="16095" b="25092"/>
            <a:stretch>
              <a:fillRect/>
            </a:stretch>
          </p:blipFill>
          <p:spPr>
            <a:xfrm>
              <a:off x="361143" y="2868338"/>
              <a:ext cx="895256" cy="403945"/>
            </a:xfrm>
            <a:prstGeom prst="rect">
              <a:avLst/>
            </a:prstGeom>
          </p:spPr>
        </p:pic>
      </p:grpSp>
      <p:sp>
        <p:nvSpPr>
          <p:cNvPr id="20" name="文本框 19">
            <a:extLst>
              <a:ext uri="{FF2B5EF4-FFF2-40B4-BE49-F238E27FC236}">
                <a16:creationId xmlns:a16="http://schemas.microsoft.com/office/drawing/2014/main" id="{20F63954-7B95-9517-8EB2-FC91CE4EFC6E}"/>
              </a:ext>
            </a:extLst>
          </p:cNvPr>
          <p:cNvSpPr txBox="1"/>
          <p:nvPr>
            <p:custDataLst>
              <p:tags r:id="rId2"/>
            </p:custDataLst>
          </p:nvPr>
        </p:nvSpPr>
        <p:spPr>
          <a:xfrm>
            <a:off x="435055" y="533150"/>
            <a:ext cx="6643925" cy="2169440"/>
          </a:xfrm>
          <a:prstGeom prst="rect">
            <a:avLst/>
          </a:prstGeom>
          <a:noFill/>
        </p:spPr>
        <p:txBody>
          <a:bodyPr wrap="square">
            <a:spAutoFit/>
          </a:bodyPr>
          <a:lstStyle/>
          <a:p>
            <a:pPr indent="457200">
              <a:lnSpc>
                <a:spcPts val="3300"/>
              </a:lnSpc>
            </a:pPr>
            <a:r>
              <a:rPr lang="en-US" altLang="zh-CN"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小明的梦中经历：他和小华困在池塘中央的冰面上，冰面非常光滑，无法利用摩擦推动小船。如图，是他们的奇思妙想</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把行李向后扔出去，船就前进了。你认为他们的奇思妙想</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（选填“能”或“不能”）实现；你的依据是</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3"/>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5" name="文本框 4">
            <a:extLst>
              <a:ext uri="{FF2B5EF4-FFF2-40B4-BE49-F238E27FC236}">
                <a16:creationId xmlns:a16="http://schemas.microsoft.com/office/drawing/2014/main" id="{E948CC86-00FD-7D23-1DA3-7954D76F4D02}"/>
              </a:ext>
            </a:extLst>
          </p:cNvPr>
          <p:cNvSpPr txBox="1"/>
          <p:nvPr>
            <p:custDataLst>
              <p:tags r:id="rId4"/>
            </p:custDataLst>
          </p:nvPr>
        </p:nvSpPr>
        <p:spPr>
          <a:xfrm>
            <a:off x="5049778" y="1795342"/>
            <a:ext cx="815210" cy="430887"/>
          </a:xfrm>
          <a:prstGeom prst="rect">
            <a:avLst/>
          </a:prstGeom>
          <a:noFill/>
        </p:spPr>
        <p:txBody>
          <a:bodyPr wrap="square">
            <a:spAutoFit/>
          </a:bodyPr>
          <a:lstStyle/>
          <a:p>
            <a:pPr algn="l"/>
            <a:r>
              <a:rPr lang="en-US" altLang="zh-CN" sz="2200" kern="100">
                <a:solidFill>
                  <a:srgbClr val="FF0000"/>
                </a:solidFill>
                <a:effectLst/>
              </a:rPr>
              <a:t>    </a:t>
            </a:r>
            <a:r>
              <a:rPr lang="zh-CN" altLang="en-US" sz="2200" kern="100">
                <a:solidFill>
                  <a:srgbClr val="FF0000"/>
                </a:solidFill>
                <a:effectLst/>
              </a:rPr>
              <a:t>能</a:t>
            </a:r>
            <a:endParaRPr lang="zh-CN" altLang="zh-CN" sz="2200" kern="100">
              <a:solidFill>
                <a:srgbClr val="FF0000"/>
              </a:solidFill>
              <a:effectLst/>
            </a:endParaRPr>
          </a:p>
        </p:txBody>
      </p:sp>
      <p:sp>
        <p:nvSpPr>
          <p:cNvPr id="6" name="文本框 5">
            <a:extLst>
              <a:ext uri="{FF2B5EF4-FFF2-40B4-BE49-F238E27FC236}">
                <a16:creationId xmlns:a16="http://schemas.microsoft.com/office/drawing/2014/main" id="{03DF920A-71D4-1FAD-6D35-D629EE965288}"/>
              </a:ext>
            </a:extLst>
          </p:cNvPr>
          <p:cNvSpPr txBox="1"/>
          <p:nvPr>
            <p:custDataLst>
              <p:tags r:id="rId5"/>
            </p:custDataLst>
          </p:nvPr>
        </p:nvSpPr>
        <p:spPr>
          <a:xfrm>
            <a:off x="4986701" y="2229587"/>
            <a:ext cx="3447830" cy="430887"/>
          </a:xfrm>
          <a:prstGeom prst="rect">
            <a:avLst/>
          </a:prstGeom>
          <a:noFill/>
        </p:spPr>
        <p:txBody>
          <a:bodyPr wrap="square">
            <a:spAutoFit/>
          </a:bodyPr>
          <a:lstStyle/>
          <a:p>
            <a:r>
              <a:rPr lang="en-US" altLang="zh-CN" sz="2200" kern="100">
                <a:solidFill>
                  <a:srgbClr val="FF0000"/>
                </a:solidFill>
                <a:effectLst/>
              </a:rPr>
              <a:t>   </a:t>
            </a:r>
            <a:r>
              <a:rPr lang="zh-CN" altLang="en-US" sz="2200" kern="100">
                <a:solidFill>
                  <a:srgbClr val="FF0000"/>
                </a:solidFill>
              </a:rPr>
              <a:t>力的作用是相互的</a:t>
            </a:r>
            <a:endParaRPr lang="zh-CN" altLang="zh-CN" sz="2200" kern="100">
              <a:solidFill>
                <a:srgbClr val="FF0000"/>
              </a:solidFill>
              <a:effectLst/>
            </a:endParaRPr>
          </a:p>
        </p:txBody>
      </p:sp>
      <p:sp>
        <p:nvSpPr>
          <p:cNvPr id="18" name="文本框 17">
            <a:extLst>
              <a:ext uri="{FF2B5EF4-FFF2-40B4-BE49-F238E27FC236}">
                <a16:creationId xmlns:a16="http://schemas.microsoft.com/office/drawing/2014/main" id="{CC8A35CC-B4F6-301D-6813-88567CC63CEF}"/>
              </a:ext>
            </a:extLst>
          </p:cNvPr>
          <p:cNvSpPr txBox="1"/>
          <p:nvPr>
            <p:custDataLst>
              <p:tags r:id="rId6"/>
            </p:custDataLst>
          </p:nvPr>
        </p:nvSpPr>
        <p:spPr>
          <a:xfrm>
            <a:off x="633269" y="2879636"/>
            <a:ext cx="8023051" cy="1983620"/>
          </a:xfrm>
          <a:prstGeom prst="rect">
            <a:avLst/>
          </a:prstGeom>
          <a:noFill/>
        </p:spPr>
        <p:txBody>
          <a:bodyPr wrap="square">
            <a:spAutoFit/>
          </a:bodyPr>
          <a:lstStyle/>
          <a:p>
            <a:pPr lvl="0" indent="324000" defTabSz="685324">
              <a:lnSpc>
                <a:spcPts val="3000"/>
              </a:lnSpc>
              <a:defRPr/>
            </a:pPr>
            <a:r>
              <a:rPr lang="zh-CN" altLang="en-US" sz="2100">
                <a:solidFill>
                  <a:schemeClr val="bg1"/>
                </a:solidFill>
                <a:ea typeface="微软雅黑" panose="020B0503020204020204" pitchFamily="34" charset="-122"/>
              </a:rPr>
              <a:t>   把行李向后扔出去，对行李有一个向后的力，根据力的作用是相互的，行李同时会给人（船）一个向前的力，由于冰面非常光滑，摩擦力很小，故船受到向前的力，船就前进了，所以他们的奇迹妙想可以实验。船对行李有力的作用，行李对船有力的作用，因为物体间力的作用是相互的。</a:t>
            </a:r>
          </a:p>
        </p:txBody>
      </p:sp>
      <p:sp>
        <p:nvSpPr>
          <p:cNvPr id="2" name="文本框 1">
            <a:extLst>
              <a:ext uri="{FF2B5EF4-FFF2-40B4-BE49-F238E27FC236}">
                <a16:creationId xmlns:a16="http://schemas.microsoft.com/office/drawing/2014/main" id="{E3824427-F4A0-9C8D-CDB0-144E703BCCE1}"/>
              </a:ext>
            </a:extLst>
          </p:cNvPr>
          <p:cNvSpPr txBox="1"/>
          <p:nvPr>
            <p:custDataLst>
              <p:tags r:id="rId7"/>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pic>
        <p:nvPicPr>
          <p:cNvPr id="3" name="图片 2">
            <a:extLst>
              <a:ext uri="{FF2B5EF4-FFF2-40B4-BE49-F238E27FC236}">
                <a16:creationId xmlns:a16="http://schemas.microsoft.com/office/drawing/2014/main" id="{9FEB2649-76CB-E197-E05D-BBFAFFF6C16B}"/>
              </a:ext>
            </a:extLst>
          </p:cNvPr>
          <p:cNvPicPr>
            <a:picLocks noChangeAspect="1"/>
          </p:cNvPicPr>
          <p:nvPr>
            <p:custDataLst>
              <p:tags r:id="rId8"/>
            </p:custDataLst>
          </p:nvPr>
        </p:nvPicPr>
        <p:blipFill>
          <a:blip r:embed="rId13"/>
          <a:stretch>
            <a:fillRect/>
          </a:stretch>
        </p:blipFill>
        <p:spPr>
          <a:xfrm>
            <a:off x="7078980" y="600569"/>
            <a:ext cx="2028825" cy="1524000"/>
          </a:xfrm>
          <a:prstGeom prst="rect">
            <a:avLst/>
          </a:prstGeom>
        </p:spPr>
      </p:pic>
    </p:spTree>
    <p:extLst>
      <p:ext uri="{BB962C8B-B14F-4D97-AF65-F5344CB8AC3E}">
        <p14:creationId xmlns:p14="http://schemas.microsoft.com/office/powerpoint/2010/main" val="363794518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after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0" end="0"/>
                                            </p:txEl>
                                          </p:spTgt>
                                        </p:tgtEl>
                                        <p:attrNameLst>
                                          <p:attrName>style.visibility</p:attrName>
                                        </p:attrNameLst>
                                      </p:cBhvr>
                                      <p:to>
                                        <p:strVal val="visible"/>
                                      </p:to>
                                    </p:set>
                                    <p:animEffect transition="in" filter="wipe(left)">
                                      <p:cBhvr>
                                        <p:cTn id="12" dur="1500"/>
                                        <p:tgtEl>
                                          <p:spTgt spid="18">
                                            <p:txEl>
                                              <p:pRg st="0" end="0"/>
                                            </p:txEl>
                                          </p:spTgt>
                                        </p:tgtEl>
                                      </p:cBhvr>
                                    </p:animEffect>
                                  </p:childTnLst>
                                </p:cTn>
                              </p:par>
                            </p:childTnLst>
                          </p:cTn>
                        </p:par>
                      </p:childTnLst>
                    </p:cTn>
                  </p:par>
                  <p:par>
                    <p:cTn id="13" fill="hold" nodeType="clickPar">
                      <p:stCondLst>
                        <p:cond delay="indefinite"/>
                      </p:stCondLst>
                      <p:childTnLst>
                        <p:par>
                          <p:cTn id="14" fill="hold" nodeType="afterGroup">
                            <p:stCondLst>
                              <p:cond delay="0"/>
                            </p:stCondLst>
                            <p:childTnLst>
                              <p:par>
                                <p:cTn id="15" presetID="3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 calcmode="lin" valueType="num">
                                      <p:cBhvr>
                                        <p:cTn id="19" dur="500" fill="hold"/>
                                        <p:tgtEl>
                                          <p:spTgt spid="5"/>
                                        </p:tgtEl>
                                        <p:attrNameLst>
                                          <p:attrName>style.rotation</p:attrName>
                                        </p:attrNameLst>
                                      </p:cBhvr>
                                      <p:tavLst>
                                        <p:tav tm="0">
                                          <p:val>
                                            <p:fltVal val="90"/>
                                          </p:val>
                                        </p:tav>
                                        <p:tav tm="100000">
                                          <p:val>
                                            <p:fltVal val="0"/>
                                          </p:val>
                                        </p:tav>
                                      </p:tavLst>
                                    </p:anim>
                                    <p:animEffect transition="in" filter="fade">
                                      <p:cBhvr>
                                        <p:cTn id="20" dur="500"/>
                                        <p:tgtEl>
                                          <p:spTgt spid="5"/>
                                        </p:tgtEl>
                                      </p:cBhvr>
                                    </p:animEffect>
                                  </p:childTnLst>
                                </p:cTn>
                              </p:par>
                            </p:childTnLst>
                          </p:cTn>
                        </p:par>
                      </p:childTnLst>
                    </p:cTn>
                  </p:par>
                  <p:par>
                    <p:cTn id="21" fill="hold" nodeType="clickPar">
                      <p:stCondLst>
                        <p:cond delay="indefinite"/>
                      </p:stCondLst>
                      <p:childTnLst>
                        <p:par>
                          <p:cTn id="22" fill="hold" nodeType="afterGroup">
                            <p:stCondLst>
                              <p:cond delay="0"/>
                            </p:stCondLst>
                            <p:childTnLst>
                              <p:par>
                                <p:cTn id="23" presetID="3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 calcmode="lin" valueType="num">
                                      <p:cBhvr>
                                        <p:cTn id="27" dur="500" fill="hold"/>
                                        <p:tgtEl>
                                          <p:spTgt spid="6"/>
                                        </p:tgtEl>
                                        <p:attrNameLst>
                                          <p:attrName>style.rotation</p:attrName>
                                        </p:attrNameLst>
                                      </p:cBhvr>
                                      <p:tavLst>
                                        <p:tav tm="0">
                                          <p:val>
                                            <p:fltVal val="90"/>
                                          </p:val>
                                        </p:tav>
                                        <p:tav tm="100000">
                                          <p:val>
                                            <p:fltVal val="0"/>
                                          </p:val>
                                        </p:tav>
                                      </p:tavLst>
                                    </p:anim>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96948" y="533150"/>
            <a:ext cx="7950104" cy="3439018"/>
          </a:xfrm>
          <a:prstGeom prst="rect">
            <a:avLst/>
          </a:prstGeom>
          <a:noFill/>
        </p:spPr>
        <p:txBody>
          <a:bodyPr wrap="square">
            <a:spAutoFit/>
          </a:bodyPr>
          <a:lstStyle/>
          <a:p>
            <a:pPr indent="457200">
              <a:lnSpc>
                <a:spcPts val="3300"/>
              </a:lnSpc>
            </a:pPr>
            <a:r>
              <a:rPr lang="en-US" altLang="zh-CN"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2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为迎接即将到来的</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2022</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年北京冬奥会，我国冰壶运动员正在加紧训练（如图所示）。冰壶训练时，运动员需要不断调节自己的运动，手推冰壶的运动员穿的两只鞋的鞋底材质并不相同，蹬冰鞋的鞋底为橡胶制成，而滑行鞋的鞋底为塑料制成，由此可以判断</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（选填“橡胶”或“塑料”）的粗糙程度更大一些；运动员用蹬冰鞋用力向后蹬冰面，人就会慢慢向前，这个现象说明力的作用是</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的，</a:t>
            </a:r>
            <a:endPar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3300"/>
              </a:lnSpc>
            </a:pP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推动运动员向前的力的施力物体是</a:t>
            </a:r>
            <a:r>
              <a:rPr lang="en-US" altLang="zh-CN"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a:t>
            </a:r>
            <a:r>
              <a:rPr lang="zh-CN" altLang="en-US" sz="22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7FE6DA0D-EEA4-58EE-D586-428216CAA226}"/>
              </a:ext>
            </a:extLst>
          </p:cNvPr>
          <p:cNvSpPr txBox="1"/>
          <p:nvPr>
            <p:custDataLst>
              <p:tags r:id="rId3"/>
            </p:custDataLst>
          </p:nvPr>
        </p:nvSpPr>
        <p:spPr>
          <a:xfrm>
            <a:off x="3633893" y="2252659"/>
            <a:ext cx="938107" cy="430887"/>
          </a:xfrm>
          <a:prstGeom prst="rect">
            <a:avLst/>
          </a:prstGeom>
          <a:noFill/>
        </p:spPr>
        <p:txBody>
          <a:bodyPr wrap="square">
            <a:spAutoFit/>
          </a:bodyPr>
          <a:lstStyle/>
          <a:p>
            <a:pPr algn="l"/>
            <a:r>
              <a:rPr lang="en-US" altLang="zh-CN" sz="2200" kern="100">
                <a:solidFill>
                  <a:srgbClr val="FF0000"/>
                </a:solidFill>
                <a:effectLst/>
              </a:rPr>
              <a:t> </a:t>
            </a:r>
            <a:r>
              <a:rPr lang="zh-CN" altLang="en-US" sz="2200" kern="100">
                <a:solidFill>
                  <a:srgbClr val="FF0000"/>
                </a:solidFill>
                <a:effectLst/>
              </a:rPr>
              <a:t>橡胶</a:t>
            </a:r>
            <a:endParaRPr lang="zh-CN" altLang="zh-CN" sz="2200" kern="100">
              <a:solidFill>
                <a:srgbClr val="FF0000"/>
              </a:solidFill>
              <a:effectLst/>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4"/>
            </p:custDataLst>
          </p:nvPr>
        </p:nvSpPr>
        <p:spPr>
          <a:xfrm>
            <a:off x="5065249" y="3054164"/>
            <a:ext cx="1125577" cy="430887"/>
          </a:xfrm>
          <a:prstGeom prst="rect">
            <a:avLst/>
          </a:prstGeom>
          <a:noFill/>
        </p:spPr>
        <p:txBody>
          <a:bodyPr wrap="square">
            <a:spAutoFit/>
          </a:bodyPr>
          <a:lstStyle/>
          <a:p>
            <a:r>
              <a:rPr lang="en-US" altLang="zh-CN" sz="2200" kern="100">
                <a:solidFill>
                  <a:srgbClr val="FF0000"/>
                </a:solidFill>
                <a:effectLst/>
              </a:rPr>
              <a:t>   </a:t>
            </a:r>
            <a:r>
              <a:rPr lang="zh-CN" altLang="en-US" sz="2200" kern="100">
                <a:solidFill>
                  <a:srgbClr val="FF0000"/>
                </a:solidFill>
              </a:rPr>
              <a:t>相互</a:t>
            </a:r>
            <a:endParaRPr lang="zh-CN" altLang="zh-CN" sz="2200" kern="100">
              <a:solidFill>
                <a:srgbClr val="FF0000"/>
              </a:solidFill>
              <a:effectLst/>
            </a:endParaRPr>
          </a:p>
        </p:txBody>
      </p:sp>
      <p:sp>
        <p:nvSpPr>
          <p:cNvPr id="5" name="文本框 4">
            <a:extLst>
              <a:ext uri="{FF2B5EF4-FFF2-40B4-BE49-F238E27FC236}">
                <a16:creationId xmlns:a16="http://schemas.microsoft.com/office/drawing/2014/main" id="{E948CC86-00FD-7D23-1DA3-7954D76F4D02}"/>
              </a:ext>
            </a:extLst>
          </p:cNvPr>
          <p:cNvSpPr txBox="1"/>
          <p:nvPr>
            <p:custDataLst>
              <p:tags r:id="rId5"/>
            </p:custDataLst>
          </p:nvPr>
        </p:nvSpPr>
        <p:spPr>
          <a:xfrm>
            <a:off x="4655820" y="3513166"/>
            <a:ext cx="1301989" cy="430887"/>
          </a:xfrm>
          <a:prstGeom prst="rect">
            <a:avLst/>
          </a:prstGeom>
          <a:noFill/>
        </p:spPr>
        <p:txBody>
          <a:bodyPr wrap="square">
            <a:spAutoFit/>
          </a:bodyPr>
          <a:lstStyle/>
          <a:p>
            <a:pPr algn="l"/>
            <a:r>
              <a:rPr lang="en-US" altLang="zh-CN" sz="2200" kern="100">
                <a:solidFill>
                  <a:srgbClr val="FF0000"/>
                </a:solidFill>
                <a:effectLst/>
              </a:rPr>
              <a:t>    </a:t>
            </a:r>
            <a:r>
              <a:rPr lang="zh-CN" altLang="en-US" sz="2200" kern="100">
                <a:solidFill>
                  <a:srgbClr val="FF0000"/>
                </a:solidFill>
                <a:effectLst/>
              </a:rPr>
              <a:t>冰面</a:t>
            </a:r>
            <a:endParaRPr lang="zh-CN" altLang="zh-CN" sz="2200" kern="100">
              <a:solidFill>
                <a:srgbClr val="FF0000"/>
              </a:solidFill>
              <a:effectLst/>
            </a:endParaRPr>
          </a:p>
        </p:txBody>
      </p:sp>
      <p:sp>
        <p:nvSpPr>
          <p:cNvPr id="2" name="文本框 1">
            <a:extLst>
              <a:ext uri="{FF2B5EF4-FFF2-40B4-BE49-F238E27FC236}">
                <a16:creationId xmlns:a16="http://schemas.microsoft.com/office/drawing/2014/main" id="{C109F934-10D3-0D36-D434-A6711A8838CC}"/>
              </a:ext>
            </a:extLst>
          </p:cNvPr>
          <p:cNvSpPr txBox="1"/>
          <p:nvPr>
            <p:custDataLst>
              <p:tags r:id="rId6"/>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pic>
        <p:nvPicPr>
          <p:cNvPr id="3" name="图片 2">
            <a:extLst>
              <a:ext uri="{FF2B5EF4-FFF2-40B4-BE49-F238E27FC236}">
                <a16:creationId xmlns:a16="http://schemas.microsoft.com/office/drawing/2014/main" id="{A9FFA3DD-2B12-F767-0DCD-44BF8500B133}"/>
              </a:ext>
            </a:extLst>
          </p:cNvPr>
          <p:cNvPicPr>
            <a:picLocks noChangeAspect="1"/>
          </p:cNvPicPr>
          <p:nvPr>
            <p:custDataLst>
              <p:tags r:id="rId7"/>
            </p:custDataLst>
          </p:nvPr>
        </p:nvPicPr>
        <p:blipFill>
          <a:blip r:embed="rId9"/>
          <a:stretch>
            <a:fillRect/>
          </a:stretch>
        </p:blipFill>
        <p:spPr>
          <a:xfrm>
            <a:off x="6781801" y="3333687"/>
            <a:ext cx="1866900" cy="1471259"/>
          </a:xfrm>
          <a:prstGeom prst="rect">
            <a:avLst/>
          </a:prstGeom>
        </p:spPr>
      </p:pic>
    </p:spTree>
    <p:extLst>
      <p:ext uri="{BB962C8B-B14F-4D97-AF65-F5344CB8AC3E}">
        <p14:creationId xmlns:p14="http://schemas.microsoft.com/office/powerpoint/2010/main" val="394174142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 calcmode="lin" valueType="num">
                                      <p:cBhvr>
                                        <p:cTn id="9" dur="500" fill="hold"/>
                                        <p:tgtEl>
                                          <p:spTgt spid="12"/>
                                        </p:tgtEl>
                                        <p:attrNameLst>
                                          <p:attrName>style.rotation</p:attrName>
                                        </p:attrNameLst>
                                      </p:cBhvr>
                                      <p:tavLst>
                                        <p:tav tm="0">
                                          <p:val>
                                            <p:fltVal val="90"/>
                                          </p:val>
                                        </p:tav>
                                        <p:tav tm="100000">
                                          <p:val>
                                            <p:fltVal val="0"/>
                                          </p:val>
                                        </p:tav>
                                      </p:tavLst>
                                    </p:anim>
                                    <p:animEffect transition="in" filter="fade">
                                      <p:cBhvr>
                                        <p:cTn id="10" dur="500"/>
                                        <p:tgtEl>
                                          <p:spTgt spid="12"/>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p:cTn id="15" dur="500" fill="hold"/>
                                        <p:tgtEl>
                                          <p:spTgt spid="14"/>
                                        </p:tgtEl>
                                        <p:attrNameLst>
                                          <p:attrName>ppt_w</p:attrName>
                                        </p:attrNameLst>
                                      </p:cBhvr>
                                      <p:tavLst>
                                        <p:tav tm="0">
                                          <p:val>
                                            <p:fltVal val="0"/>
                                          </p:val>
                                        </p:tav>
                                        <p:tav tm="100000">
                                          <p:val>
                                            <p:strVal val="#ppt_w"/>
                                          </p:val>
                                        </p:tav>
                                      </p:tavLst>
                                    </p:anim>
                                    <p:anim calcmode="lin" valueType="num">
                                      <p:cBhvr>
                                        <p:cTn id="16" dur="500" fill="hold"/>
                                        <p:tgtEl>
                                          <p:spTgt spid="14"/>
                                        </p:tgtEl>
                                        <p:attrNameLst>
                                          <p:attrName>ppt_h</p:attrName>
                                        </p:attrNameLst>
                                      </p:cBhvr>
                                      <p:tavLst>
                                        <p:tav tm="0">
                                          <p:val>
                                            <p:fltVal val="0"/>
                                          </p:val>
                                        </p:tav>
                                        <p:tav tm="100000">
                                          <p:val>
                                            <p:strVal val="#ppt_h"/>
                                          </p:val>
                                        </p:tav>
                                      </p:tavLst>
                                    </p:anim>
                                    <p:anim calcmode="lin" valueType="num">
                                      <p:cBhvr>
                                        <p:cTn id="17" dur="500" fill="hold"/>
                                        <p:tgtEl>
                                          <p:spTgt spid="14"/>
                                        </p:tgtEl>
                                        <p:attrNameLst>
                                          <p:attrName>style.rotation</p:attrName>
                                        </p:attrNameLst>
                                      </p:cBhvr>
                                      <p:tavLst>
                                        <p:tav tm="0">
                                          <p:val>
                                            <p:fltVal val="90"/>
                                          </p:val>
                                        </p:tav>
                                        <p:tav tm="100000">
                                          <p:val>
                                            <p:fltVal val="0"/>
                                          </p:val>
                                        </p:tav>
                                      </p:tavLst>
                                    </p:anim>
                                    <p:animEffect transition="in" filter="fade">
                                      <p:cBhvr>
                                        <p:cTn id="18" dur="500"/>
                                        <p:tgtEl>
                                          <p:spTgt spid="14"/>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 calcmode="lin" valueType="num">
                                      <p:cBhvr>
                                        <p:cTn id="23" dur="500" fill="hold"/>
                                        <p:tgtEl>
                                          <p:spTgt spid="5"/>
                                        </p:tgtEl>
                                        <p:attrNameLst>
                                          <p:attrName>ppt_w</p:attrName>
                                        </p:attrNameLst>
                                      </p:cBhvr>
                                      <p:tavLst>
                                        <p:tav tm="0">
                                          <p:val>
                                            <p:fltVal val="0"/>
                                          </p:val>
                                        </p:tav>
                                        <p:tav tm="100000">
                                          <p:val>
                                            <p:strVal val="#ppt_w"/>
                                          </p:val>
                                        </p:tav>
                                      </p:tavLst>
                                    </p:anim>
                                    <p:anim calcmode="lin" valueType="num">
                                      <p:cBhvr>
                                        <p:cTn id="24" dur="500" fill="hold"/>
                                        <p:tgtEl>
                                          <p:spTgt spid="5"/>
                                        </p:tgtEl>
                                        <p:attrNameLst>
                                          <p:attrName>ppt_h</p:attrName>
                                        </p:attrNameLst>
                                      </p:cBhvr>
                                      <p:tavLst>
                                        <p:tav tm="0">
                                          <p:val>
                                            <p:fltVal val="0"/>
                                          </p:val>
                                        </p:tav>
                                        <p:tav tm="100000">
                                          <p:val>
                                            <p:strVal val="#ppt_h"/>
                                          </p:val>
                                        </p:tav>
                                      </p:tavLst>
                                    </p:anim>
                                    <p:anim calcmode="lin" valueType="num">
                                      <p:cBhvr>
                                        <p:cTn id="25" dur="500" fill="hold"/>
                                        <p:tgtEl>
                                          <p:spTgt spid="5"/>
                                        </p:tgtEl>
                                        <p:attrNameLst>
                                          <p:attrName>style.rotation</p:attrName>
                                        </p:attrNameLst>
                                      </p:cBhvr>
                                      <p:tavLst>
                                        <p:tav tm="0">
                                          <p:val>
                                            <p:fltVal val="90"/>
                                          </p:val>
                                        </p:tav>
                                        <p:tav tm="100000">
                                          <p:val>
                                            <p:fltVal val="0"/>
                                          </p:val>
                                        </p:tav>
                                      </p:tavLst>
                                    </p:anim>
                                    <p:animEffect transition="in" filter="fade">
                                      <p:cBhvr>
                                        <p:cTn id="2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文本框 19">
            <a:extLst>
              <a:ext uri="{FF2B5EF4-FFF2-40B4-BE49-F238E27FC236}">
                <a16:creationId xmlns:a16="http://schemas.microsoft.com/office/drawing/2014/main" id="{20F63954-7B95-9517-8EB2-FC91CE4EFC6E}"/>
              </a:ext>
            </a:extLst>
          </p:cNvPr>
          <p:cNvSpPr txBox="1"/>
          <p:nvPr>
            <p:custDataLst>
              <p:tags r:id="rId1"/>
            </p:custDataLst>
          </p:nvPr>
        </p:nvSpPr>
        <p:spPr>
          <a:xfrm>
            <a:off x="586964" y="526017"/>
            <a:ext cx="8069356" cy="4525983"/>
          </a:xfrm>
          <a:prstGeom prst="rect">
            <a:avLst/>
          </a:prstGeom>
          <a:noFill/>
        </p:spPr>
        <p:txBody>
          <a:bodyPr wrap="square">
            <a:spAutoFit/>
          </a:bodyPr>
          <a:lstStyle/>
          <a:p>
            <a:pPr indent="360000">
              <a:lnSpc>
                <a:spcPts val="2800"/>
              </a:lnSpc>
            </a:pPr>
            <a:r>
              <a:rPr lang="en-US" altLang="zh-CN"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例题</a:t>
            </a:r>
            <a:r>
              <a:rPr lang="en-US" altLang="zh-CN" sz="2100" b="1">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2020</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年</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11</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月</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24</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日，中国用运载火箭成功发射嫦娥五号探测器，开启了中国月球探测的新篇章，已知月球对物体的引力为地球的六分之一（</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取</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9.8N/kg</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p>
            <a:pPr indent="360000">
              <a:lnSpc>
                <a:spcPts val="28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）火箭点火后，尾部向下喷出高温高压燃气，使火箭获得向上的推动力，这是因为</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_______________________</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360000">
              <a:lnSpc>
                <a:spcPts val="28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）在进入月球轨道时，“嫦娥五号”探月器</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（选填“向前”或“向后”）喷出气体，使飞船减速制动，这说明力能改变物体的</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________</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a:p>
            <a:pPr indent="360000">
              <a:lnSpc>
                <a:spcPts val="28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）若月球与地球表面相同，同一物体在月球表面滑行时受到的摩擦力</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_______</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（选填“大于”、“小于”或“等于”）在地球表面滑行时受到的摩擦力。</a:t>
            </a:r>
          </a:p>
          <a:p>
            <a:pPr indent="360000">
              <a:lnSpc>
                <a:spcPts val="2800"/>
              </a:lnSpc>
            </a:pP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）地球上质量为</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3kg</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的物体在月球上的重力为</a:t>
            </a:r>
            <a:r>
              <a:rPr lang="en-US" altLang="zh-CN"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______N</a:t>
            </a:r>
            <a:r>
              <a:rPr lang="zh-CN" altLang="en-US" sz="210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9" name="内容占位符 2">
            <a:extLst>
              <a:ext uri="{FF2B5EF4-FFF2-40B4-BE49-F238E27FC236}">
                <a16:creationId xmlns:a16="http://schemas.microsoft.com/office/drawing/2014/main" id="{C5A16D52-677B-CFA1-9D9B-ED2461785B59}"/>
              </a:ext>
            </a:extLst>
          </p:cNvPr>
          <p:cNvSpPr txBox="1"/>
          <p:nvPr>
            <p:custDataLst>
              <p:tags r:id="rId2"/>
            </p:custDataLst>
          </p:nvPr>
        </p:nvSpPr>
        <p:spPr>
          <a:xfrm>
            <a:off x="487682" y="33002"/>
            <a:ext cx="1916852" cy="402999"/>
          </a:xfrm>
          <a:prstGeom prst="rect">
            <a:avLst/>
          </a:prstGeom>
          <a:noFill/>
          <a:ln>
            <a:noFill/>
            <a:miter lim="800000"/>
          </a:ln>
        </p:spPr>
        <p:txBody>
          <a:bodyPr anchor="t" anchorCtr="0"/>
          <a:lstStyle>
            <a:lvl1pPr marL="342900" lvl="0" indent="-342900" algn="l" defTabSz="914400" rtl="0" eaLnBrk="1" fontAlgn="base" latinLnBrk="0" hangingPunct="1">
              <a:lnSpc>
                <a:spcPct val="100000"/>
              </a:lnSpc>
              <a:spcBef>
                <a:spcPct val="20000"/>
              </a:spcBef>
              <a:spcAft>
                <a:spcPct val="0"/>
              </a:spcAft>
              <a:buClrTx/>
              <a:buSzTx/>
              <a:buFontTx/>
              <a:buChar char="•"/>
              <a:defRPr lang="zh-CN" altLang="en-US"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Tx/>
              <a:buSzTx/>
              <a:buFontTx/>
              <a:buChar char="–"/>
              <a:defRPr lang="zh-CN" altLang="en-US"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Tx/>
              <a:buSzTx/>
              <a:buFontTx/>
              <a:buChar char="•"/>
              <a:defRPr lang="zh-CN" altLang="en-US"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Tx/>
              <a:buSzTx/>
              <a:buFontTx/>
              <a:buChar char="»"/>
              <a:defRPr lang="zh-CN" altLang="en-US"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Font typeface="Arial" panose="020B0604020202020204" pitchFamily="34" charset="0"/>
              <a:buChar char="»"/>
              <a:defRPr lang="zh-CN" altLang="en-US" sz="2000" b="0" i="0" u="none" kern="1200" baseline="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rPr>
              <a:t>典型例题</a:t>
            </a:r>
            <a:endParaRPr kumimoji="0" lang="en-US" altLang="zh-CN" sz="2100"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12" name="文本框 11">
            <a:extLst>
              <a:ext uri="{FF2B5EF4-FFF2-40B4-BE49-F238E27FC236}">
                <a16:creationId xmlns:a16="http://schemas.microsoft.com/office/drawing/2014/main" id="{7FE6DA0D-EEA4-58EE-D586-428216CAA226}"/>
              </a:ext>
            </a:extLst>
          </p:cNvPr>
          <p:cNvSpPr txBox="1"/>
          <p:nvPr>
            <p:custDataLst>
              <p:tags r:id="rId3"/>
            </p:custDataLst>
          </p:nvPr>
        </p:nvSpPr>
        <p:spPr>
          <a:xfrm>
            <a:off x="1693748" y="3027712"/>
            <a:ext cx="1948612" cy="415498"/>
          </a:xfrm>
          <a:prstGeom prst="rect">
            <a:avLst/>
          </a:prstGeom>
          <a:noFill/>
        </p:spPr>
        <p:txBody>
          <a:bodyPr wrap="square">
            <a:spAutoFit/>
          </a:bodyPr>
          <a:lstStyle/>
          <a:p>
            <a:r>
              <a:rPr lang="zh-CN" altLang="en-US" sz="2100" kern="100">
                <a:solidFill>
                  <a:srgbClr val="FF0000"/>
                </a:solidFill>
              </a:rPr>
              <a:t> 运动状态      </a:t>
            </a:r>
            <a:endParaRPr lang="zh-CN" altLang="zh-CN" sz="2100" kern="100">
              <a:solidFill>
                <a:srgbClr val="FF0000"/>
              </a:solidFill>
              <a:effectLst/>
            </a:endParaRPr>
          </a:p>
        </p:txBody>
      </p:sp>
      <p:sp>
        <p:nvSpPr>
          <p:cNvPr id="14" name="文本框 13">
            <a:extLst>
              <a:ext uri="{FF2B5EF4-FFF2-40B4-BE49-F238E27FC236}">
                <a16:creationId xmlns:a16="http://schemas.microsoft.com/office/drawing/2014/main" id="{4D6CF978-FCB9-A066-9C81-577FEDDEB832}"/>
              </a:ext>
            </a:extLst>
          </p:cNvPr>
          <p:cNvSpPr txBox="1"/>
          <p:nvPr>
            <p:custDataLst>
              <p:tags r:id="rId4"/>
            </p:custDataLst>
          </p:nvPr>
        </p:nvSpPr>
        <p:spPr>
          <a:xfrm>
            <a:off x="3324043" y="1960433"/>
            <a:ext cx="3351077" cy="415498"/>
          </a:xfrm>
          <a:prstGeom prst="rect">
            <a:avLst/>
          </a:prstGeom>
          <a:noFill/>
        </p:spPr>
        <p:txBody>
          <a:bodyPr wrap="square">
            <a:spAutoFit/>
          </a:bodyPr>
          <a:lstStyle/>
          <a:p>
            <a:r>
              <a:rPr lang="en-US" altLang="zh-CN" sz="2100" kern="100">
                <a:solidFill>
                  <a:srgbClr val="FF0000"/>
                </a:solidFill>
                <a:effectLst/>
              </a:rPr>
              <a:t>   </a:t>
            </a:r>
            <a:r>
              <a:rPr lang="zh-CN" altLang="en-US" sz="2100" kern="100">
                <a:solidFill>
                  <a:srgbClr val="FF0000"/>
                </a:solidFill>
              </a:rPr>
              <a:t>力的作用是相互的</a:t>
            </a:r>
            <a:endParaRPr lang="zh-CN" altLang="zh-CN" sz="2100" kern="100">
              <a:solidFill>
                <a:srgbClr val="FF0000"/>
              </a:solidFill>
              <a:effectLst/>
            </a:endParaRPr>
          </a:p>
        </p:txBody>
      </p:sp>
      <p:sp>
        <p:nvSpPr>
          <p:cNvPr id="3" name="文本框 2">
            <a:extLst>
              <a:ext uri="{FF2B5EF4-FFF2-40B4-BE49-F238E27FC236}">
                <a16:creationId xmlns:a16="http://schemas.microsoft.com/office/drawing/2014/main" id="{B0AC07DE-CC27-6339-1191-C7046AE37538}"/>
              </a:ext>
            </a:extLst>
          </p:cNvPr>
          <p:cNvSpPr txBox="1"/>
          <p:nvPr>
            <p:custDataLst>
              <p:tags r:id="rId5"/>
            </p:custDataLst>
          </p:nvPr>
        </p:nvSpPr>
        <p:spPr>
          <a:xfrm>
            <a:off x="6318703" y="2301272"/>
            <a:ext cx="1222586" cy="415498"/>
          </a:xfrm>
          <a:prstGeom prst="rect">
            <a:avLst/>
          </a:prstGeom>
          <a:noFill/>
        </p:spPr>
        <p:txBody>
          <a:bodyPr wrap="square">
            <a:spAutoFit/>
          </a:bodyPr>
          <a:lstStyle/>
          <a:p>
            <a:pPr algn="l"/>
            <a:r>
              <a:rPr lang="en-US" altLang="zh-CN" sz="2100" kern="100">
                <a:solidFill>
                  <a:srgbClr val="FF0000"/>
                </a:solidFill>
                <a:effectLst/>
              </a:rPr>
              <a:t>    </a:t>
            </a:r>
            <a:r>
              <a:rPr lang="zh-CN" altLang="en-US" sz="2100" kern="100">
                <a:solidFill>
                  <a:srgbClr val="FF0000"/>
                </a:solidFill>
                <a:effectLst/>
              </a:rPr>
              <a:t>向前</a:t>
            </a:r>
            <a:endParaRPr lang="zh-CN" altLang="zh-CN" sz="2100" kern="100">
              <a:solidFill>
                <a:srgbClr val="FF0000"/>
              </a:solidFill>
              <a:effectLst/>
            </a:endParaRPr>
          </a:p>
        </p:txBody>
      </p:sp>
      <p:sp>
        <p:nvSpPr>
          <p:cNvPr id="6" name="文本框 5">
            <a:extLst>
              <a:ext uri="{FF2B5EF4-FFF2-40B4-BE49-F238E27FC236}">
                <a16:creationId xmlns:a16="http://schemas.microsoft.com/office/drawing/2014/main" id="{46D62798-2DEE-673D-1484-EDCB94CBDA5C}"/>
              </a:ext>
            </a:extLst>
          </p:cNvPr>
          <p:cNvSpPr txBox="1"/>
          <p:nvPr>
            <p:custDataLst>
              <p:tags r:id="rId6"/>
            </p:custDataLst>
          </p:nvPr>
        </p:nvSpPr>
        <p:spPr>
          <a:xfrm>
            <a:off x="1724228" y="3756966"/>
            <a:ext cx="981300" cy="415498"/>
          </a:xfrm>
          <a:prstGeom prst="rect">
            <a:avLst/>
          </a:prstGeom>
          <a:noFill/>
        </p:spPr>
        <p:txBody>
          <a:bodyPr wrap="square">
            <a:spAutoFit/>
          </a:bodyPr>
          <a:lstStyle/>
          <a:p>
            <a:r>
              <a:rPr lang="zh-CN" altLang="en-US" sz="2100" kern="100">
                <a:solidFill>
                  <a:srgbClr val="FF0000"/>
                </a:solidFill>
              </a:rPr>
              <a:t> 小于</a:t>
            </a:r>
            <a:endParaRPr lang="zh-CN" altLang="zh-CN" sz="2100" kern="100">
              <a:solidFill>
                <a:srgbClr val="FF0000"/>
              </a:solidFill>
              <a:effectLst/>
            </a:endParaRPr>
          </a:p>
        </p:txBody>
      </p:sp>
      <p:sp>
        <p:nvSpPr>
          <p:cNvPr id="2" name="文本框 1">
            <a:extLst>
              <a:ext uri="{FF2B5EF4-FFF2-40B4-BE49-F238E27FC236}">
                <a16:creationId xmlns:a16="http://schemas.microsoft.com/office/drawing/2014/main" id="{F7C98679-CD17-C22F-A096-49D5E46E3BE4}"/>
              </a:ext>
            </a:extLst>
          </p:cNvPr>
          <p:cNvSpPr txBox="1"/>
          <p:nvPr>
            <p:custDataLst>
              <p:tags r:id="rId7"/>
            </p:custDataLst>
          </p:nvPr>
        </p:nvSpPr>
        <p:spPr>
          <a:xfrm>
            <a:off x="5566793" y="57836"/>
            <a:ext cx="3266975" cy="400110"/>
          </a:xfrm>
          <a:prstGeom prst="rect">
            <a:avLst/>
          </a:prstGeom>
          <a:noFill/>
        </p:spPr>
        <p:txBody>
          <a:bodyPr wrap="square">
            <a:spAutoFit/>
          </a:bodyPr>
          <a:lstStyle/>
          <a:p>
            <a:pPr marL="0" marR="0" lvl="0" indent="0" algn="r" defTabSz="685160" rtl="0" eaLnBrk="1" fontAlgn="auto"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第</a:t>
            </a:r>
            <a:r>
              <a:rPr kumimoji="0" lang="en-US" altLang="zh-CN" sz="2000" b="1" i="0" u="none" strike="noStrike" kern="1200" cap="none" spc="0" normalizeH="0" baseline="0" noProof="0">
                <a:ln>
                  <a:noFill/>
                </a:ln>
                <a:solidFill>
                  <a:srgbClr val="FFC000"/>
                </a:solidFill>
                <a:effectLst/>
                <a:uLnTx/>
                <a:uFillTx/>
                <a:latin typeface="Times New Roman"/>
                <a:ea typeface="微软雅黑" panose="020B0503020204020204" pitchFamily="34" charset="-122"/>
                <a:cs typeface="+mn-cs"/>
              </a:rPr>
              <a:t>4</a:t>
            </a:r>
            <a:r>
              <a:rPr kumimoji="0" lang="zh-CN" altLang="en-US" sz="2000" b="1" i="0" u="none" strike="noStrike" kern="1200" cap="none" spc="0" normalizeH="0" baseline="0" noProof="0">
                <a:ln>
                  <a:noFill/>
                </a:ln>
                <a:solidFill>
                  <a:srgbClr val="FFC000"/>
                </a:solidFill>
                <a:effectLst/>
                <a:uLnTx/>
                <a:uFillTx/>
                <a:latin typeface="微软雅黑" panose="020B0503020204020204" pitchFamily="34" charset="-122"/>
                <a:ea typeface="微软雅黑" panose="020B0503020204020204" pitchFamily="34" charset="-122"/>
                <a:cs typeface="+mn-cs"/>
              </a:rPr>
              <a:t>节 力的作用是相互的</a:t>
            </a:r>
          </a:p>
        </p:txBody>
      </p:sp>
      <p:sp>
        <p:nvSpPr>
          <p:cNvPr id="7" name="文本框 6">
            <a:extLst>
              <a:ext uri="{FF2B5EF4-FFF2-40B4-BE49-F238E27FC236}">
                <a16:creationId xmlns:a16="http://schemas.microsoft.com/office/drawing/2014/main" id="{BDFD8743-26FC-B0E5-2150-39865631B34D}"/>
              </a:ext>
            </a:extLst>
          </p:cNvPr>
          <p:cNvSpPr txBox="1"/>
          <p:nvPr>
            <p:custDataLst>
              <p:tags r:id="rId8"/>
            </p:custDataLst>
          </p:nvPr>
        </p:nvSpPr>
        <p:spPr>
          <a:xfrm>
            <a:off x="6727629" y="4446308"/>
            <a:ext cx="981300" cy="415498"/>
          </a:xfrm>
          <a:prstGeom prst="rect">
            <a:avLst/>
          </a:prstGeom>
          <a:noFill/>
        </p:spPr>
        <p:txBody>
          <a:bodyPr wrap="square">
            <a:spAutoFit/>
          </a:bodyPr>
          <a:lstStyle/>
          <a:p>
            <a:r>
              <a:rPr lang="zh-CN" altLang="en-US" sz="2100" kern="100">
                <a:solidFill>
                  <a:srgbClr val="FF0000"/>
                </a:solidFill>
              </a:rPr>
              <a:t> </a:t>
            </a:r>
            <a:r>
              <a:rPr lang="en-US" altLang="zh-CN" sz="2100" kern="100">
                <a:solidFill>
                  <a:srgbClr val="FF0000"/>
                </a:solidFill>
              </a:rPr>
              <a:t>4.9</a:t>
            </a:r>
            <a:endParaRPr lang="zh-CN" altLang="zh-CN" sz="2100" kern="100">
              <a:solidFill>
                <a:srgbClr val="FF0000"/>
              </a:solidFill>
              <a:effectLst/>
            </a:endParaRPr>
          </a:p>
        </p:txBody>
      </p:sp>
    </p:spTree>
    <p:extLst>
      <p:ext uri="{BB962C8B-B14F-4D97-AF65-F5344CB8AC3E}">
        <p14:creationId xmlns:p14="http://schemas.microsoft.com/office/powerpoint/2010/main" val="22458545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after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 calcmode="lin" valueType="num">
                                      <p:cBhvr>
                                        <p:cTn id="9" dur="500" fill="hold"/>
                                        <p:tgtEl>
                                          <p:spTgt spid="14"/>
                                        </p:tgtEl>
                                        <p:attrNameLst>
                                          <p:attrName>style.rotation</p:attrName>
                                        </p:attrNameLst>
                                      </p:cBhvr>
                                      <p:tavLst>
                                        <p:tav tm="0">
                                          <p:val>
                                            <p:fltVal val="90"/>
                                          </p:val>
                                        </p:tav>
                                        <p:tav tm="100000">
                                          <p:val>
                                            <p:fltVal val="0"/>
                                          </p:val>
                                        </p:tav>
                                      </p:tavLst>
                                    </p:anim>
                                    <p:animEffect transition="in" filter="fade">
                                      <p:cBhvr>
                                        <p:cTn id="10" dur="500"/>
                                        <p:tgtEl>
                                          <p:spTgt spid="14"/>
                                        </p:tgtEl>
                                      </p:cBhvr>
                                    </p:animEffect>
                                  </p:childTnLst>
                                </p:cTn>
                              </p:par>
                            </p:childTnLst>
                          </p:cTn>
                        </p:par>
                      </p:childTnLst>
                    </p:cTn>
                  </p:par>
                  <p:par>
                    <p:cTn id="11" fill="hold" nodeType="clickPar">
                      <p:stCondLst>
                        <p:cond delay="indefinite"/>
                      </p:stCondLst>
                      <p:childTnLst>
                        <p:par>
                          <p:cTn id="12" fill="hold" nodeType="afterGroup">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p:cTn id="15" dur="500" fill="hold"/>
                                        <p:tgtEl>
                                          <p:spTgt spid="3"/>
                                        </p:tgtEl>
                                        <p:attrNameLst>
                                          <p:attrName>ppt_w</p:attrName>
                                        </p:attrNameLst>
                                      </p:cBhvr>
                                      <p:tavLst>
                                        <p:tav tm="0">
                                          <p:val>
                                            <p:fltVal val="0"/>
                                          </p:val>
                                        </p:tav>
                                        <p:tav tm="100000">
                                          <p:val>
                                            <p:strVal val="#ppt_w"/>
                                          </p:val>
                                        </p:tav>
                                      </p:tavLst>
                                    </p:anim>
                                    <p:anim calcmode="lin" valueType="num">
                                      <p:cBhvr>
                                        <p:cTn id="16" dur="500" fill="hold"/>
                                        <p:tgtEl>
                                          <p:spTgt spid="3"/>
                                        </p:tgtEl>
                                        <p:attrNameLst>
                                          <p:attrName>ppt_h</p:attrName>
                                        </p:attrNameLst>
                                      </p:cBhvr>
                                      <p:tavLst>
                                        <p:tav tm="0">
                                          <p:val>
                                            <p:fltVal val="0"/>
                                          </p:val>
                                        </p:tav>
                                        <p:tav tm="100000">
                                          <p:val>
                                            <p:strVal val="#ppt_h"/>
                                          </p:val>
                                        </p:tav>
                                      </p:tavLst>
                                    </p:anim>
                                    <p:anim calcmode="lin" valueType="num">
                                      <p:cBhvr>
                                        <p:cTn id="17" dur="500" fill="hold"/>
                                        <p:tgtEl>
                                          <p:spTgt spid="3"/>
                                        </p:tgtEl>
                                        <p:attrNameLst>
                                          <p:attrName>style.rotation</p:attrName>
                                        </p:attrNameLst>
                                      </p:cBhvr>
                                      <p:tavLst>
                                        <p:tav tm="0">
                                          <p:val>
                                            <p:fltVal val="90"/>
                                          </p:val>
                                        </p:tav>
                                        <p:tav tm="100000">
                                          <p:val>
                                            <p:fltVal val="0"/>
                                          </p:val>
                                        </p:tav>
                                      </p:tavLst>
                                    </p:anim>
                                    <p:animEffect transition="in" filter="fade">
                                      <p:cBhvr>
                                        <p:cTn id="18" dur="500"/>
                                        <p:tgtEl>
                                          <p:spTgt spid="3"/>
                                        </p:tgtEl>
                                      </p:cBhvr>
                                    </p:animEffect>
                                  </p:childTnLst>
                                </p:cTn>
                              </p:par>
                            </p:childTnLst>
                          </p:cTn>
                        </p:par>
                      </p:childTnLst>
                    </p:cTn>
                  </p:par>
                  <p:par>
                    <p:cTn id="19" fill="hold" nodeType="clickPar">
                      <p:stCondLst>
                        <p:cond delay="indefinite"/>
                      </p:stCondLst>
                      <p:childTnLst>
                        <p:par>
                          <p:cTn id="20" fill="hold" nodeType="afterGroup">
                            <p:stCondLst>
                              <p:cond delay="0"/>
                            </p:stCondLst>
                            <p:childTnLst>
                              <p:par>
                                <p:cTn id="21" presetID="3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p:cTn id="23" dur="500" fill="hold"/>
                                        <p:tgtEl>
                                          <p:spTgt spid="12"/>
                                        </p:tgtEl>
                                        <p:attrNameLst>
                                          <p:attrName>ppt_w</p:attrName>
                                        </p:attrNameLst>
                                      </p:cBhvr>
                                      <p:tavLst>
                                        <p:tav tm="0">
                                          <p:val>
                                            <p:fltVal val="0"/>
                                          </p:val>
                                        </p:tav>
                                        <p:tav tm="100000">
                                          <p:val>
                                            <p:strVal val="#ppt_w"/>
                                          </p:val>
                                        </p:tav>
                                      </p:tavLst>
                                    </p:anim>
                                    <p:anim calcmode="lin" valueType="num">
                                      <p:cBhvr>
                                        <p:cTn id="24" dur="500" fill="hold"/>
                                        <p:tgtEl>
                                          <p:spTgt spid="12"/>
                                        </p:tgtEl>
                                        <p:attrNameLst>
                                          <p:attrName>ppt_h</p:attrName>
                                        </p:attrNameLst>
                                      </p:cBhvr>
                                      <p:tavLst>
                                        <p:tav tm="0">
                                          <p:val>
                                            <p:fltVal val="0"/>
                                          </p:val>
                                        </p:tav>
                                        <p:tav tm="100000">
                                          <p:val>
                                            <p:strVal val="#ppt_h"/>
                                          </p:val>
                                        </p:tav>
                                      </p:tavLst>
                                    </p:anim>
                                    <p:anim calcmode="lin" valueType="num">
                                      <p:cBhvr>
                                        <p:cTn id="25" dur="500" fill="hold"/>
                                        <p:tgtEl>
                                          <p:spTgt spid="12"/>
                                        </p:tgtEl>
                                        <p:attrNameLst>
                                          <p:attrName>style.rotation</p:attrName>
                                        </p:attrNameLst>
                                      </p:cBhvr>
                                      <p:tavLst>
                                        <p:tav tm="0">
                                          <p:val>
                                            <p:fltVal val="90"/>
                                          </p:val>
                                        </p:tav>
                                        <p:tav tm="100000">
                                          <p:val>
                                            <p:fltVal val="0"/>
                                          </p:val>
                                        </p:tav>
                                      </p:tavLst>
                                    </p:anim>
                                    <p:animEffect transition="in" filter="fade">
                                      <p:cBhvr>
                                        <p:cTn id="26" dur="500"/>
                                        <p:tgtEl>
                                          <p:spTgt spid="12"/>
                                        </p:tgtEl>
                                      </p:cBhvr>
                                    </p:animEffect>
                                  </p:childTnLst>
                                </p:cTn>
                              </p:par>
                            </p:childTnLst>
                          </p:cTn>
                        </p:par>
                      </p:childTnLst>
                    </p:cTn>
                  </p:par>
                  <p:par>
                    <p:cTn id="27" fill="hold" nodeType="clickPar">
                      <p:stCondLst>
                        <p:cond delay="indefinite"/>
                      </p:stCondLst>
                      <p:childTnLst>
                        <p:par>
                          <p:cTn id="28" fill="hold" nodeType="afterGroup">
                            <p:stCondLst>
                              <p:cond delay="0"/>
                            </p:stCondLst>
                            <p:childTnLst>
                              <p:par>
                                <p:cTn id="29" presetID="3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p:cTn id="31" dur="500" fill="hold"/>
                                        <p:tgtEl>
                                          <p:spTgt spid="6"/>
                                        </p:tgtEl>
                                        <p:attrNameLst>
                                          <p:attrName>ppt_w</p:attrName>
                                        </p:attrNameLst>
                                      </p:cBhvr>
                                      <p:tavLst>
                                        <p:tav tm="0">
                                          <p:val>
                                            <p:fltVal val="0"/>
                                          </p:val>
                                        </p:tav>
                                        <p:tav tm="100000">
                                          <p:val>
                                            <p:strVal val="#ppt_w"/>
                                          </p:val>
                                        </p:tav>
                                      </p:tavLst>
                                    </p:anim>
                                    <p:anim calcmode="lin" valueType="num">
                                      <p:cBhvr>
                                        <p:cTn id="32" dur="500" fill="hold"/>
                                        <p:tgtEl>
                                          <p:spTgt spid="6"/>
                                        </p:tgtEl>
                                        <p:attrNameLst>
                                          <p:attrName>ppt_h</p:attrName>
                                        </p:attrNameLst>
                                      </p:cBhvr>
                                      <p:tavLst>
                                        <p:tav tm="0">
                                          <p:val>
                                            <p:fltVal val="0"/>
                                          </p:val>
                                        </p:tav>
                                        <p:tav tm="100000">
                                          <p:val>
                                            <p:strVal val="#ppt_h"/>
                                          </p:val>
                                        </p:tav>
                                      </p:tavLst>
                                    </p:anim>
                                    <p:anim calcmode="lin" valueType="num">
                                      <p:cBhvr>
                                        <p:cTn id="33" dur="500" fill="hold"/>
                                        <p:tgtEl>
                                          <p:spTgt spid="6"/>
                                        </p:tgtEl>
                                        <p:attrNameLst>
                                          <p:attrName>style.rotation</p:attrName>
                                        </p:attrNameLst>
                                      </p:cBhvr>
                                      <p:tavLst>
                                        <p:tav tm="0">
                                          <p:val>
                                            <p:fltVal val="90"/>
                                          </p:val>
                                        </p:tav>
                                        <p:tav tm="100000">
                                          <p:val>
                                            <p:fltVal val="0"/>
                                          </p:val>
                                        </p:tav>
                                      </p:tavLst>
                                    </p:anim>
                                    <p:animEffect transition="in" filter="fade">
                                      <p:cBhvr>
                                        <p:cTn id="34" dur="500"/>
                                        <p:tgtEl>
                                          <p:spTgt spid="6"/>
                                        </p:tgtEl>
                                      </p:cBhvr>
                                    </p:animEffect>
                                  </p:childTnLst>
                                </p:cTn>
                              </p:par>
                            </p:childTnLst>
                          </p:cTn>
                        </p:par>
                      </p:childTnLst>
                    </p:cTn>
                  </p:par>
                  <p:par>
                    <p:cTn id="35" fill="hold" nodeType="clickPar">
                      <p:stCondLst>
                        <p:cond delay="indefinite"/>
                      </p:stCondLst>
                      <p:childTnLst>
                        <p:par>
                          <p:cTn id="36" fill="hold" nodeType="afterGroup">
                            <p:stCondLst>
                              <p:cond delay="0"/>
                            </p:stCondLst>
                            <p:childTnLst>
                              <p:par>
                                <p:cTn id="37" presetID="31" presetClass="entr" presetSubtype="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 calcmode="lin" valueType="num">
                                      <p:cBhvr>
                                        <p:cTn id="39" dur="500" fill="hold"/>
                                        <p:tgtEl>
                                          <p:spTgt spid="7"/>
                                        </p:tgtEl>
                                        <p:attrNameLst>
                                          <p:attrName>ppt_w</p:attrName>
                                        </p:attrNameLst>
                                      </p:cBhvr>
                                      <p:tavLst>
                                        <p:tav tm="0">
                                          <p:val>
                                            <p:fltVal val="0"/>
                                          </p:val>
                                        </p:tav>
                                        <p:tav tm="100000">
                                          <p:val>
                                            <p:strVal val="#ppt_w"/>
                                          </p:val>
                                        </p:tav>
                                      </p:tavLst>
                                    </p:anim>
                                    <p:anim calcmode="lin" valueType="num">
                                      <p:cBhvr>
                                        <p:cTn id="40" dur="500" fill="hold"/>
                                        <p:tgtEl>
                                          <p:spTgt spid="7"/>
                                        </p:tgtEl>
                                        <p:attrNameLst>
                                          <p:attrName>ppt_h</p:attrName>
                                        </p:attrNameLst>
                                      </p:cBhvr>
                                      <p:tavLst>
                                        <p:tav tm="0">
                                          <p:val>
                                            <p:fltVal val="0"/>
                                          </p:val>
                                        </p:tav>
                                        <p:tav tm="100000">
                                          <p:val>
                                            <p:strVal val="#ppt_h"/>
                                          </p:val>
                                        </p:tav>
                                      </p:tavLst>
                                    </p:anim>
                                    <p:anim calcmode="lin" valueType="num">
                                      <p:cBhvr>
                                        <p:cTn id="41" dur="500" fill="hold"/>
                                        <p:tgtEl>
                                          <p:spTgt spid="7"/>
                                        </p:tgtEl>
                                        <p:attrNameLst>
                                          <p:attrName>style.rotation</p:attrName>
                                        </p:attrNameLst>
                                      </p:cBhvr>
                                      <p:tavLst>
                                        <p:tav tm="0">
                                          <p:val>
                                            <p:fltVal val="90"/>
                                          </p:val>
                                        </p:tav>
                                        <p:tav tm="100000">
                                          <p:val>
                                            <p:fltVal val="0"/>
                                          </p:val>
                                        </p:tav>
                                      </p:tavLst>
                                    </p:anim>
                                    <p:animEffect transition="in" filter="fade">
                                      <p:cBhvr>
                                        <p:cTn id="4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3" grpId="0"/>
      <p:bldP spid="6" grpId="0"/>
      <p:bldP spid="7" grpId="0"/>
    </p:bldLst>
  </p:timing>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0.11.30"/>
  <p:tag name="AS_TITLE" val="Aspose.Slides for Java"/>
  <p:tag name="AS_VERSION" val="20.11"/>
</p:tagLst>
</file>

<file path=ppt/tags/tag2.xml><?xml version="1.0" encoding="utf-8"?>
<p:tagLst xmlns:a="http://schemas.openxmlformats.org/drawingml/2006/main" xmlns:r="http://schemas.openxmlformats.org/officeDocument/2006/relationships" xmlns:p="http://schemas.openxmlformats.org/presentationml/2006/main">
  <p:tag name="AS_UNIQUEID" val="1510"/>
</p:tagLst>
</file>

<file path=ppt/tags/tag3.xml><?xml version="1.0" encoding="utf-8"?>
<p:tagLst xmlns:a="http://schemas.openxmlformats.org/drawingml/2006/main" xmlns:r="http://schemas.openxmlformats.org/officeDocument/2006/relationships" xmlns:p="http://schemas.openxmlformats.org/presentationml/2006/main">
  <p:tag name="AS_UNIQUEID" val="1511"/>
</p:tagLst>
</file>

<file path=ppt/tags/tag4.xml><?xml version="1.0" encoding="utf-8"?>
<p:tagLst xmlns:a="http://schemas.openxmlformats.org/drawingml/2006/main" xmlns:r="http://schemas.openxmlformats.org/officeDocument/2006/relationships" xmlns:p="http://schemas.openxmlformats.org/presentationml/2006/main">
  <p:tag name="AS_UNIQUEID" val="1512"/>
</p:tagLst>
</file>

<file path=ppt/tags/tag5.xml><?xml version="1.0" encoding="utf-8"?>
<p:tagLst xmlns:a="http://schemas.openxmlformats.org/drawingml/2006/main" xmlns:r="http://schemas.openxmlformats.org/officeDocument/2006/relationships" xmlns:p="http://schemas.openxmlformats.org/presentationml/2006/main">
  <p:tag name="AS_UNIQUEID" val="1513"/>
</p:tagLst>
</file>

<file path=ppt/tags/tag6.xml><?xml version="1.0" encoding="utf-8"?>
<p:tagLst xmlns:a="http://schemas.openxmlformats.org/drawingml/2006/main" xmlns:r="http://schemas.openxmlformats.org/officeDocument/2006/relationships" xmlns:p="http://schemas.openxmlformats.org/presentationml/2006/main">
  <p:tag name="AS_UNIQUEID" val="1514"/>
</p:tagLst>
</file>

<file path=ppt/tags/tag7.xml><?xml version="1.0" encoding="utf-8"?>
<p:tagLst xmlns:a="http://schemas.openxmlformats.org/drawingml/2006/main" xmlns:r="http://schemas.openxmlformats.org/officeDocument/2006/relationships" xmlns:p="http://schemas.openxmlformats.org/presentationml/2006/main">
  <p:tag name="AS_UNIQUEID" val="1515"/>
</p:tagLst>
</file>

<file path=ppt/tags/tag8.xml><?xml version="1.0" encoding="utf-8"?>
<p:tagLst xmlns:a="http://schemas.openxmlformats.org/drawingml/2006/main" xmlns:r="http://schemas.openxmlformats.org/officeDocument/2006/relationships" xmlns:p="http://schemas.openxmlformats.org/presentationml/2006/main">
  <p:tag name="AS_UNIQUEID" val="1504"/>
</p:tagLst>
</file>

<file path=ppt/tags/tag9.xml><?xml version="1.0" encoding="utf-8"?>
<p:tagLst xmlns:a="http://schemas.openxmlformats.org/drawingml/2006/main" xmlns:r="http://schemas.openxmlformats.org/officeDocument/2006/relationships" xmlns:p="http://schemas.openxmlformats.org/presentationml/2006/main">
  <p:tag name="AS_UNIQUEID" val="1505"/>
</p:tagLst>
</file>

<file path=ppt/tags/tag10.xml><?xml version="1.0" encoding="utf-8"?>
<p:tagLst xmlns:a="http://schemas.openxmlformats.org/drawingml/2006/main" xmlns:r="http://schemas.openxmlformats.org/officeDocument/2006/relationships" xmlns:p="http://schemas.openxmlformats.org/presentationml/2006/main">
  <p:tag name="AS_UNIQUEID" val="1506"/>
</p:tagLst>
</file>

<file path=ppt/tags/tag11.xml><?xml version="1.0" encoding="utf-8"?>
<p:tagLst xmlns:a="http://schemas.openxmlformats.org/drawingml/2006/main" xmlns:r="http://schemas.openxmlformats.org/officeDocument/2006/relationships" xmlns:p="http://schemas.openxmlformats.org/presentationml/2006/main">
  <p:tag name="AS_UNIQUEID" val="1507"/>
</p:tagLst>
</file>

<file path=ppt/tags/tag12.xml><?xml version="1.0" encoding="utf-8"?>
<p:tagLst xmlns:a="http://schemas.openxmlformats.org/drawingml/2006/main" xmlns:r="http://schemas.openxmlformats.org/officeDocument/2006/relationships" xmlns:p="http://schemas.openxmlformats.org/presentationml/2006/main">
  <p:tag name="AS_UNIQUEID" val="1508"/>
</p:tagLst>
</file>

<file path=ppt/tags/tag13.xml><?xml version="1.0" encoding="utf-8"?>
<p:tagLst xmlns:a="http://schemas.openxmlformats.org/drawingml/2006/main" xmlns:r="http://schemas.openxmlformats.org/officeDocument/2006/relationships" xmlns:p="http://schemas.openxmlformats.org/presentationml/2006/main">
  <p:tag name="AS_UNIQUEID" val="1531"/>
</p:tagLst>
</file>

<file path=ppt/tags/tag14.xml><?xml version="1.0" encoding="utf-8"?>
<p:tagLst xmlns:a="http://schemas.openxmlformats.org/drawingml/2006/main" xmlns:r="http://schemas.openxmlformats.org/officeDocument/2006/relationships" xmlns:p="http://schemas.openxmlformats.org/presentationml/2006/main">
  <p:tag name="AS_UNIQUEID" val="1532"/>
</p:tagLst>
</file>

<file path=ppt/tags/tag15.xml><?xml version="1.0" encoding="utf-8"?>
<p:tagLst xmlns:a="http://schemas.openxmlformats.org/drawingml/2006/main" xmlns:r="http://schemas.openxmlformats.org/officeDocument/2006/relationships" xmlns:p="http://schemas.openxmlformats.org/presentationml/2006/main">
  <p:tag name="AS_UNIQUEID" val="1533"/>
</p:tagLst>
</file>

<file path=ppt/tags/tag16.xml><?xml version="1.0" encoding="utf-8"?>
<p:tagLst xmlns:a="http://schemas.openxmlformats.org/drawingml/2006/main" xmlns:r="http://schemas.openxmlformats.org/officeDocument/2006/relationships" xmlns:p="http://schemas.openxmlformats.org/presentationml/2006/main">
  <p:tag name="AS_UNIQUEID" val="1534"/>
</p:tagLst>
</file>

<file path=ppt/tags/tag17.xml><?xml version="1.0" encoding="utf-8"?>
<p:tagLst xmlns:a="http://schemas.openxmlformats.org/drawingml/2006/main" xmlns:r="http://schemas.openxmlformats.org/officeDocument/2006/relationships" xmlns:p="http://schemas.openxmlformats.org/presentationml/2006/main">
  <p:tag name="AS_UNIQUEID" val="1535"/>
</p:tagLst>
</file>

<file path=ppt/tags/tag18.xml><?xml version="1.0" encoding="utf-8"?>
<p:tagLst xmlns:a="http://schemas.openxmlformats.org/drawingml/2006/main" xmlns:r="http://schemas.openxmlformats.org/officeDocument/2006/relationships" xmlns:p="http://schemas.openxmlformats.org/presentationml/2006/main">
  <p:tag name="AS_UNIQUEID" val="1536"/>
</p:tagLst>
</file>

<file path=ppt/tags/tag19.xml><?xml version="1.0" encoding="utf-8"?>
<p:tagLst xmlns:a="http://schemas.openxmlformats.org/drawingml/2006/main" xmlns:r="http://schemas.openxmlformats.org/officeDocument/2006/relationships" xmlns:p="http://schemas.openxmlformats.org/presentationml/2006/main">
  <p:tag name="AS_UNIQUEID" val="1517"/>
</p:tagLst>
</file>

<file path=ppt/tags/tag20.xml><?xml version="1.0" encoding="utf-8"?>
<p:tagLst xmlns:a="http://schemas.openxmlformats.org/drawingml/2006/main" xmlns:r="http://schemas.openxmlformats.org/officeDocument/2006/relationships" xmlns:p="http://schemas.openxmlformats.org/presentationml/2006/main">
  <p:tag name="AS_UNIQUEID" val="1518"/>
</p:tagLst>
</file>

<file path=ppt/tags/tag21.xml><?xml version="1.0" encoding="utf-8"?>
<p:tagLst xmlns:a="http://schemas.openxmlformats.org/drawingml/2006/main" xmlns:r="http://schemas.openxmlformats.org/officeDocument/2006/relationships" xmlns:p="http://schemas.openxmlformats.org/presentationml/2006/main">
  <p:tag name="AS_UNIQUEID" val="1520"/>
</p:tagLst>
</file>

<file path=ppt/tags/tag22.xml><?xml version="1.0" encoding="utf-8"?>
<p:tagLst xmlns:a="http://schemas.openxmlformats.org/drawingml/2006/main" xmlns:r="http://schemas.openxmlformats.org/officeDocument/2006/relationships" xmlns:p="http://schemas.openxmlformats.org/presentationml/2006/main">
  <p:tag name="AS_UNIQUEID" val="1521"/>
</p:tagLst>
</file>

<file path=ppt/tags/tag23.xml><?xml version="1.0" encoding="utf-8"?>
<p:tagLst xmlns:a="http://schemas.openxmlformats.org/drawingml/2006/main" xmlns:r="http://schemas.openxmlformats.org/officeDocument/2006/relationships" xmlns:p="http://schemas.openxmlformats.org/presentationml/2006/main">
  <p:tag name="AS_UNIQUEID" val="1522"/>
</p:tagLst>
</file>

<file path=ppt/tags/tag24.xml><?xml version="1.0" encoding="utf-8"?>
<p:tagLst xmlns:a="http://schemas.openxmlformats.org/drawingml/2006/main" xmlns:r="http://schemas.openxmlformats.org/officeDocument/2006/relationships" xmlns:p="http://schemas.openxmlformats.org/presentationml/2006/main">
  <p:tag name="AS_UNIQUEID" val="1524"/>
</p:tagLst>
</file>

<file path=ppt/tags/tag25.xml><?xml version="1.0" encoding="utf-8"?>
<p:tagLst xmlns:a="http://schemas.openxmlformats.org/drawingml/2006/main" xmlns:r="http://schemas.openxmlformats.org/officeDocument/2006/relationships" xmlns:p="http://schemas.openxmlformats.org/presentationml/2006/main">
  <p:tag name="AS_UNIQUEID" val="1525"/>
</p:tagLst>
</file>

<file path=ppt/tags/tag26.xml><?xml version="1.0" encoding="utf-8"?>
<p:tagLst xmlns:a="http://schemas.openxmlformats.org/drawingml/2006/main" xmlns:r="http://schemas.openxmlformats.org/officeDocument/2006/relationships" xmlns:p="http://schemas.openxmlformats.org/presentationml/2006/main">
  <p:tag name="AS_UNIQUEID" val="1527"/>
</p:tagLst>
</file>

<file path=ppt/tags/tag27.xml><?xml version="1.0" encoding="utf-8"?>
<p:tagLst xmlns:a="http://schemas.openxmlformats.org/drawingml/2006/main" xmlns:r="http://schemas.openxmlformats.org/officeDocument/2006/relationships" xmlns:p="http://schemas.openxmlformats.org/presentationml/2006/main">
  <p:tag name="AS_UNIQUEID" val="1528"/>
</p:tagLst>
</file>

<file path=ppt/tags/tag28.xml><?xml version="1.0" encoding="utf-8"?>
<p:tagLst xmlns:a="http://schemas.openxmlformats.org/drawingml/2006/main" xmlns:r="http://schemas.openxmlformats.org/officeDocument/2006/relationships" xmlns:p="http://schemas.openxmlformats.org/presentationml/2006/main">
  <p:tag name="AS_UNIQUEID" val="1529"/>
</p:tagLst>
</file>

<file path=ppt/tags/tag29.xml><?xml version="1.0" encoding="utf-8"?>
<p:tagLst xmlns:a="http://schemas.openxmlformats.org/drawingml/2006/main" xmlns:r="http://schemas.openxmlformats.org/officeDocument/2006/relationships" xmlns:p="http://schemas.openxmlformats.org/presentationml/2006/main">
  <p:tag name="AS_UNIQUEID" val="1607"/>
</p:tagLst>
</file>

<file path=ppt/tags/tag30.xml><?xml version="1.0" encoding="utf-8"?>
<p:tagLst xmlns:a="http://schemas.openxmlformats.org/drawingml/2006/main" xmlns:r="http://schemas.openxmlformats.org/officeDocument/2006/relationships" xmlns:p="http://schemas.openxmlformats.org/presentationml/2006/main">
  <p:tag name="AS_UNIQUEID" val="1608"/>
</p:tagLst>
</file>

<file path=ppt/tags/tag31.xml><?xml version="1.0" encoding="utf-8"?>
<p:tagLst xmlns:a="http://schemas.openxmlformats.org/drawingml/2006/main" xmlns:r="http://schemas.openxmlformats.org/officeDocument/2006/relationships" xmlns:p="http://schemas.openxmlformats.org/presentationml/2006/main">
  <p:tag name="AS_UNIQUEID" val="1609"/>
</p:tagLst>
</file>

<file path=ppt/tags/tag32.xml><?xml version="1.0" encoding="utf-8"?>
<p:tagLst xmlns:a="http://schemas.openxmlformats.org/drawingml/2006/main" xmlns:r="http://schemas.openxmlformats.org/officeDocument/2006/relationships" xmlns:p="http://schemas.openxmlformats.org/presentationml/2006/main">
  <p:tag name="AS_UNIQUEID" val="1610"/>
</p:tagLst>
</file>

<file path=ppt/tags/tag33.xml><?xml version="1.0" encoding="utf-8"?>
<p:tagLst xmlns:a="http://schemas.openxmlformats.org/drawingml/2006/main" xmlns:r="http://schemas.openxmlformats.org/officeDocument/2006/relationships" xmlns:p="http://schemas.openxmlformats.org/presentationml/2006/main">
  <p:tag name="AS_UNIQUEID" val="1611"/>
</p:tagLst>
</file>

<file path=ppt/tags/tag34.xml><?xml version="1.0" encoding="utf-8"?>
<p:tagLst xmlns:a="http://schemas.openxmlformats.org/drawingml/2006/main" xmlns:r="http://schemas.openxmlformats.org/officeDocument/2006/relationships" xmlns:p="http://schemas.openxmlformats.org/presentationml/2006/main">
  <p:tag name="AS_UNIQUEID" val="1612"/>
</p:tagLst>
</file>

<file path=ppt/tags/tag35.xml><?xml version="1.0" encoding="utf-8"?>
<p:tagLst xmlns:a="http://schemas.openxmlformats.org/drawingml/2006/main" xmlns:r="http://schemas.openxmlformats.org/officeDocument/2006/relationships" xmlns:p="http://schemas.openxmlformats.org/presentationml/2006/main">
  <p:tag name="AS_UNIQUEID" val="1538"/>
</p:tagLst>
</file>

<file path=ppt/tags/tag36.xml><?xml version="1.0" encoding="utf-8"?>
<p:tagLst xmlns:a="http://schemas.openxmlformats.org/drawingml/2006/main" xmlns:r="http://schemas.openxmlformats.org/officeDocument/2006/relationships" xmlns:p="http://schemas.openxmlformats.org/presentationml/2006/main">
  <p:tag name="AS_UNIQUEID" val="1539"/>
</p:tagLst>
</file>

<file path=ppt/tags/tag37.xml><?xml version="1.0" encoding="utf-8"?>
<p:tagLst xmlns:a="http://schemas.openxmlformats.org/drawingml/2006/main" xmlns:r="http://schemas.openxmlformats.org/officeDocument/2006/relationships" xmlns:p="http://schemas.openxmlformats.org/presentationml/2006/main">
  <p:tag name="AS_UNIQUEID" val="1540"/>
</p:tagLst>
</file>

<file path=ppt/tags/tag38.xml><?xml version="1.0" encoding="utf-8"?>
<p:tagLst xmlns:a="http://schemas.openxmlformats.org/drawingml/2006/main" xmlns:r="http://schemas.openxmlformats.org/officeDocument/2006/relationships" xmlns:p="http://schemas.openxmlformats.org/presentationml/2006/main">
  <p:tag name="AS_UNIQUEID" val="1541"/>
</p:tagLst>
</file>

<file path=ppt/tags/tag39.xml><?xml version="1.0" encoding="utf-8"?>
<p:tagLst xmlns:a="http://schemas.openxmlformats.org/drawingml/2006/main" xmlns:r="http://schemas.openxmlformats.org/officeDocument/2006/relationships" xmlns:p="http://schemas.openxmlformats.org/presentationml/2006/main">
  <p:tag name="AS_UNIQUEID" val="1542"/>
</p:tagLst>
</file>

<file path=ppt/tags/tag40.xml><?xml version="1.0" encoding="utf-8"?>
<p:tagLst xmlns:a="http://schemas.openxmlformats.org/drawingml/2006/main" xmlns:r="http://schemas.openxmlformats.org/officeDocument/2006/relationships" xmlns:p="http://schemas.openxmlformats.org/presentationml/2006/main">
  <p:tag name="AS_UNIQUEID" val="1544"/>
</p:tagLst>
</file>

<file path=ppt/tags/tag41.xml><?xml version="1.0" encoding="utf-8"?>
<p:tagLst xmlns:a="http://schemas.openxmlformats.org/drawingml/2006/main" xmlns:r="http://schemas.openxmlformats.org/officeDocument/2006/relationships" xmlns:p="http://schemas.openxmlformats.org/presentationml/2006/main">
  <p:tag name="AS_UNIQUEID" val="1545"/>
</p:tagLst>
</file>

<file path=ppt/tags/tag42.xml><?xml version="1.0" encoding="utf-8"?>
<p:tagLst xmlns:a="http://schemas.openxmlformats.org/drawingml/2006/main" xmlns:r="http://schemas.openxmlformats.org/officeDocument/2006/relationships" xmlns:p="http://schemas.openxmlformats.org/presentationml/2006/main">
  <p:tag name="AS_UNIQUEID" val="1546"/>
</p:tagLst>
</file>

<file path=ppt/tags/tag43.xml><?xml version="1.0" encoding="utf-8"?>
<p:tagLst xmlns:a="http://schemas.openxmlformats.org/drawingml/2006/main" xmlns:r="http://schemas.openxmlformats.org/officeDocument/2006/relationships" xmlns:p="http://schemas.openxmlformats.org/presentationml/2006/main">
  <p:tag name="AS_UNIQUEID" val="1547"/>
</p:tagLst>
</file>

<file path=ppt/tags/tag44.xml><?xml version="1.0" encoding="utf-8"?>
<p:tagLst xmlns:a="http://schemas.openxmlformats.org/drawingml/2006/main" xmlns:r="http://schemas.openxmlformats.org/officeDocument/2006/relationships" xmlns:p="http://schemas.openxmlformats.org/presentationml/2006/main">
  <p:tag name="AS_UNIQUEID" val="1548"/>
</p:tagLst>
</file>

<file path=ppt/tags/tag45.xml><?xml version="1.0" encoding="utf-8"?>
<p:tagLst xmlns:a="http://schemas.openxmlformats.org/drawingml/2006/main" xmlns:r="http://schemas.openxmlformats.org/officeDocument/2006/relationships" xmlns:p="http://schemas.openxmlformats.org/presentationml/2006/main">
  <p:tag name="AS_UNIQUEID" val="1550"/>
</p:tagLst>
</file>

<file path=ppt/tags/tag46.xml><?xml version="1.0" encoding="utf-8"?>
<p:tagLst xmlns:a="http://schemas.openxmlformats.org/drawingml/2006/main" xmlns:r="http://schemas.openxmlformats.org/officeDocument/2006/relationships" xmlns:p="http://schemas.openxmlformats.org/presentationml/2006/main">
  <p:tag name="AS_UNIQUEID" val="1551"/>
</p:tagLst>
</file>

<file path=ppt/tags/tag47.xml><?xml version="1.0" encoding="utf-8"?>
<p:tagLst xmlns:a="http://schemas.openxmlformats.org/drawingml/2006/main" xmlns:r="http://schemas.openxmlformats.org/officeDocument/2006/relationships" xmlns:p="http://schemas.openxmlformats.org/presentationml/2006/main">
  <p:tag name="AS_UNIQUEID" val="1552"/>
</p:tagLst>
</file>

<file path=ppt/tags/tag48.xml><?xml version="1.0" encoding="utf-8"?>
<p:tagLst xmlns:a="http://schemas.openxmlformats.org/drawingml/2006/main" xmlns:r="http://schemas.openxmlformats.org/officeDocument/2006/relationships" xmlns:p="http://schemas.openxmlformats.org/presentationml/2006/main">
  <p:tag name="AS_UNIQUEID" val="1553"/>
</p:tagLst>
</file>

<file path=ppt/tags/tag49.xml><?xml version="1.0" encoding="utf-8"?>
<p:tagLst xmlns:a="http://schemas.openxmlformats.org/drawingml/2006/main" xmlns:r="http://schemas.openxmlformats.org/officeDocument/2006/relationships" xmlns:p="http://schemas.openxmlformats.org/presentationml/2006/main">
  <p:tag name="AS_UNIQUEID" val="1554"/>
</p:tagLst>
</file>

<file path=ppt/tags/tag50.xml><?xml version="1.0" encoding="utf-8"?>
<p:tagLst xmlns:a="http://schemas.openxmlformats.org/drawingml/2006/main" xmlns:r="http://schemas.openxmlformats.org/officeDocument/2006/relationships" xmlns:p="http://schemas.openxmlformats.org/presentationml/2006/main">
  <p:tag name="AS_UNIQUEID" val="1556"/>
</p:tagLst>
</file>

<file path=ppt/tags/tag51.xml><?xml version="1.0" encoding="utf-8"?>
<p:tagLst xmlns:a="http://schemas.openxmlformats.org/drawingml/2006/main" xmlns:r="http://schemas.openxmlformats.org/officeDocument/2006/relationships" xmlns:p="http://schemas.openxmlformats.org/presentationml/2006/main">
  <p:tag name="AS_UNIQUEID" val="1557"/>
</p:tagLst>
</file>

<file path=ppt/tags/tag52.xml><?xml version="1.0" encoding="utf-8"?>
<p:tagLst xmlns:a="http://schemas.openxmlformats.org/drawingml/2006/main" xmlns:r="http://schemas.openxmlformats.org/officeDocument/2006/relationships" xmlns:p="http://schemas.openxmlformats.org/presentationml/2006/main">
  <p:tag name="AS_UNIQUEID" val="1558"/>
</p:tagLst>
</file>

<file path=ppt/tags/tag53.xml><?xml version="1.0" encoding="utf-8"?>
<p:tagLst xmlns:a="http://schemas.openxmlformats.org/drawingml/2006/main" xmlns:r="http://schemas.openxmlformats.org/officeDocument/2006/relationships" xmlns:p="http://schemas.openxmlformats.org/presentationml/2006/main">
  <p:tag name="AS_UNIQUEID" val="1559"/>
</p:tagLst>
</file>

<file path=ppt/tags/tag54.xml><?xml version="1.0" encoding="utf-8"?>
<p:tagLst xmlns:a="http://schemas.openxmlformats.org/drawingml/2006/main" xmlns:r="http://schemas.openxmlformats.org/officeDocument/2006/relationships" xmlns:p="http://schemas.openxmlformats.org/presentationml/2006/main">
  <p:tag name="AS_UNIQUEID" val="1560"/>
</p:tagLst>
</file>

<file path=ppt/tags/tag55.xml><?xml version="1.0" encoding="utf-8"?>
<p:tagLst xmlns:a="http://schemas.openxmlformats.org/drawingml/2006/main" xmlns:r="http://schemas.openxmlformats.org/officeDocument/2006/relationships" xmlns:p="http://schemas.openxmlformats.org/presentationml/2006/main">
  <p:tag name="AS_UNIQUEID" val="1561"/>
</p:tagLst>
</file>

<file path=ppt/tags/tag56.xml><?xml version="1.0" encoding="utf-8"?>
<p:tagLst xmlns:a="http://schemas.openxmlformats.org/drawingml/2006/main" xmlns:r="http://schemas.openxmlformats.org/officeDocument/2006/relationships" xmlns:p="http://schemas.openxmlformats.org/presentationml/2006/main">
  <p:tag name="AS_UNIQUEID" val="1563"/>
</p:tagLst>
</file>

<file path=ppt/tags/tag57.xml><?xml version="1.0" encoding="utf-8"?>
<p:tagLst xmlns:a="http://schemas.openxmlformats.org/drawingml/2006/main" xmlns:r="http://schemas.openxmlformats.org/officeDocument/2006/relationships" xmlns:p="http://schemas.openxmlformats.org/presentationml/2006/main">
  <p:tag name="AS_UNIQUEID" val="1564"/>
</p:tagLst>
</file>

<file path=ppt/tags/tag58.xml><?xml version="1.0" encoding="utf-8"?>
<p:tagLst xmlns:a="http://schemas.openxmlformats.org/drawingml/2006/main" xmlns:r="http://schemas.openxmlformats.org/officeDocument/2006/relationships" xmlns:p="http://schemas.openxmlformats.org/presentationml/2006/main">
  <p:tag name="AS_UNIQUEID" val="1565"/>
</p:tagLst>
</file>

<file path=ppt/tags/tag59.xml><?xml version="1.0" encoding="utf-8"?>
<p:tagLst xmlns:a="http://schemas.openxmlformats.org/drawingml/2006/main" xmlns:r="http://schemas.openxmlformats.org/officeDocument/2006/relationships" xmlns:p="http://schemas.openxmlformats.org/presentationml/2006/main">
  <p:tag name="AS_UNIQUEID" val="1566"/>
</p:tagLst>
</file>

<file path=ppt/tags/tag60.xml><?xml version="1.0" encoding="utf-8"?>
<p:tagLst xmlns:a="http://schemas.openxmlformats.org/drawingml/2006/main" xmlns:r="http://schemas.openxmlformats.org/officeDocument/2006/relationships" xmlns:p="http://schemas.openxmlformats.org/presentationml/2006/main">
  <p:tag name="AS_UNIQUEID" val="1567"/>
</p:tagLst>
</file>

<file path=ppt/tags/tag61.xml><?xml version="1.0" encoding="utf-8"?>
<p:tagLst xmlns:a="http://schemas.openxmlformats.org/drawingml/2006/main" xmlns:r="http://schemas.openxmlformats.org/officeDocument/2006/relationships" xmlns:p="http://schemas.openxmlformats.org/presentationml/2006/main">
  <p:tag name="AS_UNIQUEID" val="1568"/>
</p:tagLst>
</file>

<file path=ppt/tags/tag62.xml><?xml version="1.0" encoding="utf-8"?>
<p:tagLst xmlns:a="http://schemas.openxmlformats.org/drawingml/2006/main" xmlns:r="http://schemas.openxmlformats.org/officeDocument/2006/relationships" xmlns:p="http://schemas.openxmlformats.org/presentationml/2006/main">
  <p:tag name="AS_UNIQUEID" val="1569"/>
</p:tagLst>
</file>

<file path=ppt/tags/tag63.xml><?xml version="1.0" encoding="utf-8"?>
<p:tagLst xmlns:a="http://schemas.openxmlformats.org/drawingml/2006/main" xmlns:r="http://schemas.openxmlformats.org/officeDocument/2006/relationships" xmlns:p="http://schemas.openxmlformats.org/presentationml/2006/main">
  <p:tag name="AS_UNIQUEID" val="1570"/>
</p:tagLst>
</file>

<file path=ppt/tags/tag64.xml><?xml version="1.0" encoding="utf-8"?>
<p:tagLst xmlns:a="http://schemas.openxmlformats.org/drawingml/2006/main" xmlns:r="http://schemas.openxmlformats.org/officeDocument/2006/relationships" xmlns:p="http://schemas.openxmlformats.org/presentationml/2006/main">
  <p:tag name="AS_UNIQUEID" val="1572"/>
</p:tagLst>
</file>

<file path=ppt/tags/tag65.xml><?xml version="1.0" encoding="utf-8"?>
<p:tagLst xmlns:a="http://schemas.openxmlformats.org/drawingml/2006/main" xmlns:r="http://schemas.openxmlformats.org/officeDocument/2006/relationships" xmlns:p="http://schemas.openxmlformats.org/presentationml/2006/main">
  <p:tag name="AS_UNIQUEID" val="1573"/>
</p:tagLst>
</file>

<file path=ppt/tags/tag66.xml><?xml version="1.0" encoding="utf-8"?>
<p:tagLst xmlns:a="http://schemas.openxmlformats.org/drawingml/2006/main" xmlns:r="http://schemas.openxmlformats.org/officeDocument/2006/relationships" xmlns:p="http://schemas.openxmlformats.org/presentationml/2006/main">
  <p:tag name="AS_UNIQUEID" val="1574"/>
</p:tagLst>
</file>

<file path=ppt/tags/tag67.xml><?xml version="1.0" encoding="utf-8"?>
<p:tagLst xmlns:a="http://schemas.openxmlformats.org/drawingml/2006/main" xmlns:r="http://schemas.openxmlformats.org/officeDocument/2006/relationships" xmlns:p="http://schemas.openxmlformats.org/presentationml/2006/main">
  <p:tag name="AS_UNIQUEID" val="1575"/>
</p:tagLst>
</file>

<file path=ppt/tags/tag68.xml><?xml version="1.0" encoding="utf-8"?>
<p:tagLst xmlns:a="http://schemas.openxmlformats.org/drawingml/2006/main" xmlns:r="http://schemas.openxmlformats.org/officeDocument/2006/relationships" xmlns:p="http://schemas.openxmlformats.org/presentationml/2006/main">
  <p:tag name="AS_UNIQUEID" val="1577"/>
</p:tagLst>
</file>

<file path=ppt/tags/tag69.xml><?xml version="1.0" encoding="utf-8"?>
<p:tagLst xmlns:a="http://schemas.openxmlformats.org/drawingml/2006/main" xmlns:r="http://schemas.openxmlformats.org/officeDocument/2006/relationships" xmlns:p="http://schemas.openxmlformats.org/presentationml/2006/main">
  <p:tag name="AS_UNIQUEID" val="1578"/>
</p:tagLst>
</file>

<file path=ppt/tags/tag70.xml><?xml version="1.0" encoding="utf-8"?>
<p:tagLst xmlns:a="http://schemas.openxmlformats.org/drawingml/2006/main" xmlns:r="http://schemas.openxmlformats.org/officeDocument/2006/relationships" xmlns:p="http://schemas.openxmlformats.org/presentationml/2006/main">
  <p:tag name="AS_UNIQUEID" val="1579"/>
</p:tagLst>
</file>

<file path=ppt/tags/tag71.xml><?xml version="1.0" encoding="utf-8"?>
<p:tagLst xmlns:a="http://schemas.openxmlformats.org/drawingml/2006/main" xmlns:r="http://schemas.openxmlformats.org/officeDocument/2006/relationships" xmlns:p="http://schemas.openxmlformats.org/presentationml/2006/main">
  <p:tag name="AS_UNIQUEID" val="1581"/>
</p:tagLst>
</file>

<file path=ppt/tags/tag72.xml><?xml version="1.0" encoding="utf-8"?>
<p:tagLst xmlns:a="http://schemas.openxmlformats.org/drawingml/2006/main" xmlns:r="http://schemas.openxmlformats.org/officeDocument/2006/relationships" xmlns:p="http://schemas.openxmlformats.org/presentationml/2006/main">
  <p:tag name="AS_UNIQUEID" val="1582"/>
</p:tagLst>
</file>

<file path=ppt/tags/tag73.xml><?xml version="1.0" encoding="utf-8"?>
<p:tagLst xmlns:a="http://schemas.openxmlformats.org/drawingml/2006/main" xmlns:r="http://schemas.openxmlformats.org/officeDocument/2006/relationships" xmlns:p="http://schemas.openxmlformats.org/presentationml/2006/main">
  <p:tag name="AS_UNIQUEID" val="1583"/>
</p:tagLst>
</file>

<file path=ppt/tags/tag74.xml><?xml version="1.0" encoding="utf-8"?>
<p:tagLst xmlns:a="http://schemas.openxmlformats.org/drawingml/2006/main" xmlns:r="http://schemas.openxmlformats.org/officeDocument/2006/relationships" xmlns:p="http://schemas.openxmlformats.org/presentationml/2006/main">
  <p:tag name="AS_UNIQUEID" val="1584"/>
</p:tagLst>
</file>

<file path=ppt/tags/tag75.xml><?xml version="1.0" encoding="utf-8"?>
<p:tagLst xmlns:a="http://schemas.openxmlformats.org/drawingml/2006/main" xmlns:r="http://schemas.openxmlformats.org/officeDocument/2006/relationships" xmlns:p="http://schemas.openxmlformats.org/presentationml/2006/main">
  <p:tag name="AS_UNIQUEID" val="1585"/>
</p:tagLst>
</file>

<file path=ppt/tags/tag76.xml><?xml version="1.0" encoding="utf-8"?>
<p:tagLst xmlns:a="http://schemas.openxmlformats.org/drawingml/2006/main" xmlns:r="http://schemas.openxmlformats.org/officeDocument/2006/relationships" xmlns:p="http://schemas.openxmlformats.org/presentationml/2006/main">
  <p:tag name="AS_UNIQUEID" val="1586"/>
</p:tagLst>
</file>

<file path=ppt/tags/tag77.xml><?xml version="1.0" encoding="utf-8"?>
<p:tagLst xmlns:a="http://schemas.openxmlformats.org/drawingml/2006/main" xmlns:r="http://schemas.openxmlformats.org/officeDocument/2006/relationships" xmlns:p="http://schemas.openxmlformats.org/presentationml/2006/main">
  <p:tag name="AS_UNIQUEID" val="1588"/>
</p:tagLst>
</file>

<file path=ppt/tags/tag78.xml><?xml version="1.0" encoding="utf-8"?>
<p:tagLst xmlns:a="http://schemas.openxmlformats.org/drawingml/2006/main" xmlns:r="http://schemas.openxmlformats.org/officeDocument/2006/relationships" xmlns:p="http://schemas.openxmlformats.org/presentationml/2006/main">
  <p:tag name="AS_UNIQUEID" val="1589"/>
</p:tagLst>
</file>

<file path=ppt/tags/tag79.xml><?xml version="1.0" encoding="utf-8"?>
<p:tagLst xmlns:a="http://schemas.openxmlformats.org/drawingml/2006/main" xmlns:r="http://schemas.openxmlformats.org/officeDocument/2006/relationships" xmlns:p="http://schemas.openxmlformats.org/presentationml/2006/main">
  <p:tag name="AS_UNIQUEID" val="1590"/>
</p:tagLst>
</file>

<file path=ppt/tags/tag80.xml><?xml version="1.0" encoding="utf-8"?>
<p:tagLst xmlns:a="http://schemas.openxmlformats.org/drawingml/2006/main" xmlns:r="http://schemas.openxmlformats.org/officeDocument/2006/relationships" xmlns:p="http://schemas.openxmlformats.org/presentationml/2006/main">
  <p:tag name="AS_UNIQUEID" val="1591"/>
</p:tagLst>
</file>

<file path=ppt/tags/tag81.xml><?xml version="1.0" encoding="utf-8"?>
<p:tagLst xmlns:a="http://schemas.openxmlformats.org/drawingml/2006/main" xmlns:r="http://schemas.openxmlformats.org/officeDocument/2006/relationships" xmlns:p="http://schemas.openxmlformats.org/presentationml/2006/main">
  <p:tag name="AS_UNIQUEID" val="1592"/>
</p:tagLst>
</file>

<file path=ppt/tags/tag82.xml><?xml version="1.0" encoding="utf-8"?>
<p:tagLst xmlns:a="http://schemas.openxmlformats.org/drawingml/2006/main" xmlns:r="http://schemas.openxmlformats.org/officeDocument/2006/relationships" xmlns:p="http://schemas.openxmlformats.org/presentationml/2006/main">
  <p:tag name="AS_UNIQUEID" val="1593"/>
</p:tagLst>
</file>

<file path=ppt/tags/tag83.xml><?xml version="1.0" encoding="utf-8"?>
<p:tagLst xmlns:a="http://schemas.openxmlformats.org/drawingml/2006/main" xmlns:r="http://schemas.openxmlformats.org/officeDocument/2006/relationships" xmlns:p="http://schemas.openxmlformats.org/presentationml/2006/main">
  <p:tag name="AS_UNIQUEID" val="1595"/>
</p:tagLst>
</file>

<file path=ppt/tags/tag84.xml><?xml version="1.0" encoding="utf-8"?>
<p:tagLst xmlns:a="http://schemas.openxmlformats.org/drawingml/2006/main" xmlns:r="http://schemas.openxmlformats.org/officeDocument/2006/relationships" xmlns:p="http://schemas.openxmlformats.org/presentationml/2006/main">
  <p:tag name="AS_UNIQUEID" val="1596"/>
</p:tagLst>
</file>

<file path=ppt/tags/tag85.xml><?xml version="1.0" encoding="utf-8"?>
<p:tagLst xmlns:a="http://schemas.openxmlformats.org/drawingml/2006/main" xmlns:r="http://schemas.openxmlformats.org/officeDocument/2006/relationships" xmlns:p="http://schemas.openxmlformats.org/presentationml/2006/main">
  <p:tag name="AS_UNIQUEID" val="1597"/>
</p:tagLst>
</file>

<file path=ppt/tags/tag86.xml><?xml version="1.0" encoding="utf-8"?>
<p:tagLst xmlns:a="http://schemas.openxmlformats.org/drawingml/2006/main" xmlns:r="http://schemas.openxmlformats.org/officeDocument/2006/relationships" xmlns:p="http://schemas.openxmlformats.org/presentationml/2006/main">
  <p:tag name="AS_UNIQUEID" val="1598"/>
</p:tagLst>
</file>

<file path=ppt/tags/tag87.xml><?xml version="1.0" encoding="utf-8"?>
<p:tagLst xmlns:a="http://schemas.openxmlformats.org/drawingml/2006/main" xmlns:r="http://schemas.openxmlformats.org/officeDocument/2006/relationships" xmlns:p="http://schemas.openxmlformats.org/presentationml/2006/main">
  <p:tag name="AS_UNIQUEID" val="1599"/>
</p:tagLst>
</file>

<file path=ppt/tags/tag88.xml><?xml version="1.0" encoding="utf-8"?>
<p:tagLst xmlns:a="http://schemas.openxmlformats.org/drawingml/2006/main" xmlns:r="http://schemas.openxmlformats.org/officeDocument/2006/relationships" xmlns:p="http://schemas.openxmlformats.org/presentationml/2006/main">
  <p:tag name="AS_UNIQUEID" val="1601"/>
</p:tagLst>
</file>

<file path=ppt/tags/tag89.xml><?xml version="1.0" encoding="utf-8"?>
<p:tagLst xmlns:a="http://schemas.openxmlformats.org/drawingml/2006/main" xmlns:r="http://schemas.openxmlformats.org/officeDocument/2006/relationships" xmlns:p="http://schemas.openxmlformats.org/presentationml/2006/main">
  <p:tag name="AS_UNIQUEID" val="1602"/>
</p:tagLst>
</file>

<file path=ppt/tags/tag90.xml><?xml version="1.0" encoding="utf-8"?>
<p:tagLst xmlns:a="http://schemas.openxmlformats.org/drawingml/2006/main" xmlns:r="http://schemas.openxmlformats.org/officeDocument/2006/relationships" xmlns:p="http://schemas.openxmlformats.org/presentationml/2006/main">
  <p:tag name="AS_UNIQUEID" val="1603"/>
</p:tagLst>
</file>

<file path=ppt/tags/tag91.xml><?xml version="1.0" encoding="utf-8"?>
<p:tagLst xmlns:a="http://schemas.openxmlformats.org/drawingml/2006/main" xmlns:r="http://schemas.openxmlformats.org/officeDocument/2006/relationships" xmlns:p="http://schemas.openxmlformats.org/presentationml/2006/main">
  <p:tag name="AS_UNIQUEID" val="1604"/>
</p:tagLst>
</file>

<file path=ppt/tags/tag92.xml><?xml version="1.0" encoding="utf-8"?>
<p:tagLst xmlns:a="http://schemas.openxmlformats.org/drawingml/2006/main" xmlns:r="http://schemas.openxmlformats.org/officeDocument/2006/relationships" xmlns:p="http://schemas.openxmlformats.org/presentationml/2006/main">
  <p:tag name="AS_UNIQUEID" val="1605"/>
</p:tagLst>
</file>

<file path=ppt/tags/tag93.xml><?xml version="1.0" encoding="utf-8"?>
<p:tagLst xmlns:a="http://schemas.openxmlformats.org/drawingml/2006/main" xmlns:r="http://schemas.openxmlformats.org/officeDocument/2006/relationships" xmlns:p="http://schemas.openxmlformats.org/presentationml/2006/main">
  <p:tag name="AS_UNIQUEID" val="1614"/>
</p:tagLst>
</file>

<file path=ppt/tags/tag94.xml><?xml version="1.0" encoding="utf-8"?>
<p:tagLst xmlns:a="http://schemas.openxmlformats.org/drawingml/2006/main" xmlns:r="http://schemas.openxmlformats.org/officeDocument/2006/relationships" xmlns:p="http://schemas.openxmlformats.org/presentationml/2006/main">
  <p:tag name="AS_UNIQUEID" val="1615"/>
</p:tagLst>
</file>

<file path=ppt/tags/tag95.xml><?xml version="1.0" encoding="utf-8"?>
<p:tagLst xmlns:a="http://schemas.openxmlformats.org/drawingml/2006/main" xmlns:r="http://schemas.openxmlformats.org/officeDocument/2006/relationships" xmlns:p="http://schemas.openxmlformats.org/presentationml/2006/main">
  <p:tag name="AS_UNIQUEID" val="1616"/>
</p:tagLst>
</file>

<file path=ppt/tags/tag96.xml><?xml version="1.0" encoding="utf-8"?>
<p:tagLst xmlns:a="http://schemas.openxmlformats.org/drawingml/2006/main" xmlns:r="http://schemas.openxmlformats.org/officeDocument/2006/relationships" xmlns:p="http://schemas.openxmlformats.org/presentationml/2006/main">
  <p:tag name="AS_UNIQUEID" val="1617"/>
</p:tagLst>
</file>

<file path=ppt/tags/tag97.xml><?xml version="1.0" encoding="utf-8"?>
<p:tagLst xmlns:a="http://schemas.openxmlformats.org/drawingml/2006/main" xmlns:r="http://schemas.openxmlformats.org/officeDocument/2006/relationships" xmlns:p="http://schemas.openxmlformats.org/presentationml/2006/main">
  <p:tag name="AS_UNIQUEID" val="1618"/>
</p:tagLst>
</file>

<file path=ppt/tags/tag98.xml><?xml version="1.0" encoding="utf-8"?>
<p:tagLst xmlns:a="http://schemas.openxmlformats.org/drawingml/2006/main" xmlns:r="http://schemas.openxmlformats.org/officeDocument/2006/relationships" xmlns:p="http://schemas.openxmlformats.org/presentationml/2006/main">
  <p:tag name="AS_UNIQUEID" val="1619"/>
</p:tagLst>
</file>

<file path=ppt/tags/tag99.xml><?xml version="1.0" encoding="utf-8"?>
<p:tagLst xmlns:a="http://schemas.openxmlformats.org/drawingml/2006/main" xmlns:r="http://schemas.openxmlformats.org/officeDocument/2006/relationships" xmlns:p="http://schemas.openxmlformats.org/presentationml/2006/main">
  <p:tag name="AS_UNIQUEID" val="1621"/>
</p:tagLst>
</file>

<file path=ppt/tags/tag100.xml><?xml version="1.0" encoding="utf-8"?>
<p:tagLst xmlns:a="http://schemas.openxmlformats.org/drawingml/2006/main" xmlns:r="http://schemas.openxmlformats.org/officeDocument/2006/relationships" xmlns:p="http://schemas.openxmlformats.org/presentationml/2006/main">
  <p:tag name="AS_UNIQUEID" val="1622"/>
</p:tagLst>
</file>

<file path=ppt/tags/tag101.xml><?xml version="1.0" encoding="utf-8"?>
<p:tagLst xmlns:a="http://schemas.openxmlformats.org/drawingml/2006/main" xmlns:r="http://schemas.openxmlformats.org/officeDocument/2006/relationships" xmlns:p="http://schemas.openxmlformats.org/presentationml/2006/main">
  <p:tag name="AS_UNIQUEID" val="1623"/>
</p:tagLst>
</file>

<file path=ppt/tags/tag102.xml><?xml version="1.0" encoding="utf-8"?>
<p:tagLst xmlns:a="http://schemas.openxmlformats.org/drawingml/2006/main" xmlns:r="http://schemas.openxmlformats.org/officeDocument/2006/relationships" xmlns:p="http://schemas.openxmlformats.org/presentationml/2006/main">
  <p:tag name="AS_UNIQUEID" val="1624"/>
</p:tagLst>
</file>

<file path=ppt/tags/tag103.xml><?xml version="1.0" encoding="utf-8"?>
<p:tagLst xmlns:a="http://schemas.openxmlformats.org/drawingml/2006/main" xmlns:r="http://schemas.openxmlformats.org/officeDocument/2006/relationships" xmlns:p="http://schemas.openxmlformats.org/presentationml/2006/main">
  <p:tag name="AS_UNIQUEID" val="1626"/>
</p:tagLst>
</file>

<file path=ppt/tags/tag104.xml><?xml version="1.0" encoding="utf-8"?>
<p:tagLst xmlns:a="http://schemas.openxmlformats.org/drawingml/2006/main" xmlns:r="http://schemas.openxmlformats.org/officeDocument/2006/relationships" xmlns:p="http://schemas.openxmlformats.org/presentationml/2006/main">
  <p:tag name="AS_UNIQUEID" val="1631"/>
</p:tagLst>
</file>

<file path=ppt/tags/tag105.xml><?xml version="1.0" encoding="utf-8"?>
<p:tagLst xmlns:a="http://schemas.openxmlformats.org/drawingml/2006/main" xmlns:r="http://schemas.openxmlformats.org/officeDocument/2006/relationships" xmlns:p="http://schemas.openxmlformats.org/presentationml/2006/main">
  <p:tag name="AS_UNIQUEID" val="1632"/>
</p:tagLst>
</file>

<file path=ppt/tags/tag106.xml><?xml version="1.0" encoding="utf-8"?>
<p:tagLst xmlns:a="http://schemas.openxmlformats.org/drawingml/2006/main" xmlns:r="http://schemas.openxmlformats.org/officeDocument/2006/relationships" xmlns:p="http://schemas.openxmlformats.org/presentationml/2006/main">
  <p:tag name="AS_UNIQUEID" val="1633"/>
</p:tagLst>
</file>

<file path=ppt/tags/tag107.xml><?xml version="1.0" encoding="utf-8"?>
<p:tagLst xmlns:a="http://schemas.openxmlformats.org/drawingml/2006/main" xmlns:r="http://schemas.openxmlformats.org/officeDocument/2006/relationships" xmlns:p="http://schemas.openxmlformats.org/presentationml/2006/main">
  <p:tag name="AS_UNIQUEID" val="1634"/>
</p:tagLst>
</file>

<file path=ppt/tags/tag108.xml><?xml version="1.0" encoding="utf-8"?>
<p:tagLst xmlns:a="http://schemas.openxmlformats.org/drawingml/2006/main" xmlns:r="http://schemas.openxmlformats.org/officeDocument/2006/relationships" xmlns:p="http://schemas.openxmlformats.org/presentationml/2006/main">
  <p:tag name="AS_UNIQUEID" val="1635"/>
</p:tagLst>
</file>

<file path=ppt/tags/tag109.xml><?xml version="1.0" encoding="utf-8"?>
<p:tagLst xmlns:a="http://schemas.openxmlformats.org/drawingml/2006/main" xmlns:r="http://schemas.openxmlformats.org/officeDocument/2006/relationships" xmlns:p="http://schemas.openxmlformats.org/presentationml/2006/main">
  <p:tag name="AS_UNIQUEID" val="1636"/>
</p:tagLst>
</file>

<file path=ppt/tags/tag110.xml><?xml version="1.0" encoding="utf-8"?>
<p:tagLst xmlns:a="http://schemas.openxmlformats.org/drawingml/2006/main" xmlns:r="http://schemas.openxmlformats.org/officeDocument/2006/relationships" xmlns:p="http://schemas.openxmlformats.org/presentationml/2006/main">
  <p:tag name="AS_UNIQUEID" val="1627"/>
</p:tagLst>
</file>

<file path=ppt/tags/tag111.xml><?xml version="1.0" encoding="utf-8"?>
<p:tagLst xmlns:a="http://schemas.openxmlformats.org/drawingml/2006/main" xmlns:r="http://schemas.openxmlformats.org/officeDocument/2006/relationships" xmlns:p="http://schemas.openxmlformats.org/presentationml/2006/main">
  <p:tag name="AS_UNIQUEID" val="1628"/>
</p:tagLst>
</file>

<file path=ppt/tags/tag112.xml><?xml version="1.0" encoding="utf-8"?>
<p:tagLst xmlns:a="http://schemas.openxmlformats.org/drawingml/2006/main" xmlns:r="http://schemas.openxmlformats.org/officeDocument/2006/relationships" xmlns:p="http://schemas.openxmlformats.org/presentationml/2006/main">
  <p:tag name="AS_UNIQUEID" val="1629"/>
</p:tagLst>
</file>

<file path=ppt/tags/tag113.xml><?xml version="1.0" encoding="utf-8"?>
<p:tagLst xmlns:a="http://schemas.openxmlformats.org/drawingml/2006/main" xmlns:r="http://schemas.openxmlformats.org/officeDocument/2006/relationships" xmlns:p="http://schemas.openxmlformats.org/presentationml/2006/main">
  <p:tag name="AS_UNIQUEID" val="1630"/>
</p:tagLst>
</file>

<file path=ppt/tags/tag114.xml><?xml version="1.0" encoding="utf-8"?>
<p:tagLst xmlns:a="http://schemas.openxmlformats.org/drawingml/2006/main" xmlns:r="http://schemas.openxmlformats.org/officeDocument/2006/relationships" xmlns:p="http://schemas.openxmlformats.org/presentationml/2006/main">
  <p:tag name="AS_UNIQUEID" val="1647"/>
</p:tagLst>
</file>

<file path=ppt/tags/tag115.xml><?xml version="1.0" encoding="utf-8"?>
<p:tagLst xmlns:a="http://schemas.openxmlformats.org/drawingml/2006/main" xmlns:r="http://schemas.openxmlformats.org/officeDocument/2006/relationships" xmlns:p="http://schemas.openxmlformats.org/presentationml/2006/main">
  <p:tag name="AS_UNIQUEID" val="1648"/>
</p:tagLst>
</file>

<file path=ppt/tags/tag116.xml><?xml version="1.0" encoding="utf-8"?>
<p:tagLst xmlns:a="http://schemas.openxmlformats.org/drawingml/2006/main" xmlns:r="http://schemas.openxmlformats.org/officeDocument/2006/relationships" xmlns:p="http://schemas.openxmlformats.org/presentationml/2006/main">
  <p:tag name="AS_UNIQUEID" val="1649"/>
</p:tagLst>
</file>

<file path=ppt/tags/tag117.xml><?xml version="1.0" encoding="utf-8"?>
<p:tagLst xmlns:a="http://schemas.openxmlformats.org/drawingml/2006/main" xmlns:r="http://schemas.openxmlformats.org/officeDocument/2006/relationships" xmlns:p="http://schemas.openxmlformats.org/presentationml/2006/main">
  <p:tag name="AS_UNIQUEID" val="1652"/>
</p:tagLst>
</file>

<file path=ppt/tags/tag118.xml><?xml version="1.0" encoding="utf-8"?>
<p:tagLst xmlns:a="http://schemas.openxmlformats.org/drawingml/2006/main" xmlns:r="http://schemas.openxmlformats.org/officeDocument/2006/relationships" xmlns:p="http://schemas.openxmlformats.org/presentationml/2006/main">
  <p:tag name="AS_UNIQUEID" val="1653"/>
</p:tagLst>
</file>

<file path=ppt/tags/tag119.xml><?xml version="1.0" encoding="utf-8"?>
<p:tagLst xmlns:a="http://schemas.openxmlformats.org/drawingml/2006/main" xmlns:r="http://schemas.openxmlformats.org/officeDocument/2006/relationships" xmlns:p="http://schemas.openxmlformats.org/presentationml/2006/main">
  <p:tag name="AS_UNIQUEID" val="1656"/>
</p:tagLst>
</file>

<file path=ppt/tags/tag120.xml><?xml version="1.0" encoding="utf-8"?>
<p:tagLst xmlns:a="http://schemas.openxmlformats.org/drawingml/2006/main" xmlns:r="http://schemas.openxmlformats.org/officeDocument/2006/relationships" xmlns:p="http://schemas.openxmlformats.org/presentationml/2006/main">
  <p:tag name="AS_UNIQUEID" val="1657"/>
</p:tagLst>
</file>

<file path=ppt/tags/tag121.xml><?xml version="1.0" encoding="utf-8"?>
<p:tagLst xmlns:a="http://schemas.openxmlformats.org/drawingml/2006/main" xmlns:r="http://schemas.openxmlformats.org/officeDocument/2006/relationships" xmlns:p="http://schemas.openxmlformats.org/presentationml/2006/main">
  <p:tag name="AS_UNIQUEID" val="1658"/>
</p:tagLst>
</file>

<file path=ppt/tags/tag122.xml><?xml version="1.0" encoding="utf-8"?>
<p:tagLst xmlns:a="http://schemas.openxmlformats.org/drawingml/2006/main" xmlns:r="http://schemas.openxmlformats.org/officeDocument/2006/relationships" xmlns:p="http://schemas.openxmlformats.org/presentationml/2006/main">
  <p:tag name="AS_UNIQUEID" val="1659"/>
</p:tagLst>
</file>

<file path=ppt/tags/tag123.xml><?xml version="1.0" encoding="utf-8"?>
<p:tagLst xmlns:a="http://schemas.openxmlformats.org/drawingml/2006/main" xmlns:r="http://schemas.openxmlformats.org/officeDocument/2006/relationships" xmlns:p="http://schemas.openxmlformats.org/presentationml/2006/main">
  <p:tag name="AS_UNIQUEID" val="1662"/>
</p:tagLst>
</file>

<file path=ppt/tags/tag124.xml><?xml version="1.0" encoding="utf-8"?>
<p:tagLst xmlns:a="http://schemas.openxmlformats.org/drawingml/2006/main" xmlns:r="http://schemas.openxmlformats.org/officeDocument/2006/relationships" xmlns:p="http://schemas.openxmlformats.org/presentationml/2006/main">
  <p:tag name="AS_UNIQUEID" val="1663"/>
</p:tagLst>
</file>

<file path=ppt/tags/tag125.xml><?xml version="1.0" encoding="utf-8"?>
<p:tagLst xmlns:a="http://schemas.openxmlformats.org/drawingml/2006/main" xmlns:r="http://schemas.openxmlformats.org/officeDocument/2006/relationships" xmlns:p="http://schemas.openxmlformats.org/presentationml/2006/main">
  <p:tag name="AS_UNIQUEID" val="1666"/>
</p:tagLst>
</file>

<file path=ppt/tags/tag126.xml><?xml version="1.0" encoding="utf-8"?>
<p:tagLst xmlns:a="http://schemas.openxmlformats.org/drawingml/2006/main" xmlns:r="http://schemas.openxmlformats.org/officeDocument/2006/relationships" xmlns:p="http://schemas.openxmlformats.org/presentationml/2006/main">
  <p:tag name="AS_UNIQUEID" val="1667"/>
</p:tagLst>
</file>

<file path=ppt/tags/tag127.xml><?xml version="1.0" encoding="utf-8"?>
<p:tagLst xmlns:a="http://schemas.openxmlformats.org/drawingml/2006/main" xmlns:r="http://schemas.openxmlformats.org/officeDocument/2006/relationships" xmlns:p="http://schemas.openxmlformats.org/presentationml/2006/main">
  <p:tag name="AS_UNIQUEID" val="1668"/>
</p:tagLst>
</file>

<file path=ppt/tags/tag128.xml><?xml version="1.0" encoding="utf-8"?>
<p:tagLst xmlns:a="http://schemas.openxmlformats.org/drawingml/2006/main" xmlns:r="http://schemas.openxmlformats.org/officeDocument/2006/relationships" xmlns:p="http://schemas.openxmlformats.org/presentationml/2006/main">
  <p:tag name="AS_UNIQUEID" val="1669"/>
</p:tagLst>
</file>

<file path=ppt/tags/tag129.xml><?xml version="1.0" encoding="utf-8"?>
<p:tagLst xmlns:a="http://schemas.openxmlformats.org/drawingml/2006/main" xmlns:r="http://schemas.openxmlformats.org/officeDocument/2006/relationships" xmlns:p="http://schemas.openxmlformats.org/presentationml/2006/main">
  <p:tag name="AS_UNIQUEID" val="1664"/>
</p:tagLst>
</file>

<file path=ppt/tags/tag130.xml><?xml version="1.0" encoding="utf-8"?>
<p:tagLst xmlns:a="http://schemas.openxmlformats.org/drawingml/2006/main" xmlns:r="http://schemas.openxmlformats.org/officeDocument/2006/relationships" xmlns:p="http://schemas.openxmlformats.org/presentationml/2006/main">
  <p:tag name="AS_UNIQUEID" val="1665"/>
</p:tagLst>
</file>

<file path=ppt/tags/tag131.xml><?xml version="1.0" encoding="utf-8"?>
<p:tagLst xmlns:a="http://schemas.openxmlformats.org/drawingml/2006/main" xmlns:r="http://schemas.openxmlformats.org/officeDocument/2006/relationships" xmlns:p="http://schemas.openxmlformats.org/presentationml/2006/main">
  <p:tag name="AS_UNIQUEID" val="1660"/>
</p:tagLst>
</file>

<file path=ppt/tags/tag132.xml><?xml version="1.0" encoding="utf-8"?>
<p:tagLst xmlns:a="http://schemas.openxmlformats.org/drawingml/2006/main" xmlns:r="http://schemas.openxmlformats.org/officeDocument/2006/relationships" xmlns:p="http://schemas.openxmlformats.org/presentationml/2006/main">
  <p:tag name="AS_UNIQUEID" val="1661"/>
</p:tagLst>
</file>

<file path=ppt/tags/tag133.xml><?xml version="1.0" encoding="utf-8"?>
<p:tagLst xmlns:a="http://schemas.openxmlformats.org/drawingml/2006/main" xmlns:r="http://schemas.openxmlformats.org/officeDocument/2006/relationships" xmlns:p="http://schemas.openxmlformats.org/presentationml/2006/main">
  <p:tag name="AS_UNIQUEID" val="1654"/>
</p:tagLst>
</file>

<file path=ppt/tags/tag134.xml><?xml version="1.0" encoding="utf-8"?>
<p:tagLst xmlns:a="http://schemas.openxmlformats.org/drawingml/2006/main" xmlns:r="http://schemas.openxmlformats.org/officeDocument/2006/relationships" xmlns:p="http://schemas.openxmlformats.org/presentationml/2006/main">
  <p:tag name="AS_UNIQUEID" val="1655"/>
</p:tagLst>
</file>

<file path=ppt/tags/tag135.xml><?xml version="1.0" encoding="utf-8"?>
<p:tagLst xmlns:a="http://schemas.openxmlformats.org/drawingml/2006/main" xmlns:r="http://schemas.openxmlformats.org/officeDocument/2006/relationships" xmlns:p="http://schemas.openxmlformats.org/presentationml/2006/main">
  <p:tag name="AS_UNIQUEID" val="1650"/>
</p:tagLst>
</file>

<file path=ppt/tags/tag136.xml><?xml version="1.0" encoding="utf-8"?>
<p:tagLst xmlns:a="http://schemas.openxmlformats.org/drawingml/2006/main" xmlns:r="http://schemas.openxmlformats.org/officeDocument/2006/relationships" xmlns:p="http://schemas.openxmlformats.org/presentationml/2006/main">
  <p:tag name="AS_UNIQUEID" val="1651"/>
</p:tagLst>
</file>

<file path=ppt/tags/tag137.xml><?xml version="1.0" encoding="utf-8"?>
<p:tagLst xmlns:a="http://schemas.openxmlformats.org/drawingml/2006/main" xmlns:r="http://schemas.openxmlformats.org/officeDocument/2006/relationships" xmlns:p="http://schemas.openxmlformats.org/presentationml/2006/main">
  <p:tag name="AS_UNIQUEID" val="1671"/>
</p:tagLst>
</file>

<file path=ppt/tags/tag138.xml><?xml version="1.0" encoding="utf-8"?>
<p:tagLst xmlns:a="http://schemas.openxmlformats.org/drawingml/2006/main" xmlns:r="http://schemas.openxmlformats.org/officeDocument/2006/relationships" xmlns:p="http://schemas.openxmlformats.org/presentationml/2006/main">
  <p:tag name="AS_UNIQUEID" val="1676"/>
</p:tagLst>
</file>

<file path=ppt/tags/tag139.xml><?xml version="1.0" encoding="utf-8"?>
<p:tagLst xmlns:a="http://schemas.openxmlformats.org/drawingml/2006/main" xmlns:r="http://schemas.openxmlformats.org/officeDocument/2006/relationships" xmlns:p="http://schemas.openxmlformats.org/presentationml/2006/main">
  <p:tag name="AS_UNIQUEID" val="1680"/>
</p:tagLst>
</file>

<file path=ppt/tags/tag140.xml><?xml version="1.0" encoding="utf-8"?>
<p:tagLst xmlns:a="http://schemas.openxmlformats.org/drawingml/2006/main" xmlns:r="http://schemas.openxmlformats.org/officeDocument/2006/relationships" xmlns:p="http://schemas.openxmlformats.org/presentationml/2006/main">
  <p:tag name="AS_UNIQUEID" val="1684"/>
</p:tagLst>
</file>

<file path=ppt/tags/tag141.xml><?xml version="1.0" encoding="utf-8"?>
<p:tagLst xmlns:a="http://schemas.openxmlformats.org/drawingml/2006/main" xmlns:r="http://schemas.openxmlformats.org/officeDocument/2006/relationships" xmlns:p="http://schemas.openxmlformats.org/presentationml/2006/main">
  <p:tag name="AS_UNIQUEID" val="1685"/>
</p:tagLst>
</file>

<file path=ppt/tags/tag142.xml><?xml version="1.0" encoding="utf-8"?>
<p:tagLst xmlns:a="http://schemas.openxmlformats.org/drawingml/2006/main" xmlns:r="http://schemas.openxmlformats.org/officeDocument/2006/relationships" xmlns:p="http://schemas.openxmlformats.org/presentationml/2006/main">
  <p:tag name="AS_UNIQUEID" val="1681"/>
</p:tagLst>
</file>

<file path=ppt/tags/tag143.xml><?xml version="1.0" encoding="utf-8"?>
<p:tagLst xmlns:a="http://schemas.openxmlformats.org/drawingml/2006/main" xmlns:r="http://schemas.openxmlformats.org/officeDocument/2006/relationships" xmlns:p="http://schemas.openxmlformats.org/presentationml/2006/main">
  <p:tag name="AS_UNIQUEID" val="1682"/>
</p:tagLst>
</file>

<file path=ppt/tags/tag144.xml><?xml version="1.0" encoding="utf-8"?>
<p:tagLst xmlns:a="http://schemas.openxmlformats.org/drawingml/2006/main" xmlns:r="http://schemas.openxmlformats.org/officeDocument/2006/relationships" xmlns:p="http://schemas.openxmlformats.org/presentationml/2006/main">
  <p:tag name="AS_UNIQUEID" val="1683"/>
</p:tagLst>
</file>

<file path=ppt/tags/tag145.xml><?xml version="1.0" encoding="utf-8"?>
<p:tagLst xmlns:a="http://schemas.openxmlformats.org/drawingml/2006/main" xmlns:r="http://schemas.openxmlformats.org/officeDocument/2006/relationships" xmlns:p="http://schemas.openxmlformats.org/presentationml/2006/main">
  <p:tag name="AS_UNIQUEID" val="1677"/>
</p:tagLst>
</file>

<file path=ppt/tags/tag146.xml><?xml version="1.0" encoding="utf-8"?>
<p:tagLst xmlns:a="http://schemas.openxmlformats.org/drawingml/2006/main" xmlns:r="http://schemas.openxmlformats.org/officeDocument/2006/relationships" xmlns:p="http://schemas.openxmlformats.org/presentationml/2006/main">
  <p:tag name="AS_UNIQUEID" val="1678"/>
</p:tagLst>
</file>

<file path=ppt/tags/tag147.xml><?xml version="1.0" encoding="utf-8"?>
<p:tagLst xmlns:a="http://schemas.openxmlformats.org/drawingml/2006/main" xmlns:r="http://schemas.openxmlformats.org/officeDocument/2006/relationships" xmlns:p="http://schemas.openxmlformats.org/presentationml/2006/main">
  <p:tag name="AS_UNIQUEID" val="1679"/>
</p:tagLst>
</file>

<file path=ppt/tags/tag148.xml><?xml version="1.0" encoding="utf-8"?>
<p:tagLst xmlns:a="http://schemas.openxmlformats.org/drawingml/2006/main" xmlns:r="http://schemas.openxmlformats.org/officeDocument/2006/relationships" xmlns:p="http://schemas.openxmlformats.org/presentationml/2006/main">
  <p:tag name="AS_UNIQUEID" val="1672"/>
</p:tagLst>
</file>

<file path=ppt/tags/tag149.xml><?xml version="1.0" encoding="utf-8"?>
<p:tagLst xmlns:a="http://schemas.openxmlformats.org/drawingml/2006/main" xmlns:r="http://schemas.openxmlformats.org/officeDocument/2006/relationships" xmlns:p="http://schemas.openxmlformats.org/presentationml/2006/main">
  <p:tag name="AS_UNIQUEID" val="1675"/>
</p:tagLst>
</file>

<file path=ppt/tags/tag150.xml><?xml version="1.0" encoding="utf-8"?>
<p:tagLst xmlns:a="http://schemas.openxmlformats.org/drawingml/2006/main" xmlns:r="http://schemas.openxmlformats.org/officeDocument/2006/relationships" xmlns:p="http://schemas.openxmlformats.org/presentationml/2006/main">
  <p:tag name="AS_UNIQUEID" val="1673"/>
</p:tagLst>
</file>

<file path=ppt/tags/tag151.xml><?xml version="1.0" encoding="utf-8"?>
<p:tagLst xmlns:a="http://schemas.openxmlformats.org/drawingml/2006/main" xmlns:r="http://schemas.openxmlformats.org/officeDocument/2006/relationships" xmlns:p="http://schemas.openxmlformats.org/presentationml/2006/main">
  <p:tag name="AS_UNIQUEID" val="1674"/>
</p:tagLst>
</file>

<file path=ppt/tags/tag152.xml><?xml version="1.0" encoding="utf-8"?>
<p:tagLst xmlns:a="http://schemas.openxmlformats.org/drawingml/2006/main" xmlns:r="http://schemas.openxmlformats.org/officeDocument/2006/relationships" xmlns:p="http://schemas.openxmlformats.org/presentationml/2006/main">
  <p:tag name="AS_UNIQUEID" val="1494"/>
</p:tagLst>
</file>

<file path=ppt/tags/tag153.xml><?xml version="1.0" encoding="utf-8"?>
<p:tagLst xmlns:a="http://schemas.openxmlformats.org/drawingml/2006/main" xmlns:r="http://schemas.openxmlformats.org/officeDocument/2006/relationships" xmlns:p="http://schemas.openxmlformats.org/presentationml/2006/main">
  <p:tag name="AS_UNIQUEID" val="1495"/>
</p:tagLst>
</file>

<file path=ppt/tags/tag154.xml><?xml version="1.0" encoding="utf-8"?>
<p:tagLst xmlns:a="http://schemas.openxmlformats.org/drawingml/2006/main" xmlns:r="http://schemas.openxmlformats.org/officeDocument/2006/relationships" xmlns:p="http://schemas.openxmlformats.org/presentationml/2006/main">
  <p:tag name="AS_UNIQUEID" val="1496"/>
</p:tagLst>
</file>

<file path=ppt/tags/tag155.xml><?xml version="1.0" encoding="utf-8"?>
<p:tagLst xmlns:a="http://schemas.openxmlformats.org/drawingml/2006/main" xmlns:r="http://schemas.openxmlformats.org/officeDocument/2006/relationships" xmlns:p="http://schemas.openxmlformats.org/presentationml/2006/main">
  <p:tag name="AS_UNIQUEID" val="1500"/>
</p:tagLst>
</file>

<file path=ppt/tags/tag156.xml><?xml version="1.0" encoding="utf-8"?>
<p:tagLst xmlns:a="http://schemas.openxmlformats.org/drawingml/2006/main" xmlns:r="http://schemas.openxmlformats.org/officeDocument/2006/relationships" xmlns:p="http://schemas.openxmlformats.org/presentationml/2006/main">
  <p:tag name="AS_UNIQUEID" val="1502"/>
</p:tagLst>
</file>

<file path=ppt/tags/tag157.xml><?xml version="1.0" encoding="utf-8"?>
<p:tagLst xmlns:a="http://schemas.openxmlformats.org/drawingml/2006/main" xmlns:r="http://schemas.openxmlformats.org/officeDocument/2006/relationships" xmlns:p="http://schemas.openxmlformats.org/presentationml/2006/main">
  <p:tag name="AS_UNIQUEID" val="1495"/>
</p:tagLst>
</file>

<file path=ppt/tags/tag158.xml><?xml version="1.0" encoding="utf-8"?>
<p:tagLst xmlns:a="http://schemas.openxmlformats.org/drawingml/2006/main" xmlns:r="http://schemas.openxmlformats.org/officeDocument/2006/relationships" xmlns:p="http://schemas.openxmlformats.org/presentationml/2006/main">
  <p:tag name="AS_UNIQUEID" val="1687"/>
</p:tagLst>
</file>

<file path=ppt/tags/tag159.xml><?xml version="1.0" encoding="utf-8"?>
<p:tagLst xmlns:a="http://schemas.openxmlformats.org/drawingml/2006/main" xmlns:r="http://schemas.openxmlformats.org/officeDocument/2006/relationships" xmlns:p="http://schemas.openxmlformats.org/presentationml/2006/main">
  <p:tag name="AS_UNIQUEID" val="1495"/>
</p:tagLst>
</file>

<file path=ppt/tags/tag160.xml><?xml version="1.0" encoding="utf-8"?>
<p:tagLst xmlns:a="http://schemas.openxmlformats.org/drawingml/2006/main" xmlns:r="http://schemas.openxmlformats.org/officeDocument/2006/relationships" xmlns:p="http://schemas.openxmlformats.org/presentationml/2006/main">
  <p:tag name="AS_UNIQUEID" val="1688"/>
</p:tagLst>
</file>

<file path=ppt/tags/tag161.xml><?xml version="1.0" encoding="utf-8"?>
<p:tagLst xmlns:a="http://schemas.openxmlformats.org/drawingml/2006/main" xmlns:r="http://schemas.openxmlformats.org/officeDocument/2006/relationships" xmlns:p="http://schemas.openxmlformats.org/presentationml/2006/main">
  <p:tag name="AS_UNIQUEID" val="1689"/>
</p:tagLst>
</file>

<file path=ppt/tags/tag162.xml><?xml version="1.0" encoding="utf-8"?>
<p:tagLst xmlns:a="http://schemas.openxmlformats.org/drawingml/2006/main" xmlns:r="http://schemas.openxmlformats.org/officeDocument/2006/relationships" xmlns:p="http://schemas.openxmlformats.org/presentationml/2006/main">
  <p:tag name="AS_UNIQUEID" val="1496"/>
</p:tagLst>
</file>

<file path=ppt/tags/tag163.xml><?xml version="1.0" encoding="utf-8"?>
<p:tagLst xmlns:a="http://schemas.openxmlformats.org/drawingml/2006/main" xmlns:r="http://schemas.openxmlformats.org/officeDocument/2006/relationships" xmlns:p="http://schemas.openxmlformats.org/presentationml/2006/main">
  <p:tag name="AS_UNIQUEID" val="1496"/>
</p:tagLst>
</file>

<file path=ppt/tags/tag164.xml><?xml version="1.0" encoding="utf-8"?>
<p:tagLst xmlns:a="http://schemas.openxmlformats.org/drawingml/2006/main" xmlns:r="http://schemas.openxmlformats.org/officeDocument/2006/relationships" xmlns:p="http://schemas.openxmlformats.org/presentationml/2006/main">
  <p:tag name="AS_UNIQUEID" val="1690"/>
</p:tagLst>
</file>

<file path=ppt/tags/tag165.xml><?xml version="1.0" encoding="utf-8"?>
<p:tagLst xmlns:a="http://schemas.openxmlformats.org/drawingml/2006/main" xmlns:r="http://schemas.openxmlformats.org/officeDocument/2006/relationships" xmlns:p="http://schemas.openxmlformats.org/presentationml/2006/main">
  <p:tag name="AS_UNIQUEID" val="1691"/>
</p:tagLst>
</file>

<file path=ppt/tags/tag166.xml><?xml version="1.0" encoding="utf-8"?>
<p:tagLst xmlns:a="http://schemas.openxmlformats.org/drawingml/2006/main" xmlns:r="http://schemas.openxmlformats.org/officeDocument/2006/relationships" xmlns:p="http://schemas.openxmlformats.org/presentationml/2006/main">
  <p:tag name="AS_UNIQUEID" val="1496"/>
</p:tagLst>
</file>

<file path=ppt/tags/tag167.xml><?xml version="1.0" encoding="utf-8"?>
<p:tagLst xmlns:a="http://schemas.openxmlformats.org/drawingml/2006/main" xmlns:r="http://schemas.openxmlformats.org/officeDocument/2006/relationships" xmlns:p="http://schemas.openxmlformats.org/presentationml/2006/main">
  <p:tag name="AS_UNIQUEID" val="1502"/>
</p:tagLst>
</file>

<file path=ppt/tags/tag168.xml><?xml version="1.0" encoding="utf-8"?>
<p:tagLst xmlns:a="http://schemas.openxmlformats.org/drawingml/2006/main" xmlns:r="http://schemas.openxmlformats.org/officeDocument/2006/relationships" xmlns:p="http://schemas.openxmlformats.org/presentationml/2006/main">
  <p:tag name="AS_UNIQUEID" val="1692"/>
</p:tagLst>
</file>

<file path=ppt/tags/tag169.xml><?xml version="1.0" encoding="utf-8"?>
<p:tagLst xmlns:a="http://schemas.openxmlformats.org/drawingml/2006/main" xmlns:r="http://schemas.openxmlformats.org/officeDocument/2006/relationships" xmlns:p="http://schemas.openxmlformats.org/presentationml/2006/main">
  <p:tag name="AS_UNIQUEID" val="1693"/>
</p:tagLst>
</file>

<file path=ppt/tags/tag170.xml><?xml version="1.0" encoding="utf-8"?>
<p:tagLst xmlns:a="http://schemas.openxmlformats.org/drawingml/2006/main" xmlns:r="http://schemas.openxmlformats.org/officeDocument/2006/relationships" xmlns:p="http://schemas.openxmlformats.org/presentationml/2006/main">
  <p:tag name="AS_UNIQUEID" val="1694"/>
</p:tagLst>
</file>

<file path=ppt/tags/tag171.xml><?xml version="1.0" encoding="utf-8"?>
<p:tagLst xmlns:a="http://schemas.openxmlformats.org/drawingml/2006/main" xmlns:r="http://schemas.openxmlformats.org/officeDocument/2006/relationships" xmlns:p="http://schemas.openxmlformats.org/presentationml/2006/main">
  <p:tag name="AS_UNIQUEID" val="1696"/>
</p:tagLst>
</file>

<file path=ppt/tags/tag172.xml><?xml version="1.0" encoding="utf-8"?>
<p:tagLst xmlns:a="http://schemas.openxmlformats.org/drawingml/2006/main" xmlns:r="http://schemas.openxmlformats.org/officeDocument/2006/relationships" xmlns:p="http://schemas.openxmlformats.org/presentationml/2006/main">
  <p:tag name="AS_UNIQUEID" val="1697"/>
</p:tagLst>
</file>

<file path=ppt/tags/tag173.xml><?xml version="1.0" encoding="utf-8"?>
<p:tagLst xmlns:a="http://schemas.openxmlformats.org/drawingml/2006/main" xmlns:r="http://schemas.openxmlformats.org/officeDocument/2006/relationships" xmlns:p="http://schemas.openxmlformats.org/presentationml/2006/main">
  <p:tag name="AS_UNIQUEID" val="1698"/>
</p:tagLst>
</file>

<file path=ppt/tags/tag174.xml><?xml version="1.0" encoding="utf-8"?>
<p:tagLst xmlns:a="http://schemas.openxmlformats.org/drawingml/2006/main" xmlns:r="http://schemas.openxmlformats.org/officeDocument/2006/relationships" xmlns:p="http://schemas.openxmlformats.org/presentationml/2006/main">
  <p:tag name="AS_UNIQUEID" val="1699"/>
</p:tagLst>
</file>

<file path=ppt/tags/tag175.xml><?xml version="1.0" encoding="utf-8"?>
<p:tagLst xmlns:a="http://schemas.openxmlformats.org/drawingml/2006/main" xmlns:r="http://schemas.openxmlformats.org/officeDocument/2006/relationships" xmlns:p="http://schemas.openxmlformats.org/presentationml/2006/main">
  <p:tag name="AS_UNIQUEID" val="1700"/>
</p:tagLst>
</file>

<file path=ppt/tags/tag176.xml><?xml version="1.0" encoding="utf-8"?>
<p:tagLst xmlns:a="http://schemas.openxmlformats.org/drawingml/2006/main" xmlns:r="http://schemas.openxmlformats.org/officeDocument/2006/relationships" xmlns:p="http://schemas.openxmlformats.org/presentationml/2006/main">
  <p:tag name="AS_UNIQUEID" val="1701"/>
</p:tagLst>
</file>

<file path=ppt/tags/tag177.xml><?xml version="1.0" encoding="utf-8"?>
<p:tagLst xmlns:a="http://schemas.openxmlformats.org/drawingml/2006/main" xmlns:r="http://schemas.openxmlformats.org/officeDocument/2006/relationships" xmlns:p="http://schemas.openxmlformats.org/presentationml/2006/main">
  <p:tag name="AS_UNIQUEID" val="1702"/>
</p:tagLst>
</file>

<file path=ppt/tags/tag178.xml><?xml version="1.0" encoding="utf-8"?>
<p:tagLst xmlns:a="http://schemas.openxmlformats.org/drawingml/2006/main" xmlns:r="http://schemas.openxmlformats.org/officeDocument/2006/relationships" xmlns:p="http://schemas.openxmlformats.org/presentationml/2006/main">
  <p:tag name="AS_UNIQUEID" val="225"/>
</p:tagLst>
</file>

<file path=ppt/tags/tag179.xml><?xml version="1.0" encoding="utf-8"?>
<p:tagLst xmlns:a="http://schemas.openxmlformats.org/drawingml/2006/main" xmlns:r="http://schemas.openxmlformats.org/officeDocument/2006/relationships" xmlns:p="http://schemas.openxmlformats.org/presentationml/2006/main">
  <p:tag name="AS_UNIQUEID" val="1703"/>
</p:tagLst>
</file>

<file path=ppt/tags/tag180.xml><?xml version="1.0" encoding="utf-8"?>
<p:tagLst xmlns:a="http://schemas.openxmlformats.org/drawingml/2006/main" xmlns:r="http://schemas.openxmlformats.org/officeDocument/2006/relationships" xmlns:p="http://schemas.openxmlformats.org/presentationml/2006/main">
  <p:tag name="AS_UNIQUEID" val="1704"/>
</p:tagLst>
</file>

<file path=ppt/tags/tag181.xml><?xml version="1.0" encoding="utf-8"?>
<p:tagLst xmlns:a="http://schemas.openxmlformats.org/drawingml/2006/main" xmlns:r="http://schemas.openxmlformats.org/officeDocument/2006/relationships" xmlns:p="http://schemas.openxmlformats.org/presentationml/2006/main">
  <p:tag name="AS_UNIQUEID" val="1705"/>
</p:tagLst>
</file>

<file path=ppt/tags/tag182.xml><?xml version="1.0" encoding="utf-8"?>
<p:tagLst xmlns:a="http://schemas.openxmlformats.org/drawingml/2006/main" xmlns:r="http://schemas.openxmlformats.org/officeDocument/2006/relationships" xmlns:p="http://schemas.openxmlformats.org/presentationml/2006/main">
  <p:tag name="AS_UNIQUEID" val="1706"/>
</p:tagLst>
</file>

<file path=ppt/tags/tag183.xml><?xml version="1.0" encoding="utf-8"?>
<p:tagLst xmlns:a="http://schemas.openxmlformats.org/drawingml/2006/main" xmlns:r="http://schemas.openxmlformats.org/officeDocument/2006/relationships" xmlns:p="http://schemas.openxmlformats.org/presentationml/2006/main">
  <p:tag name="AS_UNIQUEID" val="1707"/>
</p:tagLst>
</file>

<file path=ppt/tags/tag184.xml><?xml version="1.0" encoding="utf-8"?>
<p:tagLst xmlns:a="http://schemas.openxmlformats.org/drawingml/2006/main" xmlns:r="http://schemas.openxmlformats.org/officeDocument/2006/relationships" xmlns:p="http://schemas.openxmlformats.org/presentationml/2006/main">
  <p:tag name="AS_UNIQUEID" val="1708"/>
</p:tagLst>
</file>

<file path=ppt/tags/tag185.xml><?xml version="1.0" encoding="utf-8"?>
<p:tagLst xmlns:a="http://schemas.openxmlformats.org/drawingml/2006/main" xmlns:r="http://schemas.openxmlformats.org/officeDocument/2006/relationships" xmlns:p="http://schemas.openxmlformats.org/presentationml/2006/main">
  <p:tag name="AS_UNIQUEID" val="1710"/>
</p:tagLst>
</file>

<file path=ppt/tags/tag186.xml><?xml version="1.0" encoding="utf-8"?>
<p:tagLst xmlns:a="http://schemas.openxmlformats.org/drawingml/2006/main" xmlns:r="http://schemas.openxmlformats.org/officeDocument/2006/relationships" xmlns:p="http://schemas.openxmlformats.org/presentationml/2006/main">
  <p:tag name="AS_UNIQUEID" val="1711"/>
</p:tagLst>
</file>

<file path=ppt/tags/tag187.xml><?xml version="1.0" encoding="utf-8"?>
<p:tagLst xmlns:a="http://schemas.openxmlformats.org/drawingml/2006/main" xmlns:r="http://schemas.openxmlformats.org/officeDocument/2006/relationships" xmlns:p="http://schemas.openxmlformats.org/presentationml/2006/main">
  <p:tag name="AS_UNIQUEID" val="1712"/>
</p:tagLst>
</file>

<file path=ppt/tags/tag188.xml><?xml version="1.0" encoding="utf-8"?>
<p:tagLst xmlns:a="http://schemas.openxmlformats.org/drawingml/2006/main" xmlns:r="http://schemas.openxmlformats.org/officeDocument/2006/relationships" xmlns:p="http://schemas.openxmlformats.org/presentationml/2006/main">
  <p:tag name="AS_UNIQUEID" val="1713"/>
</p:tagLst>
</file>

<file path=ppt/tags/tag189.xml><?xml version="1.0" encoding="utf-8"?>
<p:tagLst xmlns:a="http://schemas.openxmlformats.org/drawingml/2006/main" xmlns:r="http://schemas.openxmlformats.org/officeDocument/2006/relationships" xmlns:p="http://schemas.openxmlformats.org/presentationml/2006/main">
  <p:tag name="AS_UNIQUEID" val="1714"/>
</p:tagLst>
</file>

<file path=ppt/tags/tag190.xml><?xml version="1.0" encoding="utf-8"?>
<p:tagLst xmlns:a="http://schemas.openxmlformats.org/drawingml/2006/main" xmlns:r="http://schemas.openxmlformats.org/officeDocument/2006/relationships" xmlns:p="http://schemas.openxmlformats.org/presentationml/2006/main">
  <p:tag name="AS_UNIQUEID" val="1715"/>
</p:tagLst>
</file>

<file path=ppt/tags/tag191.xml><?xml version="1.0" encoding="utf-8"?>
<p:tagLst xmlns:a="http://schemas.openxmlformats.org/drawingml/2006/main" xmlns:r="http://schemas.openxmlformats.org/officeDocument/2006/relationships" xmlns:p="http://schemas.openxmlformats.org/presentationml/2006/main">
  <p:tag name="AS_UNIQUEID" val="1716"/>
</p:tagLst>
</file>

<file path=ppt/tags/tag192.xml><?xml version="1.0" encoding="utf-8"?>
<p:tagLst xmlns:a="http://schemas.openxmlformats.org/drawingml/2006/main" xmlns:r="http://schemas.openxmlformats.org/officeDocument/2006/relationships" xmlns:p="http://schemas.openxmlformats.org/presentationml/2006/main">
  <p:tag name="AS_UNIQUEID" val="15"/>
</p:tagLst>
</file>

<file path=ppt/tags/tag193.xml><?xml version="1.0" encoding="utf-8"?>
<p:tagLst xmlns:a="http://schemas.openxmlformats.org/drawingml/2006/main" xmlns:r="http://schemas.openxmlformats.org/officeDocument/2006/relationships" xmlns:p="http://schemas.openxmlformats.org/presentationml/2006/main">
  <p:tag name="AS_UNIQUEID" val="1717"/>
</p:tagLst>
</file>

<file path=ppt/tags/tag194.xml><?xml version="1.0" encoding="utf-8"?>
<p:tagLst xmlns:a="http://schemas.openxmlformats.org/drawingml/2006/main" xmlns:r="http://schemas.openxmlformats.org/officeDocument/2006/relationships" xmlns:p="http://schemas.openxmlformats.org/presentationml/2006/main">
  <p:tag name="AS_UNIQUEID" val="1719"/>
</p:tagLst>
</file>

<file path=ppt/tags/tag195.xml><?xml version="1.0" encoding="utf-8"?>
<p:tagLst xmlns:a="http://schemas.openxmlformats.org/drawingml/2006/main" xmlns:r="http://schemas.openxmlformats.org/officeDocument/2006/relationships" xmlns:p="http://schemas.openxmlformats.org/presentationml/2006/main">
  <p:tag name="AS_UNIQUEID" val="1720"/>
</p:tagLst>
</file>

<file path=ppt/tags/tag196.xml><?xml version="1.0" encoding="utf-8"?>
<p:tagLst xmlns:a="http://schemas.openxmlformats.org/drawingml/2006/main" xmlns:r="http://schemas.openxmlformats.org/officeDocument/2006/relationships" xmlns:p="http://schemas.openxmlformats.org/presentationml/2006/main">
  <p:tag name="AS_UNIQUEID" val="1721"/>
</p:tagLst>
</file>

<file path=ppt/tags/tag197.xml><?xml version="1.0" encoding="utf-8"?>
<p:tagLst xmlns:a="http://schemas.openxmlformats.org/drawingml/2006/main" xmlns:r="http://schemas.openxmlformats.org/officeDocument/2006/relationships" xmlns:p="http://schemas.openxmlformats.org/presentationml/2006/main">
  <p:tag name="AS_UNIQUEID" val="1722"/>
</p:tagLst>
</file>

<file path=ppt/tags/tag198.xml><?xml version="1.0" encoding="utf-8"?>
<p:tagLst xmlns:a="http://schemas.openxmlformats.org/drawingml/2006/main" xmlns:r="http://schemas.openxmlformats.org/officeDocument/2006/relationships" xmlns:p="http://schemas.openxmlformats.org/presentationml/2006/main">
  <p:tag name="AS_UNIQUEID" val="1723"/>
</p:tagLst>
</file>

<file path=ppt/tags/tag199.xml><?xml version="1.0" encoding="utf-8"?>
<p:tagLst xmlns:a="http://schemas.openxmlformats.org/drawingml/2006/main" xmlns:r="http://schemas.openxmlformats.org/officeDocument/2006/relationships" xmlns:p="http://schemas.openxmlformats.org/presentationml/2006/main">
  <p:tag name="AS_UNIQUEID" val="1724"/>
</p:tagLst>
</file>

<file path=ppt/tags/tag200.xml><?xml version="1.0" encoding="utf-8"?>
<p:tagLst xmlns:a="http://schemas.openxmlformats.org/drawingml/2006/main" xmlns:r="http://schemas.openxmlformats.org/officeDocument/2006/relationships" xmlns:p="http://schemas.openxmlformats.org/presentationml/2006/main">
  <p:tag name="AS_UNIQUEID" val="1725"/>
</p:tagLst>
</file>

<file path=ppt/tags/tag201.xml><?xml version="1.0" encoding="utf-8"?>
<p:tagLst xmlns:a="http://schemas.openxmlformats.org/drawingml/2006/main" xmlns:r="http://schemas.openxmlformats.org/officeDocument/2006/relationships" xmlns:p="http://schemas.openxmlformats.org/presentationml/2006/main">
  <p:tag name="AS_UNIQUEID" val="1726"/>
</p:tagLst>
</file>

<file path=ppt/tags/tag202.xml><?xml version="1.0" encoding="utf-8"?>
<p:tagLst xmlns:a="http://schemas.openxmlformats.org/drawingml/2006/main" xmlns:r="http://schemas.openxmlformats.org/officeDocument/2006/relationships" xmlns:p="http://schemas.openxmlformats.org/presentationml/2006/main">
  <p:tag name="AS_UNIQUEID" val="1727"/>
</p:tagLst>
</file>

<file path=ppt/tags/tag203.xml><?xml version="1.0" encoding="utf-8"?>
<p:tagLst xmlns:a="http://schemas.openxmlformats.org/drawingml/2006/main" xmlns:r="http://schemas.openxmlformats.org/officeDocument/2006/relationships" xmlns:p="http://schemas.openxmlformats.org/presentationml/2006/main">
  <p:tag name="AS_UNIQUEID" val="1732"/>
</p:tagLst>
</file>

<file path=ppt/tags/tag204.xml><?xml version="1.0" encoding="utf-8"?>
<p:tagLst xmlns:a="http://schemas.openxmlformats.org/drawingml/2006/main" xmlns:r="http://schemas.openxmlformats.org/officeDocument/2006/relationships" xmlns:p="http://schemas.openxmlformats.org/presentationml/2006/main">
  <p:tag name="AS_UNIQUEID" val="1733"/>
</p:tagLst>
</file>

<file path=ppt/tags/tag205.xml><?xml version="1.0" encoding="utf-8"?>
<p:tagLst xmlns:a="http://schemas.openxmlformats.org/drawingml/2006/main" xmlns:r="http://schemas.openxmlformats.org/officeDocument/2006/relationships" xmlns:p="http://schemas.openxmlformats.org/presentationml/2006/main">
  <p:tag name="AS_UNIQUEID" val="1734"/>
</p:tagLst>
</file>

<file path=ppt/tags/tag206.xml><?xml version="1.0" encoding="utf-8"?>
<p:tagLst xmlns:a="http://schemas.openxmlformats.org/drawingml/2006/main" xmlns:r="http://schemas.openxmlformats.org/officeDocument/2006/relationships" xmlns:p="http://schemas.openxmlformats.org/presentationml/2006/main">
  <p:tag name="AS_UNIQUEID" val="2441"/>
</p:tagLst>
</file>

<file path=ppt/tags/tag207.xml><?xml version="1.0" encoding="utf-8"?>
<p:tagLst xmlns:a="http://schemas.openxmlformats.org/drawingml/2006/main" xmlns:r="http://schemas.openxmlformats.org/officeDocument/2006/relationships" xmlns:p="http://schemas.openxmlformats.org/presentationml/2006/main">
  <p:tag name="AS_UNIQUEID" val="1735"/>
</p:tagLst>
</file>

<file path=ppt/tags/tag208.xml><?xml version="1.0" encoding="utf-8"?>
<p:tagLst xmlns:a="http://schemas.openxmlformats.org/drawingml/2006/main" xmlns:r="http://schemas.openxmlformats.org/officeDocument/2006/relationships" xmlns:p="http://schemas.openxmlformats.org/presentationml/2006/main">
  <p:tag name="AS_UNIQUEID" val="1738"/>
</p:tagLst>
</file>

<file path=ppt/tags/tag209.xml><?xml version="1.0" encoding="utf-8"?>
<p:tagLst xmlns:a="http://schemas.openxmlformats.org/drawingml/2006/main" xmlns:r="http://schemas.openxmlformats.org/officeDocument/2006/relationships" xmlns:p="http://schemas.openxmlformats.org/presentationml/2006/main">
  <p:tag name="AS_UNIQUEID" val="1736"/>
</p:tagLst>
</file>

<file path=ppt/tags/tag210.xml><?xml version="1.0" encoding="utf-8"?>
<p:tagLst xmlns:a="http://schemas.openxmlformats.org/drawingml/2006/main" xmlns:r="http://schemas.openxmlformats.org/officeDocument/2006/relationships" xmlns:p="http://schemas.openxmlformats.org/presentationml/2006/main">
  <p:tag name="AS_UNIQUEID" val="1737"/>
</p:tagLst>
</file>

<file path=ppt/tags/tag211.xml><?xml version="1.0" encoding="utf-8"?>
<p:tagLst xmlns:a="http://schemas.openxmlformats.org/drawingml/2006/main" xmlns:r="http://schemas.openxmlformats.org/officeDocument/2006/relationships" xmlns:p="http://schemas.openxmlformats.org/presentationml/2006/main">
  <p:tag name="AS_UNIQUEID" val="1728"/>
</p:tagLst>
</file>

<file path=ppt/tags/tag212.xml><?xml version="1.0" encoding="utf-8"?>
<p:tagLst xmlns:a="http://schemas.openxmlformats.org/drawingml/2006/main" xmlns:r="http://schemas.openxmlformats.org/officeDocument/2006/relationships" xmlns:p="http://schemas.openxmlformats.org/presentationml/2006/main">
  <p:tag name="AS_UNIQUEID" val="1729"/>
</p:tagLst>
</file>

<file path=ppt/tags/tag213.xml><?xml version="1.0" encoding="utf-8"?>
<p:tagLst xmlns:a="http://schemas.openxmlformats.org/drawingml/2006/main" xmlns:r="http://schemas.openxmlformats.org/officeDocument/2006/relationships" xmlns:p="http://schemas.openxmlformats.org/presentationml/2006/main">
  <p:tag name="AS_UNIQUEID" val="1730"/>
</p:tagLst>
</file>

<file path=ppt/tags/tag214.xml><?xml version="1.0" encoding="utf-8"?>
<p:tagLst xmlns:a="http://schemas.openxmlformats.org/drawingml/2006/main" xmlns:r="http://schemas.openxmlformats.org/officeDocument/2006/relationships" xmlns:p="http://schemas.openxmlformats.org/presentationml/2006/main">
  <p:tag name="AS_UNIQUEID" val="1731"/>
</p:tagLst>
</file>

<file path=ppt/tags/tag215.xml><?xml version="1.0" encoding="utf-8"?>
<p:tagLst xmlns:a="http://schemas.openxmlformats.org/drawingml/2006/main" xmlns:r="http://schemas.openxmlformats.org/officeDocument/2006/relationships" xmlns:p="http://schemas.openxmlformats.org/presentationml/2006/main">
  <p:tag name="AS_UNIQUEID" val="1740"/>
</p:tagLst>
</file>

<file path=ppt/tags/tag216.xml><?xml version="1.0" encoding="utf-8"?>
<p:tagLst xmlns:a="http://schemas.openxmlformats.org/drawingml/2006/main" xmlns:r="http://schemas.openxmlformats.org/officeDocument/2006/relationships" xmlns:p="http://schemas.openxmlformats.org/presentationml/2006/main">
  <p:tag name="AS_UNIQUEID" val="1741"/>
</p:tagLst>
</file>

<file path=ppt/tags/tag217.xml><?xml version="1.0" encoding="utf-8"?>
<p:tagLst xmlns:a="http://schemas.openxmlformats.org/drawingml/2006/main" xmlns:r="http://schemas.openxmlformats.org/officeDocument/2006/relationships" xmlns:p="http://schemas.openxmlformats.org/presentationml/2006/main">
  <p:tag name="AS_UNIQUEID" val="1742"/>
</p:tagLst>
</file>

<file path=ppt/tags/tag218.xml><?xml version="1.0" encoding="utf-8"?>
<p:tagLst xmlns:a="http://schemas.openxmlformats.org/drawingml/2006/main" xmlns:r="http://schemas.openxmlformats.org/officeDocument/2006/relationships" xmlns:p="http://schemas.openxmlformats.org/presentationml/2006/main">
  <p:tag name="AS_UNIQUEID" val="1743"/>
</p:tagLst>
</file>

<file path=ppt/tags/tag219.xml><?xml version="1.0" encoding="utf-8"?>
<p:tagLst xmlns:a="http://schemas.openxmlformats.org/drawingml/2006/main" xmlns:r="http://schemas.openxmlformats.org/officeDocument/2006/relationships" xmlns:p="http://schemas.openxmlformats.org/presentationml/2006/main">
  <p:tag name="AS_UNIQUEID" val="1744"/>
</p:tagLst>
</file>

<file path=ppt/tags/tag220.xml><?xml version="1.0" encoding="utf-8"?>
<p:tagLst xmlns:a="http://schemas.openxmlformats.org/drawingml/2006/main" xmlns:r="http://schemas.openxmlformats.org/officeDocument/2006/relationships" xmlns:p="http://schemas.openxmlformats.org/presentationml/2006/main">
  <p:tag name="AS_UNIQUEID" val="1745"/>
</p:tagLst>
</file>

<file path=ppt/tags/tag221.xml><?xml version="1.0" encoding="utf-8"?>
<p:tagLst xmlns:a="http://schemas.openxmlformats.org/drawingml/2006/main" xmlns:r="http://schemas.openxmlformats.org/officeDocument/2006/relationships" xmlns:p="http://schemas.openxmlformats.org/presentationml/2006/main">
  <p:tag name="AS_UNIQUEID" val="1746"/>
</p:tagLst>
</file>

<file path=ppt/tags/tag222.xml><?xml version="1.0" encoding="utf-8"?>
<p:tagLst xmlns:a="http://schemas.openxmlformats.org/drawingml/2006/main" xmlns:r="http://schemas.openxmlformats.org/officeDocument/2006/relationships" xmlns:p="http://schemas.openxmlformats.org/presentationml/2006/main">
  <p:tag name="AS_UNIQUEID" val="1747"/>
</p:tagLst>
</file>

<file path=ppt/tags/tag223.xml><?xml version="1.0" encoding="utf-8"?>
<p:tagLst xmlns:a="http://schemas.openxmlformats.org/drawingml/2006/main" xmlns:r="http://schemas.openxmlformats.org/officeDocument/2006/relationships" xmlns:p="http://schemas.openxmlformats.org/presentationml/2006/main">
  <p:tag name="AS_UNIQUEID" val="1748"/>
</p:tagLst>
</file>

<file path=ppt/tags/tag224.xml><?xml version="1.0" encoding="utf-8"?>
<p:tagLst xmlns:a="http://schemas.openxmlformats.org/drawingml/2006/main" xmlns:r="http://schemas.openxmlformats.org/officeDocument/2006/relationships" xmlns:p="http://schemas.openxmlformats.org/presentationml/2006/main">
  <p:tag name="AS_UNIQUEID" val="1749"/>
</p:tagLst>
</file>

<file path=ppt/tags/tag225.xml><?xml version="1.0" encoding="utf-8"?>
<p:tagLst xmlns:a="http://schemas.openxmlformats.org/drawingml/2006/main" xmlns:r="http://schemas.openxmlformats.org/officeDocument/2006/relationships" xmlns:p="http://schemas.openxmlformats.org/presentationml/2006/main">
  <p:tag name="AS_UNIQUEID" val="1750"/>
</p:tagLst>
</file>

<file path=ppt/tags/tag226.xml><?xml version="1.0" encoding="utf-8"?>
<p:tagLst xmlns:a="http://schemas.openxmlformats.org/drawingml/2006/main" xmlns:r="http://schemas.openxmlformats.org/officeDocument/2006/relationships" xmlns:p="http://schemas.openxmlformats.org/presentationml/2006/main">
  <p:tag name="AS_UNIQUEID" val="1751"/>
</p:tagLst>
</file>

<file path=ppt/tags/tag227.xml><?xml version="1.0" encoding="utf-8"?>
<p:tagLst xmlns:a="http://schemas.openxmlformats.org/drawingml/2006/main" xmlns:r="http://schemas.openxmlformats.org/officeDocument/2006/relationships" xmlns:p="http://schemas.openxmlformats.org/presentationml/2006/main">
  <p:tag name="AS_UNIQUEID" val="1752"/>
</p:tagLst>
</file>

<file path=ppt/tags/tag228.xml><?xml version="1.0" encoding="utf-8"?>
<p:tagLst xmlns:a="http://schemas.openxmlformats.org/drawingml/2006/main" xmlns:r="http://schemas.openxmlformats.org/officeDocument/2006/relationships" xmlns:p="http://schemas.openxmlformats.org/presentationml/2006/main">
  <p:tag name="AS_UNIQUEID" val="1753"/>
</p:tagLst>
</file>

<file path=ppt/tags/tag229.xml><?xml version="1.0" encoding="utf-8"?>
<p:tagLst xmlns:a="http://schemas.openxmlformats.org/drawingml/2006/main" xmlns:r="http://schemas.openxmlformats.org/officeDocument/2006/relationships" xmlns:p="http://schemas.openxmlformats.org/presentationml/2006/main">
  <p:tag name="AS_UNIQUEID" val="1754"/>
</p:tagLst>
</file>

<file path=ppt/tags/tag230.xml><?xml version="1.0" encoding="utf-8"?>
<p:tagLst xmlns:a="http://schemas.openxmlformats.org/drawingml/2006/main" xmlns:r="http://schemas.openxmlformats.org/officeDocument/2006/relationships" xmlns:p="http://schemas.openxmlformats.org/presentationml/2006/main">
  <p:tag name="AS_UNIQUEID" val="1755"/>
</p:tagLst>
</file>

<file path=ppt/tags/tag231.xml><?xml version="1.0" encoding="utf-8"?>
<p:tagLst xmlns:a="http://schemas.openxmlformats.org/drawingml/2006/main" xmlns:r="http://schemas.openxmlformats.org/officeDocument/2006/relationships" xmlns:p="http://schemas.openxmlformats.org/presentationml/2006/main">
  <p:tag name="AS_UNIQUEID" val="1756"/>
</p:tagLst>
</file>

<file path=ppt/tags/tag232.xml><?xml version="1.0" encoding="utf-8"?>
<p:tagLst xmlns:a="http://schemas.openxmlformats.org/drawingml/2006/main" xmlns:r="http://schemas.openxmlformats.org/officeDocument/2006/relationships" xmlns:p="http://schemas.openxmlformats.org/presentationml/2006/main">
  <p:tag name="AS_UNIQUEID" val="113"/>
</p:tagLst>
</file>

<file path=ppt/tags/tag233.xml><?xml version="1.0" encoding="utf-8"?>
<p:tagLst xmlns:a="http://schemas.openxmlformats.org/drawingml/2006/main" xmlns:r="http://schemas.openxmlformats.org/officeDocument/2006/relationships" xmlns:p="http://schemas.openxmlformats.org/presentationml/2006/main">
  <p:tag name="AS_UNIQUEID" val="132"/>
</p:tagLst>
</file>

<file path=ppt/tags/tag234.xml><?xml version="1.0" encoding="utf-8"?>
<p:tagLst xmlns:a="http://schemas.openxmlformats.org/drawingml/2006/main" xmlns:r="http://schemas.openxmlformats.org/officeDocument/2006/relationships" xmlns:p="http://schemas.openxmlformats.org/presentationml/2006/main">
  <p:tag name="AS_UNIQUEID" val="126"/>
</p:tagLst>
</file>

<file path=ppt/tags/tag235.xml><?xml version="1.0" encoding="utf-8"?>
<p:tagLst xmlns:a="http://schemas.openxmlformats.org/drawingml/2006/main" xmlns:r="http://schemas.openxmlformats.org/officeDocument/2006/relationships" xmlns:p="http://schemas.openxmlformats.org/presentationml/2006/main">
  <p:tag name="AS_UNIQUEID" val="127"/>
</p:tagLst>
</file>

<file path=ppt/tags/tag236.xml><?xml version="1.0" encoding="utf-8"?>
<p:tagLst xmlns:a="http://schemas.openxmlformats.org/drawingml/2006/main" xmlns:r="http://schemas.openxmlformats.org/officeDocument/2006/relationships" xmlns:p="http://schemas.openxmlformats.org/presentationml/2006/main">
  <p:tag name="AS_UNIQUEID" val="114"/>
</p:tagLst>
</file>

<file path=ppt/tags/tag237.xml><?xml version="1.0" encoding="utf-8"?>
<p:tagLst xmlns:a="http://schemas.openxmlformats.org/drawingml/2006/main" xmlns:r="http://schemas.openxmlformats.org/officeDocument/2006/relationships" xmlns:p="http://schemas.openxmlformats.org/presentationml/2006/main">
  <p:tag name="AS_UNIQUEID" val="115"/>
</p:tagLst>
</file>

<file path=ppt/tags/tag238.xml><?xml version="1.0" encoding="utf-8"?>
<p:tagLst xmlns:a="http://schemas.openxmlformats.org/drawingml/2006/main" xmlns:r="http://schemas.openxmlformats.org/officeDocument/2006/relationships" xmlns:p="http://schemas.openxmlformats.org/presentationml/2006/main">
  <p:tag name="AS_UNIQUEID" val="107"/>
</p:tagLst>
</file>

<file path=ppt/tags/tag239.xml><?xml version="1.0" encoding="utf-8"?>
<p:tagLst xmlns:a="http://schemas.openxmlformats.org/drawingml/2006/main" xmlns:r="http://schemas.openxmlformats.org/officeDocument/2006/relationships" xmlns:p="http://schemas.openxmlformats.org/presentationml/2006/main">
  <p:tag name="AS_UNIQUEID" val="108"/>
</p:tagLst>
</file>

<file path=ppt/tags/tag240.xml><?xml version="1.0" encoding="utf-8"?>
<p:tagLst xmlns:a="http://schemas.openxmlformats.org/drawingml/2006/main" xmlns:r="http://schemas.openxmlformats.org/officeDocument/2006/relationships" xmlns:p="http://schemas.openxmlformats.org/presentationml/2006/main">
  <p:tag name="AS_UNIQUEID" val="1758"/>
</p:tagLst>
</file>

<file path=ppt/tags/tag241.xml><?xml version="1.0" encoding="utf-8"?>
<p:tagLst xmlns:a="http://schemas.openxmlformats.org/drawingml/2006/main" xmlns:r="http://schemas.openxmlformats.org/officeDocument/2006/relationships" xmlns:p="http://schemas.openxmlformats.org/presentationml/2006/main">
  <p:tag name="AS_UNIQUEID" val="1759"/>
</p:tagLst>
</file>

<file path=ppt/tags/tag242.xml><?xml version="1.0" encoding="utf-8"?>
<p:tagLst xmlns:a="http://schemas.openxmlformats.org/drawingml/2006/main" xmlns:r="http://schemas.openxmlformats.org/officeDocument/2006/relationships" xmlns:p="http://schemas.openxmlformats.org/presentationml/2006/main">
  <p:tag name="AS_UNIQUEID" val="1760"/>
</p:tagLst>
</file>

<file path=ppt/tags/tag243.xml><?xml version="1.0" encoding="utf-8"?>
<p:tagLst xmlns:a="http://schemas.openxmlformats.org/drawingml/2006/main" xmlns:r="http://schemas.openxmlformats.org/officeDocument/2006/relationships" xmlns:p="http://schemas.openxmlformats.org/presentationml/2006/main">
  <p:tag name="AS_UNIQUEID" val="1359"/>
</p:tagLst>
</file>

<file path=ppt/tags/tag244.xml><?xml version="1.0" encoding="utf-8"?>
<p:tagLst xmlns:a="http://schemas.openxmlformats.org/drawingml/2006/main" xmlns:r="http://schemas.openxmlformats.org/officeDocument/2006/relationships" xmlns:p="http://schemas.openxmlformats.org/presentationml/2006/main">
  <p:tag name="AS_UNIQUEID" val="1765"/>
</p:tagLst>
</file>

<file path=ppt/tags/tag245.xml><?xml version="1.0" encoding="utf-8"?>
<p:tagLst xmlns:a="http://schemas.openxmlformats.org/drawingml/2006/main" xmlns:r="http://schemas.openxmlformats.org/officeDocument/2006/relationships" xmlns:p="http://schemas.openxmlformats.org/presentationml/2006/main">
  <p:tag name="AS_UNIQUEID" val="1768"/>
</p:tagLst>
</file>

<file path=ppt/tags/tag246.xml><?xml version="1.0" encoding="utf-8"?>
<p:tagLst xmlns:a="http://schemas.openxmlformats.org/drawingml/2006/main" xmlns:r="http://schemas.openxmlformats.org/officeDocument/2006/relationships" xmlns:p="http://schemas.openxmlformats.org/presentationml/2006/main">
  <p:tag name="AS_UNIQUEID" val="1769"/>
</p:tagLst>
</file>

<file path=ppt/tags/tag247.xml><?xml version="1.0" encoding="utf-8"?>
<p:tagLst xmlns:a="http://schemas.openxmlformats.org/drawingml/2006/main" xmlns:r="http://schemas.openxmlformats.org/officeDocument/2006/relationships" xmlns:p="http://schemas.openxmlformats.org/presentationml/2006/main">
  <p:tag name="AS_UNIQUEID" val="1770"/>
</p:tagLst>
</file>

<file path=ppt/tags/tag248.xml><?xml version="1.0" encoding="utf-8"?>
<p:tagLst xmlns:a="http://schemas.openxmlformats.org/drawingml/2006/main" xmlns:r="http://schemas.openxmlformats.org/officeDocument/2006/relationships" xmlns:p="http://schemas.openxmlformats.org/presentationml/2006/main">
  <p:tag name="AS_UNIQUEID" val="1771"/>
</p:tagLst>
</file>

<file path=ppt/tags/tag249.xml><?xml version="1.0" encoding="utf-8"?>
<p:tagLst xmlns:a="http://schemas.openxmlformats.org/drawingml/2006/main" xmlns:r="http://schemas.openxmlformats.org/officeDocument/2006/relationships" xmlns:p="http://schemas.openxmlformats.org/presentationml/2006/main">
  <p:tag name="AS_UNIQUEID" val="1772"/>
</p:tagLst>
</file>

<file path=ppt/tags/tag250.xml><?xml version="1.0" encoding="utf-8"?>
<p:tagLst xmlns:a="http://schemas.openxmlformats.org/drawingml/2006/main" xmlns:r="http://schemas.openxmlformats.org/officeDocument/2006/relationships" xmlns:p="http://schemas.openxmlformats.org/presentationml/2006/main">
  <p:tag name="AS_UNIQUEID" val="1773"/>
</p:tagLst>
</file>

<file path=ppt/tags/tag251.xml><?xml version="1.0" encoding="utf-8"?>
<p:tagLst xmlns:a="http://schemas.openxmlformats.org/drawingml/2006/main" xmlns:r="http://schemas.openxmlformats.org/officeDocument/2006/relationships" xmlns:p="http://schemas.openxmlformats.org/presentationml/2006/main">
  <p:tag name="AS_UNIQUEID" val="1774"/>
</p:tagLst>
</file>

<file path=ppt/tags/tag252.xml><?xml version="1.0" encoding="utf-8"?>
<p:tagLst xmlns:a="http://schemas.openxmlformats.org/drawingml/2006/main" xmlns:r="http://schemas.openxmlformats.org/officeDocument/2006/relationships" xmlns:p="http://schemas.openxmlformats.org/presentationml/2006/main">
  <p:tag name="AS_UNIQUEID" val="1775"/>
</p:tagLst>
</file>

<file path=ppt/tags/tag253.xml><?xml version="1.0" encoding="utf-8"?>
<p:tagLst xmlns:a="http://schemas.openxmlformats.org/drawingml/2006/main" xmlns:r="http://schemas.openxmlformats.org/officeDocument/2006/relationships" xmlns:p="http://schemas.openxmlformats.org/presentationml/2006/main">
  <p:tag name="AS_UNIQUEID" val="1766"/>
</p:tagLst>
</file>

<file path=ppt/tags/tag254.xml><?xml version="1.0" encoding="utf-8"?>
<p:tagLst xmlns:a="http://schemas.openxmlformats.org/drawingml/2006/main" xmlns:r="http://schemas.openxmlformats.org/officeDocument/2006/relationships" xmlns:p="http://schemas.openxmlformats.org/presentationml/2006/main">
  <p:tag name="AS_UNIQUEID" val="1767"/>
</p:tagLst>
</file>

<file path=ppt/tags/tag255.xml><?xml version="1.0" encoding="utf-8"?>
<p:tagLst xmlns:a="http://schemas.openxmlformats.org/drawingml/2006/main" xmlns:r="http://schemas.openxmlformats.org/officeDocument/2006/relationships" xmlns:p="http://schemas.openxmlformats.org/presentationml/2006/main">
  <p:tag name="AS_UNIQUEID" val="1777"/>
</p:tagLst>
</file>

<file path=ppt/tags/tag256.xml><?xml version="1.0" encoding="utf-8"?>
<p:tagLst xmlns:a="http://schemas.openxmlformats.org/drawingml/2006/main" xmlns:r="http://schemas.openxmlformats.org/officeDocument/2006/relationships" xmlns:p="http://schemas.openxmlformats.org/presentationml/2006/main">
  <p:tag name="AS_UNIQUEID" val="1780"/>
</p:tagLst>
</file>

<file path=ppt/tags/tag257.xml><?xml version="1.0" encoding="utf-8"?>
<p:tagLst xmlns:a="http://schemas.openxmlformats.org/drawingml/2006/main" xmlns:r="http://schemas.openxmlformats.org/officeDocument/2006/relationships" xmlns:p="http://schemas.openxmlformats.org/presentationml/2006/main">
  <p:tag name="AS_UNIQUEID" val="1781"/>
</p:tagLst>
</file>

<file path=ppt/tags/tag258.xml><?xml version="1.0" encoding="utf-8"?>
<p:tagLst xmlns:a="http://schemas.openxmlformats.org/drawingml/2006/main" xmlns:r="http://schemas.openxmlformats.org/officeDocument/2006/relationships" xmlns:p="http://schemas.openxmlformats.org/presentationml/2006/main">
  <p:tag name="AS_UNIQUEID" val="1782"/>
</p:tagLst>
</file>

<file path=ppt/tags/tag259.xml><?xml version="1.0" encoding="utf-8"?>
<p:tagLst xmlns:a="http://schemas.openxmlformats.org/drawingml/2006/main" xmlns:r="http://schemas.openxmlformats.org/officeDocument/2006/relationships" xmlns:p="http://schemas.openxmlformats.org/presentationml/2006/main">
  <p:tag name="AS_UNIQUEID" val="1783"/>
</p:tagLst>
</file>

<file path=ppt/tags/tag260.xml><?xml version="1.0" encoding="utf-8"?>
<p:tagLst xmlns:a="http://schemas.openxmlformats.org/drawingml/2006/main" xmlns:r="http://schemas.openxmlformats.org/officeDocument/2006/relationships" xmlns:p="http://schemas.openxmlformats.org/presentationml/2006/main">
  <p:tag name="AS_UNIQUEID" val="1784"/>
</p:tagLst>
</file>

<file path=ppt/tags/tag261.xml><?xml version="1.0" encoding="utf-8"?>
<p:tagLst xmlns:a="http://schemas.openxmlformats.org/drawingml/2006/main" xmlns:r="http://schemas.openxmlformats.org/officeDocument/2006/relationships" xmlns:p="http://schemas.openxmlformats.org/presentationml/2006/main">
  <p:tag name="AS_UNIQUEID" val="1785"/>
</p:tagLst>
</file>

<file path=ppt/tags/tag262.xml><?xml version="1.0" encoding="utf-8"?>
<p:tagLst xmlns:a="http://schemas.openxmlformats.org/drawingml/2006/main" xmlns:r="http://schemas.openxmlformats.org/officeDocument/2006/relationships" xmlns:p="http://schemas.openxmlformats.org/presentationml/2006/main">
  <p:tag name="AS_UNIQUEID" val="1778"/>
</p:tagLst>
</file>

<file path=ppt/tags/tag263.xml><?xml version="1.0" encoding="utf-8"?>
<p:tagLst xmlns:a="http://schemas.openxmlformats.org/drawingml/2006/main" xmlns:r="http://schemas.openxmlformats.org/officeDocument/2006/relationships" xmlns:p="http://schemas.openxmlformats.org/presentationml/2006/main">
  <p:tag name="AS_UNIQUEID" val="1779"/>
</p:tagLst>
</file>

<file path=ppt/tags/tag264.xml><?xml version="1.0" encoding="utf-8"?>
<p:tagLst xmlns:a="http://schemas.openxmlformats.org/drawingml/2006/main" xmlns:r="http://schemas.openxmlformats.org/officeDocument/2006/relationships" xmlns:p="http://schemas.openxmlformats.org/presentationml/2006/main">
  <p:tag name="AS_UNIQUEID" val="1787"/>
</p:tagLst>
</file>

<file path=ppt/tags/tag265.xml><?xml version="1.0" encoding="utf-8"?>
<p:tagLst xmlns:a="http://schemas.openxmlformats.org/drawingml/2006/main" xmlns:r="http://schemas.openxmlformats.org/officeDocument/2006/relationships" xmlns:p="http://schemas.openxmlformats.org/presentationml/2006/main">
  <p:tag name="AS_UNIQUEID" val="267"/>
</p:tagLst>
</file>

<file path=ppt/tags/tag266.xml><?xml version="1.0" encoding="utf-8"?>
<p:tagLst xmlns:a="http://schemas.openxmlformats.org/drawingml/2006/main" xmlns:r="http://schemas.openxmlformats.org/officeDocument/2006/relationships" xmlns:p="http://schemas.openxmlformats.org/presentationml/2006/main">
  <p:tag name="AS_UNIQUEID" val="270"/>
</p:tagLst>
</file>

<file path=ppt/tags/tag267.xml><?xml version="1.0" encoding="utf-8"?>
<p:tagLst xmlns:a="http://schemas.openxmlformats.org/drawingml/2006/main" xmlns:r="http://schemas.openxmlformats.org/officeDocument/2006/relationships" xmlns:p="http://schemas.openxmlformats.org/presentationml/2006/main">
  <p:tag name="AS_UNIQUEID" val="1790"/>
</p:tagLst>
</file>

<file path=ppt/tags/tag268.xml><?xml version="1.0" encoding="utf-8"?>
<p:tagLst xmlns:a="http://schemas.openxmlformats.org/drawingml/2006/main" xmlns:r="http://schemas.openxmlformats.org/officeDocument/2006/relationships" xmlns:p="http://schemas.openxmlformats.org/presentationml/2006/main">
  <p:tag name="AS_UNIQUEID" val="1791"/>
</p:tagLst>
</file>

<file path=ppt/tags/tag269.xml><?xml version="1.0" encoding="utf-8"?>
<p:tagLst xmlns:a="http://schemas.openxmlformats.org/drawingml/2006/main" xmlns:r="http://schemas.openxmlformats.org/officeDocument/2006/relationships" xmlns:p="http://schemas.openxmlformats.org/presentationml/2006/main">
  <p:tag name="AS_UNIQUEID" val="1792"/>
</p:tagLst>
</file>

<file path=ppt/tags/tag270.xml><?xml version="1.0" encoding="utf-8"?>
<p:tagLst xmlns:a="http://schemas.openxmlformats.org/drawingml/2006/main" xmlns:r="http://schemas.openxmlformats.org/officeDocument/2006/relationships" xmlns:p="http://schemas.openxmlformats.org/presentationml/2006/main">
  <p:tag name="AS_UNIQUEID" val="1788"/>
</p:tagLst>
</file>

<file path=ppt/tags/tag271.xml><?xml version="1.0" encoding="utf-8"?>
<p:tagLst xmlns:a="http://schemas.openxmlformats.org/drawingml/2006/main" xmlns:r="http://schemas.openxmlformats.org/officeDocument/2006/relationships" xmlns:p="http://schemas.openxmlformats.org/presentationml/2006/main">
  <p:tag name="AS_UNIQUEID" val="1789"/>
</p:tagLst>
</file>

<file path=ppt/tags/tag272.xml><?xml version="1.0" encoding="utf-8"?>
<p:tagLst xmlns:a="http://schemas.openxmlformats.org/drawingml/2006/main" xmlns:r="http://schemas.openxmlformats.org/officeDocument/2006/relationships" xmlns:p="http://schemas.openxmlformats.org/presentationml/2006/main">
  <p:tag name="AS_UNIQUEID" val="1794"/>
</p:tagLst>
</file>

<file path=ppt/tags/tag273.xml><?xml version="1.0" encoding="utf-8"?>
<p:tagLst xmlns:a="http://schemas.openxmlformats.org/drawingml/2006/main" xmlns:r="http://schemas.openxmlformats.org/officeDocument/2006/relationships" xmlns:p="http://schemas.openxmlformats.org/presentationml/2006/main">
  <p:tag name="AS_UNIQUEID" val="1795"/>
</p:tagLst>
</file>

<file path=ppt/tags/tag274.xml><?xml version="1.0" encoding="utf-8"?>
<p:tagLst xmlns:a="http://schemas.openxmlformats.org/drawingml/2006/main" xmlns:r="http://schemas.openxmlformats.org/officeDocument/2006/relationships" xmlns:p="http://schemas.openxmlformats.org/presentationml/2006/main">
  <p:tag name="AS_UNIQUEID" val="1796"/>
</p:tagLst>
</file>

<file path=ppt/tags/tag275.xml><?xml version="1.0" encoding="utf-8"?>
<p:tagLst xmlns:a="http://schemas.openxmlformats.org/drawingml/2006/main" xmlns:r="http://schemas.openxmlformats.org/officeDocument/2006/relationships" xmlns:p="http://schemas.openxmlformats.org/presentationml/2006/main">
  <p:tag name="AS_UNIQUEID" val="1797"/>
</p:tagLst>
</file>

<file path=ppt/tags/tag276.xml><?xml version="1.0" encoding="utf-8"?>
<p:tagLst xmlns:a="http://schemas.openxmlformats.org/drawingml/2006/main" xmlns:r="http://schemas.openxmlformats.org/officeDocument/2006/relationships" xmlns:p="http://schemas.openxmlformats.org/presentationml/2006/main">
  <p:tag name="AS_UNIQUEID" val="1798"/>
</p:tagLst>
</file>

<file path=ppt/tags/tag277.xml><?xml version="1.0" encoding="utf-8"?>
<p:tagLst xmlns:a="http://schemas.openxmlformats.org/drawingml/2006/main" xmlns:r="http://schemas.openxmlformats.org/officeDocument/2006/relationships" xmlns:p="http://schemas.openxmlformats.org/presentationml/2006/main">
  <p:tag name="AS_UNIQUEID" val="1799"/>
</p:tagLst>
</file>

<file path=ppt/tags/tag278.xml><?xml version="1.0" encoding="utf-8"?>
<p:tagLst xmlns:a="http://schemas.openxmlformats.org/drawingml/2006/main" xmlns:r="http://schemas.openxmlformats.org/officeDocument/2006/relationships" xmlns:p="http://schemas.openxmlformats.org/presentationml/2006/main">
  <p:tag name="AS_UNIQUEID" val="1800"/>
</p:tagLst>
</file>

<file path=ppt/tags/tag279.xml><?xml version="1.0" encoding="utf-8"?>
<p:tagLst xmlns:a="http://schemas.openxmlformats.org/drawingml/2006/main" xmlns:r="http://schemas.openxmlformats.org/officeDocument/2006/relationships" xmlns:p="http://schemas.openxmlformats.org/presentationml/2006/main">
  <p:tag name="AS_UNIQUEID" val="1801"/>
</p:tagLst>
</file>

<file path=ppt/tags/tag280.xml><?xml version="1.0" encoding="utf-8"?>
<p:tagLst xmlns:a="http://schemas.openxmlformats.org/drawingml/2006/main" xmlns:r="http://schemas.openxmlformats.org/officeDocument/2006/relationships" xmlns:p="http://schemas.openxmlformats.org/presentationml/2006/main">
  <p:tag name="AS_UNIQUEID" val="1802"/>
</p:tagLst>
</file>

<file path=ppt/tags/tag281.xml><?xml version="1.0" encoding="utf-8"?>
<p:tagLst xmlns:a="http://schemas.openxmlformats.org/drawingml/2006/main" xmlns:r="http://schemas.openxmlformats.org/officeDocument/2006/relationships" xmlns:p="http://schemas.openxmlformats.org/presentationml/2006/main">
  <p:tag name="AS_UNIQUEID" val="1803"/>
</p:tagLst>
</file>

<file path=ppt/tags/tag282.xml><?xml version="1.0" encoding="utf-8"?>
<p:tagLst xmlns:a="http://schemas.openxmlformats.org/drawingml/2006/main" xmlns:r="http://schemas.openxmlformats.org/officeDocument/2006/relationships" xmlns:p="http://schemas.openxmlformats.org/presentationml/2006/main">
  <p:tag name="AS_UNIQUEID" val="1804"/>
</p:tagLst>
</file>

<file path=ppt/tags/tag283.xml><?xml version="1.0" encoding="utf-8"?>
<p:tagLst xmlns:a="http://schemas.openxmlformats.org/drawingml/2006/main" xmlns:r="http://schemas.openxmlformats.org/officeDocument/2006/relationships" xmlns:p="http://schemas.openxmlformats.org/presentationml/2006/main">
  <p:tag name="AS_UNIQUEID" val="1805"/>
</p:tagLst>
</file>

<file path=ppt/tags/tag284.xml><?xml version="1.0" encoding="utf-8"?>
<p:tagLst xmlns:a="http://schemas.openxmlformats.org/drawingml/2006/main" xmlns:r="http://schemas.openxmlformats.org/officeDocument/2006/relationships" xmlns:p="http://schemas.openxmlformats.org/presentationml/2006/main">
  <p:tag name="AS_UNIQUEID" val="1807"/>
</p:tagLst>
</file>

<file path=ppt/tags/tag285.xml><?xml version="1.0" encoding="utf-8"?>
<p:tagLst xmlns:a="http://schemas.openxmlformats.org/drawingml/2006/main" xmlns:r="http://schemas.openxmlformats.org/officeDocument/2006/relationships" xmlns:p="http://schemas.openxmlformats.org/presentationml/2006/main">
  <p:tag name="AS_UNIQUEID" val="1808"/>
</p:tagLst>
</file>

<file path=ppt/tags/tag286.xml><?xml version="1.0" encoding="utf-8"?>
<p:tagLst xmlns:a="http://schemas.openxmlformats.org/drawingml/2006/main" xmlns:r="http://schemas.openxmlformats.org/officeDocument/2006/relationships" xmlns:p="http://schemas.openxmlformats.org/presentationml/2006/main">
  <p:tag name="AS_UNIQUEID" val="1809"/>
</p:tagLst>
</file>

<file path=ppt/tags/tag287.xml><?xml version="1.0" encoding="utf-8"?>
<p:tagLst xmlns:a="http://schemas.openxmlformats.org/drawingml/2006/main" xmlns:r="http://schemas.openxmlformats.org/officeDocument/2006/relationships" xmlns:p="http://schemas.openxmlformats.org/presentationml/2006/main">
  <p:tag name="AS_UNIQUEID" val="1810"/>
</p:tagLst>
</file>

<file path=ppt/tags/tag288.xml><?xml version="1.0" encoding="utf-8"?>
<p:tagLst xmlns:a="http://schemas.openxmlformats.org/drawingml/2006/main" xmlns:r="http://schemas.openxmlformats.org/officeDocument/2006/relationships" xmlns:p="http://schemas.openxmlformats.org/presentationml/2006/main">
  <p:tag name="AS_UNIQUEID" val="1811"/>
</p:tagLst>
</file>

<file path=ppt/tags/tag289.xml><?xml version="1.0" encoding="utf-8"?>
<p:tagLst xmlns:a="http://schemas.openxmlformats.org/drawingml/2006/main" xmlns:r="http://schemas.openxmlformats.org/officeDocument/2006/relationships" xmlns:p="http://schemas.openxmlformats.org/presentationml/2006/main">
  <p:tag name="AS_UNIQUEID" val="1812"/>
</p:tagLst>
</file>

<file path=ppt/tags/tag290.xml><?xml version="1.0" encoding="utf-8"?>
<p:tagLst xmlns:a="http://schemas.openxmlformats.org/drawingml/2006/main" xmlns:r="http://schemas.openxmlformats.org/officeDocument/2006/relationships" xmlns:p="http://schemas.openxmlformats.org/presentationml/2006/main">
  <p:tag name="AS_UNIQUEID" val="1813"/>
</p:tagLst>
</file>

<file path=ppt/tags/tag291.xml><?xml version="1.0" encoding="utf-8"?>
<p:tagLst xmlns:a="http://schemas.openxmlformats.org/drawingml/2006/main" xmlns:r="http://schemas.openxmlformats.org/officeDocument/2006/relationships" xmlns:p="http://schemas.openxmlformats.org/presentationml/2006/main">
  <p:tag name="AS_UNIQUEID" val="1814"/>
</p:tagLst>
</file>

<file path=ppt/tags/tag292.xml><?xml version="1.0" encoding="utf-8"?>
<p:tagLst xmlns:a="http://schemas.openxmlformats.org/drawingml/2006/main" xmlns:r="http://schemas.openxmlformats.org/officeDocument/2006/relationships" xmlns:p="http://schemas.openxmlformats.org/presentationml/2006/main">
  <p:tag name="AS_UNIQUEID" val="1815"/>
</p:tagLst>
</file>

<file path=ppt/tags/tag293.xml><?xml version="1.0" encoding="utf-8"?>
<p:tagLst xmlns:a="http://schemas.openxmlformats.org/drawingml/2006/main" xmlns:r="http://schemas.openxmlformats.org/officeDocument/2006/relationships" xmlns:p="http://schemas.openxmlformats.org/presentationml/2006/main">
  <p:tag name="AS_UNIQUEID" val="1816"/>
</p:tagLst>
</file>

<file path=ppt/tags/tag294.xml><?xml version="1.0" encoding="utf-8"?>
<p:tagLst xmlns:a="http://schemas.openxmlformats.org/drawingml/2006/main" xmlns:r="http://schemas.openxmlformats.org/officeDocument/2006/relationships" xmlns:p="http://schemas.openxmlformats.org/presentationml/2006/main">
  <p:tag name="AS_UNIQUEID" val="1819"/>
</p:tagLst>
</file>

<file path=ppt/tags/tag295.xml><?xml version="1.0" encoding="utf-8"?>
<p:tagLst xmlns:a="http://schemas.openxmlformats.org/drawingml/2006/main" xmlns:r="http://schemas.openxmlformats.org/officeDocument/2006/relationships" xmlns:p="http://schemas.openxmlformats.org/presentationml/2006/main">
  <p:tag name="AS_UNIQUEID" val="1817"/>
</p:tagLst>
</file>

<file path=ppt/tags/tag296.xml><?xml version="1.0" encoding="utf-8"?>
<p:tagLst xmlns:a="http://schemas.openxmlformats.org/drawingml/2006/main" xmlns:r="http://schemas.openxmlformats.org/officeDocument/2006/relationships" xmlns:p="http://schemas.openxmlformats.org/presentationml/2006/main">
  <p:tag name="AS_UNIQUEID" val="1818"/>
</p:tagLst>
</file>

<file path=ppt/tags/tag297.xml><?xml version="1.0" encoding="utf-8"?>
<p:tagLst xmlns:a="http://schemas.openxmlformats.org/drawingml/2006/main" xmlns:r="http://schemas.openxmlformats.org/officeDocument/2006/relationships" xmlns:p="http://schemas.openxmlformats.org/presentationml/2006/main">
  <p:tag name="AS_UNIQUEID" val="1821"/>
</p:tagLst>
</file>

<file path=ppt/tags/tag298.xml><?xml version="1.0" encoding="utf-8"?>
<p:tagLst xmlns:a="http://schemas.openxmlformats.org/drawingml/2006/main" xmlns:r="http://schemas.openxmlformats.org/officeDocument/2006/relationships" xmlns:p="http://schemas.openxmlformats.org/presentationml/2006/main">
  <p:tag name="AS_UNIQUEID" val="1822"/>
</p:tagLst>
</file>

<file path=ppt/tags/tag299.xml><?xml version="1.0" encoding="utf-8"?>
<p:tagLst xmlns:a="http://schemas.openxmlformats.org/drawingml/2006/main" xmlns:r="http://schemas.openxmlformats.org/officeDocument/2006/relationships" xmlns:p="http://schemas.openxmlformats.org/presentationml/2006/main">
  <p:tag name="AS_UNIQUEID" val="1823"/>
</p:tagLst>
</file>

<file path=ppt/tags/tag300.xml><?xml version="1.0" encoding="utf-8"?>
<p:tagLst xmlns:a="http://schemas.openxmlformats.org/drawingml/2006/main" xmlns:r="http://schemas.openxmlformats.org/officeDocument/2006/relationships" xmlns:p="http://schemas.openxmlformats.org/presentationml/2006/main">
  <p:tag name="AS_UNIQUEID" val="1824"/>
</p:tagLst>
</file>

<file path=ppt/tags/tag301.xml><?xml version="1.0" encoding="utf-8"?>
<p:tagLst xmlns:a="http://schemas.openxmlformats.org/drawingml/2006/main" xmlns:r="http://schemas.openxmlformats.org/officeDocument/2006/relationships" xmlns:p="http://schemas.openxmlformats.org/presentationml/2006/main">
  <p:tag name="AS_UNIQUEID" val="1825"/>
</p:tagLst>
</file>

<file path=ppt/tags/tag302.xml><?xml version="1.0" encoding="utf-8"?>
<p:tagLst xmlns:a="http://schemas.openxmlformats.org/drawingml/2006/main" xmlns:r="http://schemas.openxmlformats.org/officeDocument/2006/relationships" xmlns:p="http://schemas.openxmlformats.org/presentationml/2006/main">
  <p:tag name="AS_UNIQUEID" val="1826"/>
</p:tagLst>
</file>

<file path=ppt/tags/tag303.xml><?xml version="1.0" encoding="utf-8"?>
<p:tagLst xmlns:a="http://schemas.openxmlformats.org/drawingml/2006/main" xmlns:r="http://schemas.openxmlformats.org/officeDocument/2006/relationships" xmlns:p="http://schemas.openxmlformats.org/presentationml/2006/main">
  <p:tag name="AS_UNIQUEID" val="1829"/>
</p:tagLst>
</file>

<file path=ppt/tags/tag304.xml><?xml version="1.0" encoding="utf-8"?>
<p:tagLst xmlns:a="http://schemas.openxmlformats.org/drawingml/2006/main" xmlns:r="http://schemas.openxmlformats.org/officeDocument/2006/relationships" xmlns:p="http://schemas.openxmlformats.org/presentationml/2006/main">
  <p:tag name="AS_UNIQUEID" val="1830"/>
</p:tagLst>
</file>

<file path=ppt/tags/tag305.xml><?xml version="1.0" encoding="utf-8"?>
<p:tagLst xmlns:a="http://schemas.openxmlformats.org/drawingml/2006/main" xmlns:r="http://schemas.openxmlformats.org/officeDocument/2006/relationships" xmlns:p="http://schemas.openxmlformats.org/presentationml/2006/main">
  <p:tag name="AS_UNIQUEID" val="1831"/>
</p:tagLst>
</file>

<file path=ppt/tags/tag306.xml><?xml version="1.0" encoding="utf-8"?>
<p:tagLst xmlns:a="http://schemas.openxmlformats.org/drawingml/2006/main" xmlns:r="http://schemas.openxmlformats.org/officeDocument/2006/relationships" xmlns:p="http://schemas.openxmlformats.org/presentationml/2006/main">
  <p:tag name="AS_UNIQUEID" val="1832"/>
</p:tagLst>
</file>

<file path=ppt/tags/tag307.xml><?xml version="1.0" encoding="utf-8"?>
<p:tagLst xmlns:a="http://schemas.openxmlformats.org/drawingml/2006/main" xmlns:r="http://schemas.openxmlformats.org/officeDocument/2006/relationships" xmlns:p="http://schemas.openxmlformats.org/presentationml/2006/main">
  <p:tag name="AS_UNIQUEID" val="1827"/>
</p:tagLst>
</file>

<file path=ppt/tags/tag308.xml><?xml version="1.0" encoding="utf-8"?>
<p:tagLst xmlns:a="http://schemas.openxmlformats.org/drawingml/2006/main" xmlns:r="http://schemas.openxmlformats.org/officeDocument/2006/relationships" xmlns:p="http://schemas.openxmlformats.org/presentationml/2006/main">
  <p:tag name="AS_UNIQUEID" val="1828"/>
</p:tagLst>
</file>

<file path=ppt/tags/tag309.xml><?xml version="1.0" encoding="utf-8"?>
<p:tagLst xmlns:a="http://schemas.openxmlformats.org/drawingml/2006/main" xmlns:r="http://schemas.openxmlformats.org/officeDocument/2006/relationships" xmlns:p="http://schemas.openxmlformats.org/presentationml/2006/main">
  <p:tag name="AS_UNIQUEID" val="1834"/>
</p:tagLst>
</file>

<file path=ppt/tags/tag310.xml><?xml version="1.0" encoding="utf-8"?>
<p:tagLst xmlns:a="http://schemas.openxmlformats.org/drawingml/2006/main" xmlns:r="http://schemas.openxmlformats.org/officeDocument/2006/relationships" xmlns:p="http://schemas.openxmlformats.org/presentationml/2006/main">
  <p:tag name="AS_UNIQUEID" val="1839"/>
</p:tagLst>
</file>

<file path=ppt/tags/tag311.xml><?xml version="1.0" encoding="utf-8"?>
<p:tagLst xmlns:a="http://schemas.openxmlformats.org/drawingml/2006/main" xmlns:r="http://schemas.openxmlformats.org/officeDocument/2006/relationships" xmlns:p="http://schemas.openxmlformats.org/presentationml/2006/main">
  <p:tag name="AS_UNIQUEID" val="1843"/>
</p:tagLst>
</file>

<file path=ppt/tags/tag312.xml><?xml version="1.0" encoding="utf-8"?>
<p:tagLst xmlns:a="http://schemas.openxmlformats.org/drawingml/2006/main" xmlns:r="http://schemas.openxmlformats.org/officeDocument/2006/relationships" xmlns:p="http://schemas.openxmlformats.org/presentationml/2006/main">
  <p:tag name="AS_UNIQUEID" val="1844"/>
</p:tagLst>
</file>

<file path=ppt/tags/tag313.xml><?xml version="1.0" encoding="utf-8"?>
<p:tagLst xmlns:a="http://schemas.openxmlformats.org/drawingml/2006/main" xmlns:r="http://schemas.openxmlformats.org/officeDocument/2006/relationships" xmlns:p="http://schemas.openxmlformats.org/presentationml/2006/main">
  <p:tag name="AS_UNIQUEID" val="1840"/>
</p:tagLst>
</file>

<file path=ppt/tags/tag314.xml><?xml version="1.0" encoding="utf-8"?>
<p:tagLst xmlns:a="http://schemas.openxmlformats.org/drawingml/2006/main" xmlns:r="http://schemas.openxmlformats.org/officeDocument/2006/relationships" xmlns:p="http://schemas.openxmlformats.org/presentationml/2006/main">
  <p:tag name="AS_UNIQUEID" val="1841"/>
</p:tagLst>
</file>

<file path=ppt/tags/tag315.xml><?xml version="1.0" encoding="utf-8"?>
<p:tagLst xmlns:a="http://schemas.openxmlformats.org/drawingml/2006/main" xmlns:r="http://schemas.openxmlformats.org/officeDocument/2006/relationships" xmlns:p="http://schemas.openxmlformats.org/presentationml/2006/main">
  <p:tag name="AS_UNIQUEID" val="1842"/>
</p:tagLst>
</file>

<file path=ppt/tags/tag316.xml><?xml version="1.0" encoding="utf-8"?>
<p:tagLst xmlns:a="http://schemas.openxmlformats.org/drawingml/2006/main" xmlns:r="http://schemas.openxmlformats.org/officeDocument/2006/relationships" xmlns:p="http://schemas.openxmlformats.org/presentationml/2006/main">
  <p:tag name="AS_UNIQUEID" val="1835"/>
</p:tagLst>
</file>

<file path=ppt/tags/tag317.xml><?xml version="1.0" encoding="utf-8"?>
<p:tagLst xmlns:a="http://schemas.openxmlformats.org/drawingml/2006/main" xmlns:r="http://schemas.openxmlformats.org/officeDocument/2006/relationships" xmlns:p="http://schemas.openxmlformats.org/presentationml/2006/main">
  <p:tag name="AS_UNIQUEID" val="1838"/>
</p:tagLst>
</file>

<file path=ppt/tags/tag318.xml><?xml version="1.0" encoding="utf-8"?>
<p:tagLst xmlns:a="http://schemas.openxmlformats.org/drawingml/2006/main" xmlns:r="http://schemas.openxmlformats.org/officeDocument/2006/relationships" xmlns:p="http://schemas.openxmlformats.org/presentationml/2006/main">
  <p:tag name="AS_UNIQUEID" val="1836"/>
</p:tagLst>
</file>

<file path=ppt/tags/tag319.xml><?xml version="1.0" encoding="utf-8"?>
<p:tagLst xmlns:a="http://schemas.openxmlformats.org/drawingml/2006/main" xmlns:r="http://schemas.openxmlformats.org/officeDocument/2006/relationships" xmlns:p="http://schemas.openxmlformats.org/presentationml/2006/main">
  <p:tag name="AS_UNIQUEID" val="1837"/>
</p:tagLst>
</file>

<file path=ppt/tags/tag320.xml><?xml version="1.0" encoding="utf-8"?>
<p:tagLst xmlns:a="http://schemas.openxmlformats.org/drawingml/2006/main" xmlns:r="http://schemas.openxmlformats.org/officeDocument/2006/relationships" xmlns:p="http://schemas.openxmlformats.org/presentationml/2006/main">
  <p:tag name="AS_UNIQUEID" val="1496"/>
</p:tagLst>
</file>

<file path=ppt/tags/tag321.xml><?xml version="1.0" encoding="utf-8"?>
<p:tagLst xmlns:a="http://schemas.openxmlformats.org/drawingml/2006/main" xmlns:r="http://schemas.openxmlformats.org/officeDocument/2006/relationships" xmlns:p="http://schemas.openxmlformats.org/presentationml/2006/main">
  <p:tag name="AS_UNIQUEID" val="1494"/>
</p:tagLst>
</file>

<file path=ppt/tags/tag322.xml><?xml version="1.0" encoding="utf-8"?>
<p:tagLst xmlns:a="http://schemas.openxmlformats.org/drawingml/2006/main" xmlns:r="http://schemas.openxmlformats.org/officeDocument/2006/relationships" xmlns:p="http://schemas.openxmlformats.org/presentationml/2006/main">
  <p:tag name="AS_UNIQUEID" val="1495"/>
</p:tagLst>
</file>

<file path=ppt/tags/tag323.xml><?xml version="1.0" encoding="utf-8"?>
<p:tagLst xmlns:a="http://schemas.openxmlformats.org/drawingml/2006/main" xmlns:r="http://schemas.openxmlformats.org/officeDocument/2006/relationships" xmlns:p="http://schemas.openxmlformats.org/presentationml/2006/main">
  <p:tag name="AS_UNIQUEID" val="1500"/>
</p:tagLst>
</file>

<file path=ppt/tags/tag324.xml><?xml version="1.0" encoding="utf-8"?>
<p:tagLst xmlns:a="http://schemas.openxmlformats.org/drawingml/2006/main" xmlns:r="http://schemas.openxmlformats.org/officeDocument/2006/relationships" xmlns:p="http://schemas.openxmlformats.org/presentationml/2006/main">
  <p:tag name="AS_UNIQUEID" val="1495"/>
</p:tagLst>
</file>

<file path=ppt/tags/tag325.xml><?xml version="1.0" encoding="utf-8"?>
<p:tagLst xmlns:a="http://schemas.openxmlformats.org/drawingml/2006/main" xmlns:r="http://schemas.openxmlformats.org/officeDocument/2006/relationships" xmlns:p="http://schemas.openxmlformats.org/presentationml/2006/main">
  <p:tag name="AS_UNIQUEID" val="1846"/>
</p:tagLst>
</file>

<file path=ppt/tags/tag326.xml><?xml version="1.0" encoding="utf-8"?>
<p:tagLst xmlns:a="http://schemas.openxmlformats.org/drawingml/2006/main" xmlns:r="http://schemas.openxmlformats.org/officeDocument/2006/relationships" xmlns:p="http://schemas.openxmlformats.org/presentationml/2006/main">
  <p:tag name="AS_UNIQUEID" val="1495"/>
</p:tagLst>
</file>

<file path=ppt/tags/tag327.xml><?xml version="1.0" encoding="utf-8"?>
<p:tagLst xmlns:a="http://schemas.openxmlformats.org/drawingml/2006/main" xmlns:r="http://schemas.openxmlformats.org/officeDocument/2006/relationships" xmlns:p="http://schemas.openxmlformats.org/presentationml/2006/main">
  <p:tag name="AS_UNIQUEID" val="1847"/>
</p:tagLst>
</file>

<file path=ppt/tags/tag328.xml><?xml version="1.0" encoding="utf-8"?>
<p:tagLst xmlns:a="http://schemas.openxmlformats.org/drawingml/2006/main" xmlns:r="http://schemas.openxmlformats.org/officeDocument/2006/relationships" xmlns:p="http://schemas.openxmlformats.org/presentationml/2006/main">
  <p:tag name="AS_UNIQUEID" val="1848"/>
</p:tagLst>
</file>

<file path=ppt/tags/tag329.xml><?xml version="1.0" encoding="utf-8"?>
<p:tagLst xmlns:a="http://schemas.openxmlformats.org/drawingml/2006/main" xmlns:r="http://schemas.openxmlformats.org/officeDocument/2006/relationships" xmlns:p="http://schemas.openxmlformats.org/presentationml/2006/main">
  <p:tag name="AS_UNIQUEID" val="1496"/>
</p:tagLst>
</file>

<file path=ppt/tags/tag330.xml><?xml version="1.0" encoding="utf-8"?>
<p:tagLst xmlns:a="http://schemas.openxmlformats.org/drawingml/2006/main" xmlns:r="http://schemas.openxmlformats.org/officeDocument/2006/relationships" xmlns:p="http://schemas.openxmlformats.org/presentationml/2006/main">
  <p:tag name="AS_UNIQUEID" val="1849"/>
</p:tagLst>
</file>

<file path=ppt/tags/tag331.xml><?xml version="1.0" encoding="utf-8"?>
<p:tagLst xmlns:a="http://schemas.openxmlformats.org/drawingml/2006/main" xmlns:r="http://schemas.openxmlformats.org/officeDocument/2006/relationships" xmlns:p="http://schemas.openxmlformats.org/presentationml/2006/main">
  <p:tag name="AS_UNIQUEID" val="1496"/>
</p:tagLst>
</file>

<file path=ppt/tags/tag332.xml><?xml version="1.0" encoding="utf-8"?>
<p:tagLst xmlns:a="http://schemas.openxmlformats.org/drawingml/2006/main" xmlns:r="http://schemas.openxmlformats.org/officeDocument/2006/relationships" xmlns:p="http://schemas.openxmlformats.org/presentationml/2006/main">
  <p:tag name="AS_UNIQUEID" val="1502"/>
</p:tagLst>
</file>

<file path=ppt/tags/tag333.xml><?xml version="1.0" encoding="utf-8"?>
<p:tagLst xmlns:a="http://schemas.openxmlformats.org/drawingml/2006/main" xmlns:r="http://schemas.openxmlformats.org/officeDocument/2006/relationships" xmlns:p="http://schemas.openxmlformats.org/presentationml/2006/main">
  <p:tag name="AS_UNIQUEID" val="1850"/>
</p:tagLst>
</file>

<file path=ppt/tags/tag334.xml><?xml version="1.0" encoding="utf-8"?>
<p:tagLst xmlns:a="http://schemas.openxmlformats.org/drawingml/2006/main" xmlns:r="http://schemas.openxmlformats.org/officeDocument/2006/relationships" xmlns:p="http://schemas.openxmlformats.org/presentationml/2006/main">
  <p:tag name="AS_UNIQUEID" val="1851"/>
</p:tagLst>
</file>

<file path=ppt/tags/tag335.xml><?xml version="1.0" encoding="utf-8"?>
<p:tagLst xmlns:a="http://schemas.openxmlformats.org/drawingml/2006/main" xmlns:r="http://schemas.openxmlformats.org/officeDocument/2006/relationships" xmlns:p="http://schemas.openxmlformats.org/presentationml/2006/main">
  <p:tag name="AS_UNIQUEID" val="1496"/>
</p:tagLst>
</file>

<file path=ppt/tags/tag336.xml><?xml version="1.0" encoding="utf-8"?>
<p:tagLst xmlns:a="http://schemas.openxmlformats.org/drawingml/2006/main" xmlns:r="http://schemas.openxmlformats.org/officeDocument/2006/relationships" xmlns:p="http://schemas.openxmlformats.org/presentationml/2006/main">
  <p:tag name="AS_UNIQUEID" val="1852"/>
</p:tagLst>
</file>

<file path=ppt/tags/tag337.xml><?xml version="1.0" encoding="utf-8"?>
<p:tagLst xmlns:a="http://schemas.openxmlformats.org/drawingml/2006/main" xmlns:r="http://schemas.openxmlformats.org/officeDocument/2006/relationships" xmlns:p="http://schemas.openxmlformats.org/presentationml/2006/main">
  <p:tag name="AS_UNIQUEID" val="1853"/>
</p:tagLst>
</file>

<file path=ppt/tags/tag338.xml><?xml version="1.0" encoding="utf-8"?>
<p:tagLst xmlns:a="http://schemas.openxmlformats.org/drawingml/2006/main" xmlns:r="http://schemas.openxmlformats.org/officeDocument/2006/relationships" xmlns:p="http://schemas.openxmlformats.org/presentationml/2006/main">
  <p:tag name="AS_UNIQUEID" val="1855"/>
</p:tagLst>
</file>

<file path=ppt/tags/tag339.xml><?xml version="1.0" encoding="utf-8"?>
<p:tagLst xmlns:a="http://schemas.openxmlformats.org/drawingml/2006/main" xmlns:r="http://schemas.openxmlformats.org/officeDocument/2006/relationships" xmlns:p="http://schemas.openxmlformats.org/presentationml/2006/main">
  <p:tag name="AS_UNIQUEID" val="1856"/>
</p:tagLst>
</file>

<file path=ppt/tags/tag340.xml><?xml version="1.0" encoding="utf-8"?>
<p:tagLst xmlns:a="http://schemas.openxmlformats.org/drawingml/2006/main" xmlns:r="http://schemas.openxmlformats.org/officeDocument/2006/relationships" xmlns:p="http://schemas.openxmlformats.org/presentationml/2006/main">
  <p:tag name="AS_UNIQUEID" val="394"/>
</p:tagLst>
</file>

<file path=ppt/tags/tag341.xml><?xml version="1.0" encoding="utf-8"?>
<p:tagLst xmlns:a="http://schemas.openxmlformats.org/drawingml/2006/main" xmlns:r="http://schemas.openxmlformats.org/officeDocument/2006/relationships" xmlns:p="http://schemas.openxmlformats.org/presentationml/2006/main">
  <p:tag name="AS_UNIQUEID" val="396"/>
</p:tagLst>
</file>

<file path=ppt/tags/tag342.xml><?xml version="1.0" encoding="utf-8"?>
<p:tagLst xmlns:a="http://schemas.openxmlformats.org/drawingml/2006/main" xmlns:r="http://schemas.openxmlformats.org/officeDocument/2006/relationships" xmlns:p="http://schemas.openxmlformats.org/presentationml/2006/main">
  <p:tag name="AS_UNIQUEID" val="1857"/>
</p:tagLst>
</file>

<file path=ppt/tags/tag343.xml><?xml version="1.0" encoding="utf-8"?>
<p:tagLst xmlns:a="http://schemas.openxmlformats.org/drawingml/2006/main" xmlns:r="http://schemas.openxmlformats.org/officeDocument/2006/relationships" xmlns:p="http://schemas.openxmlformats.org/presentationml/2006/main">
  <p:tag name="AS_UNIQUEID" val="1858"/>
</p:tagLst>
</file>

<file path=ppt/tags/tag344.xml><?xml version="1.0" encoding="utf-8"?>
<p:tagLst xmlns:a="http://schemas.openxmlformats.org/drawingml/2006/main" xmlns:r="http://schemas.openxmlformats.org/officeDocument/2006/relationships" xmlns:p="http://schemas.openxmlformats.org/presentationml/2006/main">
  <p:tag name="AS_UNIQUEID" val="1859"/>
</p:tagLst>
</file>

<file path=ppt/tags/tag345.xml><?xml version="1.0" encoding="utf-8"?>
<p:tagLst xmlns:a="http://schemas.openxmlformats.org/drawingml/2006/main" xmlns:r="http://schemas.openxmlformats.org/officeDocument/2006/relationships" xmlns:p="http://schemas.openxmlformats.org/presentationml/2006/main">
  <p:tag name="AS_UNIQUEID" val="1860"/>
</p:tagLst>
</file>

<file path=ppt/tags/tag346.xml><?xml version="1.0" encoding="utf-8"?>
<p:tagLst xmlns:a="http://schemas.openxmlformats.org/drawingml/2006/main" xmlns:r="http://schemas.openxmlformats.org/officeDocument/2006/relationships" xmlns:p="http://schemas.openxmlformats.org/presentationml/2006/main">
  <p:tag name="AS_UNIQUEID" val="1861"/>
</p:tagLst>
</file>

<file path=ppt/tags/tag347.xml><?xml version="1.0" encoding="utf-8"?>
<p:tagLst xmlns:a="http://schemas.openxmlformats.org/drawingml/2006/main" xmlns:r="http://schemas.openxmlformats.org/officeDocument/2006/relationships" xmlns:p="http://schemas.openxmlformats.org/presentationml/2006/main">
  <p:tag name="AS_UNIQUEID" val="1862"/>
</p:tagLst>
</file>

<file path=ppt/tags/tag348.xml><?xml version="1.0" encoding="utf-8"?>
<p:tagLst xmlns:a="http://schemas.openxmlformats.org/drawingml/2006/main" xmlns:r="http://schemas.openxmlformats.org/officeDocument/2006/relationships" xmlns:p="http://schemas.openxmlformats.org/presentationml/2006/main">
  <p:tag name="AS_UNIQUEID" val="1863"/>
</p:tagLst>
</file>

<file path=ppt/tags/tag349.xml><?xml version="1.0" encoding="utf-8"?>
<p:tagLst xmlns:a="http://schemas.openxmlformats.org/drawingml/2006/main" xmlns:r="http://schemas.openxmlformats.org/officeDocument/2006/relationships" xmlns:p="http://schemas.openxmlformats.org/presentationml/2006/main">
  <p:tag name="AS_UNIQUEID" val="1864"/>
</p:tagLst>
</file>

<file path=ppt/tags/tag350.xml><?xml version="1.0" encoding="utf-8"?>
<p:tagLst xmlns:a="http://schemas.openxmlformats.org/drawingml/2006/main" xmlns:r="http://schemas.openxmlformats.org/officeDocument/2006/relationships" xmlns:p="http://schemas.openxmlformats.org/presentationml/2006/main">
  <p:tag name="AS_UNIQUEID" val="1866"/>
</p:tagLst>
</file>

<file path=ppt/tags/tag351.xml><?xml version="1.0" encoding="utf-8"?>
<p:tagLst xmlns:a="http://schemas.openxmlformats.org/drawingml/2006/main" xmlns:r="http://schemas.openxmlformats.org/officeDocument/2006/relationships" xmlns:p="http://schemas.openxmlformats.org/presentationml/2006/main">
  <p:tag name="AS_UNIQUEID" val="1867"/>
</p:tagLst>
</file>

<file path=ppt/tags/tag352.xml><?xml version="1.0" encoding="utf-8"?>
<p:tagLst xmlns:a="http://schemas.openxmlformats.org/drawingml/2006/main" xmlns:r="http://schemas.openxmlformats.org/officeDocument/2006/relationships" xmlns:p="http://schemas.openxmlformats.org/presentationml/2006/main">
  <p:tag name="AS_UNIQUEID" val="1868"/>
</p:tagLst>
</file>

<file path=ppt/tags/tag353.xml><?xml version="1.0" encoding="utf-8"?>
<p:tagLst xmlns:a="http://schemas.openxmlformats.org/drawingml/2006/main" xmlns:r="http://schemas.openxmlformats.org/officeDocument/2006/relationships" xmlns:p="http://schemas.openxmlformats.org/presentationml/2006/main">
  <p:tag name="AS_UNIQUEID" val="1869"/>
</p:tagLst>
</file>

<file path=ppt/tags/tag354.xml><?xml version="1.0" encoding="utf-8"?>
<p:tagLst xmlns:a="http://schemas.openxmlformats.org/drawingml/2006/main" xmlns:r="http://schemas.openxmlformats.org/officeDocument/2006/relationships" xmlns:p="http://schemas.openxmlformats.org/presentationml/2006/main">
  <p:tag name="AS_UNIQUEID" val="1870"/>
</p:tagLst>
</file>

<file path=ppt/tags/tag355.xml><?xml version="1.0" encoding="utf-8"?>
<p:tagLst xmlns:a="http://schemas.openxmlformats.org/drawingml/2006/main" xmlns:r="http://schemas.openxmlformats.org/officeDocument/2006/relationships" xmlns:p="http://schemas.openxmlformats.org/presentationml/2006/main">
  <p:tag name="AS_UNIQUEID" val="1871"/>
</p:tagLst>
</file>

<file path=ppt/tags/tag356.xml><?xml version="1.0" encoding="utf-8"?>
<p:tagLst xmlns:a="http://schemas.openxmlformats.org/drawingml/2006/main" xmlns:r="http://schemas.openxmlformats.org/officeDocument/2006/relationships" xmlns:p="http://schemas.openxmlformats.org/presentationml/2006/main">
  <p:tag name="AS_UNIQUEID" val="1874"/>
</p:tagLst>
</file>

<file path=ppt/tags/tag357.xml><?xml version="1.0" encoding="utf-8"?>
<p:tagLst xmlns:a="http://schemas.openxmlformats.org/drawingml/2006/main" xmlns:r="http://schemas.openxmlformats.org/officeDocument/2006/relationships" xmlns:p="http://schemas.openxmlformats.org/presentationml/2006/main">
  <p:tag name="AS_UNIQUEID" val="1877"/>
</p:tagLst>
</file>

<file path=ppt/tags/tag358.xml><?xml version="1.0" encoding="utf-8"?>
<p:tagLst xmlns:a="http://schemas.openxmlformats.org/drawingml/2006/main" xmlns:r="http://schemas.openxmlformats.org/officeDocument/2006/relationships" xmlns:p="http://schemas.openxmlformats.org/presentationml/2006/main">
  <p:tag name="AS_UNIQUEID" val="1880"/>
</p:tagLst>
</file>

<file path=ppt/tags/tag359.xml><?xml version="1.0" encoding="utf-8"?>
<p:tagLst xmlns:a="http://schemas.openxmlformats.org/drawingml/2006/main" xmlns:r="http://schemas.openxmlformats.org/officeDocument/2006/relationships" xmlns:p="http://schemas.openxmlformats.org/presentationml/2006/main">
  <p:tag name="AS_UNIQUEID" val="1881"/>
</p:tagLst>
</file>

<file path=ppt/tags/tag360.xml><?xml version="1.0" encoding="utf-8"?>
<p:tagLst xmlns:a="http://schemas.openxmlformats.org/drawingml/2006/main" xmlns:r="http://schemas.openxmlformats.org/officeDocument/2006/relationships" xmlns:p="http://schemas.openxmlformats.org/presentationml/2006/main">
  <p:tag name="AS_UNIQUEID" val="1882"/>
</p:tagLst>
</file>

<file path=ppt/tags/tag361.xml><?xml version="1.0" encoding="utf-8"?>
<p:tagLst xmlns:a="http://schemas.openxmlformats.org/drawingml/2006/main" xmlns:r="http://schemas.openxmlformats.org/officeDocument/2006/relationships" xmlns:p="http://schemas.openxmlformats.org/presentationml/2006/main">
  <p:tag name="AS_UNIQUEID" val="1883"/>
</p:tagLst>
</file>

<file path=ppt/tags/tag362.xml><?xml version="1.0" encoding="utf-8"?>
<p:tagLst xmlns:a="http://schemas.openxmlformats.org/drawingml/2006/main" xmlns:r="http://schemas.openxmlformats.org/officeDocument/2006/relationships" xmlns:p="http://schemas.openxmlformats.org/presentationml/2006/main">
  <p:tag name="AS_UNIQUEID" val="1878"/>
</p:tagLst>
</file>

<file path=ppt/tags/tag363.xml><?xml version="1.0" encoding="utf-8"?>
<p:tagLst xmlns:a="http://schemas.openxmlformats.org/drawingml/2006/main" xmlns:r="http://schemas.openxmlformats.org/officeDocument/2006/relationships" xmlns:p="http://schemas.openxmlformats.org/presentationml/2006/main">
  <p:tag name="AS_UNIQUEID" val="1879"/>
</p:tagLst>
</file>

<file path=ppt/tags/tag364.xml><?xml version="1.0" encoding="utf-8"?>
<p:tagLst xmlns:a="http://schemas.openxmlformats.org/drawingml/2006/main" xmlns:r="http://schemas.openxmlformats.org/officeDocument/2006/relationships" xmlns:p="http://schemas.openxmlformats.org/presentationml/2006/main">
  <p:tag name="AS_UNIQUEID" val="1875"/>
</p:tagLst>
</file>

<file path=ppt/tags/tag365.xml><?xml version="1.0" encoding="utf-8"?>
<p:tagLst xmlns:a="http://schemas.openxmlformats.org/drawingml/2006/main" xmlns:r="http://schemas.openxmlformats.org/officeDocument/2006/relationships" xmlns:p="http://schemas.openxmlformats.org/presentationml/2006/main">
  <p:tag name="AS_UNIQUEID" val="1876"/>
</p:tagLst>
</file>

<file path=ppt/tags/tag366.xml><?xml version="1.0" encoding="utf-8"?>
<p:tagLst xmlns:a="http://schemas.openxmlformats.org/drawingml/2006/main" xmlns:r="http://schemas.openxmlformats.org/officeDocument/2006/relationships" xmlns:p="http://schemas.openxmlformats.org/presentationml/2006/main">
  <p:tag name="AS_UNIQUEID" val="1872"/>
</p:tagLst>
</file>

<file path=ppt/tags/tag367.xml><?xml version="1.0" encoding="utf-8"?>
<p:tagLst xmlns:a="http://schemas.openxmlformats.org/drawingml/2006/main" xmlns:r="http://schemas.openxmlformats.org/officeDocument/2006/relationships" xmlns:p="http://schemas.openxmlformats.org/presentationml/2006/main">
  <p:tag name="AS_UNIQUEID" val="1873"/>
</p:tagLst>
</file>

<file path=ppt/tags/tag368.xml><?xml version="1.0" encoding="utf-8"?>
<p:tagLst xmlns:a="http://schemas.openxmlformats.org/drawingml/2006/main" xmlns:r="http://schemas.openxmlformats.org/officeDocument/2006/relationships" xmlns:p="http://schemas.openxmlformats.org/presentationml/2006/main">
  <p:tag name="AS_UNIQUEID" val="1885"/>
</p:tagLst>
</file>

<file path=ppt/tags/tag369.xml><?xml version="1.0" encoding="utf-8"?>
<p:tagLst xmlns:a="http://schemas.openxmlformats.org/drawingml/2006/main" xmlns:r="http://schemas.openxmlformats.org/officeDocument/2006/relationships" xmlns:p="http://schemas.openxmlformats.org/presentationml/2006/main">
  <p:tag name="AS_UNIQUEID" val="1886"/>
</p:tagLst>
</file>

<file path=ppt/tags/tag370.xml><?xml version="1.0" encoding="utf-8"?>
<p:tagLst xmlns:a="http://schemas.openxmlformats.org/drawingml/2006/main" xmlns:r="http://schemas.openxmlformats.org/officeDocument/2006/relationships" xmlns:p="http://schemas.openxmlformats.org/presentationml/2006/main">
  <p:tag name="AS_UNIQUEID" val="416"/>
</p:tagLst>
</file>

<file path=ppt/tags/tag371.xml><?xml version="1.0" encoding="utf-8"?>
<p:tagLst xmlns:a="http://schemas.openxmlformats.org/drawingml/2006/main" xmlns:r="http://schemas.openxmlformats.org/officeDocument/2006/relationships" xmlns:p="http://schemas.openxmlformats.org/presentationml/2006/main">
  <p:tag name="AS_UNIQUEID" val="1887"/>
</p:tagLst>
</file>

<file path=ppt/tags/tag372.xml><?xml version="1.0" encoding="utf-8"?>
<p:tagLst xmlns:a="http://schemas.openxmlformats.org/drawingml/2006/main" xmlns:r="http://schemas.openxmlformats.org/officeDocument/2006/relationships" xmlns:p="http://schemas.openxmlformats.org/presentationml/2006/main">
  <p:tag name="AS_UNIQUEID" val="1888"/>
</p:tagLst>
</file>

<file path=ppt/tags/tag373.xml><?xml version="1.0" encoding="utf-8"?>
<p:tagLst xmlns:a="http://schemas.openxmlformats.org/drawingml/2006/main" xmlns:r="http://schemas.openxmlformats.org/officeDocument/2006/relationships" xmlns:p="http://schemas.openxmlformats.org/presentationml/2006/main">
  <p:tag name="AS_UNIQUEID" val="1889"/>
</p:tagLst>
</file>

<file path=ppt/tags/tag374.xml><?xml version="1.0" encoding="utf-8"?>
<p:tagLst xmlns:a="http://schemas.openxmlformats.org/drawingml/2006/main" xmlns:r="http://schemas.openxmlformats.org/officeDocument/2006/relationships" xmlns:p="http://schemas.openxmlformats.org/presentationml/2006/main">
  <p:tag name="AS_UNIQUEID" val="1890"/>
</p:tagLst>
</file>

<file path=ppt/tags/tag375.xml><?xml version="1.0" encoding="utf-8"?>
<p:tagLst xmlns:a="http://schemas.openxmlformats.org/drawingml/2006/main" xmlns:r="http://schemas.openxmlformats.org/officeDocument/2006/relationships" xmlns:p="http://schemas.openxmlformats.org/presentationml/2006/main">
  <p:tag name="AS_UNIQUEID" val="1891"/>
</p:tagLst>
</file>

<file path=ppt/tags/tag376.xml><?xml version="1.0" encoding="utf-8"?>
<p:tagLst xmlns:a="http://schemas.openxmlformats.org/drawingml/2006/main" xmlns:r="http://schemas.openxmlformats.org/officeDocument/2006/relationships" xmlns:p="http://schemas.openxmlformats.org/presentationml/2006/main">
  <p:tag name="AS_UNIQUEID" val="1893"/>
</p:tagLst>
</file>

<file path=ppt/tags/tag377.xml><?xml version="1.0" encoding="utf-8"?>
<p:tagLst xmlns:a="http://schemas.openxmlformats.org/drawingml/2006/main" xmlns:r="http://schemas.openxmlformats.org/officeDocument/2006/relationships" xmlns:p="http://schemas.openxmlformats.org/presentationml/2006/main">
  <p:tag name="AS_UNIQUEID" val="1894"/>
</p:tagLst>
</file>

<file path=ppt/tags/tag378.xml><?xml version="1.0" encoding="utf-8"?>
<p:tagLst xmlns:a="http://schemas.openxmlformats.org/drawingml/2006/main" xmlns:r="http://schemas.openxmlformats.org/officeDocument/2006/relationships" xmlns:p="http://schemas.openxmlformats.org/presentationml/2006/main">
  <p:tag name="AS_UNIQUEID" val="428"/>
</p:tagLst>
</file>

<file path=ppt/tags/tag379.xml><?xml version="1.0" encoding="utf-8"?>
<p:tagLst xmlns:a="http://schemas.openxmlformats.org/drawingml/2006/main" xmlns:r="http://schemas.openxmlformats.org/officeDocument/2006/relationships" xmlns:p="http://schemas.openxmlformats.org/presentationml/2006/main">
  <p:tag name="AS_UNIQUEID" val="1895"/>
</p:tagLst>
</file>

<file path=ppt/tags/tag380.xml><?xml version="1.0" encoding="utf-8"?>
<p:tagLst xmlns:a="http://schemas.openxmlformats.org/drawingml/2006/main" xmlns:r="http://schemas.openxmlformats.org/officeDocument/2006/relationships" xmlns:p="http://schemas.openxmlformats.org/presentationml/2006/main">
  <p:tag name="AS_UNIQUEID" val="1896"/>
</p:tagLst>
</file>

<file path=ppt/tags/tag381.xml><?xml version="1.0" encoding="utf-8"?>
<p:tagLst xmlns:a="http://schemas.openxmlformats.org/drawingml/2006/main" xmlns:r="http://schemas.openxmlformats.org/officeDocument/2006/relationships" xmlns:p="http://schemas.openxmlformats.org/presentationml/2006/main">
  <p:tag name="AS_UNIQUEID" val="1897"/>
</p:tagLst>
</file>

<file path=ppt/tags/tag382.xml><?xml version="1.0" encoding="utf-8"?>
<p:tagLst xmlns:a="http://schemas.openxmlformats.org/drawingml/2006/main" xmlns:r="http://schemas.openxmlformats.org/officeDocument/2006/relationships" xmlns:p="http://schemas.openxmlformats.org/presentationml/2006/main">
  <p:tag name="AS_UNIQUEID" val="1898"/>
</p:tagLst>
</file>

<file path=ppt/tags/tag383.xml><?xml version="1.0" encoding="utf-8"?>
<p:tagLst xmlns:a="http://schemas.openxmlformats.org/drawingml/2006/main" xmlns:r="http://schemas.openxmlformats.org/officeDocument/2006/relationships" xmlns:p="http://schemas.openxmlformats.org/presentationml/2006/main">
  <p:tag name="AS_UNIQUEID" val="1899"/>
</p:tagLst>
</file>

<file path=ppt/tags/tag384.xml><?xml version="1.0" encoding="utf-8"?>
<p:tagLst xmlns:a="http://schemas.openxmlformats.org/drawingml/2006/main" xmlns:r="http://schemas.openxmlformats.org/officeDocument/2006/relationships" xmlns:p="http://schemas.openxmlformats.org/presentationml/2006/main">
  <p:tag name="AS_UNIQUEID" val="1900"/>
</p:tagLst>
</file>

<file path=ppt/tags/tag385.xml><?xml version="1.0" encoding="utf-8"?>
<p:tagLst xmlns:a="http://schemas.openxmlformats.org/drawingml/2006/main" xmlns:r="http://schemas.openxmlformats.org/officeDocument/2006/relationships" xmlns:p="http://schemas.openxmlformats.org/presentationml/2006/main">
  <p:tag name="AS_UNIQUEID" val="1901"/>
</p:tagLst>
</file>

<file path=ppt/tags/tag386.xml><?xml version="1.0" encoding="utf-8"?>
<p:tagLst xmlns:a="http://schemas.openxmlformats.org/drawingml/2006/main" xmlns:r="http://schemas.openxmlformats.org/officeDocument/2006/relationships" xmlns:p="http://schemas.openxmlformats.org/presentationml/2006/main">
  <p:tag name="AS_UNIQUEID" val="424"/>
</p:tagLst>
</file>

<file path=ppt/tags/tag387.xml><?xml version="1.0" encoding="utf-8"?>
<p:tagLst xmlns:a="http://schemas.openxmlformats.org/drawingml/2006/main" xmlns:r="http://schemas.openxmlformats.org/officeDocument/2006/relationships" xmlns:p="http://schemas.openxmlformats.org/presentationml/2006/main">
  <p:tag name="AS_UNIQUEID" val="73"/>
</p:tagLst>
</file>

<file path=ppt/tags/tag388.xml><?xml version="1.0" encoding="utf-8"?>
<p:tagLst xmlns:a="http://schemas.openxmlformats.org/drawingml/2006/main" xmlns:r="http://schemas.openxmlformats.org/officeDocument/2006/relationships" xmlns:p="http://schemas.openxmlformats.org/presentationml/2006/main">
  <p:tag name="AS_UNIQUEID" val="1902"/>
</p:tagLst>
</file>

<file path=ppt/tags/tag389.xml><?xml version="1.0" encoding="utf-8"?>
<p:tagLst xmlns:a="http://schemas.openxmlformats.org/drawingml/2006/main" xmlns:r="http://schemas.openxmlformats.org/officeDocument/2006/relationships" xmlns:p="http://schemas.openxmlformats.org/presentationml/2006/main">
  <p:tag name="AS_UNIQUEID" val="1903"/>
</p:tagLst>
</file>

<file path=ppt/tags/tag390.xml><?xml version="1.0" encoding="utf-8"?>
<p:tagLst xmlns:a="http://schemas.openxmlformats.org/drawingml/2006/main" xmlns:r="http://schemas.openxmlformats.org/officeDocument/2006/relationships" xmlns:p="http://schemas.openxmlformats.org/presentationml/2006/main">
  <p:tag name="AS_UNIQUEID" val="431"/>
</p:tagLst>
</file>

<file path=ppt/tags/tag391.xml><?xml version="1.0" encoding="utf-8"?>
<p:tagLst xmlns:a="http://schemas.openxmlformats.org/drawingml/2006/main" xmlns:r="http://schemas.openxmlformats.org/officeDocument/2006/relationships" xmlns:p="http://schemas.openxmlformats.org/presentationml/2006/main">
  <p:tag name="AS_UNIQUEID" val="73"/>
</p:tagLst>
</file>

<file path=ppt/tags/tag392.xml><?xml version="1.0" encoding="utf-8"?>
<p:tagLst xmlns:a="http://schemas.openxmlformats.org/drawingml/2006/main" xmlns:r="http://schemas.openxmlformats.org/officeDocument/2006/relationships" xmlns:p="http://schemas.openxmlformats.org/presentationml/2006/main">
  <p:tag name="AS_UNIQUEID" val="428"/>
</p:tagLst>
</file>

<file path=ppt/tags/tag393.xml><?xml version="1.0" encoding="utf-8"?>
<p:tagLst xmlns:a="http://schemas.openxmlformats.org/drawingml/2006/main" xmlns:r="http://schemas.openxmlformats.org/officeDocument/2006/relationships" xmlns:p="http://schemas.openxmlformats.org/presentationml/2006/main">
  <p:tag name="AS_UNIQUEID" val="1905"/>
</p:tagLst>
</file>

<file path=ppt/tags/tag394.xml><?xml version="1.0" encoding="utf-8"?>
<p:tagLst xmlns:a="http://schemas.openxmlformats.org/drawingml/2006/main" xmlns:r="http://schemas.openxmlformats.org/officeDocument/2006/relationships" xmlns:p="http://schemas.openxmlformats.org/presentationml/2006/main">
  <p:tag name="AS_UNIQUEID" val="424"/>
</p:tagLst>
</file>

<file path=ppt/tags/tag395.xml><?xml version="1.0" encoding="utf-8"?>
<p:tagLst xmlns:a="http://schemas.openxmlformats.org/drawingml/2006/main" xmlns:r="http://schemas.openxmlformats.org/officeDocument/2006/relationships" xmlns:p="http://schemas.openxmlformats.org/presentationml/2006/main">
  <p:tag name="AS_UNIQUEID" val="1906"/>
</p:tagLst>
</file>

<file path=ppt/tags/tag396.xml><?xml version="1.0" encoding="utf-8"?>
<p:tagLst xmlns:a="http://schemas.openxmlformats.org/drawingml/2006/main" xmlns:r="http://schemas.openxmlformats.org/officeDocument/2006/relationships" xmlns:p="http://schemas.openxmlformats.org/presentationml/2006/main">
  <p:tag name="AS_UNIQUEID" val="1907"/>
</p:tagLst>
</file>

<file path=ppt/tags/tag397.xml><?xml version="1.0" encoding="utf-8"?>
<p:tagLst xmlns:a="http://schemas.openxmlformats.org/drawingml/2006/main" xmlns:r="http://schemas.openxmlformats.org/officeDocument/2006/relationships" xmlns:p="http://schemas.openxmlformats.org/presentationml/2006/main">
  <p:tag name="AS_UNIQUEID" val="1908"/>
</p:tagLst>
</file>

<file path=ppt/tags/tag398.xml><?xml version="1.0" encoding="utf-8"?>
<p:tagLst xmlns:a="http://schemas.openxmlformats.org/drawingml/2006/main" xmlns:r="http://schemas.openxmlformats.org/officeDocument/2006/relationships" xmlns:p="http://schemas.openxmlformats.org/presentationml/2006/main">
  <p:tag name="AS_UNIQUEID" val="1909"/>
</p:tagLst>
</file>

<file path=ppt/tags/tag399.xml><?xml version="1.0" encoding="utf-8"?>
<p:tagLst xmlns:a="http://schemas.openxmlformats.org/drawingml/2006/main" xmlns:r="http://schemas.openxmlformats.org/officeDocument/2006/relationships" xmlns:p="http://schemas.openxmlformats.org/presentationml/2006/main">
  <p:tag name="AS_UNIQUEID" val="1911"/>
</p:tagLst>
</file>

<file path=ppt/tags/tag400.xml><?xml version="1.0" encoding="utf-8"?>
<p:tagLst xmlns:a="http://schemas.openxmlformats.org/drawingml/2006/main" xmlns:r="http://schemas.openxmlformats.org/officeDocument/2006/relationships" xmlns:p="http://schemas.openxmlformats.org/presentationml/2006/main">
  <p:tag name="AS_UNIQUEID" val="1912"/>
</p:tagLst>
</file>

<file path=ppt/tags/tag401.xml><?xml version="1.0" encoding="utf-8"?>
<p:tagLst xmlns:a="http://schemas.openxmlformats.org/drawingml/2006/main" xmlns:r="http://schemas.openxmlformats.org/officeDocument/2006/relationships" xmlns:p="http://schemas.openxmlformats.org/presentationml/2006/main">
  <p:tag name="AS_UNIQUEID" val="465"/>
</p:tagLst>
</file>

<file path=ppt/tags/tag402.xml><?xml version="1.0" encoding="utf-8"?>
<p:tagLst xmlns:a="http://schemas.openxmlformats.org/drawingml/2006/main" xmlns:r="http://schemas.openxmlformats.org/officeDocument/2006/relationships" xmlns:p="http://schemas.openxmlformats.org/presentationml/2006/main">
  <p:tag name="AS_UNIQUEID" val="1913"/>
</p:tagLst>
</file>

<file path=ppt/tags/tag403.xml><?xml version="1.0" encoding="utf-8"?>
<p:tagLst xmlns:a="http://schemas.openxmlformats.org/drawingml/2006/main" xmlns:r="http://schemas.openxmlformats.org/officeDocument/2006/relationships" xmlns:p="http://schemas.openxmlformats.org/presentationml/2006/main">
  <p:tag name="AS_UNIQUEID" val="1914"/>
</p:tagLst>
</file>

<file path=ppt/tags/tag404.xml><?xml version="1.0" encoding="utf-8"?>
<p:tagLst xmlns:a="http://schemas.openxmlformats.org/drawingml/2006/main" xmlns:r="http://schemas.openxmlformats.org/officeDocument/2006/relationships" xmlns:p="http://schemas.openxmlformats.org/presentationml/2006/main">
  <p:tag name="AS_UNIQUEID" val="1915"/>
</p:tagLst>
</file>

<file path=ppt/tags/tag405.xml><?xml version="1.0" encoding="utf-8"?>
<p:tagLst xmlns:a="http://schemas.openxmlformats.org/drawingml/2006/main" xmlns:r="http://schemas.openxmlformats.org/officeDocument/2006/relationships" xmlns:p="http://schemas.openxmlformats.org/presentationml/2006/main">
  <p:tag name="AS_UNIQUEID" val="1938"/>
</p:tagLst>
</file>

<file path=ppt/tags/tag406.xml><?xml version="1.0" encoding="utf-8"?>
<p:tagLst xmlns:a="http://schemas.openxmlformats.org/drawingml/2006/main" xmlns:r="http://schemas.openxmlformats.org/officeDocument/2006/relationships" xmlns:p="http://schemas.openxmlformats.org/presentationml/2006/main">
  <p:tag name="AS_UNIQUEID" val="1939"/>
</p:tagLst>
</file>

<file path=ppt/tags/tag407.xml><?xml version="1.0" encoding="utf-8"?>
<p:tagLst xmlns:a="http://schemas.openxmlformats.org/drawingml/2006/main" xmlns:r="http://schemas.openxmlformats.org/officeDocument/2006/relationships" xmlns:p="http://schemas.openxmlformats.org/presentationml/2006/main">
  <p:tag name="AS_UNIQUEID" val="1940"/>
</p:tagLst>
</file>

<file path=ppt/tags/tag408.xml><?xml version="1.0" encoding="utf-8"?>
<p:tagLst xmlns:a="http://schemas.openxmlformats.org/drawingml/2006/main" xmlns:r="http://schemas.openxmlformats.org/officeDocument/2006/relationships" xmlns:p="http://schemas.openxmlformats.org/presentationml/2006/main">
  <p:tag name="AS_UNIQUEID" val="1916"/>
</p:tagLst>
</file>

<file path=ppt/tags/tag409.xml><?xml version="1.0" encoding="utf-8"?>
<p:tagLst xmlns:a="http://schemas.openxmlformats.org/drawingml/2006/main" xmlns:r="http://schemas.openxmlformats.org/officeDocument/2006/relationships" xmlns:p="http://schemas.openxmlformats.org/presentationml/2006/main">
  <p:tag name="AS_UNIQUEID" val="1927"/>
</p:tagLst>
</file>

<file path=ppt/tags/tag410.xml><?xml version="1.0" encoding="utf-8"?>
<p:tagLst xmlns:a="http://schemas.openxmlformats.org/drawingml/2006/main" xmlns:r="http://schemas.openxmlformats.org/officeDocument/2006/relationships" xmlns:p="http://schemas.openxmlformats.org/presentationml/2006/main">
  <p:tag name="AS_UNIQUEID" val="1928"/>
</p:tagLst>
</file>

<file path=ppt/tags/tag411.xml><?xml version="1.0" encoding="utf-8"?>
<p:tagLst xmlns:a="http://schemas.openxmlformats.org/drawingml/2006/main" xmlns:r="http://schemas.openxmlformats.org/officeDocument/2006/relationships" xmlns:p="http://schemas.openxmlformats.org/presentationml/2006/main">
  <p:tag name="AS_UNIQUEID" val="1934"/>
</p:tagLst>
</file>

<file path=ppt/tags/tag412.xml><?xml version="1.0" encoding="utf-8"?>
<p:tagLst xmlns:a="http://schemas.openxmlformats.org/drawingml/2006/main" xmlns:r="http://schemas.openxmlformats.org/officeDocument/2006/relationships" xmlns:p="http://schemas.openxmlformats.org/presentationml/2006/main">
  <p:tag name="AS_UNIQUEID" val="1935"/>
</p:tagLst>
</file>

<file path=ppt/tags/tag413.xml><?xml version="1.0" encoding="utf-8"?>
<p:tagLst xmlns:a="http://schemas.openxmlformats.org/drawingml/2006/main" xmlns:r="http://schemas.openxmlformats.org/officeDocument/2006/relationships" xmlns:p="http://schemas.openxmlformats.org/presentationml/2006/main">
  <p:tag name="AS_UNIQUEID" val="1936"/>
</p:tagLst>
</file>

<file path=ppt/tags/tag414.xml><?xml version="1.0" encoding="utf-8"?>
<p:tagLst xmlns:a="http://schemas.openxmlformats.org/drawingml/2006/main" xmlns:r="http://schemas.openxmlformats.org/officeDocument/2006/relationships" xmlns:p="http://schemas.openxmlformats.org/presentationml/2006/main">
  <p:tag name="AS_UNIQUEID" val="1937"/>
</p:tagLst>
</file>

<file path=ppt/tags/tag415.xml><?xml version="1.0" encoding="utf-8"?>
<p:tagLst xmlns:a="http://schemas.openxmlformats.org/drawingml/2006/main" xmlns:r="http://schemas.openxmlformats.org/officeDocument/2006/relationships" xmlns:p="http://schemas.openxmlformats.org/presentationml/2006/main">
  <p:tag name="AS_UNIQUEID" val="1929"/>
</p:tagLst>
</file>

<file path=ppt/tags/tag416.xml><?xml version="1.0" encoding="utf-8"?>
<p:tagLst xmlns:a="http://schemas.openxmlformats.org/drawingml/2006/main" xmlns:r="http://schemas.openxmlformats.org/officeDocument/2006/relationships" xmlns:p="http://schemas.openxmlformats.org/presentationml/2006/main">
  <p:tag name="AS_UNIQUEID" val="1932"/>
</p:tagLst>
</file>

<file path=ppt/tags/tag417.xml><?xml version="1.0" encoding="utf-8"?>
<p:tagLst xmlns:a="http://schemas.openxmlformats.org/drawingml/2006/main" xmlns:r="http://schemas.openxmlformats.org/officeDocument/2006/relationships" xmlns:p="http://schemas.openxmlformats.org/presentationml/2006/main">
  <p:tag name="AS_UNIQUEID" val="1933"/>
</p:tagLst>
</file>

<file path=ppt/tags/tag418.xml><?xml version="1.0" encoding="utf-8"?>
<p:tagLst xmlns:a="http://schemas.openxmlformats.org/drawingml/2006/main" xmlns:r="http://schemas.openxmlformats.org/officeDocument/2006/relationships" xmlns:p="http://schemas.openxmlformats.org/presentationml/2006/main">
  <p:tag name="AS_UNIQUEID" val="1930"/>
</p:tagLst>
</file>

<file path=ppt/tags/tag419.xml><?xml version="1.0" encoding="utf-8"?>
<p:tagLst xmlns:a="http://schemas.openxmlformats.org/drawingml/2006/main" xmlns:r="http://schemas.openxmlformats.org/officeDocument/2006/relationships" xmlns:p="http://schemas.openxmlformats.org/presentationml/2006/main">
  <p:tag name="AS_UNIQUEID" val="1931"/>
</p:tagLst>
</file>

<file path=ppt/tags/tag420.xml><?xml version="1.0" encoding="utf-8"?>
<p:tagLst xmlns:a="http://schemas.openxmlformats.org/drawingml/2006/main" xmlns:r="http://schemas.openxmlformats.org/officeDocument/2006/relationships" xmlns:p="http://schemas.openxmlformats.org/presentationml/2006/main">
  <p:tag name="AS_UNIQUEID" val="1917"/>
</p:tagLst>
</file>

<file path=ppt/tags/tag421.xml><?xml version="1.0" encoding="utf-8"?>
<p:tagLst xmlns:a="http://schemas.openxmlformats.org/drawingml/2006/main" xmlns:r="http://schemas.openxmlformats.org/officeDocument/2006/relationships" xmlns:p="http://schemas.openxmlformats.org/presentationml/2006/main">
  <p:tag name="AS_UNIQUEID" val="1923"/>
</p:tagLst>
</file>

<file path=ppt/tags/tag422.xml><?xml version="1.0" encoding="utf-8"?>
<p:tagLst xmlns:a="http://schemas.openxmlformats.org/drawingml/2006/main" xmlns:r="http://schemas.openxmlformats.org/officeDocument/2006/relationships" xmlns:p="http://schemas.openxmlformats.org/presentationml/2006/main">
  <p:tag name="AS_UNIQUEID" val="1924"/>
</p:tagLst>
</file>

<file path=ppt/tags/tag423.xml><?xml version="1.0" encoding="utf-8"?>
<p:tagLst xmlns:a="http://schemas.openxmlformats.org/drawingml/2006/main" xmlns:r="http://schemas.openxmlformats.org/officeDocument/2006/relationships" xmlns:p="http://schemas.openxmlformats.org/presentationml/2006/main">
  <p:tag name="AS_UNIQUEID" val="1925"/>
</p:tagLst>
</file>

<file path=ppt/tags/tag424.xml><?xml version="1.0" encoding="utf-8"?>
<p:tagLst xmlns:a="http://schemas.openxmlformats.org/drawingml/2006/main" xmlns:r="http://schemas.openxmlformats.org/officeDocument/2006/relationships" xmlns:p="http://schemas.openxmlformats.org/presentationml/2006/main">
  <p:tag name="AS_UNIQUEID" val="1926"/>
</p:tagLst>
</file>

<file path=ppt/tags/tag425.xml><?xml version="1.0" encoding="utf-8"?>
<p:tagLst xmlns:a="http://schemas.openxmlformats.org/drawingml/2006/main" xmlns:r="http://schemas.openxmlformats.org/officeDocument/2006/relationships" xmlns:p="http://schemas.openxmlformats.org/presentationml/2006/main">
  <p:tag name="AS_UNIQUEID" val="1918"/>
</p:tagLst>
</file>

<file path=ppt/tags/tag426.xml><?xml version="1.0" encoding="utf-8"?>
<p:tagLst xmlns:a="http://schemas.openxmlformats.org/drawingml/2006/main" xmlns:r="http://schemas.openxmlformats.org/officeDocument/2006/relationships" xmlns:p="http://schemas.openxmlformats.org/presentationml/2006/main">
  <p:tag name="AS_UNIQUEID" val="1921"/>
</p:tagLst>
</file>

<file path=ppt/tags/tag427.xml><?xml version="1.0" encoding="utf-8"?>
<p:tagLst xmlns:a="http://schemas.openxmlformats.org/drawingml/2006/main" xmlns:r="http://schemas.openxmlformats.org/officeDocument/2006/relationships" xmlns:p="http://schemas.openxmlformats.org/presentationml/2006/main">
  <p:tag name="AS_UNIQUEID" val="1922"/>
</p:tagLst>
</file>

<file path=ppt/tags/tag428.xml><?xml version="1.0" encoding="utf-8"?>
<p:tagLst xmlns:a="http://schemas.openxmlformats.org/drawingml/2006/main" xmlns:r="http://schemas.openxmlformats.org/officeDocument/2006/relationships" xmlns:p="http://schemas.openxmlformats.org/presentationml/2006/main">
  <p:tag name="AS_UNIQUEID" val="1919"/>
</p:tagLst>
</file>

<file path=ppt/tags/tag429.xml><?xml version="1.0" encoding="utf-8"?>
<p:tagLst xmlns:a="http://schemas.openxmlformats.org/drawingml/2006/main" xmlns:r="http://schemas.openxmlformats.org/officeDocument/2006/relationships" xmlns:p="http://schemas.openxmlformats.org/presentationml/2006/main">
  <p:tag name="AS_UNIQUEID" val="1920"/>
</p:tagLst>
</file>

<file path=ppt/tags/tag430.xml><?xml version="1.0" encoding="utf-8"?>
<p:tagLst xmlns:a="http://schemas.openxmlformats.org/drawingml/2006/main" xmlns:r="http://schemas.openxmlformats.org/officeDocument/2006/relationships" xmlns:p="http://schemas.openxmlformats.org/presentationml/2006/main">
  <p:tag name="AS_UNIQUEID" val="474"/>
</p:tagLst>
</file>

<file path=ppt/tags/tag431.xml><?xml version="1.0" encoding="utf-8"?>
<p:tagLst xmlns:a="http://schemas.openxmlformats.org/drawingml/2006/main" xmlns:r="http://schemas.openxmlformats.org/officeDocument/2006/relationships" xmlns:p="http://schemas.openxmlformats.org/presentationml/2006/main">
  <p:tag name="AS_UNIQUEID" val="475"/>
</p:tagLst>
</file>

<file path=ppt/tags/tag432.xml><?xml version="1.0" encoding="utf-8"?>
<p:tagLst xmlns:a="http://schemas.openxmlformats.org/drawingml/2006/main" xmlns:r="http://schemas.openxmlformats.org/officeDocument/2006/relationships" xmlns:p="http://schemas.openxmlformats.org/presentationml/2006/main">
  <p:tag name="AS_UNIQUEID" val="478"/>
</p:tagLst>
</file>

<file path=ppt/tags/tag433.xml><?xml version="1.0" encoding="utf-8"?>
<p:tagLst xmlns:a="http://schemas.openxmlformats.org/drawingml/2006/main" xmlns:r="http://schemas.openxmlformats.org/officeDocument/2006/relationships" xmlns:p="http://schemas.openxmlformats.org/presentationml/2006/main">
  <p:tag name="AS_UNIQUEID" val="478"/>
</p:tagLst>
</file>

<file path=ppt/tags/tag434.xml><?xml version="1.0" encoding="utf-8"?>
<p:tagLst xmlns:a="http://schemas.openxmlformats.org/drawingml/2006/main" xmlns:r="http://schemas.openxmlformats.org/officeDocument/2006/relationships" xmlns:p="http://schemas.openxmlformats.org/presentationml/2006/main">
  <p:tag name="AS_UNIQUEID" val="1942"/>
</p:tagLst>
</file>

<file path=ppt/tags/tag435.xml><?xml version="1.0" encoding="utf-8"?>
<p:tagLst xmlns:a="http://schemas.openxmlformats.org/drawingml/2006/main" xmlns:r="http://schemas.openxmlformats.org/officeDocument/2006/relationships" xmlns:p="http://schemas.openxmlformats.org/presentationml/2006/main">
  <p:tag name="AS_UNIQUEID" val="1944"/>
</p:tagLst>
</file>

<file path=ppt/tags/tag436.xml><?xml version="1.0" encoding="utf-8"?>
<p:tagLst xmlns:a="http://schemas.openxmlformats.org/drawingml/2006/main" xmlns:r="http://schemas.openxmlformats.org/officeDocument/2006/relationships" xmlns:p="http://schemas.openxmlformats.org/presentationml/2006/main">
  <p:tag name="AS_UNIQUEID" val="1945"/>
</p:tagLst>
</file>

<file path=ppt/tags/tag437.xml><?xml version="1.0" encoding="utf-8"?>
<p:tagLst xmlns:a="http://schemas.openxmlformats.org/drawingml/2006/main" xmlns:r="http://schemas.openxmlformats.org/officeDocument/2006/relationships" xmlns:p="http://schemas.openxmlformats.org/presentationml/2006/main">
  <p:tag name="AS_UNIQUEID" val="478"/>
</p:tagLst>
</file>

<file path=ppt/tags/tag438.xml><?xml version="1.0" encoding="utf-8"?>
<p:tagLst xmlns:a="http://schemas.openxmlformats.org/drawingml/2006/main" xmlns:r="http://schemas.openxmlformats.org/officeDocument/2006/relationships" xmlns:p="http://schemas.openxmlformats.org/presentationml/2006/main">
  <p:tag name="AS_UNIQUEID" val="478"/>
</p:tagLst>
</file>

<file path=ppt/tags/tag439.xml><?xml version="1.0" encoding="utf-8"?>
<p:tagLst xmlns:a="http://schemas.openxmlformats.org/drawingml/2006/main" xmlns:r="http://schemas.openxmlformats.org/officeDocument/2006/relationships" xmlns:p="http://schemas.openxmlformats.org/presentationml/2006/main">
  <p:tag name="AS_UNIQUEID" val="1946"/>
</p:tagLst>
</file>

<file path=ppt/tags/tag440.xml><?xml version="1.0" encoding="utf-8"?>
<p:tagLst xmlns:a="http://schemas.openxmlformats.org/drawingml/2006/main" xmlns:r="http://schemas.openxmlformats.org/officeDocument/2006/relationships" xmlns:p="http://schemas.openxmlformats.org/presentationml/2006/main">
  <p:tag name="AS_UNIQUEID" val="1947"/>
</p:tagLst>
</file>

<file path=ppt/tags/tag441.xml><?xml version="1.0" encoding="utf-8"?>
<p:tagLst xmlns:a="http://schemas.openxmlformats.org/drawingml/2006/main" xmlns:r="http://schemas.openxmlformats.org/officeDocument/2006/relationships" xmlns:p="http://schemas.openxmlformats.org/presentationml/2006/main">
  <p:tag name="AS_UNIQUEID" val="1952"/>
</p:tagLst>
</file>

<file path=ppt/tags/tag442.xml><?xml version="1.0" encoding="utf-8"?>
<p:tagLst xmlns:a="http://schemas.openxmlformats.org/drawingml/2006/main" xmlns:r="http://schemas.openxmlformats.org/officeDocument/2006/relationships" xmlns:p="http://schemas.openxmlformats.org/presentationml/2006/main">
  <p:tag name="AS_UNIQUEID" val="1954"/>
</p:tagLst>
</file>

<file path=ppt/tags/tag443.xml><?xml version="1.0" encoding="utf-8"?>
<p:tagLst xmlns:a="http://schemas.openxmlformats.org/drawingml/2006/main" xmlns:r="http://schemas.openxmlformats.org/officeDocument/2006/relationships" xmlns:p="http://schemas.openxmlformats.org/presentationml/2006/main">
  <p:tag name="AS_UNIQUEID" val="1955"/>
</p:tagLst>
</file>

<file path=ppt/tags/tag444.xml><?xml version="1.0" encoding="utf-8"?>
<p:tagLst xmlns:a="http://schemas.openxmlformats.org/drawingml/2006/main" xmlns:r="http://schemas.openxmlformats.org/officeDocument/2006/relationships" xmlns:p="http://schemas.openxmlformats.org/presentationml/2006/main">
  <p:tag name="AS_UNIQUEID" val="478"/>
</p:tagLst>
</file>

<file path=ppt/tags/tag445.xml><?xml version="1.0" encoding="utf-8"?>
<p:tagLst xmlns:a="http://schemas.openxmlformats.org/drawingml/2006/main" xmlns:r="http://schemas.openxmlformats.org/officeDocument/2006/relationships" xmlns:p="http://schemas.openxmlformats.org/presentationml/2006/main">
  <p:tag name="AS_UNIQUEID" val="1953"/>
</p:tagLst>
</file>

<file path=ppt/tags/tag446.xml><?xml version="1.0" encoding="utf-8"?>
<p:tagLst xmlns:a="http://schemas.openxmlformats.org/drawingml/2006/main" xmlns:r="http://schemas.openxmlformats.org/officeDocument/2006/relationships" xmlns:p="http://schemas.openxmlformats.org/presentationml/2006/main">
  <p:tag name="AS_UNIQUEID" val="1948"/>
</p:tagLst>
</file>

<file path=ppt/tags/tag447.xml><?xml version="1.0" encoding="utf-8"?>
<p:tagLst xmlns:a="http://schemas.openxmlformats.org/drawingml/2006/main" xmlns:r="http://schemas.openxmlformats.org/officeDocument/2006/relationships" xmlns:p="http://schemas.openxmlformats.org/presentationml/2006/main">
  <p:tag name="AS_UNIQUEID" val="1951"/>
</p:tagLst>
</file>

<file path=ppt/tags/tag448.xml><?xml version="1.0" encoding="utf-8"?>
<p:tagLst xmlns:a="http://schemas.openxmlformats.org/drawingml/2006/main" xmlns:r="http://schemas.openxmlformats.org/officeDocument/2006/relationships" xmlns:p="http://schemas.openxmlformats.org/presentationml/2006/main">
  <p:tag name="AS_UNIQUEID" val="477"/>
</p:tagLst>
</file>

<file path=ppt/tags/tag449.xml><?xml version="1.0" encoding="utf-8"?>
<p:tagLst xmlns:a="http://schemas.openxmlformats.org/drawingml/2006/main" xmlns:r="http://schemas.openxmlformats.org/officeDocument/2006/relationships" xmlns:p="http://schemas.openxmlformats.org/presentationml/2006/main">
  <p:tag name="AS_UNIQUEID" val="1949"/>
</p:tagLst>
</file>

<file path=ppt/tags/tag450.xml><?xml version="1.0" encoding="utf-8"?>
<p:tagLst xmlns:a="http://schemas.openxmlformats.org/drawingml/2006/main" xmlns:r="http://schemas.openxmlformats.org/officeDocument/2006/relationships" xmlns:p="http://schemas.openxmlformats.org/presentationml/2006/main">
  <p:tag name="AS_UNIQUEID" val="1950"/>
</p:tagLst>
</file>

<file path=ppt/tags/tag451.xml><?xml version="1.0" encoding="utf-8"?>
<p:tagLst xmlns:a="http://schemas.openxmlformats.org/drawingml/2006/main" xmlns:r="http://schemas.openxmlformats.org/officeDocument/2006/relationships" xmlns:p="http://schemas.openxmlformats.org/presentationml/2006/main">
  <p:tag name="AS_UNIQUEID" val="478"/>
</p:tagLst>
</file>

<file path=ppt/tags/tag452.xml><?xml version="1.0" encoding="utf-8"?>
<p:tagLst xmlns:a="http://schemas.openxmlformats.org/drawingml/2006/main" xmlns:r="http://schemas.openxmlformats.org/officeDocument/2006/relationships" xmlns:p="http://schemas.openxmlformats.org/presentationml/2006/main">
  <p:tag name="AS_UNIQUEID" val="1943"/>
</p:tagLst>
</file>

<file path=ppt/tags/tag453.xml><?xml version="1.0" encoding="utf-8"?>
<p:tagLst xmlns:a="http://schemas.openxmlformats.org/drawingml/2006/main" xmlns:r="http://schemas.openxmlformats.org/officeDocument/2006/relationships" xmlns:p="http://schemas.openxmlformats.org/presentationml/2006/main">
  <p:tag name="AS_UNIQUEID" val="476"/>
</p:tagLst>
</file>

<file path=ppt/tags/tag454.xml><?xml version="1.0" encoding="utf-8"?>
<p:tagLst xmlns:a="http://schemas.openxmlformats.org/drawingml/2006/main" xmlns:r="http://schemas.openxmlformats.org/officeDocument/2006/relationships" xmlns:p="http://schemas.openxmlformats.org/presentationml/2006/main">
  <p:tag name="AS_UNIQUEID" val="477"/>
</p:tagLst>
</file>

<file path=ppt/tags/tag455.xml><?xml version="1.0" encoding="utf-8"?>
<p:tagLst xmlns:a="http://schemas.openxmlformats.org/drawingml/2006/main" xmlns:r="http://schemas.openxmlformats.org/officeDocument/2006/relationships" xmlns:p="http://schemas.openxmlformats.org/presentationml/2006/main">
  <p:tag name="AS_UNIQUEID" val="499"/>
</p:tagLst>
</file>

<file path=ppt/tags/tag456.xml><?xml version="1.0" encoding="utf-8"?>
<p:tagLst xmlns:a="http://schemas.openxmlformats.org/drawingml/2006/main" xmlns:r="http://schemas.openxmlformats.org/officeDocument/2006/relationships" xmlns:p="http://schemas.openxmlformats.org/presentationml/2006/main">
  <p:tag name="AS_UNIQUEID" val="515"/>
</p:tagLst>
</file>

<file path=ppt/tags/tag457.xml><?xml version="1.0" encoding="utf-8"?>
<p:tagLst xmlns:a="http://schemas.openxmlformats.org/drawingml/2006/main" xmlns:r="http://schemas.openxmlformats.org/officeDocument/2006/relationships" xmlns:p="http://schemas.openxmlformats.org/presentationml/2006/main">
  <p:tag name="AS_UNIQUEID" val="526"/>
</p:tagLst>
</file>

<file path=ppt/tags/tag458.xml><?xml version="1.0" encoding="utf-8"?>
<p:tagLst xmlns:a="http://schemas.openxmlformats.org/drawingml/2006/main" xmlns:r="http://schemas.openxmlformats.org/officeDocument/2006/relationships" xmlns:p="http://schemas.openxmlformats.org/presentationml/2006/main">
  <p:tag name="AS_UNIQUEID" val="551"/>
</p:tagLst>
</file>

<file path=ppt/tags/tag459.xml><?xml version="1.0" encoding="utf-8"?>
<p:tagLst xmlns:a="http://schemas.openxmlformats.org/drawingml/2006/main" xmlns:r="http://schemas.openxmlformats.org/officeDocument/2006/relationships" xmlns:p="http://schemas.openxmlformats.org/presentationml/2006/main">
  <p:tag name="AS_UNIQUEID" val="1957"/>
</p:tagLst>
</file>

<file path=ppt/tags/tag460.xml><?xml version="1.0" encoding="utf-8"?>
<p:tagLst xmlns:a="http://schemas.openxmlformats.org/drawingml/2006/main" xmlns:r="http://schemas.openxmlformats.org/officeDocument/2006/relationships" xmlns:p="http://schemas.openxmlformats.org/presentationml/2006/main">
  <p:tag name="AS_UNIQUEID" val="1958"/>
</p:tagLst>
</file>

<file path=ppt/tags/tag461.xml><?xml version="1.0" encoding="utf-8"?>
<p:tagLst xmlns:a="http://schemas.openxmlformats.org/drawingml/2006/main" xmlns:r="http://schemas.openxmlformats.org/officeDocument/2006/relationships" xmlns:p="http://schemas.openxmlformats.org/presentationml/2006/main">
  <p:tag name="AS_UNIQUEID" val="1959"/>
</p:tagLst>
</file>

<file path=ppt/tags/tag462.xml><?xml version="1.0" encoding="utf-8"?>
<p:tagLst xmlns:a="http://schemas.openxmlformats.org/drawingml/2006/main" xmlns:r="http://schemas.openxmlformats.org/officeDocument/2006/relationships" xmlns:p="http://schemas.openxmlformats.org/presentationml/2006/main">
  <p:tag name="AS_UNIQUEID" val="1961"/>
</p:tagLst>
</file>

<file path=ppt/tags/tag463.xml><?xml version="1.0" encoding="utf-8"?>
<p:tagLst xmlns:a="http://schemas.openxmlformats.org/drawingml/2006/main" xmlns:r="http://schemas.openxmlformats.org/officeDocument/2006/relationships" xmlns:p="http://schemas.openxmlformats.org/presentationml/2006/main">
  <p:tag name="AS_UNIQUEID" val="1962"/>
</p:tagLst>
</file>

<file path=ppt/tags/tag464.xml><?xml version="1.0" encoding="utf-8"?>
<p:tagLst xmlns:a="http://schemas.openxmlformats.org/drawingml/2006/main" xmlns:r="http://schemas.openxmlformats.org/officeDocument/2006/relationships" xmlns:p="http://schemas.openxmlformats.org/presentationml/2006/main">
  <p:tag name="AS_UNIQUEID" val="1963"/>
</p:tagLst>
</file>

<file path=ppt/tags/tag465.xml><?xml version="1.0" encoding="utf-8"?>
<p:tagLst xmlns:a="http://schemas.openxmlformats.org/drawingml/2006/main" xmlns:r="http://schemas.openxmlformats.org/officeDocument/2006/relationships" xmlns:p="http://schemas.openxmlformats.org/presentationml/2006/main">
  <p:tag name="AS_UNIQUEID" val="30"/>
</p:tagLst>
</file>

<file path=ppt/tags/tag466.xml><?xml version="1.0" encoding="utf-8"?>
<p:tagLst xmlns:a="http://schemas.openxmlformats.org/drawingml/2006/main" xmlns:r="http://schemas.openxmlformats.org/officeDocument/2006/relationships" xmlns:p="http://schemas.openxmlformats.org/presentationml/2006/main">
  <p:tag name="AS_UNIQUEID" val="1964"/>
</p:tagLst>
</file>

<file path=ppt/tags/tag467.xml><?xml version="1.0" encoding="utf-8"?>
<p:tagLst xmlns:a="http://schemas.openxmlformats.org/drawingml/2006/main" xmlns:r="http://schemas.openxmlformats.org/officeDocument/2006/relationships" xmlns:p="http://schemas.openxmlformats.org/presentationml/2006/main">
  <p:tag name="AS_UNIQUEID" val="57"/>
</p:tagLst>
</file>

<file path=ppt/tags/tag468.xml><?xml version="1.0" encoding="utf-8"?>
<p:tagLst xmlns:a="http://schemas.openxmlformats.org/drawingml/2006/main" xmlns:r="http://schemas.openxmlformats.org/officeDocument/2006/relationships" xmlns:p="http://schemas.openxmlformats.org/presentationml/2006/main">
  <p:tag name="AS_UNIQUEID" val="1965"/>
</p:tagLst>
</file>

<file path=ppt/tags/tag469.xml><?xml version="1.0" encoding="utf-8"?>
<p:tagLst xmlns:a="http://schemas.openxmlformats.org/drawingml/2006/main" xmlns:r="http://schemas.openxmlformats.org/officeDocument/2006/relationships" xmlns:p="http://schemas.openxmlformats.org/presentationml/2006/main">
  <p:tag name="AS_UNIQUEID" val="1966"/>
</p:tagLst>
</file>

<file path=ppt/tags/tag470.xml><?xml version="1.0" encoding="utf-8"?>
<p:tagLst xmlns:a="http://schemas.openxmlformats.org/drawingml/2006/main" xmlns:r="http://schemas.openxmlformats.org/officeDocument/2006/relationships" xmlns:p="http://schemas.openxmlformats.org/presentationml/2006/main">
  <p:tag name="AS_UNIQUEID" val="1967"/>
</p:tagLst>
</file>

<file path=ppt/tags/tag471.xml><?xml version="1.0" encoding="utf-8"?>
<p:tagLst xmlns:a="http://schemas.openxmlformats.org/drawingml/2006/main" xmlns:r="http://schemas.openxmlformats.org/officeDocument/2006/relationships" xmlns:p="http://schemas.openxmlformats.org/presentationml/2006/main">
  <p:tag name="AS_UNIQUEID" val="1972"/>
</p:tagLst>
</file>

<file path=ppt/tags/tag472.xml><?xml version="1.0" encoding="utf-8"?>
<p:tagLst xmlns:a="http://schemas.openxmlformats.org/drawingml/2006/main" xmlns:r="http://schemas.openxmlformats.org/officeDocument/2006/relationships" xmlns:p="http://schemas.openxmlformats.org/presentationml/2006/main">
  <p:tag name="AS_UNIQUEID" val="1975"/>
</p:tagLst>
</file>

<file path=ppt/tags/tag473.xml><?xml version="1.0" encoding="utf-8"?>
<p:tagLst xmlns:a="http://schemas.openxmlformats.org/drawingml/2006/main" xmlns:r="http://schemas.openxmlformats.org/officeDocument/2006/relationships" xmlns:p="http://schemas.openxmlformats.org/presentationml/2006/main">
  <p:tag name="AS_UNIQUEID" val="1976"/>
</p:tagLst>
</file>

<file path=ppt/tags/tag474.xml><?xml version="1.0" encoding="utf-8"?>
<p:tagLst xmlns:a="http://schemas.openxmlformats.org/drawingml/2006/main" xmlns:r="http://schemas.openxmlformats.org/officeDocument/2006/relationships" xmlns:p="http://schemas.openxmlformats.org/presentationml/2006/main">
  <p:tag name="AS_UNIQUEID" val="1977"/>
</p:tagLst>
</file>

<file path=ppt/tags/tag475.xml><?xml version="1.0" encoding="utf-8"?>
<p:tagLst xmlns:a="http://schemas.openxmlformats.org/drawingml/2006/main" xmlns:r="http://schemas.openxmlformats.org/officeDocument/2006/relationships" xmlns:p="http://schemas.openxmlformats.org/presentationml/2006/main">
  <p:tag name="AS_UNIQUEID" val="1978"/>
</p:tagLst>
</file>

<file path=ppt/tags/tag476.xml><?xml version="1.0" encoding="utf-8"?>
<p:tagLst xmlns:a="http://schemas.openxmlformats.org/drawingml/2006/main" xmlns:r="http://schemas.openxmlformats.org/officeDocument/2006/relationships" xmlns:p="http://schemas.openxmlformats.org/presentationml/2006/main">
  <p:tag name="AS_UNIQUEID" val="1979"/>
</p:tagLst>
</file>

<file path=ppt/tags/tag477.xml><?xml version="1.0" encoding="utf-8"?>
<p:tagLst xmlns:a="http://schemas.openxmlformats.org/drawingml/2006/main" xmlns:r="http://schemas.openxmlformats.org/officeDocument/2006/relationships" xmlns:p="http://schemas.openxmlformats.org/presentationml/2006/main">
  <p:tag name="AS_UNIQUEID" val="1980"/>
</p:tagLst>
</file>

<file path=ppt/tags/tag478.xml><?xml version="1.0" encoding="utf-8"?>
<p:tagLst xmlns:a="http://schemas.openxmlformats.org/drawingml/2006/main" xmlns:r="http://schemas.openxmlformats.org/officeDocument/2006/relationships" xmlns:p="http://schemas.openxmlformats.org/presentationml/2006/main">
  <p:tag name="AS_UNIQUEID" val="1973"/>
</p:tagLst>
</file>

<file path=ppt/tags/tag479.xml><?xml version="1.0" encoding="utf-8"?>
<p:tagLst xmlns:a="http://schemas.openxmlformats.org/drawingml/2006/main" xmlns:r="http://schemas.openxmlformats.org/officeDocument/2006/relationships" xmlns:p="http://schemas.openxmlformats.org/presentationml/2006/main">
  <p:tag name="AS_UNIQUEID" val="1974"/>
</p:tagLst>
</file>

<file path=ppt/tags/tag480.xml><?xml version="1.0" encoding="utf-8"?>
<p:tagLst xmlns:a="http://schemas.openxmlformats.org/drawingml/2006/main" xmlns:r="http://schemas.openxmlformats.org/officeDocument/2006/relationships" xmlns:p="http://schemas.openxmlformats.org/presentationml/2006/main">
  <p:tag name="AS_UNIQUEID" val="1982"/>
</p:tagLst>
</file>

<file path=ppt/tags/tag481.xml><?xml version="1.0" encoding="utf-8"?>
<p:tagLst xmlns:a="http://schemas.openxmlformats.org/drawingml/2006/main" xmlns:r="http://schemas.openxmlformats.org/officeDocument/2006/relationships" xmlns:p="http://schemas.openxmlformats.org/presentationml/2006/main">
  <p:tag name="AS_UNIQUEID" val="1985"/>
</p:tagLst>
</file>

<file path=ppt/tags/tag482.xml><?xml version="1.0" encoding="utf-8"?>
<p:tagLst xmlns:a="http://schemas.openxmlformats.org/drawingml/2006/main" xmlns:r="http://schemas.openxmlformats.org/officeDocument/2006/relationships" xmlns:p="http://schemas.openxmlformats.org/presentationml/2006/main">
  <p:tag name="AS_UNIQUEID" val="1986"/>
</p:tagLst>
</file>

<file path=ppt/tags/tag483.xml><?xml version="1.0" encoding="utf-8"?>
<p:tagLst xmlns:a="http://schemas.openxmlformats.org/drawingml/2006/main" xmlns:r="http://schemas.openxmlformats.org/officeDocument/2006/relationships" xmlns:p="http://schemas.openxmlformats.org/presentationml/2006/main">
  <p:tag name="AS_UNIQUEID" val="1987"/>
</p:tagLst>
</file>

<file path=ppt/tags/tag484.xml><?xml version="1.0" encoding="utf-8"?>
<p:tagLst xmlns:a="http://schemas.openxmlformats.org/drawingml/2006/main" xmlns:r="http://schemas.openxmlformats.org/officeDocument/2006/relationships" xmlns:p="http://schemas.openxmlformats.org/presentationml/2006/main">
  <p:tag name="AS_UNIQUEID" val="1988"/>
</p:tagLst>
</file>

<file path=ppt/tags/tag485.xml><?xml version="1.0" encoding="utf-8"?>
<p:tagLst xmlns:a="http://schemas.openxmlformats.org/drawingml/2006/main" xmlns:r="http://schemas.openxmlformats.org/officeDocument/2006/relationships" xmlns:p="http://schemas.openxmlformats.org/presentationml/2006/main">
  <p:tag name="AS_UNIQUEID" val="1989"/>
</p:tagLst>
</file>

<file path=ppt/tags/tag486.xml><?xml version="1.0" encoding="utf-8"?>
<p:tagLst xmlns:a="http://schemas.openxmlformats.org/drawingml/2006/main" xmlns:r="http://schemas.openxmlformats.org/officeDocument/2006/relationships" xmlns:p="http://schemas.openxmlformats.org/presentationml/2006/main">
  <p:tag name="AS_UNIQUEID" val="1990"/>
</p:tagLst>
</file>

<file path=ppt/tags/tag487.xml><?xml version="1.0" encoding="utf-8"?>
<p:tagLst xmlns:a="http://schemas.openxmlformats.org/drawingml/2006/main" xmlns:r="http://schemas.openxmlformats.org/officeDocument/2006/relationships" xmlns:p="http://schemas.openxmlformats.org/presentationml/2006/main">
  <p:tag name="AS_UNIQUEID" val="1991"/>
</p:tagLst>
</file>

<file path=ppt/tags/tag488.xml><?xml version="1.0" encoding="utf-8"?>
<p:tagLst xmlns:a="http://schemas.openxmlformats.org/drawingml/2006/main" xmlns:r="http://schemas.openxmlformats.org/officeDocument/2006/relationships" xmlns:p="http://schemas.openxmlformats.org/presentationml/2006/main">
  <p:tag name="AS_UNIQUEID" val="1992"/>
</p:tagLst>
</file>

<file path=ppt/tags/tag489.xml><?xml version="1.0" encoding="utf-8"?>
<p:tagLst xmlns:a="http://schemas.openxmlformats.org/drawingml/2006/main" xmlns:r="http://schemas.openxmlformats.org/officeDocument/2006/relationships" xmlns:p="http://schemas.openxmlformats.org/presentationml/2006/main">
  <p:tag name="AS_UNIQUEID" val="1983"/>
</p:tagLst>
</file>

<file path=ppt/tags/tag490.xml><?xml version="1.0" encoding="utf-8"?>
<p:tagLst xmlns:a="http://schemas.openxmlformats.org/drawingml/2006/main" xmlns:r="http://schemas.openxmlformats.org/officeDocument/2006/relationships" xmlns:p="http://schemas.openxmlformats.org/presentationml/2006/main">
  <p:tag name="AS_UNIQUEID" val="1984"/>
</p:tagLst>
</file>

<file path=ppt/tags/tag491.xml><?xml version="1.0" encoding="utf-8"?>
<p:tagLst xmlns:a="http://schemas.openxmlformats.org/drawingml/2006/main" xmlns:r="http://schemas.openxmlformats.org/officeDocument/2006/relationships" xmlns:p="http://schemas.openxmlformats.org/presentationml/2006/main">
  <p:tag name="AS_UNIQUEID" val="1994"/>
</p:tagLst>
</file>

<file path=ppt/tags/tag492.xml><?xml version="1.0" encoding="utf-8"?>
<p:tagLst xmlns:a="http://schemas.openxmlformats.org/drawingml/2006/main" xmlns:r="http://schemas.openxmlformats.org/officeDocument/2006/relationships" xmlns:p="http://schemas.openxmlformats.org/presentationml/2006/main">
  <p:tag name="AS_UNIQUEID" val="1995"/>
</p:tagLst>
</file>

<file path=ppt/tags/tag493.xml><?xml version="1.0" encoding="utf-8"?>
<p:tagLst xmlns:a="http://schemas.openxmlformats.org/drawingml/2006/main" xmlns:r="http://schemas.openxmlformats.org/officeDocument/2006/relationships" xmlns:p="http://schemas.openxmlformats.org/presentationml/2006/main">
  <p:tag name="AS_UNIQUEID" val="1996"/>
</p:tagLst>
</file>

<file path=ppt/tags/tag494.xml><?xml version="1.0" encoding="utf-8"?>
<p:tagLst xmlns:a="http://schemas.openxmlformats.org/drawingml/2006/main" xmlns:r="http://schemas.openxmlformats.org/officeDocument/2006/relationships" xmlns:p="http://schemas.openxmlformats.org/presentationml/2006/main">
  <p:tag name="AS_UNIQUEID" val="1997"/>
</p:tagLst>
</file>

<file path=ppt/tags/tag495.xml><?xml version="1.0" encoding="utf-8"?>
<p:tagLst xmlns:a="http://schemas.openxmlformats.org/drawingml/2006/main" xmlns:r="http://schemas.openxmlformats.org/officeDocument/2006/relationships" xmlns:p="http://schemas.openxmlformats.org/presentationml/2006/main">
  <p:tag name="AS_UNIQUEID" val="2001"/>
</p:tagLst>
</file>

<file path=ppt/tags/tag496.xml><?xml version="1.0" encoding="utf-8"?>
<p:tagLst xmlns:a="http://schemas.openxmlformats.org/drawingml/2006/main" xmlns:r="http://schemas.openxmlformats.org/officeDocument/2006/relationships" xmlns:p="http://schemas.openxmlformats.org/presentationml/2006/main">
  <p:tag name="AS_UNIQUEID" val="2004"/>
</p:tagLst>
</file>

<file path=ppt/tags/tag497.xml><?xml version="1.0" encoding="utf-8"?>
<p:tagLst xmlns:a="http://schemas.openxmlformats.org/drawingml/2006/main" xmlns:r="http://schemas.openxmlformats.org/officeDocument/2006/relationships" xmlns:p="http://schemas.openxmlformats.org/presentationml/2006/main">
  <p:tag name="AS_UNIQUEID" val="2005"/>
</p:tagLst>
</file>

<file path=ppt/tags/tag498.xml><?xml version="1.0" encoding="utf-8"?>
<p:tagLst xmlns:a="http://schemas.openxmlformats.org/drawingml/2006/main" xmlns:r="http://schemas.openxmlformats.org/officeDocument/2006/relationships" xmlns:p="http://schemas.openxmlformats.org/presentationml/2006/main">
  <p:tag name="AS_UNIQUEID" val="2006"/>
</p:tagLst>
</file>

<file path=ppt/tags/tag499.xml><?xml version="1.0" encoding="utf-8"?>
<p:tagLst xmlns:a="http://schemas.openxmlformats.org/drawingml/2006/main" xmlns:r="http://schemas.openxmlformats.org/officeDocument/2006/relationships" xmlns:p="http://schemas.openxmlformats.org/presentationml/2006/main">
  <p:tag name="AS_UNIQUEID" val="2007"/>
</p:tagLst>
</file>

<file path=ppt/tags/tag500.xml><?xml version="1.0" encoding="utf-8"?>
<p:tagLst xmlns:a="http://schemas.openxmlformats.org/drawingml/2006/main" xmlns:r="http://schemas.openxmlformats.org/officeDocument/2006/relationships" xmlns:p="http://schemas.openxmlformats.org/presentationml/2006/main">
  <p:tag name="AS_UNIQUEID" val="2002"/>
</p:tagLst>
</file>

<file path=ppt/tags/tag501.xml><?xml version="1.0" encoding="utf-8"?>
<p:tagLst xmlns:a="http://schemas.openxmlformats.org/drawingml/2006/main" xmlns:r="http://schemas.openxmlformats.org/officeDocument/2006/relationships" xmlns:p="http://schemas.openxmlformats.org/presentationml/2006/main">
  <p:tag name="AS_UNIQUEID" val="2003"/>
</p:tagLst>
</file>

<file path=ppt/tags/tag502.xml><?xml version="1.0" encoding="utf-8"?>
<p:tagLst xmlns:a="http://schemas.openxmlformats.org/drawingml/2006/main" xmlns:r="http://schemas.openxmlformats.org/officeDocument/2006/relationships" xmlns:p="http://schemas.openxmlformats.org/presentationml/2006/main">
  <p:tag name="AS_UNIQUEID" val="1998"/>
</p:tagLst>
</file>

<file path=ppt/tags/tag503.xml><?xml version="1.0" encoding="utf-8"?>
<p:tagLst xmlns:a="http://schemas.openxmlformats.org/drawingml/2006/main" xmlns:r="http://schemas.openxmlformats.org/officeDocument/2006/relationships" xmlns:p="http://schemas.openxmlformats.org/presentationml/2006/main">
  <p:tag name="AS_UNIQUEID" val="1999"/>
</p:tagLst>
</file>

<file path=ppt/tags/tag504.xml><?xml version="1.0" encoding="utf-8"?>
<p:tagLst xmlns:a="http://schemas.openxmlformats.org/drawingml/2006/main" xmlns:r="http://schemas.openxmlformats.org/officeDocument/2006/relationships" xmlns:p="http://schemas.openxmlformats.org/presentationml/2006/main">
  <p:tag name="AS_UNIQUEID" val="2000"/>
</p:tagLst>
</file>

<file path=ppt/tags/tag505.xml><?xml version="1.0" encoding="utf-8"?>
<p:tagLst xmlns:a="http://schemas.openxmlformats.org/drawingml/2006/main" xmlns:r="http://schemas.openxmlformats.org/officeDocument/2006/relationships" xmlns:p="http://schemas.openxmlformats.org/presentationml/2006/main">
  <p:tag name="AS_UNIQUEID" val="2009"/>
</p:tagLst>
</file>

<file path=ppt/tags/tag506.xml><?xml version="1.0" encoding="utf-8"?>
<p:tagLst xmlns:a="http://schemas.openxmlformats.org/drawingml/2006/main" xmlns:r="http://schemas.openxmlformats.org/officeDocument/2006/relationships" xmlns:p="http://schemas.openxmlformats.org/presentationml/2006/main">
  <p:tag name="AS_UNIQUEID" val="2010"/>
</p:tagLst>
</file>

<file path=ppt/tags/tag507.xml><?xml version="1.0" encoding="utf-8"?>
<p:tagLst xmlns:a="http://schemas.openxmlformats.org/drawingml/2006/main" xmlns:r="http://schemas.openxmlformats.org/officeDocument/2006/relationships" xmlns:p="http://schemas.openxmlformats.org/presentationml/2006/main">
  <p:tag name="AS_UNIQUEID" val="2012"/>
</p:tagLst>
</file>

<file path=ppt/tags/tag508.xml><?xml version="1.0" encoding="utf-8"?>
<p:tagLst xmlns:a="http://schemas.openxmlformats.org/drawingml/2006/main" xmlns:r="http://schemas.openxmlformats.org/officeDocument/2006/relationships" xmlns:p="http://schemas.openxmlformats.org/presentationml/2006/main">
  <p:tag name="AS_UNIQUEID" val="2013"/>
</p:tagLst>
</file>

<file path=ppt/tags/tag509.xml><?xml version="1.0" encoding="utf-8"?>
<p:tagLst xmlns:a="http://schemas.openxmlformats.org/drawingml/2006/main" xmlns:r="http://schemas.openxmlformats.org/officeDocument/2006/relationships" xmlns:p="http://schemas.openxmlformats.org/presentationml/2006/main">
  <p:tag name="AS_UNIQUEID" val="2014"/>
</p:tagLst>
</file>

<file path=ppt/tags/tag510.xml><?xml version="1.0" encoding="utf-8"?>
<p:tagLst xmlns:a="http://schemas.openxmlformats.org/drawingml/2006/main" xmlns:r="http://schemas.openxmlformats.org/officeDocument/2006/relationships" xmlns:p="http://schemas.openxmlformats.org/presentationml/2006/main">
  <p:tag name="AS_UNIQUEID" val="2015"/>
</p:tagLst>
</file>

<file path=ppt/tags/tag511.xml><?xml version="1.0" encoding="utf-8"?>
<p:tagLst xmlns:a="http://schemas.openxmlformats.org/drawingml/2006/main" xmlns:r="http://schemas.openxmlformats.org/officeDocument/2006/relationships" xmlns:p="http://schemas.openxmlformats.org/presentationml/2006/main">
  <p:tag name="AS_UNIQUEID" val="2016"/>
</p:tagLst>
</file>

<file path=ppt/tags/tag512.xml><?xml version="1.0" encoding="utf-8"?>
<p:tagLst xmlns:a="http://schemas.openxmlformats.org/drawingml/2006/main" xmlns:r="http://schemas.openxmlformats.org/officeDocument/2006/relationships" xmlns:p="http://schemas.openxmlformats.org/presentationml/2006/main">
  <p:tag name="AS_UNIQUEID" val="2017"/>
</p:tagLst>
</file>

<file path=ppt/tags/tag513.xml><?xml version="1.0" encoding="utf-8"?>
<p:tagLst xmlns:a="http://schemas.openxmlformats.org/drawingml/2006/main" xmlns:r="http://schemas.openxmlformats.org/officeDocument/2006/relationships" xmlns:p="http://schemas.openxmlformats.org/presentationml/2006/main">
  <p:tag name="AS_UNIQUEID" val="2027"/>
</p:tagLst>
</file>

<file path=ppt/tags/tag514.xml><?xml version="1.0" encoding="utf-8"?>
<p:tagLst xmlns:a="http://schemas.openxmlformats.org/drawingml/2006/main" xmlns:r="http://schemas.openxmlformats.org/officeDocument/2006/relationships" xmlns:p="http://schemas.openxmlformats.org/presentationml/2006/main">
  <p:tag name="AS_UNIQUEID" val="2028"/>
</p:tagLst>
</file>

<file path=ppt/tags/tag515.xml><?xml version="1.0" encoding="utf-8"?>
<p:tagLst xmlns:a="http://schemas.openxmlformats.org/drawingml/2006/main" xmlns:r="http://schemas.openxmlformats.org/officeDocument/2006/relationships" xmlns:p="http://schemas.openxmlformats.org/presentationml/2006/main">
  <p:tag name="AS_UNIQUEID" val="2029"/>
</p:tagLst>
</file>

<file path=ppt/tags/tag516.xml><?xml version="1.0" encoding="utf-8"?>
<p:tagLst xmlns:a="http://schemas.openxmlformats.org/drawingml/2006/main" xmlns:r="http://schemas.openxmlformats.org/officeDocument/2006/relationships" xmlns:p="http://schemas.openxmlformats.org/presentationml/2006/main">
  <p:tag name="AS_UNIQUEID" val="2031"/>
</p:tagLst>
</file>

<file path=ppt/tags/tag517.xml><?xml version="1.0" encoding="utf-8"?>
<p:tagLst xmlns:a="http://schemas.openxmlformats.org/drawingml/2006/main" xmlns:r="http://schemas.openxmlformats.org/officeDocument/2006/relationships" xmlns:p="http://schemas.openxmlformats.org/presentationml/2006/main">
  <p:tag name="AS_UNIQUEID" val="2032"/>
</p:tagLst>
</file>

<file path=ppt/tags/tag518.xml><?xml version="1.0" encoding="utf-8"?>
<p:tagLst xmlns:a="http://schemas.openxmlformats.org/drawingml/2006/main" xmlns:r="http://schemas.openxmlformats.org/officeDocument/2006/relationships" xmlns:p="http://schemas.openxmlformats.org/presentationml/2006/main">
  <p:tag name="AS_UNIQUEID" val="2033"/>
</p:tagLst>
</file>

<file path=ppt/tags/tag519.xml><?xml version="1.0" encoding="utf-8"?>
<p:tagLst xmlns:a="http://schemas.openxmlformats.org/drawingml/2006/main" xmlns:r="http://schemas.openxmlformats.org/officeDocument/2006/relationships" xmlns:p="http://schemas.openxmlformats.org/presentationml/2006/main">
  <p:tag name="AS_UNIQUEID" val="2034"/>
</p:tagLst>
</file>

<file path=ppt/tags/tag520.xml><?xml version="1.0" encoding="utf-8"?>
<p:tagLst xmlns:a="http://schemas.openxmlformats.org/drawingml/2006/main" xmlns:r="http://schemas.openxmlformats.org/officeDocument/2006/relationships" xmlns:p="http://schemas.openxmlformats.org/presentationml/2006/main">
  <p:tag name="AS_UNIQUEID" val="2035"/>
</p:tagLst>
</file>

<file path=ppt/tags/tag521.xml><?xml version="1.0" encoding="utf-8"?>
<p:tagLst xmlns:a="http://schemas.openxmlformats.org/drawingml/2006/main" xmlns:r="http://schemas.openxmlformats.org/officeDocument/2006/relationships" xmlns:p="http://schemas.openxmlformats.org/presentationml/2006/main">
  <p:tag name="AS_UNIQUEID" val="2036"/>
</p:tagLst>
</file>

<file path=ppt/tags/tag522.xml><?xml version="1.0" encoding="utf-8"?>
<p:tagLst xmlns:a="http://schemas.openxmlformats.org/drawingml/2006/main" xmlns:r="http://schemas.openxmlformats.org/officeDocument/2006/relationships" xmlns:p="http://schemas.openxmlformats.org/presentationml/2006/main">
  <p:tag name="AS_UNIQUEID" val="2037"/>
</p:tagLst>
</file>

<file path=ppt/tags/tag523.xml><?xml version="1.0" encoding="utf-8"?>
<p:tagLst xmlns:a="http://schemas.openxmlformats.org/drawingml/2006/main" xmlns:r="http://schemas.openxmlformats.org/officeDocument/2006/relationships" xmlns:p="http://schemas.openxmlformats.org/presentationml/2006/main">
  <p:tag name="AS_UNIQUEID" val="2046"/>
</p:tagLst>
</file>

<file path=ppt/tags/tag524.xml><?xml version="1.0" encoding="utf-8"?>
<p:tagLst xmlns:a="http://schemas.openxmlformats.org/drawingml/2006/main" xmlns:r="http://schemas.openxmlformats.org/officeDocument/2006/relationships" xmlns:p="http://schemas.openxmlformats.org/presentationml/2006/main">
  <p:tag name="AS_UNIQUEID" val="2051"/>
</p:tagLst>
</file>

<file path=ppt/tags/tag525.xml><?xml version="1.0" encoding="utf-8"?>
<p:tagLst xmlns:a="http://schemas.openxmlformats.org/drawingml/2006/main" xmlns:r="http://schemas.openxmlformats.org/officeDocument/2006/relationships" xmlns:p="http://schemas.openxmlformats.org/presentationml/2006/main">
  <p:tag name="AS_UNIQUEID" val="2055"/>
</p:tagLst>
</file>

<file path=ppt/tags/tag526.xml><?xml version="1.0" encoding="utf-8"?>
<p:tagLst xmlns:a="http://schemas.openxmlformats.org/drawingml/2006/main" xmlns:r="http://schemas.openxmlformats.org/officeDocument/2006/relationships" xmlns:p="http://schemas.openxmlformats.org/presentationml/2006/main">
  <p:tag name="AS_UNIQUEID" val="2059"/>
</p:tagLst>
</file>

<file path=ppt/tags/tag527.xml><?xml version="1.0" encoding="utf-8"?>
<p:tagLst xmlns:a="http://schemas.openxmlformats.org/drawingml/2006/main" xmlns:r="http://schemas.openxmlformats.org/officeDocument/2006/relationships" xmlns:p="http://schemas.openxmlformats.org/presentationml/2006/main">
  <p:tag name="AS_UNIQUEID" val="2060"/>
</p:tagLst>
</file>

<file path=ppt/tags/tag528.xml><?xml version="1.0" encoding="utf-8"?>
<p:tagLst xmlns:a="http://schemas.openxmlformats.org/drawingml/2006/main" xmlns:r="http://schemas.openxmlformats.org/officeDocument/2006/relationships" xmlns:p="http://schemas.openxmlformats.org/presentationml/2006/main">
  <p:tag name="AS_UNIQUEID" val="2056"/>
</p:tagLst>
</file>

<file path=ppt/tags/tag529.xml><?xml version="1.0" encoding="utf-8"?>
<p:tagLst xmlns:a="http://schemas.openxmlformats.org/drawingml/2006/main" xmlns:r="http://schemas.openxmlformats.org/officeDocument/2006/relationships" xmlns:p="http://schemas.openxmlformats.org/presentationml/2006/main">
  <p:tag name="AS_UNIQUEID" val="2057"/>
</p:tagLst>
</file>

<file path=ppt/tags/tag530.xml><?xml version="1.0" encoding="utf-8"?>
<p:tagLst xmlns:a="http://schemas.openxmlformats.org/drawingml/2006/main" xmlns:r="http://schemas.openxmlformats.org/officeDocument/2006/relationships" xmlns:p="http://schemas.openxmlformats.org/presentationml/2006/main">
  <p:tag name="AS_UNIQUEID" val="2058"/>
</p:tagLst>
</file>

<file path=ppt/tags/tag531.xml><?xml version="1.0" encoding="utf-8"?>
<p:tagLst xmlns:a="http://schemas.openxmlformats.org/drawingml/2006/main" xmlns:r="http://schemas.openxmlformats.org/officeDocument/2006/relationships" xmlns:p="http://schemas.openxmlformats.org/presentationml/2006/main">
  <p:tag name="AS_UNIQUEID" val="2052"/>
</p:tagLst>
</file>

<file path=ppt/tags/tag532.xml><?xml version="1.0" encoding="utf-8"?>
<p:tagLst xmlns:a="http://schemas.openxmlformats.org/drawingml/2006/main" xmlns:r="http://schemas.openxmlformats.org/officeDocument/2006/relationships" xmlns:p="http://schemas.openxmlformats.org/presentationml/2006/main">
  <p:tag name="AS_UNIQUEID" val="2053"/>
</p:tagLst>
</file>

<file path=ppt/tags/tag533.xml><?xml version="1.0" encoding="utf-8"?>
<p:tagLst xmlns:a="http://schemas.openxmlformats.org/drawingml/2006/main" xmlns:r="http://schemas.openxmlformats.org/officeDocument/2006/relationships" xmlns:p="http://schemas.openxmlformats.org/presentationml/2006/main">
  <p:tag name="AS_UNIQUEID" val="2054"/>
</p:tagLst>
</file>

<file path=ppt/tags/tag534.xml><?xml version="1.0" encoding="utf-8"?>
<p:tagLst xmlns:a="http://schemas.openxmlformats.org/drawingml/2006/main" xmlns:r="http://schemas.openxmlformats.org/officeDocument/2006/relationships" xmlns:p="http://schemas.openxmlformats.org/presentationml/2006/main">
  <p:tag name="AS_UNIQUEID" val="2047"/>
</p:tagLst>
</file>

<file path=ppt/tags/tag535.xml><?xml version="1.0" encoding="utf-8"?>
<p:tagLst xmlns:a="http://schemas.openxmlformats.org/drawingml/2006/main" xmlns:r="http://schemas.openxmlformats.org/officeDocument/2006/relationships" xmlns:p="http://schemas.openxmlformats.org/presentationml/2006/main">
  <p:tag name="AS_UNIQUEID" val="2050"/>
</p:tagLst>
</file>

<file path=ppt/tags/tag536.xml><?xml version="1.0" encoding="utf-8"?>
<p:tagLst xmlns:a="http://schemas.openxmlformats.org/drawingml/2006/main" xmlns:r="http://schemas.openxmlformats.org/officeDocument/2006/relationships" xmlns:p="http://schemas.openxmlformats.org/presentationml/2006/main">
  <p:tag name="AS_UNIQUEID" val="2048"/>
</p:tagLst>
</file>

<file path=ppt/tags/tag537.xml><?xml version="1.0" encoding="utf-8"?>
<p:tagLst xmlns:a="http://schemas.openxmlformats.org/drawingml/2006/main" xmlns:r="http://schemas.openxmlformats.org/officeDocument/2006/relationships" xmlns:p="http://schemas.openxmlformats.org/presentationml/2006/main">
  <p:tag name="AS_UNIQUEID" val="2049"/>
</p:tagLst>
</file>

<file path=ppt/tags/tag538.xml><?xml version="1.0" encoding="utf-8"?>
<p:tagLst xmlns:a="http://schemas.openxmlformats.org/drawingml/2006/main" xmlns:r="http://schemas.openxmlformats.org/officeDocument/2006/relationships" xmlns:p="http://schemas.openxmlformats.org/presentationml/2006/main">
  <p:tag name="AS_UNIQUEID" val="2062"/>
</p:tagLst>
</file>

<file path=ppt/tags/tag539.xml><?xml version="1.0" encoding="utf-8"?>
<p:tagLst xmlns:a="http://schemas.openxmlformats.org/drawingml/2006/main" xmlns:r="http://schemas.openxmlformats.org/officeDocument/2006/relationships" xmlns:p="http://schemas.openxmlformats.org/presentationml/2006/main">
  <p:tag name="AS_UNIQUEID" val="2063"/>
</p:tagLst>
</file>

<file path=ppt/tags/tag540.xml><?xml version="1.0" encoding="utf-8"?>
<p:tagLst xmlns:a="http://schemas.openxmlformats.org/drawingml/2006/main" xmlns:r="http://schemas.openxmlformats.org/officeDocument/2006/relationships" xmlns:p="http://schemas.openxmlformats.org/presentationml/2006/main">
  <p:tag name="AS_UNIQUEID" val="2064"/>
</p:tagLst>
</file>

<file path=ppt/tags/tag541.xml><?xml version="1.0" encoding="utf-8"?>
<p:tagLst xmlns:a="http://schemas.openxmlformats.org/drawingml/2006/main" xmlns:r="http://schemas.openxmlformats.org/officeDocument/2006/relationships" xmlns:p="http://schemas.openxmlformats.org/presentationml/2006/main">
  <p:tag name="AS_UNIQUEID" val="2065"/>
</p:tagLst>
</file>

<file path=ppt/tags/tag542.xml><?xml version="1.0" encoding="utf-8"?>
<p:tagLst xmlns:a="http://schemas.openxmlformats.org/drawingml/2006/main" xmlns:r="http://schemas.openxmlformats.org/officeDocument/2006/relationships" xmlns:p="http://schemas.openxmlformats.org/presentationml/2006/main">
  <p:tag name="AS_UNIQUEID" val="2066"/>
</p:tagLst>
</file>

<file path=ppt/tags/tag543.xml><?xml version="1.0" encoding="utf-8"?>
<p:tagLst xmlns:a="http://schemas.openxmlformats.org/drawingml/2006/main" xmlns:r="http://schemas.openxmlformats.org/officeDocument/2006/relationships" xmlns:p="http://schemas.openxmlformats.org/presentationml/2006/main">
  <p:tag name="AS_UNIQUEID" val="2067"/>
</p:tagLst>
</file>

<file path=ppt/tags/tag544.xml><?xml version="1.0" encoding="utf-8"?>
<p:tagLst xmlns:a="http://schemas.openxmlformats.org/drawingml/2006/main" xmlns:r="http://schemas.openxmlformats.org/officeDocument/2006/relationships" xmlns:p="http://schemas.openxmlformats.org/presentationml/2006/main">
  <p:tag name="AS_UNIQUEID" val="2068"/>
</p:tagLst>
</file>

<file path=ppt/tags/tag545.xml><?xml version="1.0" encoding="utf-8"?>
<p:tagLst xmlns:a="http://schemas.openxmlformats.org/drawingml/2006/main" xmlns:r="http://schemas.openxmlformats.org/officeDocument/2006/relationships" xmlns:p="http://schemas.openxmlformats.org/presentationml/2006/main">
  <p:tag name="AS_UNIQUEID" val="2069"/>
</p:tagLst>
</file>

<file path=ppt/tags/tag546.xml><?xml version="1.0" encoding="utf-8"?>
<p:tagLst xmlns:a="http://schemas.openxmlformats.org/drawingml/2006/main" xmlns:r="http://schemas.openxmlformats.org/officeDocument/2006/relationships" xmlns:p="http://schemas.openxmlformats.org/presentationml/2006/main">
  <p:tag name="AS_UNIQUEID" val="2070"/>
</p:tagLst>
</file>

<file path=ppt/tags/tag547.xml><?xml version="1.0" encoding="utf-8"?>
<p:tagLst xmlns:a="http://schemas.openxmlformats.org/drawingml/2006/main" xmlns:r="http://schemas.openxmlformats.org/officeDocument/2006/relationships" xmlns:p="http://schemas.openxmlformats.org/presentationml/2006/main">
  <p:tag name="AS_UNIQUEID" val="2071"/>
</p:tagLst>
</file>

<file path=ppt/tags/tag548.xml><?xml version="1.0" encoding="utf-8"?>
<p:tagLst xmlns:a="http://schemas.openxmlformats.org/drawingml/2006/main" xmlns:r="http://schemas.openxmlformats.org/officeDocument/2006/relationships" xmlns:p="http://schemas.openxmlformats.org/presentationml/2006/main">
  <p:tag name="AS_UNIQUEID" val="2072"/>
</p:tagLst>
</file>

<file path=ppt/tags/tag549.xml><?xml version="1.0" encoding="utf-8"?>
<p:tagLst xmlns:a="http://schemas.openxmlformats.org/drawingml/2006/main" xmlns:r="http://schemas.openxmlformats.org/officeDocument/2006/relationships" xmlns:p="http://schemas.openxmlformats.org/presentationml/2006/main">
  <p:tag name="AS_UNIQUEID" val="2073"/>
</p:tagLst>
</file>

<file path=ppt/tags/tag550.xml><?xml version="1.0" encoding="utf-8"?>
<p:tagLst xmlns:a="http://schemas.openxmlformats.org/drawingml/2006/main" xmlns:r="http://schemas.openxmlformats.org/officeDocument/2006/relationships" xmlns:p="http://schemas.openxmlformats.org/presentationml/2006/main">
  <p:tag name="AS_UNIQUEID" val="2074"/>
</p:tagLst>
</file>

<file path=ppt/tags/tag551.xml><?xml version="1.0" encoding="utf-8"?>
<p:tagLst xmlns:a="http://schemas.openxmlformats.org/drawingml/2006/main" xmlns:r="http://schemas.openxmlformats.org/officeDocument/2006/relationships" xmlns:p="http://schemas.openxmlformats.org/presentationml/2006/main">
  <p:tag name="AS_UNIQUEID" val="2075"/>
</p:tagLst>
</file>

<file path=ppt/tags/tag552.xml><?xml version="1.0" encoding="utf-8"?>
<p:tagLst xmlns:a="http://schemas.openxmlformats.org/drawingml/2006/main" xmlns:r="http://schemas.openxmlformats.org/officeDocument/2006/relationships" xmlns:p="http://schemas.openxmlformats.org/presentationml/2006/main">
  <p:tag name="AS_UNIQUEID" val="2076"/>
</p:tagLst>
</file>

<file path=ppt/tags/tag553.xml><?xml version="1.0" encoding="utf-8"?>
<p:tagLst xmlns:a="http://schemas.openxmlformats.org/drawingml/2006/main" xmlns:r="http://schemas.openxmlformats.org/officeDocument/2006/relationships" xmlns:p="http://schemas.openxmlformats.org/presentationml/2006/main">
  <p:tag name="AS_UNIQUEID" val="2077"/>
</p:tagLst>
</file>

<file path=ppt/tags/tag554.xml><?xml version="1.0" encoding="utf-8"?>
<p:tagLst xmlns:a="http://schemas.openxmlformats.org/drawingml/2006/main" xmlns:r="http://schemas.openxmlformats.org/officeDocument/2006/relationships" xmlns:p="http://schemas.openxmlformats.org/presentationml/2006/main">
  <p:tag name="AS_UNIQUEID" val="2083"/>
</p:tagLst>
</file>

<file path=ppt/tags/tag555.xml><?xml version="1.0" encoding="utf-8"?>
<p:tagLst xmlns:a="http://schemas.openxmlformats.org/drawingml/2006/main" xmlns:r="http://schemas.openxmlformats.org/officeDocument/2006/relationships" xmlns:p="http://schemas.openxmlformats.org/presentationml/2006/main">
  <p:tag name="AS_UNIQUEID" val="2089"/>
</p:tagLst>
</file>

<file path=ppt/tags/tag556.xml><?xml version="1.0" encoding="utf-8"?>
<p:tagLst xmlns:a="http://schemas.openxmlformats.org/drawingml/2006/main" xmlns:r="http://schemas.openxmlformats.org/officeDocument/2006/relationships" xmlns:p="http://schemas.openxmlformats.org/presentationml/2006/main">
  <p:tag name="AS_UNIQUEID" val="2095"/>
</p:tagLst>
</file>

<file path=ppt/tags/tag557.xml><?xml version="1.0" encoding="utf-8"?>
<p:tagLst xmlns:a="http://schemas.openxmlformats.org/drawingml/2006/main" xmlns:r="http://schemas.openxmlformats.org/officeDocument/2006/relationships" xmlns:p="http://schemas.openxmlformats.org/presentationml/2006/main">
  <p:tag name="AS_UNIQUEID" val="2101"/>
</p:tagLst>
</file>

<file path=ppt/tags/tag558.xml><?xml version="1.0" encoding="utf-8"?>
<p:tagLst xmlns:a="http://schemas.openxmlformats.org/drawingml/2006/main" xmlns:r="http://schemas.openxmlformats.org/officeDocument/2006/relationships" xmlns:p="http://schemas.openxmlformats.org/presentationml/2006/main">
  <p:tag name="AS_UNIQUEID" val="2102"/>
</p:tagLst>
</file>

<file path=ppt/tags/tag559.xml><?xml version="1.0" encoding="utf-8"?>
<p:tagLst xmlns:a="http://schemas.openxmlformats.org/drawingml/2006/main" xmlns:r="http://schemas.openxmlformats.org/officeDocument/2006/relationships" xmlns:p="http://schemas.openxmlformats.org/presentationml/2006/main">
  <p:tag name="AS_UNIQUEID" val="2103"/>
</p:tagLst>
</file>

<file path=ppt/tags/tag560.xml><?xml version="1.0" encoding="utf-8"?>
<p:tagLst xmlns:a="http://schemas.openxmlformats.org/drawingml/2006/main" xmlns:r="http://schemas.openxmlformats.org/officeDocument/2006/relationships" xmlns:p="http://schemas.openxmlformats.org/presentationml/2006/main">
  <p:tag name="AS_UNIQUEID" val="2104"/>
</p:tagLst>
</file>

<file path=ppt/tags/tag561.xml><?xml version="1.0" encoding="utf-8"?>
<p:tagLst xmlns:a="http://schemas.openxmlformats.org/drawingml/2006/main" xmlns:r="http://schemas.openxmlformats.org/officeDocument/2006/relationships" xmlns:p="http://schemas.openxmlformats.org/presentationml/2006/main">
  <p:tag name="AS_UNIQUEID" val="2096"/>
</p:tagLst>
</file>

<file path=ppt/tags/tag562.xml><?xml version="1.0" encoding="utf-8"?>
<p:tagLst xmlns:a="http://schemas.openxmlformats.org/drawingml/2006/main" xmlns:r="http://schemas.openxmlformats.org/officeDocument/2006/relationships" xmlns:p="http://schemas.openxmlformats.org/presentationml/2006/main">
  <p:tag name="AS_UNIQUEID" val="2099"/>
</p:tagLst>
</file>

<file path=ppt/tags/tag563.xml><?xml version="1.0" encoding="utf-8"?>
<p:tagLst xmlns:a="http://schemas.openxmlformats.org/drawingml/2006/main" xmlns:r="http://schemas.openxmlformats.org/officeDocument/2006/relationships" xmlns:p="http://schemas.openxmlformats.org/presentationml/2006/main">
  <p:tag name="AS_UNIQUEID" val="2100"/>
</p:tagLst>
</file>

<file path=ppt/tags/tag564.xml><?xml version="1.0" encoding="utf-8"?>
<p:tagLst xmlns:a="http://schemas.openxmlformats.org/drawingml/2006/main" xmlns:r="http://schemas.openxmlformats.org/officeDocument/2006/relationships" xmlns:p="http://schemas.openxmlformats.org/presentationml/2006/main">
  <p:tag name="AS_UNIQUEID" val="2097"/>
</p:tagLst>
</file>

<file path=ppt/tags/tag565.xml><?xml version="1.0" encoding="utf-8"?>
<p:tagLst xmlns:a="http://schemas.openxmlformats.org/drawingml/2006/main" xmlns:r="http://schemas.openxmlformats.org/officeDocument/2006/relationships" xmlns:p="http://schemas.openxmlformats.org/presentationml/2006/main">
  <p:tag name="AS_UNIQUEID" val="2098"/>
</p:tagLst>
</file>

<file path=ppt/tags/tag566.xml><?xml version="1.0" encoding="utf-8"?>
<p:tagLst xmlns:a="http://schemas.openxmlformats.org/drawingml/2006/main" xmlns:r="http://schemas.openxmlformats.org/officeDocument/2006/relationships" xmlns:p="http://schemas.openxmlformats.org/presentationml/2006/main">
  <p:tag name="AS_UNIQUEID" val="2090"/>
</p:tagLst>
</file>

<file path=ppt/tags/tag567.xml><?xml version="1.0" encoding="utf-8"?>
<p:tagLst xmlns:a="http://schemas.openxmlformats.org/drawingml/2006/main" xmlns:r="http://schemas.openxmlformats.org/officeDocument/2006/relationships" xmlns:p="http://schemas.openxmlformats.org/presentationml/2006/main">
  <p:tag name="AS_UNIQUEID" val="2093"/>
</p:tagLst>
</file>

<file path=ppt/tags/tag568.xml><?xml version="1.0" encoding="utf-8"?>
<p:tagLst xmlns:a="http://schemas.openxmlformats.org/drawingml/2006/main" xmlns:r="http://schemas.openxmlformats.org/officeDocument/2006/relationships" xmlns:p="http://schemas.openxmlformats.org/presentationml/2006/main">
  <p:tag name="AS_UNIQUEID" val="2094"/>
</p:tagLst>
</file>

<file path=ppt/tags/tag569.xml><?xml version="1.0" encoding="utf-8"?>
<p:tagLst xmlns:a="http://schemas.openxmlformats.org/drawingml/2006/main" xmlns:r="http://schemas.openxmlformats.org/officeDocument/2006/relationships" xmlns:p="http://schemas.openxmlformats.org/presentationml/2006/main">
  <p:tag name="AS_UNIQUEID" val="2091"/>
</p:tagLst>
</file>

<file path=ppt/tags/tag570.xml><?xml version="1.0" encoding="utf-8"?>
<p:tagLst xmlns:a="http://schemas.openxmlformats.org/drawingml/2006/main" xmlns:r="http://schemas.openxmlformats.org/officeDocument/2006/relationships" xmlns:p="http://schemas.openxmlformats.org/presentationml/2006/main">
  <p:tag name="AS_UNIQUEID" val="2092"/>
</p:tagLst>
</file>

<file path=ppt/tags/tag571.xml><?xml version="1.0" encoding="utf-8"?>
<p:tagLst xmlns:a="http://schemas.openxmlformats.org/drawingml/2006/main" xmlns:r="http://schemas.openxmlformats.org/officeDocument/2006/relationships" xmlns:p="http://schemas.openxmlformats.org/presentationml/2006/main">
  <p:tag name="AS_UNIQUEID" val="2084"/>
</p:tagLst>
</file>

<file path=ppt/tags/tag572.xml><?xml version="1.0" encoding="utf-8"?>
<p:tagLst xmlns:a="http://schemas.openxmlformats.org/drawingml/2006/main" xmlns:r="http://schemas.openxmlformats.org/officeDocument/2006/relationships" xmlns:p="http://schemas.openxmlformats.org/presentationml/2006/main">
  <p:tag name="AS_UNIQUEID" val="2087"/>
</p:tagLst>
</file>

<file path=ppt/tags/tag573.xml><?xml version="1.0" encoding="utf-8"?>
<p:tagLst xmlns:a="http://schemas.openxmlformats.org/drawingml/2006/main" xmlns:r="http://schemas.openxmlformats.org/officeDocument/2006/relationships" xmlns:p="http://schemas.openxmlformats.org/presentationml/2006/main">
  <p:tag name="AS_UNIQUEID" val="2088"/>
</p:tagLst>
</file>

<file path=ppt/tags/tag574.xml><?xml version="1.0" encoding="utf-8"?>
<p:tagLst xmlns:a="http://schemas.openxmlformats.org/drawingml/2006/main" xmlns:r="http://schemas.openxmlformats.org/officeDocument/2006/relationships" xmlns:p="http://schemas.openxmlformats.org/presentationml/2006/main">
  <p:tag name="AS_UNIQUEID" val="2085"/>
</p:tagLst>
</file>

<file path=ppt/tags/tag575.xml><?xml version="1.0" encoding="utf-8"?>
<p:tagLst xmlns:a="http://schemas.openxmlformats.org/drawingml/2006/main" xmlns:r="http://schemas.openxmlformats.org/officeDocument/2006/relationships" xmlns:p="http://schemas.openxmlformats.org/presentationml/2006/main">
  <p:tag name="AS_UNIQUEID" val="2086"/>
</p:tagLst>
</file>

<file path=ppt/tags/tag576.xml><?xml version="1.0" encoding="utf-8"?>
<p:tagLst xmlns:a="http://schemas.openxmlformats.org/drawingml/2006/main" xmlns:r="http://schemas.openxmlformats.org/officeDocument/2006/relationships" xmlns:p="http://schemas.openxmlformats.org/presentationml/2006/main">
  <p:tag name="AS_UNIQUEID" val="2078"/>
</p:tagLst>
</file>

<file path=ppt/tags/tag577.xml><?xml version="1.0" encoding="utf-8"?>
<p:tagLst xmlns:a="http://schemas.openxmlformats.org/drawingml/2006/main" xmlns:r="http://schemas.openxmlformats.org/officeDocument/2006/relationships" xmlns:p="http://schemas.openxmlformats.org/presentationml/2006/main">
  <p:tag name="AS_UNIQUEID" val="2081"/>
</p:tagLst>
</file>

<file path=ppt/tags/tag578.xml><?xml version="1.0" encoding="utf-8"?>
<p:tagLst xmlns:a="http://schemas.openxmlformats.org/drawingml/2006/main" xmlns:r="http://schemas.openxmlformats.org/officeDocument/2006/relationships" xmlns:p="http://schemas.openxmlformats.org/presentationml/2006/main">
  <p:tag name="AS_UNIQUEID" val="2082"/>
</p:tagLst>
</file>

<file path=ppt/tags/tag579.xml><?xml version="1.0" encoding="utf-8"?>
<p:tagLst xmlns:a="http://schemas.openxmlformats.org/drawingml/2006/main" xmlns:r="http://schemas.openxmlformats.org/officeDocument/2006/relationships" xmlns:p="http://schemas.openxmlformats.org/presentationml/2006/main">
  <p:tag name="AS_UNIQUEID" val="2079"/>
</p:tagLst>
</file>

<file path=ppt/tags/tag580.xml><?xml version="1.0" encoding="utf-8"?>
<p:tagLst xmlns:a="http://schemas.openxmlformats.org/drawingml/2006/main" xmlns:r="http://schemas.openxmlformats.org/officeDocument/2006/relationships" xmlns:p="http://schemas.openxmlformats.org/presentationml/2006/main">
  <p:tag name="AS_UNIQUEID" val="2080"/>
</p:tagLst>
</file>

<file path=ppt/tags/tag581.xml><?xml version="1.0" encoding="utf-8"?>
<p:tagLst xmlns:a="http://schemas.openxmlformats.org/drawingml/2006/main" xmlns:r="http://schemas.openxmlformats.org/officeDocument/2006/relationships" xmlns:p="http://schemas.openxmlformats.org/presentationml/2006/main">
  <p:tag name="AS_UNIQUEID" val="2106"/>
</p:tagLst>
</file>

<file path=ppt/tags/tag582.xml><?xml version="1.0" encoding="utf-8"?>
<p:tagLst xmlns:a="http://schemas.openxmlformats.org/drawingml/2006/main" xmlns:r="http://schemas.openxmlformats.org/officeDocument/2006/relationships" xmlns:p="http://schemas.openxmlformats.org/presentationml/2006/main">
  <p:tag name="AS_UNIQUEID" val="2107"/>
</p:tagLst>
</file>

<file path=ppt/tags/tag583.xml><?xml version="1.0" encoding="utf-8"?>
<p:tagLst xmlns:a="http://schemas.openxmlformats.org/drawingml/2006/main" xmlns:r="http://schemas.openxmlformats.org/officeDocument/2006/relationships" xmlns:p="http://schemas.openxmlformats.org/presentationml/2006/main">
  <p:tag name="AS_UNIQUEID" val="2108"/>
</p:tagLst>
</file>

<file path=ppt/tags/tag584.xml><?xml version="1.0" encoding="utf-8"?>
<p:tagLst xmlns:a="http://schemas.openxmlformats.org/drawingml/2006/main" xmlns:r="http://schemas.openxmlformats.org/officeDocument/2006/relationships" xmlns:p="http://schemas.openxmlformats.org/presentationml/2006/main">
  <p:tag name="AS_UNIQUEID" val="2109"/>
</p:tagLst>
</file>

<file path=ppt/tags/tag585.xml><?xml version="1.0" encoding="utf-8"?>
<p:tagLst xmlns:a="http://schemas.openxmlformats.org/drawingml/2006/main" xmlns:r="http://schemas.openxmlformats.org/officeDocument/2006/relationships" xmlns:p="http://schemas.openxmlformats.org/presentationml/2006/main">
  <p:tag name="AS_UNIQUEID" val="2110"/>
</p:tagLst>
</file>

<file path=ppt/tags/tag586.xml><?xml version="1.0" encoding="utf-8"?>
<p:tagLst xmlns:a="http://schemas.openxmlformats.org/drawingml/2006/main" xmlns:r="http://schemas.openxmlformats.org/officeDocument/2006/relationships" xmlns:p="http://schemas.openxmlformats.org/presentationml/2006/main">
  <p:tag name="AS_UNIQUEID" val="2111"/>
</p:tagLst>
</file>

<file path=ppt/tags/tag587.xml><?xml version="1.0" encoding="utf-8"?>
<p:tagLst xmlns:a="http://schemas.openxmlformats.org/drawingml/2006/main" xmlns:r="http://schemas.openxmlformats.org/officeDocument/2006/relationships" xmlns:p="http://schemas.openxmlformats.org/presentationml/2006/main">
  <p:tag name="AS_UNIQUEID" val="2112"/>
</p:tagLst>
</file>

<file path=ppt/tags/tag588.xml><?xml version="1.0" encoding="utf-8"?>
<p:tagLst xmlns:a="http://schemas.openxmlformats.org/drawingml/2006/main" xmlns:r="http://schemas.openxmlformats.org/officeDocument/2006/relationships" xmlns:p="http://schemas.openxmlformats.org/presentationml/2006/main">
  <p:tag name="AS_UNIQUEID" val="2113"/>
</p:tagLst>
</file>

<file path=ppt/tags/tag589.xml><?xml version="1.0" encoding="utf-8"?>
<p:tagLst xmlns:a="http://schemas.openxmlformats.org/drawingml/2006/main" xmlns:r="http://schemas.openxmlformats.org/officeDocument/2006/relationships" xmlns:p="http://schemas.openxmlformats.org/presentationml/2006/main">
  <p:tag name="AS_UNIQUEID" val="2115"/>
</p:tagLst>
</file>

<file path=ppt/tags/tag590.xml><?xml version="1.0" encoding="utf-8"?>
<p:tagLst xmlns:a="http://schemas.openxmlformats.org/drawingml/2006/main" xmlns:r="http://schemas.openxmlformats.org/officeDocument/2006/relationships" xmlns:p="http://schemas.openxmlformats.org/presentationml/2006/main">
  <p:tag name="AS_UNIQUEID" val="2116"/>
</p:tagLst>
</file>

<file path=ppt/tags/tag591.xml><?xml version="1.0" encoding="utf-8"?>
<p:tagLst xmlns:a="http://schemas.openxmlformats.org/drawingml/2006/main" xmlns:r="http://schemas.openxmlformats.org/officeDocument/2006/relationships" xmlns:p="http://schemas.openxmlformats.org/presentationml/2006/main">
  <p:tag name="AS_UNIQUEID" val="2117"/>
</p:tagLst>
</file>

<file path=ppt/tags/tag592.xml><?xml version="1.0" encoding="utf-8"?>
<p:tagLst xmlns:a="http://schemas.openxmlformats.org/drawingml/2006/main" xmlns:r="http://schemas.openxmlformats.org/officeDocument/2006/relationships" xmlns:p="http://schemas.openxmlformats.org/presentationml/2006/main">
  <p:tag name="AS_UNIQUEID" val="2118"/>
</p:tagLst>
</file>

<file path=ppt/tags/tag593.xml><?xml version="1.0" encoding="utf-8"?>
<p:tagLst xmlns:a="http://schemas.openxmlformats.org/drawingml/2006/main" xmlns:r="http://schemas.openxmlformats.org/officeDocument/2006/relationships" xmlns:p="http://schemas.openxmlformats.org/presentationml/2006/main">
  <p:tag name="AS_UNIQUEID" val="2119"/>
</p:tagLst>
</file>

<file path=ppt/tags/tag594.xml><?xml version="1.0" encoding="utf-8"?>
<p:tagLst xmlns:a="http://schemas.openxmlformats.org/drawingml/2006/main" xmlns:r="http://schemas.openxmlformats.org/officeDocument/2006/relationships" xmlns:p="http://schemas.openxmlformats.org/presentationml/2006/main">
  <p:tag name="AS_UNIQUEID" val="2124"/>
</p:tagLst>
</file>

<file path=ppt/tags/tag595.xml><?xml version="1.0" encoding="utf-8"?>
<p:tagLst xmlns:a="http://schemas.openxmlformats.org/drawingml/2006/main" xmlns:r="http://schemas.openxmlformats.org/officeDocument/2006/relationships" xmlns:p="http://schemas.openxmlformats.org/presentationml/2006/main">
  <p:tag name="AS_UNIQUEID" val="2125"/>
</p:tagLst>
</file>

<file path=ppt/tags/tag596.xml><?xml version="1.0" encoding="utf-8"?>
<p:tagLst xmlns:a="http://schemas.openxmlformats.org/drawingml/2006/main" xmlns:r="http://schemas.openxmlformats.org/officeDocument/2006/relationships" xmlns:p="http://schemas.openxmlformats.org/presentationml/2006/main">
  <p:tag name="AS_UNIQUEID" val="2120"/>
</p:tagLst>
</file>

<file path=ppt/tags/tag597.xml><?xml version="1.0" encoding="utf-8"?>
<p:tagLst xmlns:a="http://schemas.openxmlformats.org/drawingml/2006/main" xmlns:r="http://schemas.openxmlformats.org/officeDocument/2006/relationships" xmlns:p="http://schemas.openxmlformats.org/presentationml/2006/main">
  <p:tag name="AS_UNIQUEID" val="2121"/>
</p:tagLst>
</file>

<file path=ppt/tags/tag598.xml><?xml version="1.0" encoding="utf-8"?>
<p:tagLst xmlns:a="http://schemas.openxmlformats.org/drawingml/2006/main" xmlns:r="http://schemas.openxmlformats.org/officeDocument/2006/relationships" xmlns:p="http://schemas.openxmlformats.org/presentationml/2006/main">
  <p:tag name="AS_UNIQUEID" val="2122"/>
</p:tagLst>
</file>

<file path=ppt/tags/tag599.xml><?xml version="1.0" encoding="utf-8"?>
<p:tagLst xmlns:a="http://schemas.openxmlformats.org/drawingml/2006/main" xmlns:r="http://schemas.openxmlformats.org/officeDocument/2006/relationships" xmlns:p="http://schemas.openxmlformats.org/presentationml/2006/main">
  <p:tag name="AS_UNIQUEID" val="2123"/>
</p:tagLst>
</file>

<file path=ppt/tags/tag600.xml><?xml version="1.0" encoding="utf-8"?>
<p:tagLst xmlns:a="http://schemas.openxmlformats.org/drawingml/2006/main" xmlns:r="http://schemas.openxmlformats.org/officeDocument/2006/relationships" xmlns:p="http://schemas.openxmlformats.org/presentationml/2006/main">
  <p:tag name="AS_UNIQUEID" val="2127"/>
</p:tagLst>
</file>

<file path=ppt/tags/tag601.xml><?xml version="1.0" encoding="utf-8"?>
<p:tagLst xmlns:a="http://schemas.openxmlformats.org/drawingml/2006/main" xmlns:r="http://schemas.openxmlformats.org/officeDocument/2006/relationships" xmlns:p="http://schemas.openxmlformats.org/presentationml/2006/main">
  <p:tag name="AS_UNIQUEID" val="2128"/>
</p:tagLst>
</file>

<file path=ppt/tags/tag602.xml><?xml version="1.0" encoding="utf-8"?>
<p:tagLst xmlns:a="http://schemas.openxmlformats.org/drawingml/2006/main" xmlns:r="http://schemas.openxmlformats.org/officeDocument/2006/relationships" xmlns:p="http://schemas.openxmlformats.org/presentationml/2006/main">
  <p:tag name="AS_UNIQUEID" val="2129"/>
</p:tagLst>
</file>

<file path=ppt/tags/tag603.xml><?xml version="1.0" encoding="utf-8"?>
<p:tagLst xmlns:a="http://schemas.openxmlformats.org/drawingml/2006/main" xmlns:r="http://schemas.openxmlformats.org/officeDocument/2006/relationships" xmlns:p="http://schemas.openxmlformats.org/presentationml/2006/main">
  <p:tag name="AS_UNIQUEID" val="2130"/>
</p:tagLst>
</file>

<file path=ppt/tags/tag604.xml><?xml version="1.0" encoding="utf-8"?>
<p:tagLst xmlns:a="http://schemas.openxmlformats.org/drawingml/2006/main" xmlns:r="http://schemas.openxmlformats.org/officeDocument/2006/relationships" xmlns:p="http://schemas.openxmlformats.org/presentationml/2006/main">
  <p:tag name="AS_UNIQUEID" val="2131"/>
</p:tagLst>
</file>

<file path=ppt/tags/tag605.xml><?xml version="1.0" encoding="utf-8"?>
<p:tagLst xmlns:a="http://schemas.openxmlformats.org/drawingml/2006/main" xmlns:r="http://schemas.openxmlformats.org/officeDocument/2006/relationships" xmlns:p="http://schemas.openxmlformats.org/presentationml/2006/main">
  <p:tag name="AS_UNIQUEID" val="2132"/>
</p:tagLst>
</file>

<file path=ppt/tags/tag606.xml><?xml version="1.0" encoding="utf-8"?>
<p:tagLst xmlns:a="http://schemas.openxmlformats.org/drawingml/2006/main" xmlns:r="http://schemas.openxmlformats.org/officeDocument/2006/relationships" xmlns:p="http://schemas.openxmlformats.org/presentationml/2006/main">
  <p:tag name="AS_UNIQUEID" val="2134"/>
</p:tagLst>
</file>

<file path=ppt/tags/tag607.xml><?xml version="1.0" encoding="utf-8"?>
<p:tagLst xmlns:a="http://schemas.openxmlformats.org/drawingml/2006/main" xmlns:r="http://schemas.openxmlformats.org/officeDocument/2006/relationships" xmlns:p="http://schemas.openxmlformats.org/presentationml/2006/main">
  <p:tag name="AS_UNIQUEID" val="2135"/>
</p:tagLst>
</file>

<file path=ppt/tags/tag608.xml><?xml version="1.0" encoding="utf-8"?>
<p:tagLst xmlns:a="http://schemas.openxmlformats.org/drawingml/2006/main" xmlns:r="http://schemas.openxmlformats.org/officeDocument/2006/relationships" xmlns:p="http://schemas.openxmlformats.org/presentationml/2006/main">
  <p:tag name="AS_UNIQUEID" val="2136"/>
</p:tagLst>
</file>

<file path=ppt/tags/tag609.xml><?xml version="1.0" encoding="utf-8"?>
<p:tagLst xmlns:a="http://schemas.openxmlformats.org/drawingml/2006/main" xmlns:r="http://schemas.openxmlformats.org/officeDocument/2006/relationships" xmlns:p="http://schemas.openxmlformats.org/presentationml/2006/main">
  <p:tag name="AS_UNIQUEID" val="2137"/>
</p:tagLst>
</file>

<file path=ppt/tags/tag610.xml><?xml version="1.0" encoding="utf-8"?>
<p:tagLst xmlns:a="http://schemas.openxmlformats.org/drawingml/2006/main" xmlns:r="http://schemas.openxmlformats.org/officeDocument/2006/relationships" xmlns:p="http://schemas.openxmlformats.org/presentationml/2006/main">
  <p:tag name="AS_UNIQUEID" val="2138"/>
</p:tagLst>
</file>

<file path=ppt/tags/tag611.xml><?xml version="1.0" encoding="utf-8"?>
<p:tagLst xmlns:a="http://schemas.openxmlformats.org/drawingml/2006/main" xmlns:r="http://schemas.openxmlformats.org/officeDocument/2006/relationships" xmlns:p="http://schemas.openxmlformats.org/presentationml/2006/main">
  <p:tag name="AS_UNIQUEID" val="2139"/>
</p:tagLst>
</file>

<file path=ppt/tags/tag612.xml><?xml version="1.0" encoding="utf-8"?>
<p:tagLst xmlns:a="http://schemas.openxmlformats.org/drawingml/2006/main" xmlns:r="http://schemas.openxmlformats.org/officeDocument/2006/relationships" xmlns:p="http://schemas.openxmlformats.org/presentationml/2006/main">
  <p:tag name="AS_UNIQUEID" val="2140"/>
</p:tagLst>
</file>

<file path=ppt/tags/tag613.xml><?xml version="1.0" encoding="utf-8"?>
<p:tagLst xmlns:a="http://schemas.openxmlformats.org/drawingml/2006/main" xmlns:r="http://schemas.openxmlformats.org/officeDocument/2006/relationships" xmlns:p="http://schemas.openxmlformats.org/presentationml/2006/main">
  <p:tag name="AS_UNIQUEID" val="2142"/>
</p:tagLst>
</file>

<file path=ppt/tags/tag614.xml><?xml version="1.0" encoding="utf-8"?>
<p:tagLst xmlns:a="http://schemas.openxmlformats.org/drawingml/2006/main" xmlns:r="http://schemas.openxmlformats.org/officeDocument/2006/relationships" xmlns:p="http://schemas.openxmlformats.org/presentationml/2006/main">
  <p:tag name="AS_UNIQUEID" val="2143"/>
</p:tagLst>
</file>

<file path=ppt/tags/tag615.xml><?xml version="1.0" encoding="utf-8"?>
<p:tagLst xmlns:a="http://schemas.openxmlformats.org/drawingml/2006/main" xmlns:r="http://schemas.openxmlformats.org/officeDocument/2006/relationships" xmlns:p="http://schemas.openxmlformats.org/presentationml/2006/main">
  <p:tag name="AS_UNIQUEID" val="2144"/>
</p:tagLst>
</file>

<file path=ppt/tags/tag616.xml><?xml version="1.0" encoding="utf-8"?>
<p:tagLst xmlns:a="http://schemas.openxmlformats.org/drawingml/2006/main" xmlns:r="http://schemas.openxmlformats.org/officeDocument/2006/relationships" xmlns:p="http://schemas.openxmlformats.org/presentationml/2006/main">
  <p:tag name="AS_UNIQUEID" val="2145"/>
</p:tagLst>
</file>

<file path=ppt/tags/tag617.xml><?xml version="1.0" encoding="utf-8"?>
<p:tagLst xmlns:a="http://schemas.openxmlformats.org/drawingml/2006/main" xmlns:r="http://schemas.openxmlformats.org/officeDocument/2006/relationships" xmlns:p="http://schemas.openxmlformats.org/presentationml/2006/main">
  <p:tag name="AS_UNIQUEID" val="2146"/>
</p:tagLst>
</file>

<file path=ppt/tags/tag618.xml><?xml version="1.0" encoding="utf-8"?>
<p:tagLst xmlns:a="http://schemas.openxmlformats.org/drawingml/2006/main" xmlns:r="http://schemas.openxmlformats.org/officeDocument/2006/relationships" xmlns:p="http://schemas.openxmlformats.org/presentationml/2006/main">
  <p:tag name="AS_UNIQUEID" val="2149"/>
</p:tagLst>
</file>

<file path=ppt/tags/tag619.xml><?xml version="1.0" encoding="utf-8"?>
<p:tagLst xmlns:a="http://schemas.openxmlformats.org/drawingml/2006/main" xmlns:r="http://schemas.openxmlformats.org/officeDocument/2006/relationships" xmlns:p="http://schemas.openxmlformats.org/presentationml/2006/main">
  <p:tag name="AS_UNIQUEID" val="2150"/>
</p:tagLst>
</file>

<file path=ppt/tags/tag620.xml><?xml version="1.0" encoding="utf-8"?>
<p:tagLst xmlns:a="http://schemas.openxmlformats.org/drawingml/2006/main" xmlns:r="http://schemas.openxmlformats.org/officeDocument/2006/relationships" xmlns:p="http://schemas.openxmlformats.org/presentationml/2006/main">
  <p:tag name="AS_UNIQUEID" val="2151"/>
</p:tagLst>
</file>

<file path=ppt/tags/tag621.xml><?xml version="1.0" encoding="utf-8"?>
<p:tagLst xmlns:a="http://schemas.openxmlformats.org/drawingml/2006/main" xmlns:r="http://schemas.openxmlformats.org/officeDocument/2006/relationships" xmlns:p="http://schemas.openxmlformats.org/presentationml/2006/main">
  <p:tag name="AS_UNIQUEID" val="2147"/>
</p:tagLst>
</file>

<file path=ppt/tags/tag622.xml><?xml version="1.0" encoding="utf-8"?>
<p:tagLst xmlns:a="http://schemas.openxmlformats.org/drawingml/2006/main" xmlns:r="http://schemas.openxmlformats.org/officeDocument/2006/relationships" xmlns:p="http://schemas.openxmlformats.org/presentationml/2006/main">
  <p:tag name="AS_UNIQUEID" val="2148"/>
</p:tagLst>
</file>

<file path=ppt/tags/tag623.xml><?xml version="1.0" encoding="utf-8"?>
<p:tagLst xmlns:a="http://schemas.openxmlformats.org/drawingml/2006/main" xmlns:r="http://schemas.openxmlformats.org/officeDocument/2006/relationships" xmlns:p="http://schemas.openxmlformats.org/presentationml/2006/main">
  <p:tag name="AS_UNIQUEID" val="2153"/>
</p:tagLst>
</file>

<file path=ppt/tags/tag624.xml><?xml version="1.0" encoding="utf-8"?>
<p:tagLst xmlns:a="http://schemas.openxmlformats.org/drawingml/2006/main" xmlns:r="http://schemas.openxmlformats.org/officeDocument/2006/relationships" xmlns:p="http://schemas.openxmlformats.org/presentationml/2006/main">
  <p:tag name="AS_UNIQUEID" val="2154"/>
</p:tagLst>
</file>

<file path=ppt/tags/tag625.xml><?xml version="1.0" encoding="utf-8"?>
<p:tagLst xmlns:a="http://schemas.openxmlformats.org/drawingml/2006/main" xmlns:r="http://schemas.openxmlformats.org/officeDocument/2006/relationships" xmlns:p="http://schemas.openxmlformats.org/presentationml/2006/main">
  <p:tag name="AS_UNIQUEID" val="2155"/>
</p:tagLst>
</file>

<file path=ppt/tags/tag626.xml><?xml version="1.0" encoding="utf-8"?>
<p:tagLst xmlns:a="http://schemas.openxmlformats.org/drawingml/2006/main" xmlns:r="http://schemas.openxmlformats.org/officeDocument/2006/relationships" xmlns:p="http://schemas.openxmlformats.org/presentationml/2006/main">
  <p:tag name="AS_UNIQUEID" val="2156"/>
</p:tagLst>
</file>

<file path=ppt/tags/tag627.xml><?xml version="1.0" encoding="utf-8"?>
<p:tagLst xmlns:a="http://schemas.openxmlformats.org/drawingml/2006/main" xmlns:r="http://schemas.openxmlformats.org/officeDocument/2006/relationships" xmlns:p="http://schemas.openxmlformats.org/presentationml/2006/main">
  <p:tag name="AS_UNIQUEID" val="2159"/>
</p:tagLst>
</file>

<file path=ppt/tags/tag628.xml><?xml version="1.0" encoding="utf-8"?>
<p:tagLst xmlns:a="http://schemas.openxmlformats.org/drawingml/2006/main" xmlns:r="http://schemas.openxmlformats.org/officeDocument/2006/relationships" xmlns:p="http://schemas.openxmlformats.org/presentationml/2006/main">
  <p:tag name="AS_UNIQUEID" val="2164"/>
</p:tagLst>
</file>

<file path=ppt/tags/tag629.xml><?xml version="1.0" encoding="utf-8"?>
<p:tagLst xmlns:a="http://schemas.openxmlformats.org/drawingml/2006/main" xmlns:r="http://schemas.openxmlformats.org/officeDocument/2006/relationships" xmlns:p="http://schemas.openxmlformats.org/presentationml/2006/main">
  <p:tag name="AS_UNIQUEID" val="2165"/>
</p:tagLst>
</file>

<file path=ppt/tags/tag630.xml><?xml version="1.0" encoding="utf-8"?>
<p:tagLst xmlns:a="http://schemas.openxmlformats.org/drawingml/2006/main" xmlns:r="http://schemas.openxmlformats.org/officeDocument/2006/relationships" xmlns:p="http://schemas.openxmlformats.org/presentationml/2006/main">
  <p:tag name="AS_UNIQUEID" val="2166"/>
</p:tagLst>
</file>

<file path=ppt/tags/tag631.xml><?xml version="1.0" encoding="utf-8"?>
<p:tagLst xmlns:a="http://schemas.openxmlformats.org/drawingml/2006/main" xmlns:r="http://schemas.openxmlformats.org/officeDocument/2006/relationships" xmlns:p="http://schemas.openxmlformats.org/presentationml/2006/main">
  <p:tag name="AS_UNIQUEID" val="148"/>
</p:tagLst>
</file>

<file path=ppt/tags/tag632.xml><?xml version="1.0" encoding="utf-8"?>
<p:tagLst xmlns:a="http://schemas.openxmlformats.org/drawingml/2006/main" xmlns:r="http://schemas.openxmlformats.org/officeDocument/2006/relationships" xmlns:p="http://schemas.openxmlformats.org/presentationml/2006/main">
  <p:tag name="AS_UNIQUEID" val="2167"/>
</p:tagLst>
</file>

<file path=ppt/tags/tag633.xml><?xml version="1.0" encoding="utf-8"?>
<p:tagLst xmlns:a="http://schemas.openxmlformats.org/drawingml/2006/main" xmlns:r="http://schemas.openxmlformats.org/officeDocument/2006/relationships" xmlns:p="http://schemas.openxmlformats.org/presentationml/2006/main">
  <p:tag name="AS_UNIQUEID" val="2168"/>
</p:tagLst>
</file>

<file path=ppt/tags/tag634.xml><?xml version="1.0" encoding="utf-8"?>
<p:tagLst xmlns:a="http://schemas.openxmlformats.org/drawingml/2006/main" xmlns:r="http://schemas.openxmlformats.org/officeDocument/2006/relationships" xmlns:p="http://schemas.openxmlformats.org/presentationml/2006/main">
  <p:tag name="AS_UNIQUEID" val="2169"/>
</p:tagLst>
</file>

<file path=ppt/tags/tag635.xml><?xml version="1.0" encoding="utf-8"?>
<p:tagLst xmlns:a="http://schemas.openxmlformats.org/drawingml/2006/main" xmlns:r="http://schemas.openxmlformats.org/officeDocument/2006/relationships" xmlns:p="http://schemas.openxmlformats.org/presentationml/2006/main">
  <p:tag name="AS_UNIQUEID" val="2170"/>
</p:tagLst>
</file>

<file path=ppt/tags/tag636.xml><?xml version="1.0" encoding="utf-8"?>
<p:tagLst xmlns:a="http://schemas.openxmlformats.org/drawingml/2006/main" xmlns:r="http://schemas.openxmlformats.org/officeDocument/2006/relationships" xmlns:p="http://schemas.openxmlformats.org/presentationml/2006/main">
  <p:tag name="AS_UNIQUEID" val="2160"/>
</p:tagLst>
</file>

<file path=ppt/tags/tag637.xml><?xml version="1.0" encoding="utf-8"?>
<p:tagLst xmlns:a="http://schemas.openxmlformats.org/drawingml/2006/main" xmlns:r="http://schemas.openxmlformats.org/officeDocument/2006/relationships" xmlns:p="http://schemas.openxmlformats.org/presentationml/2006/main">
  <p:tag name="AS_UNIQUEID" val="2163"/>
</p:tagLst>
</file>

<file path=ppt/tags/tag638.xml><?xml version="1.0" encoding="utf-8"?>
<p:tagLst xmlns:a="http://schemas.openxmlformats.org/drawingml/2006/main" xmlns:r="http://schemas.openxmlformats.org/officeDocument/2006/relationships" xmlns:p="http://schemas.openxmlformats.org/presentationml/2006/main">
  <p:tag name="AS_UNIQUEID" val="2161"/>
</p:tagLst>
</file>

<file path=ppt/tags/tag639.xml><?xml version="1.0" encoding="utf-8"?>
<p:tagLst xmlns:a="http://schemas.openxmlformats.org/drawingml/2006/main" xmlns:r="http://schemas.openxmlformats.org/officeDocument/2006/relationships" xmlns:p="http://schemas.openxmlformats.org/presentationml/2006/main">
  <p:tag name="AS_UNIQUEID" val="2162"/>
</p:tagLst>
</file>

<file path=ppt/tags/tag640.xml><?xml version="1.0" encoding="utf-8"?>
<p:tagLst xmlns:a="http://schemas.openxmlformats.org/drawingml/2006/main" xmlns:r="http://schemas.openxmlformats.org/officeDocument/2006/relationships" xmlns:p="http://schemas.openxmlformats.org/presentationml/2006/main">
  <p:tag name="AS_UNIQUEID" val="2157"/>
</p:tagLst>
</file>

<file path=ppt/tags/tag641.xml><?xml version="1.0" encoding="utf-8"?>
<p:tagLst xmlns:a="http://schemas.openxmlformats.org/drawingml/2006/main" xmlns:r="http://schemas.openxmlformats.org/officeDocument/2006/relationships" xmlns:p="http://schemas.openxmlformats.org/presentationml/2006/main">
  <p:tag name="AS_UNIQUEID" val="2158"/>
</p:tagLst>
</file>

<file path=ppt/tags/tag642.xml><?xml version="1.0" encoding="utf-8"?>
<p:tagLst xmlns:a="http://schemas.openxmlformats.org/drawingml/2006/main" xmlns:r="http://schemas.openxmlformats.org/officeDocument/2006/relationships" xmlns:p="http://schemas.openxmlformats.org/presentationml/2006/main">
  <p:tag name="AS_UNIQUEID" val="2172"/>
</p:tagLst>
</file>

<file path=ppt/tags/tag643.xml><?xml version="1.0" encoding="utf-8"?>
<p:tagLst xmlns:a="http://schemas.openxmlformats.org/drawingml/2006/main" xmlns:r="http://schemas.openxmlformats.org/officeDocument/2006/relationships" xmlns:p="http://schemas.openxmlformats.org/presentationml/2006/main">
  <p:tag name="AS_UNIQUEID" val="2173"/>
</p:tagLst>
</file>

<file path=ppt/tags/tag644.xml><?xml version="1.0" encoding="utf-8"?>
<p:tagLst xmlns:a="http://schemas.openxmlformats.org/drawingml/2006/main" xmlns:r="http://schemas.openxmlformats.org/officeDocument/2006/relationships" xmlns:p="http://schemas.openxmlformats.org/presentationml/2006/main">
  <p:tag name="AS_UNIQUEID" val="2176"/>
</p:tagLst>
</file>

<file path=ppt/tags/tag645.xml><?xml version="1.0" encoding="utf-8"?>
<p:tagLst xmlns:a="http://schemas.openxmlformats.org/drawingml/2006/main" xmlns:r="http://schemas.openxmlformats.org/officeDocument/2006/relationships" xmlns:p="http://schemas.openxmlformats.org/presentationml/2006/main">
  <p:tag name="AS_UNIQUEID" val="2177"/>
</p:tagLst>
</file>

<file path=ppt/tags/tag646.xml><?xml version="1.0" encoding="utf-8"?>
<p:tagLst xmlns:a="http://schemas.openxmlformats.org/drawingml/2006/main" xmlns:r="http://schemas.openxmlformats.org/officeDocument/2006/relationships" xmlns:p="http://schemas.openxmlformats.org/presentationml/2006/main">
  <p:tag name="AS_UNIQUEID" val="2178"/>
</p:tagLst>
</file>

<file path=ppt/tags/tag647.xml><?xml version="1.0" encoding="utf-8"?>
<p:tagLst xmlns:a="http://schemas.openxmlformats.org/drawingml/2006/main" xmlns:r="http://schemas.openxmlformats.org/officeDocument/2006/relationships" xmlns:p="http://schemas.openxmlformats.org/presentationml/2006/main">
  <p:tag name="AS_UNIQUEID" val="2179"/>
</p:tagLst>
</file>

<file path=ppt/tags/tag648.xml><?xml version="1.0" encoding="utf-8"?>
<p:tagLst xmlns:a="http://schemas.openxmlformats.org/drawingml/2006/main" xmlns:r="http://schemas.openxmlformats.org/officeDocument/2006/relationships" xmlns:p="http://schemas.openxmlformats.org/presentationml/2006/main">
  <p:tag name="AS_UNIQUEID" val="2182"/>
</p:tagLst>
</file>

<file path=ppt/tags/tag649.xml><?xml version="1.0" encoding="utf-8"?>
<p:tagLst xmlns:a="http://schemas.openxmlformats.org/drawingml/2006/main" xmlns:r="http://schemas.openxmlformats.org/officeDocument/2006/relationships" xmlns:p="http://schemas.openxmlformats.org/presentationml/2006/main">
  <p:tag name="AS_UNIQUEID" val="2183"/>
</p:tagLst>
</file>

<file path=ppt/tags/tag650.xml><?xml version="1.0" encoding="utf-8"?>
<p:tagLst xmlns:a="http://schemas.openxmlformats.org/drawingml/2006/main" xmlns:r="http://schemas.openxmlformats.org/officeDocument/2006/relationships" xmlns:p="http://schemas.openxmlformats.org/presentationml/2006/main">
  <p:tag name="AS_UNIQUEID" val="2186"/>
</p:tagLst>
</file>

<file path=ppt/tags/tag651.xml><?xml version="1.0" encoding="utf-8"?>
<p:tagLst xmlns:a="http://schemas.openxmlformats.org/drawingml/2006/main" xmlns:r="http://schemas.openxmlformats.org/officeDocument/2006/relationships" xmlns:p="http://schemas.openxmlformats.org/presentationml/2006/main">
  <p:tag name="AS_UNIQUEID" val="2184"/>
</p:tagLst>
</file>

<file path=ppt/tags/tag652.xml><?xml version="1.0" encoding="utf-8"?>
<p:tagLst xmlns:a="http://schemas.openxmlformats.org/drawingml/2006/main" xmlns:r="http://schemas.openxmlformats.org/officeDocument/2006/relationships" xmlns:p="http://schemas.openxmlformats.org/presentationml/2006/main">
  <p:tag name="AS_UNIQUEID" val="2185"/>
</p:tagLst>
</file>

<file path=ppt/tags/tag653.xml><?xml version="1.0" encoding="utf-8"?>
<p:tagLst xmlns:a="http://schemas.openxmlformats.org/drawingml/2006/main" xmlns:r="http://schemas.openxmlformats.org/officeDocument/2006/relationships" xmlns:p="http://schemas.openxmlformats.org/presentationml/2006/main">
  <p:tag name="AS_UNIQUEID" val="2180"/>
</p:tagLst>
</file>

<file path=ppt/tags/tag654.xml><?xml version="1.0" encoding="utf-8"?>
<p:tagLst xmlns:a="http://schemas.openxmlformats.org/drawingml/2006/main" xmlns:r="http://schemas.openxmlformats.org/officeDocument/2006/relationships" xmlns:p="http://schemas.openxmlformats.org/presentationml/2006/main">
  <p:tag name="AS_UNIQUEID" val="2181"/>
</p:tagLst>
</file>

<file path=ppt/tags/tag655.xml><?xml version="1.0" encoding="utf-8"?>
<p:tagLst xmlns:a="http://schemas.openxmlformats.org/drawingml/2006/main" xmlns:r="http://schemas.openxmlformats.org/officeDocument/2006/relationships" xmlns:p="http://schemas.openxmlformats.org/presentationml/2006/main">
  <p:tag name="AS_UNIQUEID" val="2174"/>
</p:tagLst>
</file>

<file path=ppt/tags/tag656.xml><?xml version="1.0" encoding="utf-8"?>
<p:tagLst xmlns:a="http://schemas.openxmlformats.org/drawingml/2006/main" xmlns:r="http://schemas.openxmlformats.org/officeDocument/2006/relationships" xmlns:p="http://schemas.openxmlformats.org/presentationml/2006/main">
  <p:tag name="AS_UNIQUEID" val="2175"/>
</p:tagLst>
</file>

<file path=ppt/tags/tag657.xml><?xml version="1.0" encoding="utf-8"?>
<p:tagLst xmlns:a="http://schemas.openxmlformats.org/drawingml/2006/main" xmlns:r="http://schemas.openxmlformats.org/officeDocument/2006/relationships" xmlns:p="http://schemas.openxmlformats.org/presentationml/2006/main">
  <p:tag name="AS_UNIQUEID" val="2188"/>
</p:tagLst>
</file>

<file path=ppt/tags/tag658.xml><?xml version="1.0" encoding="utf-8"?>
<p:tagLst xmlns:a="http://schemas.openxmlformats.org/drawingml/2006/main" xmlns:r="http://schemas.openxmlformats.org/officeDocument/2006/relationships" xmlns:p="http://schemas.openxmlformats.org/presentationml/2006/main">
  <p:tag name="AS_UNIQUEID" val="2189"/>
</p:tagLst>
</file>

<file path=ppt/tags/tag659.xml><?xml version="1.0" encoding="utf-8"?>
<p:tagLst xmlns:a="http://schemas.openxmlformats.org/drawingml/2006/main" xmlns:r="http://schemas.openxmlformats.org/officeDocument/2006/relationships" xmlns:p="http://schemas.openxmlformats.org/presentationml/2006/main">
  <p:tag name="AS_UNIQUEID" val="2190"/>
</p:tagLst>
</file>

<file path=ppt/tags/tag660.xml><?xml version="1.0" encoding="utf-8"?>
<p:tagLst xmlns:a="http://schemas.openxmlformats.org/drawingml/2006/main" xmlns:r="http://schemas.openxmlformats.org/officeDocument/2006/relationships" xmlns:p="http://schemas.openxmlformats.org/presentationml/2006/main">
  <p:tag name="AS_UNIQUEID" val="2191"/>
</p:tagLst>
</file>

<file path=ppt/tags/tag661.xml><?xml version="1.0" encoding="utf-8"?>
<p:tagLst xmlns:a="http://schemas.openxmlformats.org/drawingml/2006/main" xmlns:r="http://schemas.openxmlformats.org/officeDocument/2006/relationships" xmlns:p="http://schemas.openxmlformats.org/presentationml/2006/main">
  <p:tag name="AS_UNIQUEID" val="2192"/>
</p:tagLst>
</file>

<file path=ppt/tags/tag662.xml><?xml version="1.0" encoding="utf-8"?>
<p:tagLst xmlns:a="http://schemas.openxmlformats.org/drawingml/2006/main" xmlns:r="http://schemas.openxmlformats.org/officeDocument/2006/relationships" xmlns:p="http://schemas.openxmlformats.org/presentationml/2006/main">
  <p:tag name="AS_UNIQUEID" val="2193"/>
</p:tagLst>
</file>

<file path=ppt/tags/tag663.xml><?xml version="1.0" encoding="utf-8"?>
<p:tagLst xmlns:a="http://schemas.openxmlformats.org/drawingml/2006/main" xmlns:r="http://schemas.openxmlformats.org/officeDocument/2006/relationships" xmlns:p="http://schemas.openxmlformats.org/presentationml/2006/main">
  <p:tag name="AS_UNIQUEID" val="2194"/>
</p:tagLst>
</file>

<file path=ppt/tags/tag664.xml><?xml version="1.0" encoding="utf-8"?>
<p:tagLst xmlns:a="http://schemas.openxmlformats.org/drawingml/2006/main" xmlns:r="http://schemas.openxmlformats.org/officeDocument/2006/relationships" xmlns:p="http://schemas.openxmlformats.org/presentationml/2006/main">
  <p:tag name="AS_UNIQUEID" val="2197"/>
</p:tagLst>
</file>

<file path=ppt/tags/tag665.xml><?xml version="1.0" encoding="utf-8"?>
<p:tagLst xmlns:a="http://schemas.openxmlformats.org/drawingml/2006/main" xmlns:r="http://schemas.openxmlformats.org/officeDocument/2006/relationships" xmlns:p="http://schemas.openxmlformats.org/presentationml/2006/main">
  <p:tag name="AS_UNIQUEID" val="2200"/>
</p:tagLst>
</file>

<file path=ppt/tags/tag666.xml><?xml version="1.0" encoding="utf-8"?>
<p:tagLst xmlns:a="http://schemas.openxmlformats.org/drawingml/2006/main" xmlns:r="http://schemas.openxmlformats.org/officeDocument/2006/relationships" xmlns:p="http://schemas.openxmlformats.org/presentationml/2006/main">
  <p:tag name="AS_UNIQUEID" val="2201"/>
</p:tagLst>
</file>

<file path=ppt/tags/tag667.xml><?xml version="1.0" encoding="utf-8"?>
<p:tagLst xmlns:a="http://schemas.openxmlformats.org/drawingml/2006/main" xmlns:r="http://schemas.openxmlformats.org/officeDocument/2006/relationships" xmlns:p="http://schemas.openxmlformats.org/presentationml/2006/main">
  <p:tag name="AS_UNIQUEID" val="2204"/>
</p:tagLst>
</file>

<file path=ppt/tags/tag668.xml><?xml version="1.0" encoding="utf-8"?>
<p:tagLst xmlns:a="http://schemas.openxmlformats.org/drawingml/2006/main" xmlns:r="http://schemas.openxmlformats.org/officeDocument/2006/relationships" xmlns:p="http://schemas.openxmlformats.org/presentationml/2006/main">
  <p:tag name="AS_UNIQUEID" val="2202"/>
</p:tagLst>
</file>

<file path=ppt/tags/tag669.xml><?xml version="1.0" encoding="utf-8"?>
<p:tagLst xmlns:a="http://schemas.openxmlformats.org/drawingml/2006/main" xmlns:r="http://schemas.openxmlformats.org/officeDocument/2006/relationships" xmlns:p="http://schemas.openxmlformats.org/presentationml/2006/main">
  <p:tag name="AS_UNIQUEID" val="2203"/>
</p:tagLst>
</file>

<file path=ppt/tags/tag670.xml><?xml version="1.0" encoding="utf-8"?>
<p:tagLst xmlns:a="http://schemas.openxmlformats.org/drawingml/2006/main" xmlns:r="http://schemas.openxmlformats.org/officeDocument/2006/relationships" xmlns:p="http://schemas.openxmlformats.org/presentationml/2006/main">
  <p:tag name="AS_UNIQUEID" val="2198"/>
</p:tagLst>
</file>

<file path=ppt/tags/tag671.xml><?xml version="1.0" encoding="utf-8"?>
<p:tagLst xmlns:a="http://schemas.openxmlformats.org/drawingml/2006/main" xmlns:r="http://schemas.openxmlformats.org/officeDocument/2006/relationships" xmlns:p="http://schemas.openxmlformats.org/presentationml/2006/main">
  <p:tag name="AS_UNIQUEID" val="2199"/>
</p:tagLst>
</file>

<file path=ppt/tags/tag672.xml><?xml version="1.0" encoding="utf-8"?>
<p:tagLst xmlns:a="http://schemas.openxmlformats.org/drawingml/2006/main" xmlns:r="http://schemas.openxmlformats.org/officeDocument/2006/relationships" xmlns:p="http://schemas.openxmlformats.org/presentationml/2006/main">
  <p:tag name="AS_UNIQUEID" val="2195"/>
</p:tagLst>
</file>

<file path=ppt/tags/tag673.xml><?xml version="1.0" encoding="utf-8"?>
<p:tagLst xmlns:a="http://schemas.openxmlformats.org/drawingml/2006/main" xmlns:r="http://schemas.openxmlformats.org/officeDocument/2006/relationships" xmlns:p="http://schemas.openxmlformats.org/presentationml/2006/main">
  <p:tag name="AS_UNIQUEID" val="2196"/>
</p:tagLst>
</file>

<file path=ppt/tags/tag674.xml><?xml version="1.0" encoding="utf-8"?>
<p:tagLst xmlns:a="http://schemas.openxmlformats.org/drawingml/2006/main" xmlns:r="http://schemas.openxmlformats.org/officeDocument/2006/relationships" xmlns:p="http://schemas.openxmlformats.org/presentationml/2006/main">
  <p:tag name="AS_UNIQUEID" val="2206"/>
</p:tagLst>
</file>

<file path=ppt/tags/tag675.xml><?xml version="1.0" encoding="utf-8"?>
<p:tagLst xmlns:a="http://schemas.openxmlformats.org/drawingml/2006/main" xmlns:r="http://schemas.openxmlformats.org/officeDocument/2006/relationships" xmlns:p="http://schemas.openxmlformats.org/presentationml/2006/main">
  <p:tag name="AS_UNIQUEID" val="2207"/>
</p:tagLst>
</file>

<file path=ppt/tags/tag676.xml><?xml version="1.0" encoding="utf-8"?>
<p:tagLst xmlns:a="http://schemas.openxmlformats.org/drawingml/2006/main" xmlns:r="http://schemas.openxmlformats.org/officeDocument/2006/relationships" xmlns:p="http://schemas.openxmlformats.org/presentationml/2006/main">
  <p:tag name="AS_UNIQUEID" val="2208"/>
</p:tagLst>
</file>

<file path=ppt/tags/tag677.xml><?xml version="1.0" encoding="utf-8"?>
<p:tagLst xmlns:a="http://schemas.openxmlformats.org/drawingml/2006/main" xmlns:r="http://schemas.openxmlformats.org/officeDocument/2006/relationships" xmlns:p="http://schemas.openxmlformats.org/presentationml/2006/main">
  <p:tag name="AS_UNIQUEID" val="2209"/>
</p:tagLst>
</file>

<file path=ppt/tags/tag678.xml><?xml version="1.0" encoding="utf-8"?>
<p:tagLst xmlns:a="http://schemas.openxmlformats.org/drawingml/2006/main" xmlns:r="http://schemas.openxmlformats.org/officeDocument/2006/relationships" xmlns:p="http://schemas.openxmlformats.org/presentationml/2006/main">
  <p:tag name="AS_UNIQUEID" val="2210"/>
</p:tagLst>
</file>

<file path=ppt/tags/tag679.xml><?xml version="1.0" encoding="utf-8"?>
<p:tagLst xmlns:a="http://schemas.openxmlformats.org/drawingml/2006/main" xmlns:r="http://schemas.openxmlformats.org/officeDocument/2006/relationships" xmlns:p="http://schemas.openxmlformats.org/presentationml/2006/main">
  <p:tag name="AS_UNIQUEID" val="2213"/>
</p:tagLst>
</file>

<file path=ppt/tags/tag680.xml><?xml version="1.0" encoding="utf-8"?>
<p:tagLst xmlns:a="http://schemas.openxmlformats.org/drawingml/2006/main" xmlns:r="http://schemas.openxmlformats.org/officeDocument/2006/relationships" xmlns:p="http://schemas.openxmlformats.org/presentationml/2006/main">
  <p:tag name="AS_UNIQUEID" val="2216"/>
</p:tagLst>
</file>

<file path=ppt/tags/tag681.xml><?xml version="1.0" encoding="utf-8"?>
<p:tagLst xmlns:a="http://schemas.openxmlformats.org/drawingml/2006/main" xmlns:r="http://schemas.openxmlformats.org/officeDocument/2006/relationships" xmlns:p="http://schemas.openxmlformats.org/presentationml/2006/main">
  <p:tag name="AS_UNIQUEID" val="2217"/>
</p:tagLst>
</file>

<file path=ppt/tags/tag682.xml><?xml version="1.0" encoding="utf-8"?>
<p:tagLst xmlns:a="http://schemas.openxmlformats.org/drawingml/2006/main" xmlns:r="http://schemas.openxmlformats.org/officeDocument/2006/relationships" xmlns:p="http://schemas.openxmlformats.org/presentationml/2006/main">
  <p:tag name="AS_UNIQUEID" val="2220"/>
</p:tagLst>
</file>

<file path=ppt/tags/tag683.xml><?xml version="1.0" encoding="utf-8"?>
<p:tagLst xmlns:a="http://schemas.openxmlformats.org/drawingml/2006/main" xmlns:r="http://schemas.openxmlformats.org/officeDocument/2006/relationships" xmlns:p="http://schemas.openxmlformats.org/presentationml/2006/main">
  <p:tag name="AS_UNIQUEID" val="2218"/>
</p:tagLst>
</file>

<file path=ppt/tags/tag684.xml><?xml version="1.0" encoding="utf-8"?>
<p:tagLst xmlns:a="http://schemas.openxmlformats.org/drawingml/2006/main" xmlns:r="http://schemas.openxmlformats.org/officeDocument/2006/relationships" xmlns:p="http://schemas.openxmlformats.org/presentationml/2006/main">
  <p:tag name="AS_UNIQUEID" val="2219"/>
</p:tagLst>
</file>

<file path=ppt/tags/tag685.xml><?xml version="1.0" encoding="utf-8"?>
<p:tagLst xmlns:a="http://schemas.openxmlformats.org/drawingml/2006/main" xmlns:r="http://schemas.openxmlformats.org/officeDocument/2006/relationships" xmlns:p="http://schemas.openxmlformats.org/presentationml/2006/main">
  <p:tag name="AS_UNIQUEID" val="2214"/>
</p:tagLst>
</file>

<file path=ppt/tags/tag686.xml><?xml version="1.0" encoding="utf-8"?>
<p:tagLst xmlns:a="http://schemas.openxmlformats.org/drawingml/2006/main" xmlns:r="http://schemas.openxmlformats.org/officeDocument/2006/relationships" xmlns:p="http://schemas.openxmlformats.org/presentationml/2006/main">
  <p:tag name="AS_UNIQUEID" val="2215"/>
</p:tagLst>
</file>

<file path=ppt/tags/tag687.xml><?xml version="1.0" encoding="utf-8"?>
<p:tagLst xmlns:a="http://schemas.openxmlformats.org/drawingml/2006/main" xmlns:r="http://schemas.openxmlformats.org/officeDocument/2006/relationships" xmlns:p="http://schemas.openxmlformats.org/presentationml/2006/main">
  <p:tag name="AS_UNIQUEID" val="2211"/>
</p:tagLst>
</file>

<file path=ppt/tags/tag688.xml><?xml version="1.0" encoding="utf-8"?>
<p:tagLst xmlns:a="http://schemas.openxmlformats.org/drawingml/2006/main" xmlns:r="http://schemas.openxmlformats.org/officeDocument/2006/relationships" xmlns:p="http://schemas.openxmlformats.org/presentationml/2006/main">
  <p:tag name="AS_UNIQUEID" val="2212"/>
</p:tagLst>
</file>

<file path=ppt/tags/tag689.xml><?xml version="1.0" encoding="utf-8"?>
<p:tagLst xmlns:a="http://schemas.openxmlformats.org/drawingml/2006/main" xmlns:r="http://schemas.openxmlformats.org/officeDocument/2006/relationships" xmlns:p="http://schemas.openxmlformats.org/presentationml/2006/main">
  <p:tag name="AS_UNIQUEID" val="2225"/>
</p:tagLst>
</file>

<file path=ppt/tags/tag690.xml><?xml version="1.0" encoding="utf-8"?>
<p:tagLst xmlns:a="http://schemas.openxmlformats.org/drawingml/2006/main" xmlns:r="http://schemas.openxmlformats.org/officeDocument/2006/relationships" xmlns:p="http://schemas.openxmlformats.org/presentationml/2006/main">
  <p:tag name="AS_UNIQUEID" val="2226"/>
</p:tagLst>
</file>

<file path=ppt/tags/tag691.xml><?xml version="1.0" encoding="utf-8"?>
<p:tagLst xmlns:a="http://schemas.openxmlformats.org/drawingml/2006/main" xmlns:r="http://schemas.openxmlformats.org/officeDocument/2006/relationships" xmlns:p="http://schemas.openxmlformats.org/presentationml/2006/main">
  <p:tag name="AS_UNIQUEID" val="2227"/>
</p:tagLst>
</file>

<file path=ppt/tags/tag692.xml><?xml version="1.0" encoding="utf-8"?>
<p:tagLst xmlns:a="http://schemas.openxmlformats.org/drawingml/2006/main" xmlns:r="http://schemas.openxmlformats.org/officeDocument/2006/relationships" xmlns:p="http://schemas.openxmlformats.org/presentationml/2006/main">
  <p:tag name="AS_UNIQUEID" val="2228"/>
</p:tagLst>
</file>

<file path=ppt/tags/tag693.xml><?xml version="1.0" encoding="utf-8"?>
<p:tagLst xmlns:a="http://schemas.openxmlformats.org/drawingml/2006/main" xmlns:r="http://schemas.openxmlformats.org/officeDocument/2006/relationships" xmlns:p="http://schemas.openxmlformats.org/presentationml/2006/main">
  <p:tag name="AS_UNIQUEID" val="2229"/>
</p:tagLst>
</file>

<file path=ppt/tags/tag694.xml><?xml version="1.0" encoding="utf-8"?>
<p:tagLst xmlns:a="http://schemas.openxmlformats.org/drawingml/2006/main" xmlns:r="http://schemas.openxmlformats.org/officeDocument/2006/relationships" xmlns:p="http://schemas.openxmlformats.org/presentationml/2006/main">
  <p:tag name="AS_UNIQUEID" val="2230"/>
</p:tagLst>
</file>

<file path=ppt/tags/tag695.xml><?xml version="1.0" encoding="utf-8"?>
<p:tagLst xmlns:a="http://schemas.openxmlformats.org/drawingml/2006/main" xmlns:r="http://schemas.openxmlformats.org/officeDocument/2006/relationships" xmlns:p="http://schemas.openxmlformats.org/presentationml/2006/main">
  <p:tag name="AS_UNIQUEID" val="2231"/>
</p:tagLst>
</file>

<file path=ppt/tags/tag696.xml><?xml version="1.0" encoding="utf-8"?>
<p:tagLst xmlns:a="http://schemas.openxmlformats.org/drawingml/2006/main" xmlns:r="http://schemas.openxmlformats.org/officeDocument/2006/relationships" xmlns:p="http://schemas.openxmlformats.org/presentationml/2006/main">
  <p:tag name="AS_UNIQUEID" val="2232"/>
</p:tagLst>
</file>

<file path=ppt/tags/tag697.xml><?xml version="1.0" encoding="utf-8"?>
<p:tagLst xmlns:a="http://schemas.openxmlformats.org/drawingml/2006/main" xmlns:r="http://schemas.openxmlformats.org/officeDocument/2006/relationships" xmlns:p="http://schemas.openxmlformats.org/presentationml/2006/main">
  <p:tag name="AS_UNIQUEID" val="2233"/>
</p:tagLst>
</file>

<file path=ppt/tags/tag698.xml><?xml version="1.0" encoding="utf-8"?>
<p:tagLst xmlns:a="http://schemas.openxmlformats.org/drawingml/2006/main" xmlns:r="http://schemas.openxmlformats.org/officeDocument/2006/relationships" xmlns:p="http://schemas.openxmlformats.org/presentationml/2006/main">
  <p:tag name="AS_UNIQUEID" val="2236"/>
</p:tagLst>
</file>

<file path=ppt/tags/tag699.xml><?xml version="1.0" encoding="utf-8"?>
<p:tagLst xmlns:a="http://schemas.openxmlformats.org/drawingml/2006/main" xmlns:r="http://schemas.openxmlformats.org/officeDocument/2006/relationships" xmlns:p="http://schemas.openxmlformats.org/presentationml/2006/main">
  <p:tag name="AS_UNIQUEID" val="2237"/>
</p:tagLst>
</file>

<file path=ppt/tags/tag700.xml><?xml version="1.0" encoding="utf-8"?>
<p:tagLst xmlns:a="http://schemas.openxmlformats.org/drawingml/2006/main" xmlns:r="http://schemas.openxmlformats.org/officeDocument/2006/relationships" xmlns:p="http://schemas.openxmlformats.org/presentationml/2006/main">
  <p:tag name="AS_UNIQUEID" val="2234"/>
</p:tagLst>
</file>

<file path=ppt/tags/tag701.xml><?xml version="1.0" encoding="utf-8"?>
<p:tagLst xmlns:a="http://schemas.openxmlformats.org/drawingml/2006/main" xmlns:r="http://schemas.openxmlformats.org/officeDocument/2006/relationships" xmlns:p="http://schemas.openxmlformats.org/presentationml/2006/main">
  <p:tag name="AS_UNIQUEID" val="2235"/>
</p:tagLst>
</file>

<file path=ppt/tags/tag702.xml><?xml version="1.0" encoding="utf-8"?>
<p:tagLst xmlns:a="http://schemas.openxmlformats.org/drawingml/2006/main" xmlns:r="http://schemas.openxmlformats.org/officeDocument/2006/relationships" xmlns:p="http://schemas.openxmlformats.org/presentationml/2006/main">
  <p:tag name="AS_UNIQUEID" val="2239"/>
</p:tagLst>
</file>

<file path=ppt/tags/tag703.xml><?xml version="1.0" encoding="utf-8"?>
<p:tagLst xmlns:a="http://schemas.openxmlformats.org/drawingml/2006/main" xmlns:r="http://schemas.openxmlformats.org/officeDocument/2006/relationships" xmlns:p="http://schemas.openxmlformats.org/presentationml/2006/main">
  <p:tag name="AS_UNIQUEID" val="2242"/>
</p:tagLst>
</file>

<file path=ppt/tags/tag704.xml><?xml version="1.0" encoding="utf-8"?>
<p:tagLst xmlns:a="http://schemas.openxmlformats.org/drawingml/2006/main" xmlns:r="http://schemas.openxmlformats.org/officeDocument/2006/relationships" xmlns:p="http://schemas.openxmlformats.org/presentationml/2006/main">
  <p:tag name="AS_UNIQUEID" val="2243"/>
</p:tagLst>
</file>

<file path=ppt/tags/tag705.xml><?xml version="1.0" encoding="utf-8"?>
<p:tagLst xmlns:a="http://schemas.openxmlformats.org/drawingml/2006/main" xmlns:r="http://schemas.openxmlformats.org/officeDocument/2006/relationships" xmlns:p="http://schemas.openxmlformats.org/presentationml/2006/main">
  <p:tag name="AS_UNIQUEID" val="2244"/>
</p:tagLst>
</file>

<file path=ppt/tags/tag706.xml><?xml version="1.0" encoding="utf-8"?>
<p:tagLst xmlns:a="http://schemas.openxmlformats.org/drawingml/2006/main" xmlns:r="http://schemas.openxmlformats.org/officeDocument/2006/relationships" xmlns:p="http://schemas.openxmlformats.org/presentationml/2006/main">
  <p:tag name="AS_UNIQUEID" val="2245"/>
</p:tagLst>
</file>

<file path=ppt/tags/tag707.xml><?xml version="1.0" encoding="utf-8"?>
<p:tagLst xmlns:a="http://schemas.openxmlformats.org/drawingml/2006/main" xmlns:r="http://schemas.openxmlformats.org/officeDocument/2006/relationships" xmlns:p="http://schemas.openxmlformats.org/presentationml/2006/main">
  <p:tag name="AS_UNIQUEID" val="2246"/>
</p:tagLst>
</file>

<file path=ppt/tags/tag708.xml><?xml version="1.0" encoding="utf-8"?>
<p:tagLst xmlns:a="http://schemas.openxmlformats.org/drawingml/2006/main" xmlns:r="http://schemas.openxmlformats.org/officeDocument/2006/relationships" xmlns:p="http://schemas.openxmlformats.org/presentationml/2006/main">
  <p:tag name="AS_UNIQUEID" val="2240"/>
</p:tagLst>
</file>

<file path=ppt/tags/tag709.xml><?xml version="1.0" encoding="utf-8"?>
<p:tagLst xmlns:a="http://schemas.openxmlformats.org/drawingml/2006/main" xmlns:r="http://schemas.openxmlformats.org/officeDocument/2006/relationships" xmlns:p="http://schemas.openxmlformats.org/presentationml/2006/main">
  <p:tag name="AS_UNIQUEID" val="2241"/>
</p:tagLst>
</file>

<file path=ppt/tags/tag710.xml><?xml version="1.0" encoding="utf-8"?>
<p:tagLst xmlns:a="http://schemas.openxmlformats.org/drawingml/2006/main" xmlns:r="http://schemas.openxmlformats.org/officeDocument/2006/relationships" xmlns:p="http://schemas.openxmlformats.org/presentationml/2006/main">
  <p:tag name="AS_UNIQUEID" val="2248"/>
</p:tagLst>
</file>

<file path=ppt/tags/tag711.xml><?xml version="1.0" encoding="utf-8"?>
<p:tagLst xmlns:a="http://schemas.openxmlformats.org/drawingml/2006/main" xmlns:r="http://schemas.openxmlformats.org/officeDocument/2006/relationships" xmlns:p="http://schemas.openxmlformats.org/presentationml/2006/main">
  <p:tag name="AS_UNIQUEID" val="2251"/>
</p:tagLst>
</file>

<file path=ppt/tags/tag712.xml><?xml version="1.0" encoding="utf-8"?>
<p:tagLst xmlns:a="http://schemas.openxmlformats.org/drawingml/2006/main" xmlns:r="http://schemas.openxmlformats.org/officeDocument/2006/relationships" xmlns:p="http://schemas.openxmlformats.org/presentationml/2006/main">
  <p:tag name="AS_UNIQUEID" val="2252"/>
</p:tagLst>
</file>

<file path=ppt/tags/tag713.xml><?xml version="1.0" encoding="utf-8"?>
<p:tagLst xmlns:a="http://schemas.openxmlformats.org/drawingml/2006/main" xmlns:r="http://schemas.openxmlformats.org/officeDocument/2006/relationships" xmlns:p="http://schemas.openxmlformats.org/presentationml/2006/main">
  <p:tag name="AS_UNIQUEID" val="2253"/>
</p:tagLst>
</file>

<file path=ppt/tags/tag714.xml><?xml version="1.0" encoding="utf-8"?>
<p:tagLst xmlns:a="http://schemas.openxmlformats.org/drawingml/2006/main" xmlns:r="http://schemas.openxmlformats.org/officeDocument/2006/relationships" xmlns:p="http://schemas.openxmlformats.org/presentationml/2006/main">
  <p:tag name="AS_UNIQUEID" val="2254"/>
</p:tagLst>
</file>

<file path=ppt/tags/tag715.xml><?xml version="1.0" encoding="utf-8"?>
<p:tagLst xmlns:a="http://schemas.openxmlformats.org/drawingml/2006/main" xmlns:r="http://schemas.openxmlformats.org/officeDocument/2006/relationships" xmlns:p="http://schemas.openxmlformats.org/presentationml/2006/main">
  <p:tag name="AS_UNIQUEID" val="2255"/>
</p:tagLst>
</file>

<file path=ppt/tags/tag716.xml><?xml version="1.0" encoding="utf-8"?>
<p:tagLst xmlns:a="http://schemas.openxmlformats.org/drawingml/2006/main" xmlns:r="http://schemas.openxmlformats.org/officeDocument/2006/relationships" xmlns:p="http://schemas.openxmlformats.org/presentationml/2006/main">
  <p:tag name="AS_UNIQUEID" val="2249"/>
</p:tagLst>
</file>

<file path=ppt/tags/tag717.xml><?xml version="1.0" encoding="utf-8"?>
<p:tagLst xmlns:a="http://schemas.openxmlformats.org/drawingml/2006/main" xmlns:r="http://schemas.openxmlformats.org/officeDocument/2006/relationships" xmlns:p="http://schemas.openxmlformats.org/presentationml/2006/main">
  <p:tag name="AS_UNIQUEID" val="2250"/>
</p:tagLst>
</file>

<file path=ppt/tags/tag718.xml><?xml version="1.0" encoding="utf-8"?>
<p:tagLst xmlns:a="http://schemas.openxmlformats.org/drawingml/2006/main" xmlns:r="http://schemas.openxmlformats.org/officeDocument/2006/relationships" xmlns:p="http://schemas.openxmlformats.org/presentationml/2006/main">
  <p:tag name="AS_UNIQUEID" val="2257"/>
</p:tagLst>
</file>

<file path=ppt/tags/tag719.xml><?xml version="1.0" encoding="utf-8"?>
<p:tagLst xmlns:a="http://schemas.openxmlformats.org/drawingml/2006/main" xmlns:r="http://schemas.openxmlformats.org/officeDocument/2006/relationships" xmlns:p="http://schemas.openxmlformats.org/presentationml/2006/main">
  <p:tag name="AS_UNIQUEID" val="2258"/>
</p:tagLst>
</file>

<file path=ppt/tags/tag720.xml><?xml version="1.0" encoding="utf-8"?>
<p:tagLst xmlns:a="http://schemas.openxmlformats.org/drawingml/2006/main" xmlns:r="http://schemas.openxmlformats.org/officeDocument/2006/relationships" xmlns:p="http://schemas.openxmlformats.org/presentationml/2006/main">
  <p:tag name="AS_UNIQUEID" val="2259"/>
</p:tagLst>
</file>

<file path=ppt/tags/tag721.xml><?xml version="1.0" encoding="utf-8"?>
<p:tagLst xmlns:a="http://schemas.openxmlformats.org/drawingml/2006/main" xmlns:r="http://schemas.openxmlformats.org/officeDocument/2006/relationships" xmlns:p="http://schemas.openxmlformats.org/presentationml/2006/main">
  <p:tag name="AS_UNIQUEID" val="2260"/>
</p:tagLst>
</file>

<file path=ppt/tags/tag722.xml><?xml version="1.0" encoding="utf-8"?>
<p:tagLst xmlns:a="http://schemas.openxmlformats.org/drawingml/2006/main" xmlns:r="http://schemas.openxmlformats.org/officeDocument/2006/relationships" xmlns:p="http://schemas.openxmlformats.org/presentationml/2006/main">
  <p:tag name="AS_UNIQUEID" val="2262"/>
</p:tagLst>
</file>

<file path=ppt/tags/tag723.xml><?xml version="1.0" encoding="utf-8"?>
<p:tagLst xmlns:a="http://schemas.openxmlformats.org/drawingml/2006/main" xmlns:r="http://schemas.openxmlformats.org/officeDocument/2006/relationships" xmlns:p="http://schemas.openxmlformats.org/presentationml/2006/main">
  <p:tag name="AS_UNIQUEID" val="2263"/>
</p:tagLst>
</file>

<file path=ppt/tags/tag724.xml><?xml version="1.0" encoding="utf-8"?>
<p:tagLst xmlns:a="http://schemas.openxmlformats.org/drawingml/2006/main" xmlns:r="http://schemas.openxmlformats.org/officeDocument/2006/relationships" xmlns:p="http://schemas.openxmlformats.org/presentationml/2006/main">
  <p:tag name="AS_UNIQUEID" val="2264"/>
</p:tagLst>
</file>

<file path=ppt/tags/tag725.xml><?xml version="1.0" encoding="utf-8"?>
<p:tagLst xmlns:a="http://schemas.openxmlformats.org/drawingml/2006/main" xmlns:r="http://schemas.openxmlformats.org/officeDocument/2006/relationships" xmlns:p="http://schemas.openxmlformats.org/presentationml/2006/main">
  <p:tag name="AS_UNIQUEID" val="2273"/>
</p:tagLst>
</file>

<file path=ppt/tags/tag726.xml><?xml version="1.0" encoding="utf-8"?>
<p:tagLst xmlns:a="http://schemas.openxmlformats.org/drawingml/2006/main" xmlns:r="http://schemas.openxmlformats.org/officeDocument/2006/relationships" xmlns:p="http://schemas.openxmlformats.org/presentationml/2006/main">
  <p:tag name="AS_UNIQUEID" val="2274"/>
</p:tagLst>
</file>

<file path=ppt/tags/tag727.xml><?xml version="1.0" encoding="utf-8"?>
<p:tagLst xmlns:a="http://schemas.openxmlformats.org/drawingml/2006/main" xmlns:r="http://schemas.openxmlformats.org/officeDocument/2006/relationships" xmlns:p="http://schemas.openxmlformats.org/presentationml/2006/main">
  <p:tag name="AS_UNIQUEID" val="2275"/>
</p:tagLst>
</file>

<file path=ppt/tags/tag728.xml><?xml version="1.0" encoding="utf-8"?>
<p:tagLst xmlns:a="http://schemas.openxmlformats.org/drawingml/2006/main" xmlns:r="http://schemas.openxmlformats.org/officeDocument/2006/relationships" xmlns:p="http://schemas.openxmlformats.org/presentationml/2006/main">
  <p:tag name="AS_UNIQUEID" val="2276"/>
</p:tagLst>
</file>

<file path=ppt/tags/tag729.xml><?xml version="1.0" encoding="utf-8"?>
<p:tagLst xmlns:a="http://schemas.openxmlformats.org/drawingml/2006/main" xmlns:r="http://schemas.openxmlformats.org/officeDocument/2006/relationships" xmlns:p="http://schemas.openxmlformats.org/presentationml/2006/main">
  <p:tag name="AS_UNIQUEID" val="2277"/>
</p:tagLst>
</file>

<file path=ppt/tags/tag730.xml><?xml version="1.0" encoding="utf-8"?>
<p:tagLst xmlns:a="http://schemas.openxmlformats.org/drawingml/2006/main" xmlns:r="http://schemas.openxmlformats.org/officeDocument/2006/relationships" xmlns:p="http://schemas.openxmlformats.org/presentationml/2006/main">
  <p:tag name="AS_UNIQUEID" val="2278"/>
</p:tagLst>
</file>

<file path=ppt/tags/tag731.xml><?xml version="1.0" encoding="utf-8"?>
<p:tagLst xmlns:a="http://schemas.openxmlformats.org/drawingml/2006/main" xmlns:r="http://schemas.openxmlformats.org/officeDocument/2006/relationships" xmlns:p="http://schemas.openxmlformats.org/presentationml/2006/main">
  <p:tag name="AS_UNIQUEID" val="2279"/>
</p:tagLst>
</file>

<file path=ppt/tags/tag732.xml><?xml version="1.0" encoding="utf-8"?>
<p:tagLst xmlns:a="http://schemas.openxmlformats.org/drawingml/2006/main" xmlns:r="http://schemas.openxmlformats.org/officeDocument/2006/relationships" xmlns:p="http://schemas.openxmlformats.org/presentationml/2006/main">
  <p:tag name="AS_UNIQUEID" val="2289"/>
</p:tagLst>
</file>

<file path=ppt/tags/tag733.xml><?xml version="1.0" encoding="utf-8"?>
<p:tagLst xmlns:a="http://schemas.openxmlformats.org/drawingml/2006/main" xmlns:r="http://schemas.openxmlformats.org/officeDocument/2006/relationships" xmlns:p="http://schemas.openxmlformats.org/presentationml/2006/main">
  <p:tag name="AS_UNIQUEID" val="2290"/>
</p:tagLst>
</file>

<file path=ppt/tags/tag734.xml><?xml version="1.0" encoding="utf-8"?>
<p:tagLst xmlns:a="http://schemas.openxmlformats.org/drawingml/2006/main" xmlns:r="http://schemas.openxmlformats.org/officeDocument/2006/relationships" xmlns:p="http://schemas.openxmlformats.org/presentationml/2006/main">
  <p:tag name="AS_UNIQUEID" val="2291"/>
</p:tagLst>
</file>

<file path=ppt/tags/tag735.xml><?xml version="1.0" encoding="utf-8"?>
<p:tagLst xmlns:a="http://schemas.openxmlformats.org/drawingml/2006/main" xmlns:r="http://schemas.openxmlformats.org/officeDocument/2006/relationships" xmlns:p="http://schemas.openxmlformats.org/presentationml/2006/main">
  <p:tag name="AS_UNIQUEID" val="2292"/>
</p:tagLst>
</file>

<file path=ppt/tags/tag736.xml><?xml version="1.0" encoding="utf-8"?>
<p:tagLst xmlns:a="http://schemas.openxmlformats.org/drawingml/2006/main" xmlns:r="http://schemas.openxmlformats.org/officeDocument/2006/relationships" xmlns:p="http://schemas.openxmlformats.org/presentationml/2006/main">
  <p:tag name="AS_UNIQUEID" val="2293"/>
</p:tagLst>
</file>

<file path=ppt/tags/tag737.xml><?xml version="1.0" encoding="utf-8"?>
<p:tagLst xmlns:a="http://schemas.openxmlformats.org/drawingml/2006/main" xmlns:r="http://schemas.openxmlformats.org/officeDocument/2006/relationships" xmlns:p="http://schemas.openxmlformats.org/presentationml/2006/main">
  <p:tag name="AS_UNIQUEID" val="2294"/>
</p:tagLst>
</file>

<file path=ppt/tags/tag738.xml><?xml version="1.0" encoding="utf-8"?>
<p:tagLst xmlns:a="http://schemas.openxmlformats.org/drawingml/2006/main" xmlns:r="http://schemas.openxmlformats.org/officeDocument/2006/relationships" xmlns:p="http://schemas.openxmlformats.org/presentationml/2006/main">
  <p:tag name="AS_UNIQUEID" val="2295"/>
</p:tagLst>
</file>

<file path=ppt/tags/tag739.xml><?xml version="1.0" encoding="utf-8"?>
<p:tagLst xmlns:a="http://schemas.openxmlformats.org/drawingml/2006/main" xmlns:r="http://schemas.openxmlformats.org/officeDocument/2006/relationships" xmlns:p="http://schemas.openxmlformats.org/presentationml/2006/main">
  <p:tag name="AS_UNIQUEID" val="2298"/>
</p:tagLst>
</file>

<file path=ppt/tags/tag740.xml><?xml version="1.0" encoding="utf-8"?>
<p:tagLst xmlns:a="http://schemas.openxmlformats.org/drawingml/2006/main" xmlns:r="http://schemas.openxmlformats.org/officeDocument/2006/relationships" xmlns:p="http://schemas.openxmlformats.org/presentationml/2006/main">
  <p:tag name="AS_UNIQUEID" val="2299"/>
</p:tagLst>
</file>

<file path=ppt/tags/tag741.xml><?xml version="1.0" encoding="utf-8"?>
<p:tagLst xmlns:a="http://schemas.openxmlformats.org/drawingml/2006/main" xmlns:r="http://schemas.openxmlformats.org/officeDocument/2006/relationships" xmlns:p="http://schemas.openxmlformats.org/presentationml/2006/main">
  <p:tag name="AS_UNIQUEID" val="2296"/>
</p:tagLst>
</file>

<file path=ppt/tags/tag742.xml><?xml version="1.0" encoding="utf-8"?>
<p:tagLst xmlns:a="http://schemas.openxmlformats.org/drawingml/2006/main" xmlns:r="http://schemas.openxmlformats.org/officeDocument/2006/relationships" xmlns:p="http://schemas.openxmlformats.org/presentationml/2006/main">
  <p:tag name="AS_UNIQUEID" val="2297"/>
</p:tagLst>
</file>

<file path=ppt/tags/tag743.xml><?xml version="1.0" encoding="utf-8"?>
<p:tagLst xmlns:a="http://schemas.openxmlformats.org/drawingml/2006/main" xmlns:r="http://schemas.openxmlformats.org/officeDocument/2006/relationships" xmlns:p="http://schemas.openxmlformats.org/presentationml/2006/main">
  <p:tag name="AS_UNIQUEID" val="2301"/>
</p:tagLst>
</file>

<file path=ppt/tags/tag744.xml><?xml version="1.0" encoding="utf-8"?>
<p:tagLst xmlns:a="http://schemas.openxmlformats.org/drawingml/2006/main" xmlns:r="http://schemas.openxmlformats.org/officeDocument/2006/relationships" xmlns:p="http://schemas.openxmlformats.org/presentationml/2006/main">
  <p:tag name="AS_UNIQUEID" val="2302"/>
</p:tagLst>
</file>

<file path=ppt/tags/tag745.xml><?xml version="1.0" encoding="utf-8"?>
<p:tagLst xmlns:a="http://schemas.openxmlformats.org/drawingml/2006/main" xmlns:r="http://schemas.openxmlformats.org/officeDocument/2006/relationships" xmlns:p="http://schemas.openxmlformats.org/presentationml/2006/main">
  <p:tag name="AS_UNIQUEID" val="2303"/>
</p:tagLst>
</file>

<file path=ppt/tags/tag746.xml><?xml version="1.0" encoding="utf-8"?>
<p:tagLst xmlns:a="http://schemas.openxmlformats.org/drawingml/2006/main" xmlns:r="http://schemas.openxmlformats.org/officeDocument/2006/relationships" xmlns:p="http://schemas.openxmlformats.org/presentationml/2006/main">
  <p:tag name="AS_UNIQUEID" val="2304"/>
</p:tagLst>
</file>

<file path=ppt/tags/tag747.xml><?xml version="1.0" encoding="utf-8"?>
<p:tagLst xmlns:a="http://schemas.openxmlformats.org/drawingml/2006/main" xmlns:r="http://schemas.openxmlformats.org/officeDocument/2006/relationships" xmlns:p="http://schemas.openxmlformats.org/presentationml/2006/main">
  <p:tag name="AS_UNIQUEID" val="2305"/>
</p:tagLst>
</file>

<file path=ppt/tags/tag748.xml><?xml version="1.0" encoding="utf-8"?>
<p:tagLst xmlns:a="http://schemas.openxmlformats.org/drawingml/2006/main" xmlns:r="http://schemas.openxmlformats.org/officeDocument/2006/relationships" xmlns:p="http://schemas.openxmlformats.org/presentationml/2006/main">
  <p:tag name="AS_UNIQUEID" val="2306"/>
</p:tagLst>
</file>

<file path=ppt/tags/tag749.xml><?xml version="1.0" encoding="utf-8"?>
<p:tagLst xmlns:a="http://schemas.openxmlformats.org/drawingml/2006/main" xmlns:r="http://schemas.openxmlformats.org/officeDocument/2006/relationships" xmlns:p="http://schemas.openxmlformats.org/presentationml/2006/main">
  <p:tag name="AS_UNIQUEID" val="2309"/>
</p:tagLst>
</file>

<file path=ppt/tags/tag750.xml><?xml version="1.0" encoding="utf-8"?>
<p:tagLst xmlns:a="http://schemas.openxmlformats.org/drawingml/2006/main" xmlns:r="http://schemas.openxmlformats.org/officeDocument/2006/relationships" xmlns:p="http://schemas.openxmlformats.org/presentationml/2006/main">
  <p:tag name="AS_UNIQUEID" val="2310"/>
</p:tagLst>
</file>

<file path=ppt/tags/tag751.xml><?xml version="1.0" encoding="utf-8"?>
<p:tagLst xmlns:a="http://schemas.openxmlformats.org/drawingml/2006/main" xmlns:r="http://schemas.openxmlformats.org/officeDocument/2006/relationships" xmlns:p="http://schemas.openxmlformats.org/presentationml/2006/main">
  <p:tag name="AS_UNIQUEID" val="2311"/>
</p:tagLst>
</file>

<file path=ppt/tags/tag752.xml><?xml version="1.0" encoding="utf-8"?>
<p:tagLst xmlns:a="http://schemas.openxmlformats.org/drawingml/2006/main" xmlns:r="http://schemas.openxmlformats.org/officeDocument/2006/relationships" xmlns:p="http://schemas.openxmlformats.org/presentationml/2006/main">
  <p:tag name="AS_UNIQUEID" val="2307"/>
</p:tagLst>
</file>

<file path=ppt/tags/tag753.xml><?xml version="1.0" encoding="utf-8"?>
<p:tagLst xmlns:a="http://schemas.openxmlformats.org/drawingml/2006/main" xmlns:r="http://schemas.openxmlformats.org/officeDocument/2006/relationships" xmlns:p="http://schemas.openxmlformats.org/presentationml/2006/main">
  <p:tag name="AS_UNIQUEID" val="2308"/>
</p:tagLst>
</file>

<file path=ppt/tags/tag754.xml><?xml version="1.0" encoding="utf-8"?>
<p:tagLst xmlns:a="http://schemas.openxmlformats.org/drawingml/2006/main" xmlns:r="http://schemas.openxmlformats.org/officeDocument/2006/relationships" xmlns:p="http://schemas.openxmlformats.org/presentationml/2006/main">
  <p:tag name="AS_UNIQUEID" val="2313"/>
</p:tagLst>
</file>

<file path=ppt/tags/tag755.xml><?xml version="1.0" encoding="utf-8"?>
<p:tagLst xmlns:a="http://schemas.openxmlformats.org/drawingml/2006/main" xmlns:r="http://schemas.openxmlformats.org/officeDocument/2006/relationships" xmlns:p="http://schemas.openxmlformats.org/presentationml/2006/main">
  <p:tag name="AS_UNIQUEID" val="2314"/>
</p:tagLst>
</file>

<file path=ppt/tags/tag756.xml><?xml version="1.0" encoding="utf-8"?>
<p:tagLst xmlns:a="http://schemas.openxmlformats.org/drawingml/2006/main" xmlns:r="http://schemas.openxmlformats.org/officeDocument/2006/relationships" xmlns:p="http://schemas.openxmlformats.org/presentationml/2006/main">
  <p:tag name="AS_UNIQUEID" val="2315"/>
</p:tagLst>
</file>

<file path=ppt/tags/tag757.xml><?xml version="1.0" encoding="utf-8"?>
<p:tagLst xmlns:a="http://schemas.openxmlformats.org/drawingml/2006/main" xmlns:r="http://schemas.openxmlformats.org/officeDocument/2006/relationships" xmlns:p="http://schemas.openxmlformats.org/presentationml/2006/main">
  <p:tag name="AS_UNIQUEID" val="2316"/>
</p:tagLst>
</file>

<file path=ppt/tags/tag758.xml><?xml version="1.0" encoding="utf-8"?>
<p:tagLst xmlns:a="http://schemas.openxmlformats.org/drawingml/2006/main" xmlns:r="http://schemas.openxmlformats.org/officeDocument/2006/relationships" xmlns:p="http://schemas.openxmlformats.org/presentationml/2006/main">
  <p:tag name="AS_UNIQUEID" val="2317"/>
</p:tagLst>
</file>

<file path=ppt/tags/tag759.xml><?xml version="1.0" encoding="utf-8"?>
<p:tagLst xmlns:a="http://schemas.openxmlformats.org/drawingml/2006/main" xmlns:r="http://schemas.openxmlformats.org/officeDocument/2006/relationships" xmlns:p="http://schemas.openxmlformats.org/presentationml/2006/main">
  <p:tag name="AS_UNIQUEID" val="2318"/>
</p:tagLst>
</file>

<file path=ppt/tags/tag760.xml><?xml version="1.0" encoding="utf-8"?>
<p:tagLst xmlns:a="http://schemas.openxmlformats.org/drawingml/2006/main" xmlns:r="http://schemas.openxmlformats.org/officeDocument/2006/relationships" xmlns:p="http://schemas.openxmlformats.org/presentationml/2006/main">
  <p:tag name="AS_UNIQUEID" val="2321"/>
</p:tagLst>
</file>

<file path=ppt/tags/tag761.xml><?xml version="1.0" encoding="utf-8"?>
<p:tagLst xmlns:a="http://schemas.openxmlformats.org/drawingml/2006/main" xmlns:r="http://schemas.openxmlformats.org/officeDocument/2006/relationships" xmlns:p="http://schemas.openxmlformats.org/presentationml/2006/main">
  <p:tag name="AS_UNIQUEID" val="2322"/>
</p:tagLst>
</file>

<file path=ppt/tags/tag762.xml><?xml version="1.0" encoding="utf-8"?>
<p:tagLst xmlns:a="http://schemas.openxmlformats.org/drawingml/2006/main" xmlns:r="http://schemas.openxmlformats.org/officeDocument/2006/relationships" xmlns:p="http://schemas.openxmlformats.org/presentationml/2006/main">
  <p:tag name="AS_UNIQUEID" val="2323"/>
</p:tagLst>
</file>

<file path=ppt/tags/tag763.xml><?xml version="1.0" encoding="utf-8"?>
<p:tagLst xmlns:a="http://schemas.openxmlformats.org/drawingml/2006/main" xmlns:r="http://schemas.openxmlformats.org/officeDocument/2006/relationships" xmlns:p="http://schemas.openxmlformats.org/presentationml/2006/main">
  <p:tag name="AS_UNIQUEID" val="2324"/>
</p:tagLst>
</file>

<file path=ppt/tags/tag764.xml><?xml version="1.0" encoding="utf-8"?>
<p:tagLst xmlns:a="http://schemas.openxmlformats.org/drawingml/2006/main" xmlns:r="http://schemas.openxmlformats.org/officeDocument/2006/relationships" xmlns:p="http://schemas.openxmlformats.org/presentationml/2006/main">
  <p:tag name="AS_UNIQUEID" val="2319"/>
</p:tagLst>
</file>

<file path=ppt/tags/tag765.xml><?xml version="1.0" encoding="utf-8"?>
<p:tagLst xmlns:a="http://schemas.openxmlformats.org/drawingml/2006/main" xmlns:r="http://schemas.openxmlformats.org/officeDocument/2006/relationships" xmlns:p="http://schemas.openxmlformats.org/presentationml/2006/main">
  <p:tag name="AS_UNIQUEID" val="2320"/>
</p:tagLst>
</file>

<file path=ppt/tags/tag766.xml><?xml version="1.0" encoding="utf-8"?>
<p:tagLst xmlns:a="http://schemas.openxmlformats.org/drawingml/2006/main" xmlns:r="http://schemas.openxmlformats.org/officeDocument/2006/relationships" xmlns:p="http://schemas.openxmlformats.org/presentationml/2006/main">
  <p:tag name="AS_UNIQUEID" val="2326"/>
</p:tagLst>
</file>

<file path=ppt/tags/tag767.xml><?xml version="1.0" encoding="utf-8"?>
<p:tagLst xmlns:a="http://schemas.openxmlformats.org/drawingml/2006/main" xmlns:r="http://schemas.openxmlformats.org/officeDocument/2006/relationships" xmlns:p="http://schemas.openxmlformats.org/presentationml/2006/main">
  <p:tag name="AS_UNIQUEID" val="2331"/>
</p:tagLst>
</file>

<file path=ppt/tags/tag768.xml><?xml version="1.0" encoding="utf-8"?>
<p:tagLst xmlns:a="http://schemas.openxmlformats.org/drawingml/2006/main" xmlns:r="http://schemas.openxmlformats.org/officeDocument/2006/relationships" xmlns:p="http://schemas.openxmlformats.org/presentationml/2006/main">
  <p:tag name="AS_UNIQUEID" val="2335"/>
</p:tagLst>
</file>

<file path=ppt/tags/tag769.xml><?xml version="1.0" encoding="utf-8"?>
<p:tagLst xmlns:a="http://schemas.openxmlformats.org/drawingml/2006/main" xmlns:r="http://schemas.openxmlformats.org/officeDocument/2006/relationships" xmlns:p="http://schemas.openxmlformats.org/presentationml/2006/main">
  <p:tag name="AS_UNIQUEID" val="2336"/>
</p:tagLst>
</file>

<file path=ppt/tags/tag770.xml><?xml version="1.0" encoding="utf-8"?>
<p:tagLst xmlns:a="http://schemas.openxmlformats.org/drawingml/2006/main" xmlns:r="http://schemas.openxmlformats.org/officeDocument/2006/relationships" xmlns:p="http://schemas.openxmlformats.org/presentationml/2006/main">
  <p:tag name="AS_UNIQUEID" val="2332"/>
</p:tagLst>
</file>

<file path=ppt/tags/tag771.xml><?xml version="1.0" encoding="utf-8"?>
<p:tagLst xmlns:a="http://schemas.openxmlformats.org/drawingml/2006/main" xmlns:r="http://schemas.openxmlformats.org/officeDocument/2006/relationships" xmlns:p="http://schemas.openxmlformats.org/presentationml/2006/main">
  <p:tag name="AS_UNIQUEID" val="2333"/>
</p:tagLst>
</file>

<file path=ppt/tags/tag772.xml><?xml version="1.0" encoding="utf-8"?>
<p:tagLst xmlns:a="http://schemas.openxmlformats.org/drawingml/2006/main" xmlns:r="http://schemas.openxmlformats.org/officeDocument/2006/relationships" xmlns:p="http://schemas.openxmlformats.org/presentationml/2006/main">
  <p:tag name="AS_UNIQUEID" val="2334"/>
</p:tagLst>
</file>

<file path=ppt/tags/tag773.xml><?xml version="1.0" encoding="utf-8"?>
<p:tagLst xmlns:a="http://schemas.openxmlformats.org/drawingml/2006/main" xmlns:r="http://schemas.openxmlformats.org/officeDocument/2006/relationships" xmlns:p="http://schemas.openxmlformats.org/presentationml/2006/main">
  <p:tag name="AS_UNIQUEID" val="2327"/>
</p:tagLst>
</file>

<file path=ppt/tags/tag774.xml><?xml version="1.0" encoding="utf-8"?>
<p:tagLst xmlns:a="http://schemas.openxmlformats.org/drawingml/2006/main" xmlns:r="http://schemas.openxmlformats.org/officeDocument/2006/relationships" xmlns:p="http://schemas.openxmlformats.org/presentationml/2006/main">
  <p:tag name="AS_UNIQUEID" val="2330"/>
</p:tagLst>
</file>

<file path=ppt/tags/tag775.xml><?xml version="1.0" encoding="utf-8"?>
<p:tagLst xmlns:a="http://schemas.openxmlformats.org/drawingml/2006/main" xmlns:r="http://schemas.openxmlformats.org/officeDocument/2006/relationships" xmlns:p="http://schemas.openxmlformats.org/presentationml/2006/main">
  <p:tag name="AS_UNIQUEID" val="2328"/>
</p:tagLst>
</file>

<file path=ppt/tags/tag776.xml><?xml version="1.0" encoding="utf-8"?>
<p:tagLst xmlns:a="http://schemas.openxmlformats.org/drawingml/2006/main" xmlns:r="http://schemas.openxmlformats.org/officeDocument/2006/relationships" xmlns:p="http://schemas.openxmlformats.org/presentationml/2006/main">
  <p:tag name="AS_UNIQUEID" val="2329"/>
</p:tagLst>
</file>

<file path=ppt/tags/tag777.xml><?xml version="1.0" encoding="utf-8"?>
<p:tagLst xmlns:a="http://schemas.openxmlformats.org/drawingml/2006/main" xmlns:r="http://schemas.openxmlformats.org/officeDocument/2006/relationships" xmlns:p="http://schemas.openxmlformats.org/presentationml/2006/main">
  <p:tag name="AS_UNIQUEID" val="224"/>
</p:tagLst>
</file>

<file path=ppt/tags/tag778.xml><?xml version="1.0" encoding="utf-8"?>
<p:tagLst xmlns:a="http://schemas.openxmlformats.org/drawingml/2006/main" xmlns:r="http://schemas.openxmlformats.org/officeDocument/2006/relationships" xmlns:p="http://schemas.openxmlformats.org/presentationml/2006/main">
  <p:tag name="AS_UNIQUEID" val="1500"/>
</p:tagLst>
</file>

<file path=ppt/tags/tag779.xml><?xml version="1.0" encoding="utf-8"?>
<p:tagLst xmlns:a="http://schemas.openxmlformats.org/drawingml/2006/main" xmlns:r="http://schemas.openxmlformats.org/officeDocument/2006/relationships" xmlns:p="http://schemas.openxmlformats.org/presentationml/2006/main">
  <p:tag name="AS_UNIQUEID" val="2338"/>
</p:tagLst>
</file>

<file path=ppt/tags/tag780.xml><?xml version="1.0" encoding="utf-8"?>
<p:tagLst xmlns:a="http://schemas.openxmlformats.org/drawingml/2006/main" xmlns:r="http://schemas.openxmlformats.org/officeDocument/2006/relationships" xmlns:p="http://schemas.openxmlformats.org/presentationml/2006/main">
  <p:tag name="AS_UNIQUEID" val="2339"/>
</p:tagLst>
</file>

<file path=ppt/tags/tag781.xml><?xml version="1.0" encoding="utf-8"?>
<p:tagLst xmlns:a="http://schemas.openxmlformats.org/drawingml/2006/main" xmlns:r="http://schemas.openxmlformats.org/officeDocument/2006/relationships" xmlns:p="http://schemas.openxmlformats.org/presentationml/2006/main">
  <p:tag name="AS_UNIQUEID" val="2344"/>
</p:tagLst>
</file>

<file path=ppt/tags/tag782.xml><?xml version="1.0" encoding="utf-8"?>
<p:tagLst xmlns:a="http://schemas.openxmlformats.org/drawingml/2006/main" xmlns:r="http://schemas.openxmlformats.org/officeDocument/2006/relationships" xmlns:p="http://schemas.openxmlformats.org/presentationml/2006/main">
  <p:tag name="AS_UNIQUEID" val="2349"/>
</p:tagLst>
</file>

<file path=ppt/tags/tag783.xml><?xml version="1.0" encoding="utf-8"?>
<p:tagLst xmlns:a="http://schemas.openxmlformats.org/drawingml/2006/main" xmlns:r="http://schemas.openxmlformats.org/officeDocument/2006/relationships" xmlns:p="http://schemas.openxmlformats.org/presentationml/2006/main">
  <p:tag name="AS_UNIQUEID" val="2350"/>
</p:tagLst>
</file>

<file path=ppt/tags/tag784.xml><?xml version="1.0" encoding="utf-8"?>
<p:tagLst xmlns:a="http://schemas.openxmlformats.org/drawingml/2006/main" xmlns:r="http://schemas.openxmlformats.org/officeDocument/2006/relationships" xmlns:p="http://schemas.openxmlformats.org/presentationml/2006/main">
  <p:tag name="AS_UNIQUEID" val="2351"/>
</p:tagLst>
</file>

<file path=ppt/tags/tag785.xml><?xml version="1.0" encoding="utf-8"?>
<p:tagLst xmlns:a="http://schemas.openxmlformats.org/drawingml/2006/main" xmlns:r="http://schemas.openxmlformats.org/officeDocument/2006/relationships" xmlns:p="http://schemas.openxmlformats.org/presentationml/2006/main">
  <p:tag name="AS_UNIQUEID" val="2352"/>
</p:tagLst>
</file>

<file path=ppt/tags/tag786.xml><?xml version="1.0" encoding="utf-8"?>
<p:tagLst xmlns:a="http://schemas.openxmlformats.org/drawingml/2006/main" xmlns:r="http://schemas.openxmlformats.org/officeDocument/2006/relationships" xmlns:p="http://schemas.openxmlformats.org/presentationml/2006/main">
  <p:tag name="AS_UNIQUEID" val="2345"/>
</p:tagLst>
</file>

<file path=ppt/tags/tag787.xml><?xml version="1.0" encoding="utf-8"?>
<p:tagLst xmlns:a="http://schemas.openxmlformats.org/drawingml/2006/main" xmlns:r="http://schemas.openxmlformats.org/officeDocument/2006/relationships" xmlns:p="http://schemas.openxmlformats.org/presentationml/2006/main">
  <p:tag name="AS_UNIQUEID" val="2348"/>
</p:tagLst>
</file>

<file path=ppt/tags/tag788.xml><?xml version="1.0" encoding="utf-8"?>
<p:tagLst xmlns:a="http://schemas.openxmlformats.org/drawingml/2006/main" xmlns:r="http://schemas.openxmlformats.org/officeDocument/2006/relationships" xmlns:p="http://schemas.openxmlformats.org/presentationml/2006/main">
  <p:tag name="AS_UNIQUEID" val="2346"/>
</p:tagLst>
</file>

<file path=ppt/tags/tag789.xml><?xml version="1.0" encoding="utf-8"?>
<p:tagLst xmlns:a="http://schemas.openxmlformats.org/drawingml/2006/main" xmlns:r="http://schemas.openxmlformats.org/officeDocument/2006/relationships" xmlns:p="http://schemas.openxmlformats.org/presentationml/2006/main">
  <p:tag name="AS_UNIQUEID" val="2347"/>
</p:tagLst>
</file>

<file path=ppt/tags/tag790.xml><?xml version="1.0" encoding="utf-8"?>
<p:tagLst xmlns:a="http://schemas.openxmlformats.org/drawingml/2006/main" xmlns:r="http://schemas.openxmlformats.org/officeDocument/2006/relationships" xmlns:p="http://schemas.openxmlformats.org/presentationml/2006/main">
  <p:tag name="AS_UNIQUEID" val="2340"/>
</p:tagLst>
</file>

<file path=ppt/tags/tag791.xml><?xml version="1.0" encoding="utf-8"?>
<p:tagLst xmlns:a="http://schemas.openxmlformats.org/drawingml/2006/main" xmlns:r="http://schemas.openxmlformats.org/officeDocument/2006/relationships" xmlns:p="http://schemas.openxmlformats.org/presentationml/2006/main">
  <p:tag name="AS_UNIQUEID" val="2343"/>
</p:tagLst>
</file>

<file path=ppt/tags/tag792.xml><?xml version="1.0" encoding="utf-8"?>
<p:tagLst xmlns:a="http://schemas.openxmlformats.org/drawingml/2006/main" xmlns:r="http://schemas.openxmlformats.org/officeDocument/2006/relationships" xmlns:p="http://schemas.openxmlformats.org/presentationml/2006/main">
  <p:tag name="AS_UNIQUEID" val="2341"/>
</p:tagLst>
</file>

<file path=ppt/tags/tag793.xml><?xml version="1.0" encoding="utf-8"?>
<p:tagLst xmlns:a="http://schemas.openxmlformats.org/drawingml/2006/main" xmlns:r="http://schemas.openxmlformats.org/officeDocument/2006/relationships" xmlns:p="http://schemas.openxmlformats.org/presentationml/2006/main">
  <p:tag name="AS_UNIQUEID" val="2342"/>
</p:tagLst>
</file>

<file path=ppt/tags/tag794.xml><?xml version="1.0" encoding="utf-8"?>
<p:tagLst xmlns:a="http://schemas.openxmlformats.org/drawingml/2006/main" xmlns:r="http://schemas.openxmlformats.org/officeDocument/2006/relationships" xmlns:p="http://schemas.openxmlformats.org/presentationml/2006/main">
  <p:tag name="AS_UNIQUEID" val="2354"/>
</p:tagLst>
</file>

<file path=ppt/tags/tag795.xml><?xml version="1.0" encoding="utf-8"?>
<p:tagLst xmlns:a="http://schemas.openxmlformats.org/drawingml/2006/main" xmlns:r="http://schemas.openxmlformats.org/officeDocument/2006/relationships" xmlns:p="http://schemas.openxmlformats.org/presentationml/2006/main">
  <p:tag name="AS_UNIQUEID" val="2355"/>
</p:tagLst>
</file>

<file path=ppt/tags/tag796.xml><?xml version="1.0" encoding="utf-8"?>
<p:tagLst xmlns:a="http://schemas.openxmlformats.org/drawingml/2006/main" xmlns:r="http://schemas.openxmlformats.org/officeDocument/2006/relationships" xmlns:p="http://schemas.openxmlformats.org/presentationml/2006/main">
  <p:tag name="AS_UNIQUEID" val="2359"/>
</p:tagLst>
</file>

<file path=ppt/tags/tag797.xml><?xml version="1.0" encoding="utf-8"?>
<p:tagLst xmlns:a="http://schemas.openxmlformats.org/drawingml/2006/main" xmlns:r="http://schemas.openxmlformats.org/officeDocument/2006/relationships" xmlns:p="http://schemas.openxmlformats.org/presentationml/2006/main">
  <p:tag name="AS_UNIQUEID" val="2360"/>
</p:tagLst>
</file>

<file path=ppt/tags/tag798.xml><?xml version="1.0" encoding="utf-8"?>
<p:tagLst xmlns:a="http://schemas.openxmlformats.org/drawingml/2006/main" xmlns:r="http://schemas.openxmlformats.org/officeDocument/2006/relationships" xmlns:p="http://schemas.openxmlformats.org/presentationml/2006/main">
  <p:tag name="AS_UNIQUEID" val="2363"/>
</p:tagLst>
</file>

<file path=ppt/tags/tag799.xml><?xml version="1.0" encoding="utf-8"?>
<p:tagLst xmlns:a="http://schemas.openxmlformats.org/drawingml/2006/main" xmlns:r="http://schemas.openxmlformats.org/officeDocument/2006/relationships" xmlns:p="http://schemas.openxmlformats.org/presentationml/2006/main">
  <p:tag name="AS_UNIQUEID" val="2364"/>
</p:tagLst>
</file>

<file path=ppt/tags/tag800.xml><?xml version="1.0" encoding="utf-8"?>
<p:tagLst xmlns:a="http://schemas.openxmlformats.org/drawingml/2006/main" xmlns:r="http://schemas.openxmlformats.org/officeDocument/2006/relationships" xmlns:p="http://schemas.openxmlformats.org/presentationml/2006/main">
  <p:tag name="AS_UNIQUEID" val="2365"/>
</p:tagLst>
</file>

<file path=ppt/tags/tag801.xml><?xml version="1.0" encoding="utf-8"?>
<p:tagLst xmlns:a="http://schemas.openxmlformats.org/drawingml/2006/main" xmlns:r="http://schemas.openxmlformats.org/officeDocument/2006/relationships" xmlns:p="http://schemas.openxmlformats.org/presentationml/2006/main">
  <p:tag name="AS_UNIQUEID" val="2366"/>
</p:tagLst>
</file>

<file path=ppt/tags/tag802.xml><?xml version="1.0" encoding="utf-8"?>
<p:tagLst xmlns:a="http://schemas.openxmlformats.org/drawingml/2006/main" xmlns:r="http://schemas.openxmlformats.org/officeDocument/2006/relationships" xmlns:p="http://schemas.openxmlformats.org/presentationml/2006/main">
  <p:tag name="AS_UNIQUEID" val="2367"/>
</p:tagLst>
</file>

<file path=ppt/tags/tag803.xml><?xml version="1.0" encoding="utf-8"?>
<p:tagLst xmlns:a="http://schemas.openxmlformats.org/drawingml/2006/main" xmlns:r="http://schemas.openxmlformats.org/officeDocument/2006/relationships" xmlns:p="http://schemas.openxmlformats.org/presentationml/2006/main">
  <p:tag name="AS_UNIQUEID" val="2370"/>
</p:tagLst>
</file>

<file path=ppt/tags/tag804.xml><?xml version="1.0" encoding="utf-8"?>
<p:tagLst xmlns:a="http://schemas.openxmlformats.org/drawingml/2006/main" xmlns:r="http://schemas.openxmlformats.org/officeDocument/2006/relationships" xmlns:p="http://schemas.openxmlformats.org/presentationml/2006/main">
  <p:tag name="AS_UNIQUEID" val="2371"/>
</p:tagLst>
</file>

<file path=ppt/tags/tag805.xml><?xml version="1.0" encoding="utf-8"?>
<p:tagLst xmlns:a="http://schemas.openxmlformats.org/drawingml/2006/main" xmlns:r="http://schemas.openxmlformats.org/officeDocument/2006/relationships" xmlns:p="http://schemas.openxmlformats.org/presentationml/2006/main">
  <p:tag name="AS_UNIQUEID" val="2372"/>
</p:tagLst>
</file>

<file path=ppt/tags/tag806.xml><?xml version="1.0" encoding="utf-8"?>
<p:tagLst xmlns:a="http://schemas.openxmlformats.org/drawingml/2006/main" xmlns:r="http://schemas.openxmlformats.org/officeDocument/2006/relationships" xmlns:p="http://schemas.openxmlformats.org/presentationml/2006/main">
  <p:tag name="AS_UNIQUEID" val="2373"/>
</p:tagLst>
</file>

<file path=ppt/tags/tag807.xml><?xml version="1.0" encoding="utf-8"?>
<p:tagLst xmlns:a="http://schemas.openxmlformats.org/drawingml/2006/main" xmlns:r="http://schemas.openxmlformats.org/officeDocument/2006/relationships" xmlns:p="http://schemas.openxmlformats.org/presentationml/2006/main">
  <p:tag name="AS_UNIQUEID" val="2374"/>
</p:tagLst>
</file>

<file path=ppt/tags/tag808.xml><?xml version="1.0" encoding="utf-8"?>
<p:tagLst xmlns:a="http://schemas.openxmlformats.org/drawingml/2006/main" xmlns:r="http://schemas.openxmlformats.org/officeDocument/2006/relationships" xmlns:p="http://schemas.openxmlformats.org/presentationml/2006/main">
  <p:tag name="AS_UNIQUEID" val="2368"/>
</p:tagLst>
</file>

<file path=ppt/tags/tag809.xml><?xml version="1.0" encoding="utf-8"?>
<p:tagLst xmlns:a="http://schemas.openxmlformats.org/drawingml/2006/main" xmlns:r="http://schemas.openxmlformats.org/officeDocument/2006/relationships" xmlns:p="http://schemas.openxmlformats.org/presentationml/2006/main">
  <p:tag name="AS_UNIQUEID" val="2369"/>
</p:tagLst>
</file>

<file path=ppt/tags/tag810.xml><?xml version="1.0" encoding="utf-8"?>
<p:tagLst xmlns:a="http://schemas.openxmlformats.org/drawingml/2006/main" xmlns:r="http://schemas.openxmlformats.org/officeDocument/2006/relationships" xmlns:p="http://schemas.openxmlformats.org/presentationml/2006/main">
  <p:tag name="AS_UNIQUEID" val="2361"/>
</p:tagLst>
</file>

<file path=ppt/tags/tag811.xml><?xml version="1.0" encoding="utf-8"?>
<p:tagLst xmlns:a="http://schemas.openxmlformats.org/drawingml/2006/main" xmlns:r="http://schemas.openxmlformats.org/officeDocument/2006/relationships" xmlns:p="http://schemas.openxmlformats.org/presentationml/2006/main">
  <p:tag name="AS_UNIQUEID" val="2362"/>
</p:tagLst>
</file>

<file path=ppt/tags/tag812.xml><?xml version="1.0" encoding="utf-8"?>
<p:tagLst xmlns:a="http://schemas.openxmlformats.org/drawingml/2006/main" xmlns:r="http://schemas.openxmlformats.org/officeDocument/2006/relationships" xmlns:p="http://schemas.openxmlformats.org/presentationml/2006/main">
  <p:tag name="AS_UNIQUEID" val="2356"/>
</p:tagLst>
</file>

<file path=ppt/tags/tag813.xml><?xml version="1.0" encoding="utf-8"?>
<p:tagLst xmlns:a="http://schemas.openxmlformats.org/drawingml/2006/main" xmlns:r="http://schemas.openxmlformats.org/officeDocument/2006/relationships" xmlns:p="http://schemas.openxmlformats.org/presentationml/2006/main">
  <p:tag name="AS_UNIQUEID" val="2357"/>
</p:tagLst>
</file>

<file path=ppt/tags/tag814.xml><?xml version="1.0" encoding="utf-8"?>
<p:tagLst xmlns:a="http://schemas.openxmlformats.org/drawingml/2006/main" xmlns:r="http://schemas.openxmlformats.org/officeDocument/2006/relationships" xmlns:p="http://schemas.openxmlformats.org/presentationml/2006/main">
  <p:tag name="AS_UNIQUEID" val="2358"/>
</p:tagLst>
</file>

<file path=ppt/tags/tag815.xml><?xml version="1.0" encoding="utf-8"?>
<p:tagLst xmlns:a="http://schemas.openxmlformats.org/drawingml/2006/main" xmlns:r="http://schemas.openxmlformats.org/officeDocument/2006/relationships" xmlns:p="http://schemas.openxmlformats.org/presentationml/2006/main">
  <p:tag name="AS_UNIQUEID" val="2376"/>
</p:tagLst>
</file>

<file path=ppt/tags/tag816.xml><?xml version="1.0" encoding="utf-8"?>
<p:tagLst xmlns:a="http://schemas.openxmlformats.org/drawingml/2006/main" xmlns:r="http://schemas.openxmlformats.org/officeDocument/2006/relationships" xmlns:p="http://schemas.openxmlformats.org/presentationml/2006/main">
  <p:tag name="AS_UNIQUEID" val="2377"/>
</p:tagLst>
</file>

<file path=ppt/tags/tag817.xml><?xml version="1.0" encoding="utf-8"?>
<p:tagLst xmlns:a="http://schemas.openxmlformats.org/drawingml/2006/main" xmlns:r="http://schemas.openxmlformats.org/officeDocument/2006/relationships" xmlns:p="http://schemas.openxmlformats.org/presentationml/2006/main">
  <p:tag name="AS_UNIQUEID" val="2378"/>
</p:tagLst>
</file>

<file path=ppt/tags/tag818.xml><?xml version="1.0" encoding="utf-8"?>
<p:tagLst xmlns:a="http://schemas.openxmlformats.org/drawingml/2006/main" xmlns:r="http://schemas.openxmlformats.org/officeDocument/2006/relationships" xmlns:p="http://schemas.openxmlformats.org/presentationml/2006/main">
  <p:tag name="AS_UNIQUEID" val="2379"/>
</p:tagLst>
</file>

<file path=ppt/tags/tag819.xml><?xml version="1.0" encoding="utf-8"?>
<p:tagLst xmlns:a="http://schemas.openxmlformats.org/drawingml/2006/main" xmlns:r="http://schemas.openxmlformats.org/officeDocument/2006/relationships" xmlns:p="http://schemas.openxmlformats.org/presentationml/2006/main">
  <p:tag name="AS_UNIQUEID" val="2380"/>
</p:tagLst>
</file>

<file path=ppt/tags/tag820.xml><?xml version="1.0" encoding="utf-8"?>
<p:tagLst xmlns:a="http://schemas.openxmlformats.org/drawingml/2006/main" xmlns:r="http://schemas.openxmlformats.org/officeDocument/2006/relationships" xmlns:p="http://schemas.openxmlformats.org/presentationml/2006/main">
  <p:tag name="AS_UNIQUEID" val="2381"/>
</p:tagLst>
</file>

<file path=ppt/tags/tag821.xml><?xml version="1.0" encoding="utf-8"?>
<p:tagLst xmlns:a="http://schemas.openxmlformats.org/drawingml/2006/main" xmlns:r="http://schemas.openxmlformats.org/officeDocument/2006/relationships" xmlns:p="http://schemas.openxmlformats.org/presentationml/2006/main">
  <p:tag name="AS_UNIQUEID" val="2382"/>
</p:tagLst>
</file>

<file path=ppt/tags/tag822.xml><?xml version="1.0" encoding="utf-8"?>
<p:tagLst xmlns:a="http://schemas.openxmlformats.org/drawingml/2006/main" xmlns:r="http://schemas.openxmlformats.org/officeDocument/2006/relationships" xmlns:p="http://schemas.openxmlformats.org/presentationml/2006/main">
  <p:tag name="AS_UNIQUEID" val="2385"/>
</p:tagLst>
</file>

<file path=ppt/tags/tag823.xml><?xml version="1.0" encoding="utf-8"?>
<p:tagLst xmlns:a="http://schemas.openxmlformats.org/drawingml/2006/main" xmlns:r="http://schemas.openxmlformats.org/officeDocument/2006/relationships" xmlns:p="http://schemas.openxmlformats.org/presentationml/2006/main">
  <p:tag name="AS_UNIQUEID" val="2388"/>
</p:tagLst>
</file>

<file path=ppt/tags/tag824.xml><?xml version="1.0" encoding="utf-8"?>
<p:tagLst xmlns:a="http://schemas.openxmlformats.org/drawingml/2006/main" xmlns:r="http://schemas.openxmlformats.org/officeDocument/2006/relationships" xmlns:p="http://schemas.openxmlformats.org/presentationml/2006/main">
  <p:tag name="AS_UNIQUEID" val="2389"/>
</p:tagLst>
</file>

<file path=ppt/tags/tag825.xml><?xml version="1.0" encoding="utf-8"?>
<p:tagLst xmlns:a="http://schemas.openxmlformats.org/drawingml/2006/main" xmlns:r="http://schemas.openxmlformats.org/officeDocument/2006/relationships" xmlns:p="http://schemas.openxmlformats.org/presentationml/2006/main">
  <p:tag name="AS_UNIQUEID" val="2390"/>
</p:tagLst>
</file>

<file path=ppt/tags/tag826.xml><?xml version="1.0" encoding="utf-8"?>
<p:tagLst xmlns:a="http://schemas.openxmlformats.org/drawingml/2006/main" xmlns:r="http://schemas.openxmlformats.org/officeDocument/2006/relationships" xmlns:p="http://schemas.openxmlformats.org/presentationml/2006/main">
  <p:tag name="AS_UNIQUEID" val="2391"/>
</p:tagLst>
</file>

<file path=ppt/tags/tag827.xml><?xml version="1.0" encoding="utf-8"?>
<p:tagLst xmlns:a="http://schemas.openxmlformats.org/drawingml/2006/main" xmlns:r="http://schemas.openxmlformats.org/officeDocument/2006/relationships" xmlns:p="http://schemas.openxmlformats.org/presentationml/2006/main">
  <p:tag name="AS_UNIQUEID" val="2386"/>
</p:tagLst>
</file>

<file path=ppt/tags/tag828.xml><?xml version="1.0" encoding="utf-8"?>
<p:tagLst xmlns:a="http://schemas.openxmlformats.org/drawingml/2006/main" xmlns:r="http://schemas.openxmlformats.org/officeDocument/2006/relationships" xmlns:p="http://schemas.openxmlformats.org/presentationml/2006/main">
  <p:tag name="AS_UNIQUEID" val="2387"/>
</p:tagLst>
</file>

<file path=ppt/tags/tag829.xml><?xml version="1.0" encoding="utf-8"?>
<p:tagLst xmlns:a="http://schemas.openxmlformats.org/drawingml/2006/main" xmlns:r="http://schemas.openxmlformats.org/officeDocument/2006/relationships" xmlns:p="http://schemas.openxmlformats.org/presentationml/2006/main">
  <p:tag name="AS_UNIQUEID" val="2383"/>
</p:tagLst>
</file>

<file path=ppt/tags/tag830.xml><?xml version="1.0" encoding="utf-8"?>
<p:tagLst xmlns:a="http://schemas.openxmlformats.org/drawingml/2006/main" xmlns:r="http://schemas.openxmlformats.org/officeDocument/2006/relationships" xmlns:p="http://schemas.openxmlformats.org/presentationml/2006/main">
  <p:tag name="AS_UNIQUEID" val="2384"/>
</p:tagLst>
</file>

<file path=ppt/tags/tag831.xml><?xml version="1.0" encoding="utf-8"?>
<p:tagLst xmlns:a="http://schemas.openxmlformats.org/drawingml/2006/main" xmlns:r="http://schemas.openxmlformats.org/officeDocument/2006/relationships" xmlns:p="http://schemas.openxmlformats.org/presentationml/2006/main">
  <p:tag name="AS_UNIQUEID" val="2396"/>
</p:tagLst>
</file>

<file path=ppt/tags/tag832.xml><?xml version="1.0" encoding="utf-8"?>
<p:tagLst xmlns:a="http://schemas.openxmlformats.org/drawingml/2006/main" xmlns:r="http://schemas.openxmlformats.org/officeDocument/2006/relationships" xmlns:p="http://schemas.openxmlformats.org/presentationml/2006/main">
  <p:tag name="AS_UNIQUEID" val="2399"/>
</p:tagLst>
</file>

<file path=ppt/tags/tag833.xml><?xml version="1.0" encoding="utf-8"?>
<p:tagLst xmlns:a="http://schemas.openxmlformats.org/drawingml/2006/main" xmlns:r="http://schemas.openxmlformats.org/officeDocument/2006/relationships" xmlns:p="http://schemas.openxmlformats.org/presentationml/2006/main">
  <p:tag name="AS_UNIQUEID" val="2400"/>
</p:tagLst>
</file>

<file path=ppt/tags/tag834.xml><?xml version="1.0" encoding="utf-8"?>
<p:tagLst xmlns:a="http://schemas.openxmlformats.org/drawingml/2006/main" xmlns:r="http://schemas.openxmlformats.org/officeDocument/2006/relationships" xmlns:p="http://schemas.openxmlformats.org/presentationml/2006/main">
  <p:tag name="AS_UNIQUEID" val="2401"/>
</p:tagLst>
</file>

<file path=ppt/tags/tag835.xml><?xml version="1.0" encoding="utf-8"?>
<p:tagLst xmlns:a="http://schemas.openxmlformats.org/drawingml/2006/main" xmlns:r="http://schemas.openxmlformats.org/officeDocument/2006/relationships" xmlns:p="http://schemas.openxmlformats.org/presentationml/2006/main">
  <p:tag name="AS_UNIQUEID" val="2402"/>
</p:tagLst>
</file>

<file path=ppt/tags/tag836.xml><?xml version="1.0" encoding="utf-8"?>
<p:tagLst xmlns:a="http://schemas.openxmlformats.org/drawingml/2006/main" xmlns:r="http://schemas.openxmlformats.org/officeDocument/2006/relationships" xmlns:p="http://schemas.openxmlformats.org/presentationml/2006/main">
  <p:tag name="AS_UNIQUEID" val="2403"/>
</p:tagLst>
</file>

<file path=ppt/tags/tag837.xml><?xml version="1.0" encoding="utf-8"?>
<p:tagLst xmlns:a="http://schemas.openxmlformats.org/drawingml/2006/main" xmlns:r="http://schemas.openxmlformats.org/officeDocument/2006/relationships" xmlns:p="http://schemas.openxmlformats.org/presentationml/2006/main">
  <p:tag name="AS_UNIQUEID" val="2404"/>
</p:tagLst>
</file>

<file path=ppt/tags/tag838.xml><?xml version="1.0" encoding="utf-8"?>
<p:tagLst xmlns:a="http://schemas.openxmlformats.org/drawingml/2006/main" xmlns:r="http://schemas.openxmlformats.org/officeDocument/2006/relationships" xmlns:p="http://schemas.openxmlformats.org/presentationml/2006/main">
  <p:tag name="AS_UNIQUEID" val="2405"/>
</p:tagLst>
</file>

<file path=ppt/tags/tag839.xml><?xml version="1.0" encoding="utf-8"?>
<p:tagLst xmlns:a="http://schemas.openxmlformats.org/drawingml/2006/main" xmlns:r="http://schemas.openxmlformats.org/officeDocument/2006/relationships" xmlns:p="http://schemas.openxmlformats.org/presentationml/2006/main">
  <p:tag name="AS_UNIQUEID" val="2397"/>
</p:tagLst>
</file>

<file path=ppt/tags/tag840.xml><?xml version="1.0" encoding="utf-8"?>
<p:tagLst xmlns:a="http://schemas.openxmlformats.org/drawingml/2006/main" xmlns:r="http://schemas.openxmlformats.org/officeDocument/2006/relationships" xmlns:p="http://schemas.openxmlformats.org/presentationml/2006/main">
  <p:tag name="AS_UNIQUEID" val="2398"/>
</p:tagLst>
</file>

<file path=ppt/tags/tag841.xml><?xml version="1.0" encoding="utf-8"?>
<p:tagLst xmlns:a="http://schemas.openxmlformats.org/drawingml/2006/main" xmlns:r="http://schemas.openxmlformats.org/officeDocument/2006/relationships" xmlns:p="http://schemas.openxmlformats.org/presentationml/2006/main">
  <p:tag name="AS_UNIQUEID" val="2407"/>
</p:tagLst>
</file>

<file path=ppt/tags/tag842.xml><?xml version="1.0" encoding="utf-8"?>
<p:tagLst xmlns:a="http://schemas.openxmlformats.org/drawingml/2006/main" xmlns:r="http://schemas.openxmlformats.org/officeDocument/2006/relationships" xmlns:p="http://schemas.openxmlformats.org/presentationml/2006/main">
  <p:tag name="AS_UNIQUEID" val="2408"/>
</p:tagLst>
</file>

<file path=ppt/tags/tag843.xml><?xml version="1.0" encoding="utf-8"?>
<p:tagLst xmlns:a="http://schemas.openxmlformats.org/drawingml/2006/main" xmlns:r="http://schemas.openxmlformats.org/officeDocument/2006/relationships" xmlns:p="http://schemas.openxmlformats.org/presentationml/2006/main">
  <p:tag name="AS_UNIQUEID" val="2409"/>
</p:tagLst>
</file>

<file path=ppt/tags/tag844.xml><?xml version="1.0" encoding="utf-8"?>
<p:tagLst xmlns:a="http://schemas.openxmlformats.org/drawingml/2006/main" xmlns:r="http://schemas.openxmlformats.org/officeDocument/2006/relationships" xmlns:p="http://schemas.openxmlformats.org/presentationml/2006/main">
  <p:tag name="AS_UNIQUEID" val="2410"/>
</p:tagLst>
</file>

<file path=ppt/tags/tag845.xml><?xml version="1.0" encoding="utf-8"?>
<p:tagLst xmlns:a="http://schemas.openxmlformats.org/drawingml/2006/main" xmlns:r="http://schemas.openxmlformats.org/officeDocument/2006/relationships" xmlns:p="http://schemas.openxmlformats.org/presentationml/2006/main">
  <p:tag name="AS_UNIQUEID" val="2411"/>
</p:tagLst>
</file>

<file path=ppt/tags/tag846.xml><?xml version="1.0" encoding="utf-8"?>
<p:tagLst xmlns:a="http://schemas.openxmlformats.org/drawingml/2006/main" xmlns:r="http://schemas.openxmlformats.org/officeDocument/2006/relationships" xmlns:p="http://schemas.openxmlformats.org/presentationml/2006/main">
  <p:tag name="AS_UNIQUEID" val="2412"/>
</p:tagLst>
</file>

<file path=ppt/tags/tag847.xml><?xml version="1.0" encoding="utf-8"?>
<p:tagLst xmlns:a="http://schemas.openxmlformats.org/drawingml/2006/main" xmlns:r="http://schemas.openxmlformats.org/officeDocument/2006/relationships" xmlns:p="http://schemas.openxmlformats.org/presentationml/2006/main">
  <p:tag name="AS_UNIQUEID" val="2413"/>
</p:tagLst>
</file>

<file path=ppt/tags/tag848.xml><?xml version="1.0" encoding="utf-8"?>
<p:tagLst xmlns:a="http://schemas.openxmlformats.org/drawingml/2006/main" xmlns:r="http://schemas.openxmlformats.org/officeDocument/2006/relationships" xmlns:p="http://schemas.openxmlformats.org/presentationml/2006/main">
  <p:tag name="AS_UNIQUEID" val="2423"/>
</p:tagLst>
</file>

<file path=ppt/tags/tag849.xml><?xml version="1.0" encoding="utf-8"?>
<p:tagLst xmlns:a="http://schemas.openxmlformats.org/drawingml/2006/main" xmlns:r="http://schemas.openxmlformats.org/officeDocument/2006/relationships" xmlns:p="http://schemas.openxmlformats.org/presentationml/2006/main">
  <p:tag name="AS_UNIQUEID" val="2424"/>
</p:tagLst>
</file>

<file path=ppt/tags/tag850.xml><?xml version="1.0" encoding="utf-8"?>
<p:tagLst xmlns:a="http://schemas.openxmlformats.org/drawingml/2006/main" xmlns:r="http://schemas.openxmlformats.org/officeDocument/2006/relationships" xmlns:p="http://schemas.openxmlformats.org/presentationml/2006/main">
  <p:tag name="AS_UNIQUEID" val="2425"/>
</p:tagLst>
</file>

<file path=ppt/tags/tag851.xml><?xml version="1.0" encoding="utf-8"?>
<p:tagLst xmlns:a="http://schemas.openxmlformats.org/drawingml/2006/main" xmlns:r="http://schemas.openxmlformats.org/officeDocument/2006/relationships" xmlns:p="http://schemas.openxmlformats.org/presentationml/2006/main">
  <p:tag name="AS_UNIQUEID" val="2426"/>
</p:tagLst>
</file>

<file path=ppt/tags/tag852.xml><?xml version="1.0" encoding="utf-8"?>
<p:tagLst xmlns:a="http://schemas.openxmlformats.org/drawingml/2006/main" xmlns:r="http://schemas.openxmlformats.org/officeDocument/2006/relationships" xmlns:p="http://schemas.openxmlformats.org/presentationml/2006/main">
  <p:tag name="AS_UNIQUEID" val="2427"/>
</p:tagLst>
</file>

<file path=ppt/tags/tag853.xml><?xml version="1.0" encoding="utf-8"?>
<p:tagLst xmlns:a="http://schemas.openxmlformats.org/drawingml/2006/main" xmlns:r="http://schemas.openxmlformats.org/officeDocument/2006/relationships" xmlns:p="http://schemas.openxmlformats.org/presentationml/2006/main">
  <p:tag name="AS_UNIQUEID" val="2428"/>
</p:tagLst>
</file>

<file path=ppt/tags/tag854.xml><?xml version="1.0" encoding="utf-8"?>
<p:tagLst xmlns:a="http://schemas.openxmlformats.org/drawingml/2006/main" xmlns:r="http://schemas.openxmlformats.org/officeDocument/2006/relationships" xmlns:p="http://schemas.openxmlformats.org/presentationml/2006/main">
  <p:tag name="AS_UNIQUEID" val="2429"/>
</p:tagLst>
</file>

<file path=ppt/tags/tag855.xml><?xml version="1.0" encoding="utf-8"?>
<p:tagLst xmlns:a="http://schemas.openxmlformats.org/drawingml/2006/main" xmlns:r="http://schemas.openxmlformats.org/officeDocument/2006/relationships" xmlns:p="http://schemas.openxmlformats.org/presentationml/2006/main">
  <p:tag name="AS_UNIQUEID" val="2430"/>
</p:tagLst>
</file>

<file path=ppt/theme/theme1.xml><?xml version="1.0" encoding="utf-8"?>
<a:theme xmlns:a="http://schemas.openxmlformats.org/drawingml/2006/main" name="2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Times New Roman"/>
        <a:ea typeface="微软雅黑"/>
        <a:cs typeface="Arial"/>
      </a:majorFont>
      <a:minorFont>
        <a:latin typeface="Times New Roman"/>
        <a:ea typeface="微软雅黑"/>
        <a:cs typeface="Arial"/>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6942</Words>
  <Application>Microsoft Office PowerPoint</Application>
  <PresentationFormat>自定义</PresentationFormat>
  <Paragraphs>709</Paragraphs>
  <Slides>57</Slides>
  <Notes>0</Notes>
  <HiddenSlides>0</HiddenSlides>
  <MMClips>0</MMClips>
  <ScaleCrop>false</ScaleCrop>
  <HeadingPairs>
    <vt:vector size="6" baseType="variant">
      <vt:variant>
        <vt:lpstr>已用的字体</vt:lpstr>
      </vt:variant>
      <vt:variant>
        <vt:i4>9</vt:i4>
      </vt:variant>
      <vt:variant>
        <vt:lpstr>主题</vt:lpstr>
      </vt:variant>
      <vt:variant>
        <vt:i4>3</vt:i4>
      </vt:variant>
      <vt:variant>
        <vt:lpstr>幻灯片标题</vt:lpstr>
      </vt:variant>
      <vt:variant>
        <vt:i4>57</vt:i4>
      </vt:variant>
    </vt:vector>
  </HeadingPairs>
  <TitlesOfParts>
    <vt:vector size="69" baseType="lpstr">
      <vt:lpstr>等线</vt:lpstr>
      <vt:lpstr>华文彩云</vt:lpstr>
      <vt:lpstr>宋体</vt:lpstr>
      <vt:lpstr>微软雅黑</vt:lpstr>
      <vt:lpstr>Arial</vt:lpstr>
      <vt:lpstr>Calibri</vt:lpstr>
      <vt:lpstr>Century Gothic</vt:lpstr>
      <vt:lpstr>Times New Roman</vt:lpstr>
      <vt:lpstr>Wingdings</vt:lpstr>
      <vt:lpstr>23_Office 主题​​</vt:lpstr>
      <vt:lpstr>7_Office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敬涛 丁</cp:lastModifiedBy>
  <cp:revision>3</cp:revision>
  <cp:lastPrinted>2022-12-29T17:35:57Z</cp:lastPrinted>
  <dcterms:created xsi:type="dcterms:W3CDTF">2022-12-29T17:35:57Z</dcterms:created>
  <dcterms:modified xsi:type="dcterms:W3CDTF">2024-11-05T08:29:10Z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