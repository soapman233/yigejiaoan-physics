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4.xml" ContentType="application/vnd.openxmlformats-officedocument.them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heme/theme5.xml" ContentType="application/vnd.openxmlformats-officedocument.them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4474" r:id="rId1"/>
    <p:sldMasterId id="2147484526" r:id="rId2"/>
    <p:sldMasterId id="2147484624" r:id="rId3"/>
  </p:sldMasterIdLst>
  <p:notesMasterIdLst>
    <p:notesMasterId r:id="rId63"/>
  </p:notesMasterIdLst>
  <p:handoutMasterIdLst>
    <p:handoutMasterId r:id="rId64"/>
  </p:handoutMasterIdLst>
  <p:sldIdLst>
    <p:sldId id="6331" r:id="rId4"/>
    <p:sldId id="6332" r:id="rId5"/>
    <p:sldId id="5595" r:id="rId6"/>
    <p:sldId id="261" r:id="rId7"/>
    <p:sldId id="6333" r:id="rId8"/>
    <p:sldId id="4932" r:id="rId9"/>
    <p:sldId id="6274" r:id="rId10"/>
    <p:sldId id="6335" r:id="rId11"/>
    <p:sldId id="6336" r:id="rId12"/>
    <p:sldId id="6337" r:id="rId13"/>
    <p:sldId id="6338" r:id="rId14"/>
    <p:sldId id="6308" r:id="rId15"/>
    <p:sldId id="6339" r:id="rId16"/>
    <p:sldId id="6343" r:id="rId17"/>
    <p:sldId id="6252" r:id="rId18"/>
    <p:sldId id="6341" r:id="rId19"/>
    <p:sldId id="2224" r:id="rId20"/>
    <p:sldId id="2232" r:id="rId21"/>
    <p:sldId id="6250" r:id="rId22"/>
    <p:sldId id="2239" r:id="rId23"/>
    <p:sldId id="6344" r:id="rId24"/>
    <p:sldId id="6327" r:id="rId25"/>
    <p:sldId id="6347" r:id="rId26"/>
    <p:sldId id="2147" r:id="rId27"/>
    <p:sldId id="2148" r:id="rId28"/>
    <p:sldId id="2149" r:id="rId29"/>
    <p:sldId id="2150" r:id="rId30"/>
    <p:sldId id="6190" r:id="rId31"/>
    <p:sldId id="6217" r:id="rId32"/>
    <p:sldId id="6218" r:id="rId33"/>
    <p:sldId id="2155" r:id="rId34"/>
    <p:sldId id="2156" r:id="rId35"/>
    <p:sldId id="2158" r:id="rId36"/>
    <p:sldId id="2179" r:id="rId37"/>
    <p:sldId id="2181" r:id="rId38"/>
    <p:sldId id="2182" r:id="rId39"/>
    <p:sldId id="2183" r:id="rId40"/>
    <p:sldId id="2184" r:id="rId41"/>
    <p:sldId id="2180" r:id="rId42"/>
    <p:sldId id="6153" r:id="rId43"/>
    <p:sldId id="6155" r:id="rId44"/>
    <p:sldId id="6199" r:id="rId45"/>
    <p:sldId id="2185" r:id="rId46"/>
    <p:sldId id="6348" r:id="rId47"/>
    <p:sldId id="6328" r:id="rId48"/>
    <p:sldId id="6301" r:id="rId49"/>
    <p:sldId id="1925" r:id="rId50"/>
    <p:sldId id="6353" r:id="rId51"/>
    <p:sldId id="6352" r:id="rId52"/>
    <p:sldId id="6351" r:id="rId53"/>
    <p:sldId id="6354" r:id="rId54"/>
    <p:sldId id="6355" r:id="rId55"/>
    <p:sldId id="6322" r:id="rId56"/>
    <p:sldId id="5892" r:id="rId57"/>
    <p:sldId id="1926" r:id="rId58"/>
    <p:sldId id="5654" r:id="rId59"/>
    <p:sldId id="5894" r:id="rId60"/>
    <p:sldId id="6356" r:id="rId61"/>
    <p:sldId id="6357" r:id="rId62"/>
  </p:sldIdLst>
  <p:sldSz cx="9144000" cy="5130800"/>
  <p:notesSz cx="6858000" cy="9144000"/>
  <p:custDataLst>
    <p:tags r:id="rId65"/>
  </p:custDataLst>
  <p:defaultTextStyle>
    <a:defPPr>
      <a:defRPr lang="zh-CN"/>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61" autoAdjust="0"/>
    <p:restoredTop sz="85678" autoAdjust="0"/>
  </p:normalViewPr>
  <p:slideViewPr>
    <p:cSldViewPr snapToGrid="0">
      <p:cViewPr varScale="1">
        <p:scale>
          <a:sx n="114" d="100"/>
          <a:sy n="114" d="100"/>
        </p:scale>
        <p:origin x="219" y="60"/>
      </p:cViewPr>
      <p:guideLst/>
    </p:cSldViewPr>
  </p:slideViewPr>
  <p:notesTextViewPr>
    <p:cViewPr>
      <p:scale>
        <a:sx n="1" d="1"/>
        <a:sy n="1" d="1"/>
      </p:scale>
      <p:origin x="0" y="0"/>
    </p:cViewPr>
  </p:notesTextViewPr>
  <p:notesViewPr>
    <p:cSldViewPr snapToGrid="0">
      <p:cViewPr varScale="1">
        <p:scale>
          <a:sx n="64" d="100"/>
          <a:sy n="64" d="100"/>
        </p:scale>
        <p:origin x="3192" y="6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heme" Target="../theme/theme5.xml"/><Relationship Id="rId5" Type="http://schemas.openxmlformats.org/officeDocument/2006/relationships/tags" Target="../tags/tag101.xml"/><Relationship Id="rId4" Type="http://schemas.openxmlformats.org/officeDocument/2006/relationships/tags" Target="../tags/tag10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43A13C89-B6F5-49B0-B9DE-0D9BD4FB96BA}" type="datetimeFigureOut">
              <a:rPr lang="zh-CN" altLang="en-US" smtClean="0"/>
              <a:t>2024/11/5</a:t>
            </a:fld>
            <a:endParaRPr lang="zh-CN" altLang="en-US"/>
          </a:p>
        </p:txBody>
      </p:sp>
      <p:sp>
        <p:nvSpPr>
          <p:cNvPr id="4" name="页脚占位符 3"/>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48C3207B-AC42-46AC-A731-F0573EC81F7E}" type="slidenum">
              <a:rPr lang="zh-CN" altLang="en-US" smtClean="0"/>
              <a:t>‹#›</a:t>
            </a:fld>
            <a:endParaRPr lang="zh-CN" altLang="en-US"/>
          </a:p>
        </p:txBody>
      </p:sp>
    </p:spTree>
    <p:extLst>
      <p:ext uri="{BB962C8B-B14F-4D97-AF65-F5344CB8AC3E}">
        <p14:creationId xmlns:p14="http://schemas.microsoft.com/office/powerpoint/2010/main" val="30772003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93.xml"/><Relationship Id="rId7" Type="http://schemas.openxmlformats.org/officeDocument/2006/relationships/tags" Target="../tags/tag97.xml"/><Relationship Id="rId2" Type="http://schemas.openxmlformats.org/officeDocument/2006/relationships/tags" Target="../tags/tag92.xml"/><Relationship Id="rId1" Type="http://schemas.openxmlformats.org/officeDocument/2006/relationships/theme" Target="../theme/theme4.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BFC8F875-FDEB-4EEC-A50C-3C82807C40BF}" type="datetimeFigureOut">
              <a:rPr lang="zh-CN" altLang="en-US" smtClean="0"/>
              <a:t>2024/11/5</a:t>
            </a:fld>
            <a:endParaRPr lang="zh-CN" altLang="en-US"/>
          </a:p>
        </p:txBody>
      </p:sp>
      <p:sp>
        <p:nvSpPr>
          <p:cNvPr id="4" name="幻灯片图像占位符 3"/>
          <p:cNvSpPr>
            <a:spLocks noGrp="1" noRot="1" noChangeAspect="1"/>
          </p:cNvSpPr>
          <p:nvPr>
            <p:ph type="sldImg" idx="2"/>
            <p:custDataLst>
              <p:tags r:id="rId4"/>
            </p:custDataLst>
          </p:nvPr>
        </p:nvSpPr>
        <p:spPr>
          <a:xfrm>
            <a:off x="679450" y="1143000"/>
            <a:ext cx="54991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5A7D1BDE-9668-41E5-BE0D-87E202F9152C}" type="slidenum">
              <a:rPr lang="zh-CN" altLang="en-US" smtClean="0"/>
              <a:t>‹#›</a:t>
            </a:fld>
            <a:endParaRPr lang="zh-CN" altLang="en-US"/>
          </a:p>
        </p:txBody>
      </p:sp>
    </p:spTree>
    <p:extLst>
      <p:ext uri="{BB962C8B-B14F-4D97-AF65-F5344CB8AC3E}">
        <p14:creationId xmlns:p14="http://schemas.microsoft.com/office/powerpoint/2010/main" val="1127983855"/>
      </p:ext>
    </p:extLst>
  </p:cSld>
  <p:clrMap bg1="lt1" tx1="dk1" bg2="lt2" tx2="dk2" accent1="accent1" accent2="accent2" accent3="accent3" accent4="accent4" accent5="accent5" accent6="accent6" hlink="hlink" folHlink="folHlink"/>
  <p:notesStyle>
    <a:lvl1pPr marL="0" algn="l" defTabSz="685160" rtl="0" eaLnBrk="1" latinLnBrk="0" hangingPunct="1">
      <a:defRPr sz="899" kern="1200">
        <a:solidFill>
          <a:schemeClr val="tx1"/>
        </a:solidFill>
        <a:latin typeface="+mn-lt"/>
        <a:ea typeface="+mn-ea"/>
        <a:cs typeface="+mn-cs"/>
      </a:defRPr>
    </a:lvl1pPr>
    <a:lvl2pPr marL="342580" algn="l" defTabSz="685160" rtl="0" eaLnBrk="1" latinLnBrk="0" hangingPunct="1">
      <a:defRPr sz="899" kern="1200">
        <a:solidFill>
          <a:schemeClr val="tx1"/>
        </a:solidFill>
        <a:latin typeface="+mn-lt"/>
        <a:ea typeface="+mn-ea"/>
        <a:cs typeface="+mn-cs"/>
      </a:defRPr>
    </a:lvl2pPr>
    <a:lvl3pPr marL="685160" algn="l" defTabSz="685160" rtl="0" eaLnBrk="1" latinLnBrk="0" hangingPunct="1">
      <a:defRPr sz="899" kern="1200">
        <a:solidFill>
          <a:schemeClr val="tx1"/>
        </a:solidFill>
        <a:latin typeface="+mn-lt"/>
        <a:ea typeface="+mn-ea"/>
        <a:cs typeface="+mn-cs"/>
      </a:defRPr>
    </a:lvl3pPr>
    <a:lvl4pPr marL="1027740" algn="l" defTabSz="685160" rtl="0" eaLnBrk="1" latinLnBrk="0" hangingPunct="1">
      <a:defRPr sz="899" kern="1200">
        <a:solidFill>
          <a:schemeClr val="tx1"/>
        </a:solidFill>
        <a:latin typeface="+mn-lt"/>
        <a:ea typeface="+mn-ea"/>
        <a:cs typeface="+mn-cs"/>
      </a:defRPr>
    </a:lvl4pPr>
    <a:lvl5pPr marL="1370320" algn="l" defTabSz="685160" rtl="0" eaLnBrk="1" latinLnBrk="0" hangingPunct="1">
      <a:defRPr sz="899" kern="1200">
        <a:solidFill>
          <a:schemeClr val="tx1"/>
        </a:solidFill>
        <a:latin typeface="+mn-lt"/>
        <a:ea typeface="+mn-ea"/>
        <a:cs typeface="+mn-cs"/>
      </a:defRPr>
    </a:lvl5pPr>
    <a:lvl6pPr marL="1712900" algn="l" defTabSz="685160" rtl="0" eaLnBrk="1" latinLnBrk="0" hangingPunct="1">
      <a:defRPr sz="899" kern="1200">
        <a:solidFill>
          <a:schemeClr val="tx1"/>
        </a:solidFill>
        <a:latin typeface="+mn-lt"/>
        <a:ea typeface="+mn-ea"/>
        <a:cs typeface="+mn-cs"/>
      </a:defRPr>
    </a:lvl6pPr>
    <a:lvl7pPr marL="2055480" algn="l" defTabSz="685160" rtl="0" eaLnBrk="1" latinLnBrk="0" hangingPunct="1">
      <a:defRPr sz="899" kern="1200">
        <a:solidFill>
          <a:schemeClr val="tx1"/>
        </a:solidFill>
        <a:latin typeface="+mn-lt"/>
        <a:ea typeface="+mn-ea"/>
        <a:cs typeface="+mn-cs"/>
      </a:defRPr>
    </a:lvl7pPr>
    <a:lvl8pPr marL="2398060" algn="l" defTabSz="685160" rtl="0" eaLnBrk="1" latinLnBrk="0" hangingPunct="1">
      <a:defRPr sz="899" kern="1200">
        <a:solidFill>
          <a:schemeClr val="tx1"/>
        </a:solidFill>
        <a:latin typeface="+mn-lt"/>
        <a:ea typeface="+mn-ea"/>
        <a:cs typeface="+mn-cs"/>
      </a:defRPr>
    </a:lvl8pPr>
    <a:lvl9pPr marL="2740640" algn="l" defTabSz="685160" rtl="0" eaLnBrk="1" latinLnBrk="0" hangingPunct="1">
      <a:defRPr sz="89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2.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tags" Target="../tags/tag19.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tags" Target="../tags/tag24.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slideMaster" Target="../slideMasters/slideMaster3.xml"/><Relationship Id="rId5" Type="http://schemas.openxmlformats.org/officeDocument/2006/relationships/tags" Target="../tags/tag38.xml"/><Relationship Id="rId4" Type="http://schemas.openxmlformats.org/officeDocument/2006/relationships/tags" Target="../tags/tag37.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slideMaster" Target="../slideMasters/slideMaster3.xml"/><Relationship Id="rId5" Type="http://schemas.openxmlformats.org/officeDocument/2006/relationships/tags" Target="../tags/tag43.xml"/><Relationship Id="rId4" Type="http://schemas.openxmlformats.org/officeDocument/2006/relationships/tags" Target="../tags/tag42.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Master" Target="../slideMasters/slideMaster3.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7" Type="http://schemas.openxmlformats.org/officeDocument/2006/relationships/slideMaster" Target="../slideMasters/slideMaster3.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9"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slideMaster" Target="../slideMasters/slideMaster3.xml"/><Relationship Id="rId4" Type="http://schemas.openxmlformats.org/officeDocument/2006/relationships/tags" Target="../tags/tag66.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2.png"/><Relationship Id="rId4"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2.xml"/><Relationship Id="rId7" Type="http://schemas.openxmlformats.org/officeDocument/2006/relationships/slideMaster" Target="../slideMasters/slideMaster3.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slideMaster" Target="../slideMasters/slideMaster3.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slideMaster" Target="../slideMasters/slideMaster3.xml"/><Relationship Id="rId5" Type="http://schemas.openxmlformats.org/officeDocument/2006/relationships/tags" Target="../tags/tag86.xml"/><Relationship Id="rId4" Type="http://schemas.openxmlformats.org/officeDocument/2006/relationships/tags" Target="../tags/tag85.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slideMaster" Target="../slideMasters/slideMaster3.xml"/><Relationship Id="rId5" Type="http://schemas.openxmlformats.org/officeDocument/2006/relationships/tags" Target="../tags/tag91.xml"/><Relationship Id="rId4" Type="http://schemas.openxmlformats.org/officeDocument/2006/relationships/tags" Target="../tags/tag9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3D3C718-AFF0-41C9-B665-EDC0BAA676F2}"/>
              </a:ext>
            </a:extLst>
          </p:cNvPr>
          <p:cNvSpPr/>
          <p:nvPr userDrawn="1">
            <p:custDataLst>
              <p:tags r:id="rId1"/>
            </p:custDataLst>
          </p:nvPr>
        </p:nvSpPr>
        <p:spPr>
          <a:xfrm>
            <a:off x="0" y="0"/>
            <a:ext cx="9144000" cy="385618"/>
          </a:xfrm>
          <a:prstGeom prst="rect">
            <a:avLst/>
          </a:prstGeom>
          <a:solidFill>
            <a:srgbClr val="4372C3"/>
          </a:solid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200000"/>
              </a:lnSpc>
            </a:pPr>
            <a:r>
              <a:rPr lang="zh-CN" altLang="en-US" sz="1122">
                <a:solidFill>
                  <a:srgbClr val="4472C4">
                    <a:lumMod val="75000"/>
                  </a:srgbClr>
                </a:solidFill>
                <a:latin typeface="微软雅黑" panose="020B0503020204020204" pitchFamily="34" charset="-122"/>
              </a:rPr>
              <a:t>        </a:t>
            </a:r>
            <a:endParaRPr kumimoji="1" lang="zh-CN" altLang="en-US" sz="1122">
              <a:solidFill>
                <a:srgbClr val="4472C4">
                  <a:lumMod val="75000"/>
                </a:srgbClr>
              </a:solidFill>
              <a:latin typeface="微软雅黑" panose="020B0503020204020204" pitchFamily="34" charset="-122"/>
            </a:endParaRPr>
          </a:p>
        </p:txBody>
      </p:sp>
      <p:pic>
        <p:nvPicPr>
          <p:cNvPr id="12" name="图片 11">
            <a:extLst>
              <a:ext uri="{FF2B5EF4-FFF2-40B4-BE49-F238E27FC236}">
                <a16:creationId xmlns:a16="http://schemas.microsoft.com/office/drawing/2014/main" id="{262E2213-4F30-4349-B41C-628AC0E0433A}"/>
              </a:ext>
            </a:extLst>
          </p:cNvPr>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8350829" y="77551"/>
            <a:ext cx="636805" cy="216228"/>
          </a:xfrm>
          <a:prstGeom prst="rect">
            <a:avLst/>
          </a:prstGeom>
        </p:spPr>
      </p:pic>
      <p:pic>
        <p:nvPicPr>
          <p:cNvPr id="8" name="图片 7">
            <a:extLst>
              <a:ext uri="{FF2B5EF4-FFF2-40B4-BE49-F238E27FC236}">
                <a16:creationId xmlns:a16="http://schemas.microsoft.com/office/drawing/2014/main" id="{C775FFD7-8A10-4390-B1AF-F3EAB3C6583C}"/>
              </a:ext>
            </a:extLst>
          </p:cNvPr>
          <p:cNvPicPr>
            <a:picLocks noChangeAspect="1"/>
          </p:cNvPicPr>
          <p:nvPr userDrawn="1">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8350829" y="77551"/>
            <a:ext cx="636805" cy="216228"/>
          </a:xfrm>
          <a:prstGeom prst="rect">
            <a:avLst/>
          </a:prstGeom>
        </p:spPr>
      </p:pic>
      <p:pic>
        <p:nvPicPr>
          <p:cNvPr id="11" name="图片 10">
            <a:extLst>
              <a:ext uri="{FF2B5EF4-FFF2-40B4-BE49-F238E27FC236}">
                <a16:creationId xmlns:a16="http://schemas.microsoft.com/office/drawing/2014/main" id="{878E633E-FAA4-43B5-AE45-CA4FA5575CC1}"/>
              </a:ext>
            </a:extLst>
          </p:cNvPr>
          <p:cNvPicPr>
            <a:picLocks noChangeAspect="1"/>
          </p:cNvPicPr>
          <p:nvPr userDrawn="1">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8350829" y="77551"/>
            <a:ext cx="636805" cy="216228"/>
          </a:xfrm>
          <a:prstGeom prst="rect">
            <a:avLst/>
          </a:prstGeom>
        </p:spPr>
      </p:pic>
      <p:sp>
        <p:nvSpPr>
          <p:cNvPr id="9" name="Title Placeholder 1">
            <a:extLst>
              <a:ext uri="{FF2B5EF4-FFF2-40B4-BE49-F238E27FC236}">
                <a16:creationId xmlns:a16="http://schemas.microsoft.com/office/drawing/2014/main" id="{CC38C67A-5C9C-422C-95C7-B5D6ACE47355}"/>
              </a:ext>
            </a:extLst>
          </p:cNvPr>
          <p:cNvSpPr>
            <a:spLocks noGrp="1"/>
          </p:cNvSpPr>
          <p:nvPr>
            <p:ph type="title" hasCustomPrompt="1"/>
            <p:custDataLst>
              <p:tags r:id="rId5"/>
            </p:custDataLst>
          </p:nvPr>
        </p:nvSpPr>
        <p:spPr>
          <a:xfrm>
            <a:off x="1957797" y="77550"/>
            <a:ext cx="2860862" cy="238275"/>
          </a:xfrm>
          <a:prstGeom prst="rect">
            <a:avLst/>
          </a:prstGeom>
          <a:ln>
            <a:noFill/>
          </a:ln>
        </p:spPr>
        <p:txBody>
          <a:bodyPr vert="horz" lIns="91440" tIns="45720" rIns="91440" bIns="45720" rtlCol="0" anchor="ctr">
            <a:normAutofit/>
          </a:bodyPr>
          <a:lstStyle>
            <a:lvl1pPr>
              <a:defRPr sz="1800">
                <a:solidFill>
                  <a:schemeClr val="bg1"/>
                </a:solidFill>
              </a:defRPr>
            </a:lvl1pPr>
          </a:lstStyle>
          <a:p>
            <a:r>
              <a:rPr lang="zh-CN" altLang="en-US"/>
              <a:t>      第十二章    简单机械</a:t>
            </a:r>
            <a:endParaRPr lang="en-US"/>
          </a:p>
        </p:txBody>
      </p:sp>
    </p:spTree>
    <p:extLst>
      <p:ext uri="{BB962C8B-B14F-4D97-AF65-F5344CB8AC3E}">
        <p14:creationId xmlns:p14="http://schemas.microsoft.com/office/powerpoint/2010/main" val="5817014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7CCA493-AEAE-ED9E-6F0B-3A8D4FB13837}"/>
              </a:ext>
            </a:extLst>
          </p:cNvPr>
          <p:cNvSpPr/>
          <p:nvPr userDrawn="1">
            <p:custDataLst>
              <p:tags r:id="rId1"/>
            </p:custDataLst>
          </p:nvPr>
        </p:nvSpPr>
        <p:spPr>
          <a:xfrm>
            <a:off x="1" y="2"/>
            <a:ext cx="9144000" cy="503999"/>
          </a:xfrm>
          <a:prstGeom prst="rect">
            <a:avLst/>
          </a:prstGeom>
          <a:solidFill>
            <a:srgbClr val="0070C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9">
              <a:solidFill>
                <a:schemeClr val="lt1">
                  <a:alpha val="54000"/>
                </a:schemeClr>
              </a:solidFill>
            </a:endParaRPr>
          </a:p>
        </p:txBody>
      </p:sp>
      <p:cxnSp>
        <p:nvCxnSpPr>
          <p:cNvPr id="3" name="直接连接符 2">
            <a:extLst>
              <a:ext uri="{FF2B5EF4-FFF2-40B4-BE49-F238E27FC236}">
                <a16:creationId xmlns:a16="http://schemas.microsoft.com/office/drawing/2014/main" id="{78BE74D0-8AF5-387B-3C60-2CCED92EAE00}"/>
              </a:ext>
            </a:extLst>
          </p:cNvPr>
          <p:cNvCxnSpPr/>
          <p:nvPr userDrawn="1">
            <p:custDataLst>
              <p:tags r:id="rId2"/>
            </p:custDataLst>
          </p:nvPr>
        </p:nvCxnSpPr>
        <p:spPr>
          <a:xfrm>
            <a:off x="0" y="470917"/>
            <a:ext cx="914399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46897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2_标题幻灯片">
    <p:bg>
      <p:bgPr>
        <a:solidFill>
          <a:schemeClr val="bg1"/>
        </a:solidFill>
        <a:effectLst/>
      </p:bgPr>
    </p:bg>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501CCEFE-AE4C-4F41-9D38-E587A95936E2}"/>
              </a:ext>
            </a:extLst>
          </p:cNvPr>
          <p:cNvSpPr txBox="1"/>
          <p:nvPr userDrawn="1">
            <p:custDataLst>
              <p:tags r:id="rId1"/>
            </p:custDataLst>
          </p:nvPr>
        </p:nvSpPr>
        <p:spPr>
          <a:xfrm>
            <a:off x="718169" y="1716373"/>
            <a:ext cx="4739641" cy="430887"/>
          </a:xfrm>
          <a:prstGeom prst="rect">
            <a:avLst/>
          </a:prstGeom>
          <a:noFill/>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Helvetica" pitchFamily="34" charset="0"/>
                <a:sym typeface="Arial" panose="020B0604020202020204" pitchFamily="34" charset="0"/>
              </a:rPr>
              <a:t>一、测量一枚回形针的质量</a:t>
            </a:r>
          </a:p>
        </p:txBody>
      </p:sp>
      <p:sp>
        <p:nvSpPr>
          <p:cNvPr id="2" name="矩形 1">
            <a:extLst>
              <a:ext uri="{FF2B5EF4-FFF2-40B4-BE49-F238E27FC236}">
                <a16:creationId xmlns:a16="http://schemas.microsoft.com/office/drawing/2014/main" id="{929C7CF8-0E4D-4355-D3C9-CD9B7974D217}"/>
              </a:ext>
            </a:extLst>
          </p:cNvPr>
          <p:cNvSpPr/>
          <p:nvPr userDrawn="1">
            <p:custDataLst>
              <p:tags r:id="rId2"/>
            </p:custDataLst>
          </p:nvPr>
        </p:nvSpPr>
        <p:spPr>
          <a:xfrm>
            <a:off x="1" y="2"/>
            <a:ext cx="9144000" cy="503999"/>
          </a:xfrm>
          <a:prstGeom prst="rect">
            <a:avLst/>
          </a:prstGeom>
          <a:solidFill>
            <a:srgbClr val="0070C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9">
              <a:solidFill>
                <a:schemeClr val="lt1">
                  <a:alpha val="54000"/>
                </a:schemeClr>
              </a:solidFill>
            </a:endParaRPr>
          </a:p>
        </p:txBody>
      </p:sp>
      <p:cxnSp>
        <p:nvCxnSpPr>
          <p:cNvPr id="3" name="直接连接符 2">
            <a:extLst>
              <a:ext uri="{FF2B5EF4-FFF2-40B4-BE49-F238E27FC236}">
                <a16:creationId xmlns:a16="http://schemas.microsoft.com/office/drawing/2014/main" id="{1958E60F-F2A3-D47E-1033-6E761D9037F7}"/>
              </a:ext>
            </a:extLst>
          </p:cNvPr>
          <p:cNvCxnSpPr/>
          <p:nvPr userDrawn="1">
            <p:custDataLst>
              <p:tags r:id="rId3"/>
            </p:custDataLst>
          </p:nvPr>
        </p:nvCxnSpPr>
        <p:spPr>
          <a:xfrm>
            <a:off x="0" y="470917"/>
            <a:ext cx="914399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64029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bg>
      <p:bgRef idx="1001">
        <a:schemeClr val="bg1"/>
      </p:bgRef>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6F9D0F0-6282-997E-2195-63780DEEB094}"/>
              </a:ext>
            </a:extLst>
          </p:cNvPr>
          <p:cNvSpPr/>
          <p:nvPr userDrawn="1">
            <p:custDataLst>
              <p:tags r:id="rId1"/>
            </p:custDataLst>
          </p:nvPr>
        </p:nvSpPr>
        <p:spPr>
          <a:xfrm>
            <a:off x="1" y="2"/>
            <a:ext cx="9144000" cy="503999"/>
          </a:xfrm>
          <a:prstGeom prst="rect">
            <a:avLst/>
          </a:prstGeom>
          <a:solidFill>
            <a:srgbClr val="0070C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9">
              <a:solidFill>
                <a:schemeClr val="lt1">
                  <a:alpha val="54000"/>
                </a:schemeClr>
              </a:solidFill>
            </a:endParaRPr>
          </a:p>
        </p:txBody>
      </p:sp>
      <p:cxnSp>
        <p:nvCxnSpPr>
          <p:cNvPr id="6" name="直接连接符 5">
            <a:extLst>
              <a:ext uri="{FF2B5EF4-FFF2-40B4-BE49-F238E27FC236}">
                <a16:creationId xmlns:a16="http://schemas.microsoft.com/office/drawing/2014/main" id="{A7B2EE24-8F42-7073-EC1C-795FCF3D0132}"/>
              </a:ext>
            </a:extLst>
          </p:cNvPr>
          <p:cNvCxnSpPr/>
          <p:nvPr userDrawn="1">
            <p:custDataLst>
              <p:tags r:id="rId2"/>
            </p:custDataLst>
          </p:nvPr>
        </p:nvCxnSpPr>
        <p:spPr>
          <a:xfrm>
            <a:off x="0" y="470917"/>
            <a:ext cx="914399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8650473"/>
      </p:ext>
    </p:extLst>
  </p:cSld>
  <p:clrMapOvr>
    <a:overrideClrMapping bg1="lt1" tx1="dk1" bg2="lt2" tx2="dk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FC84E4C-B32E-31F0-D8EB-A1E8E91C603E}"/>
              </a:ext>
            </a:extLst>
          </p:cNvPr>
          <p:cNvSpPr/>
          <p:nvPr userDrawn="1">
            <p:custDataLst>
              <p:tags r:id="rId1"/>
            </p:custDataLst>
          </p:nvPr>
        </p:nvSpPr>
        <p:spPr>
          <a:xfrm>
            <a:off x="1" y="2"/>
            <a:ext cx="9144000" cy="503999"/>
          </a:xfrm>
          <a:prstGeom prst="rect">
            <a:avLst/>
          </a:prstGeom>
          <a:solidFill>
            <a:srgbClr val="0070C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9">
              <a:solidFill>
                <a:schemeClr val="lt1">
                  <a:alpha val="54000"/>
                </a:schemeClr>
              </a:solidFill>
            </a:endParaRPr>
          </a:p>
        </p:txBody>
      </p:sp>
      <p:cxnSp>
        <p:nvCxnSpPr>
          <p:cNvPr id="5" name="直接连接符 4">
            <a:extLst>
              <a:ext uri="{FF2B5EF4-FFF2-40B4-BE49-F238E27FC236}">
                <a16:creationId xmlns:a16="http://schemas.microsoft.com/office/drawing/2014/main" id="{80B4BC62-18A7-04B1-4DDC-35A99A6FC8DF}"/>
              </a:ext>
            </a:extLst>
          </p:cNvPr>
          <p:cNvCxnSpPr/>
          <p:nvPr userDrawn="1">
            <p:custDataLst>
              <p:tags r:id="rId2"/>
            </p:custDataLst>
          </p:nvPr>
        </p:nvCxnSpPr>
        <p:spPr>
          <a:xfrm>
            <a:off x="0" y="470917"/>
            <a:ext cx="914399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183348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43001" y="839696"/>
            <a:ext cx="6858000" cy="1786279"/>
          </a:xfrm>
        </p:spPr>
        <p:txBody>
          <a:bodyPr anchor="b"/>
          <a:lstStyle>
            <a:lvl1pPr algn="ctr">
              <a:defRPr sz="4489"/>
            </a:lvl1pPr>
          </a:lstStyle>
          <a:p>
            <a:r>
              <a:rPr lang="zh-CN" altLang="en-US"/>
              <a:t>单击此处编辑母版标题样式</a:t>
            </a:r>
            <a:endParaRPr lang="en-US"/>
          </a:p>
        </p:txBody>
      </p:sp>
      <p:sp>
        <p:nvSpPr>
          <p:cNvPr id="3" name="Subtitle 2"/>
          <p:cNvSpPr>
            <a:spLocks noGrp="1"/>
          </p:cNvSpPr>
          <p:nvPr>
            <p:ph type="subTitle" idx="1"/>
            <p:custDataLst>
              <p:tags r:id="rId2"/>
            </p:custDataLst>
          </p:nvPr>
        </p:nvSpPr>
        <p:spPr>
          <a:xfrm>
            <a:off x="1143001" y="2694860"/>
            <a:ext cx="6858000" cy="1238755"/>
          </a:xfrm>
        </p:spPr>
        <p:txBody>
          <a:bodyPr/>
          <a:lstStyle>
            <a:lvl1pPr marL="0" indent="0" algn="ctr">
              <a:buNone/>
              <a:defRPr sz="1795"/>
            </a:lvl1pPr>
            <a:lvl2pPr marL="342029" indent="0" algn="ctr">
              <a:buNone/>
              <a:defRPr sz="1496"/>
            </a:lvl2pPr>
            <a:lvl3pPr marL="684059" indent="0" algn="ctr">
              <a:buNone/>
              <a:defRPr sz="1347"/>
            </a:lvl3pPr>
            <a:lvl4pPr marL="1026088" indent="0" algn="ctr">
              <a:buNone/>
              <a:defRPr sz="1197"/>
            </a:lvl4pPr>
            <a:lvl5pPr marL="1368118" indent="0" algn="ctr">
              <a:buNone/>
              <a:defRPr sz="1197"/>
            </a:lvl5pPr>
            <a:lvl6pPr marL="1710148" indent="0" algn="ctr">
              <a:buNone/>
              <a:defRPr sz="1197"/>
            </a:lvl6pPr>
            <a:lvl7pPr marL="2052176" indent="0" algn="ctr">
              <a:buNone/>
              <a:defRPr sz="1197"/>
            </a:lvl7pPr>
            <a:lvl8pPr marL="2394205" indent="0" algn="ctr">
              <a:buNone/>
              <a:defRPr sz="1197"/>
            </a:lvl8pPr>
            <a:lvl9pPr marL="2736235" indent="0" algn="ctr">
              <a:buNone/>
              <a:defRPr sz="1197"/>
            </a:lvl9pPr>
          </a:lstStyle>
          <a:p>
            <a:r>
              <a:rPr lang="zh-CN" altLang="en-US"/>
              <a:t>单击以编辑母版副标题样式</a:t>
            </a:r>
            <a:endParaRPr lang="en-US"/>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11898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zh-CN" altLang="en-US"/>
              <a:t>单击此处编辑母版标题样式</a:t>
            </a:r>
            <a:endParaRPr lang="en-US"/>
          </a:p>
        </p:txBody>
      </p:sp>
      <p:sp>
        <p:nvSpPr>
          <p:cNvPr id="3" name="Content Placeholder 2"/>
          <p:cNvSpPr>
            <a:spLocks noGrp="1"/>
          </p:cNvSpPr>
          <p:nvPr>
            <p:ph idx="1"/>
            <p:custDataLst>
              <p:tags r:id="rId2"/>
            </p:custDataLst>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3552295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23889" y="1279138"/>
            <a:ext cx="7886700" cy="2134270"/>
          </a:xfrm>
        </p:spPr>
        <p:txBody>
          <a:bodyPr anchor="b"/>
          <a:lstStyle>
            <a:lvl1pPr>
              <a:defRPr sz="4489"/>
            </a:lvl1pPr>
          </a:lstStyle>
          <a:p>
            <a:r>
              <a:rPr lang="zh-CN" altLang="en-US"/>
              <a:t>单击此处编辑母版标题样式</a:t>
            </a:r>
            <a:endParaRPr lang="en-US"/>
          </a:p>
        </p:txBody>
      </p:sp>
      <p:sp>
        <p:nvSpPr>
          <p:cNvPr id="3" name="Text Placeholder 2"/>
          <p:cNvSpPr>
            <a:spLocks noGrp="1"/>
          </p:cNvSpPr>
          <p:nvPr>
            <p:ph type="body" idx="1"/>
            <p:custDataLst>
              <p:tags r:id="rId2"/>
            </p:custDataLst>
          </p:nvPr>
        </p:nvSpPr>
        <p:spPr>
          <a:xfrm>
            <a:off x="623889" y="3433599"/>
            <a:ext cx="7886700" cy="1122362"/>
          </a:xfrm>
        </p:spPr>
        <p:txBody>
          <a:bodyPr/>
          <a:lstStyle>
            <a:lvl1pPr marL="0" indent="0">
              <a:buNone/>
              <a:defRPr sz="1795">
                <a:solidFill>
                  <a:schemeClr val="tx1">
                    <a:tint val="75000"/>
                  </a:schemeClr>
                </a:solidFill>
              </a:defRPr>
            </a:lvl1pPr>
            <a:lvl2pPr marL="342029" indent="0">
              <a:buNone/>
              <a:defRPr sz="1496">
                <a:solidFill>
                  <a:schemeClr val="tx1">
                    <a:tint val="75000"/>
                  </a:schemeClr>
                </a:solidFill>
              </a:defRPr>
            </a:lvl2pPr>
            <a:lvl3pPr marL="684059" indent="0">
              <a:buNone/>
              <a:defRPr sz="1347">
                <a:solidFill>
                  <a:schemeClr val="tx1">
                    <a:tint val="75000"/>
                  </a:schemeClr>
                </a:solidFill>
              </a:defRPr>
            </a:lvl3pPr>
            <a:lvl4pPr marL="1026088" indent="0">
              <a:buNone/>
              <a:defRPr sz="1197">
                <a:solidFill>
                  <a:schemeClr val="tx1">
                    <a:tint val="75000"/>
                  </a:schemeClr>
                </a:solidFill>
              </a:defRPr>
            </a:lvl4pPr>
            <a:lvl5pPr marL="1368118" indent="0">
              <a:buNone/>
              <a:defRPr sz="1197">
                <a:solidFill>
                  <a:schemeClr val="tx1">
                    <a:tint val="75000"/>
                  </a:schemeClr>
                </a:solidFill>
              </a:defRPr>
            </a:lvl5pPr>
            <a:lvl6pPr marL="1710148" indent="0">
              <a:buNone/>
              <a:defRPr sz="1197">
                <a:solidFill>
                  <a:schemeClr val="tx1">
                    <a:tint val="75000"/>
                  </a:schemeClr>
                </a:solidFill>
              </a:defRPr>
            </a:lvl6pPr>
            <a:lvl7pPr marL="2052176" indent="0">
              <a:buNone/>
              <a:defRPr sz="1197">
                <a:solidFill>
                  <a:schemeClr val="tx1">
                    <a:tint val="75000"/>
                  </a:schemeClr>
                </a:solidFill>
              </a:defRPr>
            </a:lvl7pPr>
            <a:lvl8pPr marL="2394205" indent="0">
              <a:buNone/>
              <a:defRPr sz="1197">
                <a:solidFill>
                  <a:schemeClr val="tx1">
                    <a:tint val="75000"/>
                  </a:schemeClr>
                </a:solidFill>
              </a:defRPr>
            </a:lvl8pPr>
            <a:lvl9pPr marL="2736235" indent="0">
              <a:buNone/>
              <a:defRPr sz="1197">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052881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zh-CN" altLang="en-US"/>
              <a:t>单击此处编辑母版标题样式</a:t>
            </a:r>
            <a:endParaRPr lang="en-US"/>
          </a:p>
        </p:txBody>
      </p:sp>
      <p:sp>
        <p:nvSpPr>
          <p:cNvPr id="3" name="Content Placeholder 2"/>
          <p:cNvSpPr>
            <a:spLocks noGrp="1"/>
          </p:cNvSpPr>
          <p:nvPr>
            <p:ph sz="half" idx="1"/>
            <p:custDataLst>
              <p:tags r:id="rId2"/>
            </p:custDataLst>
          </p:nvPr>
        </p:nvSpPr>
        <p:spPr>
          <a:xfrm>
            <a:off x="628650" y="1365840"/>
            <a:ext cx="3886200" cy="325544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custDataLst>
              <p:tags r:id="rId3"/>
            </p:custDataLst>
          </p:nvPr>
        </p:nvSpPr>
        <p:spPr>
          <a:xfrm>
            <a:off x="4629150" y="1365840"/>
            <a:ext cx="3886200" cy="325544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custDataLst>
              <p:tags r:id="rId4"/>
            </p:custDataLst>
          </p:nvPr>
        </p:nvSpPr>
        <p:spPr/>
        <p:txBody>
          <a:bodyPr/>
          <a:lstStyle/>
          <a:p>
            <a:fld id="{969B5D01-B081-4BB0-9700-FF02A45578ED}" type="datetimeFigureOut">
              <a:rPr lang="zh-CN" altLang="en-US" smtClean="0"/>
              <a:t>2024/11/5</a:t>
            </a:fld>
            <a:endParaRPr lang="zh-CN" altLang="en-US"/>
          </a:p>
        </p:txBody>
      </p:sp>
      <p:sp>
        <p:nvSpPr>
          <p:cNvPr id="6" name="Footer Placeholder 5"/>
          <p:cNvSpPr>
            <a:spLocks noGrp="1"/>
          </p:cNvSpPr>
          <p:nvPr>
            <p:ph type="ftr" sz="quarter" idx="11"/>
            <p:custDataLst>
              <p:tags r:id="rId5"/>
            </p:custDataLst>
          </p:nvPr>
        </p:nvSpPr>
        <p:spPr/>
        <p:txBody>
          <a:bodyPr/>
          <a:lstStyle/>
          <a:p>
            <a:endParaRPr lang="zh-CN" altLang="en-US"/>
          </a:p>
        </p:txBody>
      </p:sp>
      <p:sp>
        <p:nvSpPr>
          <p:cNvPr id="7" name="Slide Number Placeholder 6"/>
          <p:cNvSpPr>
            <a:spLocks noGrp="1"/>
          </p:cNvSpPr>
          <p:nvPr>
            <p:ph type="sldNum" sz="quarter" idx="12"/>
            <p:custDataLst>
              <p:tags r:id="rId6"/>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197979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29841" y="273168"/>
            <a:ext cx="7886700" cy="991718"/>
          </a:xfrm>
        </p:spPr>
        <p:txBody>
          <a:bodyPr/>
          <a:lstStyle/>
          <a:p>
            <a:r>
              <a:rPr lang="zh-CN" altLang="en-US"/>
              <a:t>单击此处编辑母版标题样式</a:t>
            </a:r>
            <a:endParaRPr lang="en-US"/>
          </a:p>
        </p:txBody>
      </p:sp>
      <p:sp>
        <p:nvSpPr>
          <p:cNvPr id="3" name="Text Placeholder 2"/>
          <p:cNvSpPr>
            <a:spLocks noGrp="1"/>
          </p:cNvSpPr>
          <p:nvPr>
            <p:ph type="body" idx="1"/>
            <p:custDataLst>
              <p:tags r:id="rId2"/>
            </p:custDataLst>
          </p:nvPr>
        </p:nvSpPr>
        <p:spPr>
          <a:xfrm>
            <a:off x="629842" y="1257759"/>
            <a:ext cx="3868340" cy="616408"/>
          </a:xfrm>
        </p:spPr>
        <p:txBody>
          <a:bodyPr anchor="b"/>
          <a:lstStyle>
            <a:lvl1pPr marL="0" indent="0">
              <a:buNone/>
              <a:defRPr sz="1795" b="1"/>
            </a:lvl1pPr>
            <a:lvl2pPr marL="342029" indent="0">
              <a:buNone/>
              <a:defRPr sz="1496" b="1"/>
            </a:lvl2pPr>
            <a:lvl3pPr marL="684059" indent="0">
              <a:buNone/>
              <a:defRPr sz="1347" b="1"/>
            </a:lvl3pPr>
            <a:lvl4pPr marL="1026088" indent="0">
              <a:buNone/>
              <a:defRPr sz="1197" b="1"/>
            </a:lvl4pPr>
            <a:lvl5pPr marL="1368118" indent="0">
              <a:buNone/>
              <a:defRPr sz="1197" b="1"/>
            </a:lvl5pPr>
            <a:lvl6pPr marL="1710148" indent="0">
              <a:buNone/>
              <a:defRPr sz="1197" b="1"/>
            </a:lvl6pPr>
            <a:lvl7pPr marL="2052176" indent="0">
              <a:buNone/>
              <a:defRPr sz="1197" b="1"/>
            </a:lvl7pPr>
            <a:lvl8pPr marL="2394205" indent="0">
              <a:buNone/>
              <a:defRPr sz="1197" b="1"/>
            </a:lvl8pPr>
            <a:lvl9pPr marL="2736235" indent="0">
              <a:buNone/>
              <a:defRPr sz="1197" b="1"/>
            </a:lvl9pPr>
          </a:lstStyle>
          <a:p>
            <a:pPr lvl="0"/>
            <a:r>
              <a:rPr lang="zh-CN" altLang="en-US"/>
              <a:t>编辑母版文本样式</a:t>
            </a:r>
          </a:p>
        </p:txBody>
      </p:sp>
      <p:sp>
        <p:nvSpPr>
          <p:cNvPr id="4" name="Content Placeholder 3"/>
          <p:cNvSpPr>
            <a:spLocks noGrp="1"/>
          </p:cNvSpPr>
          <p:nvPr>
            <p:ph sz="half" idx="2"/>
            <p:custDataLst>
              <p:tags r:id="rId3"/>
            </p:custDataLst>
          </p:nvPr>
        </p:nvSpPr>
        <p:spPr>
          <a:xfrm>
            <a:off x="629842" y="1874167"/>
            <a:ext cx="3868340" cy="275661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custDataLst>
              <p:tags r:id="rId4"/>
            </p:custDataLst>
          </p:nvPr>
        </p:nvSpPr>
        <p:spPr>
          <a:xfrm>
            <a:off x="4629150" y="1257759"/>
            <a:ext cx="3887391" cy="616408"/>
          </a:xfrm>
        </p:spPr>
        <p:txBody>
          <a:bodyPr anchor="b"/>
          <a:lstStyle>
            <a:lvl1pPr marL="0" indent="0">
              <a:buNone/>
              <a:defRPr sz="1795" b="1"/>
            </a:lvl1pPr>
            <a:lvl2pPr marL="342029" indent="0">
              <a:buNone/>
              <a:defRPr sz="1496" b="1"/>
            </a:lvl2pPr>
            <a:lvl3pPr marL="684059" indent="0">
              <a:buNone/>
              <a:defRPr sz="1347" b="1"/>
            </a:lvl3pPr>
            <a:lvl4pPr marL="1026088" indent="0">
              <a:buNone/>
              <a:defRPr sz="1197" b="1"/>
            </a:lvl4pPr>
            <a:lvl5pPr marL="1368118" indent="0">
              <a:buNone/>
              <a:defRPr sz="1197" b="1"/>
            </a:lvl5pPr>
            <a:lvl6pPr marL="1710148" indent="0">
              <a:buNone/>
              <a:defRPr sz="1197" b="1"/>
            </a:lvl6pPr>
            <a:lvl7pPr marL="2052176" indent="0">
              <a:buNone/>
              <a:defRPr sz="1197" b="1"/>
            </a:lvl7pPr>
            <a:lvl8pPr marL="2394205" indent="0">
              <a:buNone/>
              <a:defRPr sz="1197" b="1"/>
            </a:lvl8pPr>
            <a:lvl9pPr marL="2736235" indent="0">
              <a:buNone/>
              <a:defRPr sz="1197" b="1"/>
            </a:lvl9pPr>
          </a:lstStyle>
          <a:p>
            <a:pPr lvl="0"/>
            <a:r>
              <a:rPr lang="zh-CN" altLang="en-US"/>
              <a:t>编辑母版文本样式</a:t>
            </a:r>
          </a:p>
        </p:txBody>
      </p:sp>
      <p:sp>
        <p:nvSpPr>
          <p:cNvPr id="6" name="Content Placeholder 5"/>
          <p:cNvSpPr>
            <a:spLocks noGrp="1"/>
          </p:cNvSpPr>
          <p:nvPr>
            <p:ph sz="quarter" idx="4"/>
            <p:custDataLst>
              <p:tags r:id="rId5"/>
            </p:custDataLst>
          </p:nvPr>
        </p:nvSpPr>
        <p:spPr>
          <a:xfrm>
            <a:off x="4629150" y="1874167"/>
            <a:ext cx="3887391" cy="275661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custDataLst>
              <p:tags r:id="rId6"/>
            </p:custDataLst>
          </p:nvPr>
        </p:nvSpPr>
        <p:spPr/>
        <p:txBody>
          <a:bodyPr/>
          <a:lstStyle/>
          <a:p>
            <a:fld id="{969B5D01-B081-4BB0-9700-FF02A45578ED}" type="datetimeFigureOut">
              <a:rPr lang="zh-CN" altLang="en-US" smtClean="0"/>
              <a:t>2024/11/5</a:t>
            </a:fld>
            <a:endParaRPr lang="zh-CN" altLang="en-US"/>
          </a:p>
        </p:txBody>
      </p:sp>
      <p:sp>
        <p:nvSpPr>
          <p:cNvPr id="8" name="Footer Placeholder 7"/>
          <p:cNvSpPr>
            <a:spLocks noGrp="1"/>
          </p:cNvSpPr>
          <p:nvPr>
            <p:ph type="ftr" sz="quarter" idx="11"/>
            <p:custDataLst>
              <p:tags r:id="rId7"/>
            </p:custDataLst>
          </p:nvPr>
        </p:nvSpPr>
        <p:spPr/>
        <p:txBody>
          <a:bodyPr/>
          <a:lstStyle/>
          <a:p>
            <a:endParaRPr lang="zh-CN" altLang="en-US"/>
          </a:p>
        </p:txBody>
      </p:sp>
      <p:sp>
        <p:nvSpPr>
          <p:cNvPr id="9" name="Slide Number Placeholder 8"/>
          <p:cNvSpPr>
            <a:spLocks noGrp="1"/>
          </p:cNvSpPr>
          <p:nvPr>
            <p:ph type="sldNum" sz="quarter" idx="12"/>
            <p:custDataLst>
              <p:tags r:id="rId8"/>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17650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zh-CN" altLang="en-US"/>
              <a:t>单击此处编辑母版标题样式</a:t>
            </a:r>
            <a:endParaRPr lang="en-US"/>
          </a:p>
        </p:txBody>
      </p:sp>
      <p:sp>
        <p:nvSpPr>
          <p:cNvPr id="3" name="Date Placeholder 2"/>
          <p:cNvSpPr>
            <a:spLocks noGrp="1"/>
          </p:cNvSpPr>
          <p:nvPr>
            <p:ph type="dt" sz="half" idx="10"/>
            <p:custDataLst>
              <p:tags r:id="rId2"/>
            </p:custDataLst>
          </p:nvPr>
        </p:nvSpPr>
        <p:spPr/>
        <p:txBody>
          <a:bodyPr/>
          <a:lstStyle/>
          <a:p>
            <a:fld id="{969B5D01-B081-4BB0-9700-FF02A45578ED}" type="datetimeFigureOut">
              <a:rPr lang="zh-CN" altLang="en-US" smtClean="0"/>
              <a:t>2024/11/5</a:t>
            </a:fld>
            <a:endParaRPr lang="zh-CN" altLang="en-US"/>
          </a:p>
        </p:txBody>
      </p:sp>
      <p:sp>
        <p:nvSpPr>
          <p:cNvPr id="4" name="Footer Placeholder 3"/>
          <p:cNvSpPr>
            <a:spLocks noGrp="1"/>
          </p:cNvSpPr>
          <p:nvPr>
            <p:ph type="ftr" sz="quarter" idx="11"/>
            <p:custDataLst>
              <p:tags r:id="rId3"/>
            </p:custDataLst>
          </p:nvPr>
        </p:nvSpPr>
        <p:spPr/>
        <p:txBody>
          <a:bodyPr/>
          <a:lstStyle/>
          <a:p>
            <a:endParaRPr lang="zh-CN" altLang="en-US"/>
          </a:p>
        </p:txBody>
      </p:sp>
      <p:sp>
        <p:nvSpPr>
          <p:cNvPr id="5" name="Slide Number Placeholder 4"/>
          <p:cNvSpPr>
            <a:spLocks noGrp="1"/>
          </p:cNvSpPr>
          <p:nvPr>
            <p:ph type="sldNum" sz="quarter" idx="12"/>
            <p:custDataLst>
              <p:tags r:id="rId4"/>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391606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1AC1F3A-AD4F-D6FE-5E1B-666BC0D82F4F}"/>
              </a:ext>
            </a:extLst>
          </p:cNvPr>
          <p:cNvSpPr/>
          <p:nvPr userDrawn="1">
            <p:custDataLst>
              <p:tags r:id="rId1"/>
            </p:custDataLst>
          </p:nvPr>
        </p:nvSpPr>
        <p:spPr>
          <a:xfrm>
            <a:off x="0" y="-1206"/>
            <a:ext cx="9144000" cy="580326"/>
          </a:xfrm>
          <a:prstGeom prst="rect">
            <a:avLst/>
          </a:prstGeom>
          <a:solidFill>
            <a:srgbClr val="1BA0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4063" rtl="0" eaLnBrk="1" fontAlgn="auto" latinLnBrk="0" hangingPunct="1">
              <a:lnSpc>
                <a:spcPct val="100000"/>
              </a:lnSpc>
              <a:spcBef>
                <a:spcPct val="0"/>
              </a:spcBef>
              <a:spcAft>
                <a:spcPct val="0"/>
              </a:spcAft>
              <a:buClrTx/>
              <a:buSzTx/>
              <a:buFontTx/>
              <a:buNone/>
              <a:defRPr/>
            </a:pPr>
            <a:endParaRPr kumimoji="0" lang="zh-CN" altLang="en-US" sz="1347"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6" name="图片 5">
            <a:extLst>
              <a:ext uri="{FF2B5EF4-FFF2-40B4-BE49-F238E27FC236}">
                <a16:creationId xmlns:a16="http://schemas.microsoft.com/office/drawing/2014/main" id="{C6285D66-A23A-6C4C-4D68-ADE7A7FC1051}"/>
              </a:ext>
            </a:extLst>
          </p:cNvPr>
          <p:cNvPicPr>
            <a:picLocks noChangeAspect="1"/>
          </p:cNvPicPr>
          <p:nvPr userDrawn="1">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8226502" y="99298"/>
            <a:ext cx="693978" cy="267704"/>
          </a:xfrm>
          <a:prstGeom prst="rect">
            <a:avLst/>
          </a:prstGeom>
        </p:spPr>
      </p:pic>
      <p:cxnSp>
        <p:nvCxnSpPr>
          <p:cNvPr id="8" name="直接连接符 7">
            <a:extLst>
              <a:ext uri="{FF2B5EF4-FFF2-40B4-BE49-F238E27FC236}">
                <a16:creationId xmlns:a16="http://schemas.microsoft.com/office/drawing/2014/main" id="{8AC3818F-AF92-2173-C9AD-2ABCC8D445D6}"/>
              </a:ext>
            </a:extLst>
          </p:cNvPr>
          <p:cNvCxnSpPr/>
          <p:nvPr userDrawn="1">
            <p:custDataLst>
              <p:tags r:id="rId3"/>
            </p:custDataLst>
          </p:nvPr>
        </p:nvCxnSpPr>
        <p:spPr>
          <a:xfrm>
            <a:off x="0" y="529040"/>
            <a:ext cx="9144000" cy="0"/>
          </a:xfrm>
          <a:prstGeom prst="line">
            <a:avLst/>
          </a:prstGeom>
          <a:ln>
            <a:solidFill>
              <a:srgbClr val="D2DEE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5633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29841" y="342055"/>
            <a:ext cx="2949178" cy="1197187"/>
          </a:xfrm>
        </p:spPr>
        <p:txBody>
          <a:bodyPr anchor="b"/>
          <a:lstStyle>
            <a:lvl1pPr>
              <a:defRPr sz="2394"/>
            </a:lvl1pPr>
          </a:lstStyle>
          <a:p>
            <a:r>
              <a:rPr lang="zh-CN" altLang="en-US"/>
              <a:t>单击此处编辑母版标题样式</a:t>
            </a:r>
            <a:endParaRPr lang="en-US"/>
          </a:p>
        </p:txBody>
      </p:sp>
      <p:sp>
        <p:nvSpPr>
          <p:cNvPr id="3" name="Content Placeholder 2"/>
          <p:cNvSpPr>
            <a:spLocks noGrp="1"/>
          </p:cNvSpPr>
          <p:nvPr>
            <p:ph idx="1"/>
            <p:custDataLst>
              <p:tags r:id="rId2"/>
            </p:custDataLst>
          </p:nvPr>
        </p:nvSpPr>
        <p:spPr>
          <a:xfrm>
            <a:off x="3887391" y="738740"/>
            <a:ext cx="4629150" cy="3646194"/>
          </a:xfrm>
        </p:spPr>
        <p:txBody>
          <a:bodyPr/>
          <a:lstStyle>
            <a:lvl1pPr>
              <a:defRPr sz="2394"/>
            </a:lvl1pPr>
            <a:lvl2pPr>
              <a:defRPr sz="2095"/>
            </a:lvl2pPr>
            <a:lvl3pPr>
              <a:defRPr sz="1795"/>
            </a:lvl3pPr>
            <a:lvl4pPr>
              <a:defRPr sz="1496"/>
            </a:lvl4pPr>
            <a:lvl5pPr>
              <a:defRPr sz="1496"/>
            </a:lvl5pPr>
            <a:lvl6pPr>
              <a:defRPr sz="1496"/>
            </a:lvl6pPr>
            <a:lvl7pPr>
              <a:defRPr sz="1496"/>
            </a:lvl7pPr>
            <a:lvl8pPr>
              <a:defRPr sz="1496"/>
            </a:lvl8pPr>
            <a:lvl9pPr>
              <a:defRPr sz="1496"/>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custDataLst>
              <p:tags r:id="rId3"/>
            </p:custDataLst>
          </p:nvPr>
        </p:nvSpPr>
        <p:spPr>
          <a:xfrm>
            <a:off x="629841" y="1539242"/>
            <a:ext cx="2949178" cy="2851633"/>
          </a:xfrm>
        </p:spPr>
        <p:txBody>
          <a:bodyPr/>
          <a:lstStyle>
            <a:lvl1pPr marL="0" indent="0">
              <a:buNone/>
              <a:defRPr sz="1197"/>
            </a:lvl1pPr>
            <a:lvl2pPr marL="342029" indent="0">
              <a:buNone/>
              <a:defRPr sz="1047"/>
            </a:lvl2pPr>
            <a:lvl3pPr marL="684059" indent="0">
              <a:buNone/>
              <a:defRPr sz="898"/>
            </a:lvl3pPr>
            <a:lvl4pPr marL="1026088" indent="0">
              <a:buNone/>
              <a:defRPr sz="748"/>
            </a:lvl4pPr>
            <a:lvl5pPr marL="1368118" indent="0">
              <a:buNone/>
              <a:defRPr sz="748"/>
            </a:lvl5pPr>
            <a:lvl6pPr marL="1710148" indent="0">
              <a:buNone/>
              <a:defRPr sz="748"/>
            </a:lvl6pPr>
            <a:lvl7pPr marL="2052176" indent="0">
              <a:buNone/>
              <a:defRPr sz="748"/>
            </a:lvl7pPr>
            <a:lvl8pPr marL="2394205" indent="0">
              <a:buNone/>
              <a:defRPr sz="748"/>
            </a:lvl8pPr>
            <a:lvl9pPr marL="2736235" indent="0">
              <a:buNone/>
              <a:defRPr sz="748"/>
            </a:lvl9pPr>
          </a:lstStyle>
          <a:p>
            <a:pPr lvl="0"/>
            <a:r>
              <a:rPr lang="zh-CN" altLang="en-US"/>
              <a:t>编辑母版文本样式</a:t>
            </a:r>
          </a:p>
        </p:txBody>
      </p:sp>
      <p:sp>
        <p:nvSpPr>
          <p:cNvPr id="5" name="Date Placeholder 4"/>
          <p:cNvSpPr>
            <a:spLocks noGrp="1"/>
          </p:cNvSpPr>
          <p:nvPr>
            <p:ph type="dt" sz="half" idx="10"/>
            <p:custDataLst>
              <p:tags r:id="rId4"/>
            </p:custDataLst>
          </p:nvPr>
        </p:nvSpPr>
        <p:spPr/>
        <p:txBody>
          <a:bodyPr/>
          <a:lstStyle/>
          <a:p>
            <a:fld id="{969B5D01-B081-4BB0-9700-FF02A45578ED}" type="datetimeFigureOut">
              <a:rPr lang="zh-CN" altLang="en-US" smtClean="0"/>
              <a:t>2024/11/5</a:t>
            </a:fld>
            <a:endParaRPr lang="zh-CN" altLang="en-US"/>
          </a:p>
        </p:txBody>
      </p:sp>
      <p:sp>
        <p:nvSpPr>
          <p:cNvPr id="6" name="Footer Placeholder 5"/>
          <p:cNvSpPr>
            <a:spLocks noGrp="1"/>
          </p:cNvSpPr>
          <p:nvPr>
            <p:ph type="ftr" sz="quarter" idx="11"/>
            <p:custDataLst>
              <p:tags r:id="rId5"/>
            </p:custDataLst>
          </p:nvPr>
        </p:nvSpPr>
        <p:spPr/>
        <p:txBody>
          <a:bodyPr/>
          <a:lstStyle/>
          <a:p>
            <a:endParaRPr lang="zh-CN" altLang="en-US"/>
          </a:p>
        </p:txBody>
      </p:sp>
      <p:sp>
        <p:nvSpPr>
          <p:cNvPr id="7" name="Slide Number Placeholder 6"/>
          <p:cNvSpPr>
            <a:spLocks noGrp="1"/>
          </p:cNvSpPr>
          <p:nvPr>
            <p:ph type="sldNum" sz="quarter" idx="12"/>
            <p:custDataLst>
              <p:tags r:id="rId6"/>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3895683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29841" y="342055"/>
            <a:ext cx="2949178" cy="1197187"/>
          </a:xfrm>
        </p:spPr>
        <p:txBody>
          <a:bodyPr anchor="b"/>
          <a:lstStyle>
            <a:lvl1pPr>
              <a:defRPr sz="2394"/>
            </a:lvl1pPr>
          </a:lstStyle>
          <a:p>
            <a:r>
              <a:rPr lang="zh-CN" altLang="en-US"/>
              <a:t>单击此处编辑母版标题样式</a:t>
            </a:r>
            <a:endParaRPr lang="en-US"/>
          </a:p>
        </p:txBody>
      </p:sp>
      <p:sp>
        <p:nvSpPr>
          <p:cNvPr id="3" name="Picture Placeholder 2"/>
          <p:cNvSpPr>
            <a:spLocks noGrp="1" noChangeAspect="1"/>
          </p:cNvSpPr>
          <p:nvPr>
            <p:ph type="pic" idx="1"/>
            <p:custDataLst>
              <p:tags r:id="rId2"/>
            </p:custDataLst>
          </p:nvPr>
        </p:nvSpPr>
        <p:spPr>
          <a:xfrm>
            <a:off x="3887391" y="738740"/>
            <a:ext cx="4629150" cy="3646194"/>
          </a:xfrm>
        </p:spPr>
        <p:txBody>
          <a:bodyPr anchor="t"/>
          <a:lstStyle>
            <a:lvl1pPr marL="0" indent="0">
              <a:buNone/>
              <a:defRPr sz="2394"/>
            </a:lvl1pPr>
            <a:lvl2pPr marL="342029" indent="0">
              <a:buNone/>
              <a:defRPr sz="2095"/>
            </a:lvl2pPr>
            <a:lvl3pPr marL="684059" indent="0">
              <a:buNone/>
              <a:defRPr sz="1795"/>
            </a:lvl3pPr>
            <a:lvl4pPr marL="1026088" indent="0">
              <a:buNone/>
              <a:defRPr sz="1496"/>
            </a:lvl4pPr>
            <a:lvl5pPr marL="1368118" indent="0">
              <a:buNone/>
              <a:defRPr sz="1496"/>
            </a:lvl5pPr>
            <a:lvl6pPr marL="1710148" indent="0">
              <a:buNone/>
              <a:defRPr sz="1496"/>
            </a:lvl6pPr>
            <a:lvl7pPr marL="2052176" indent="0">
              <a:buNone/>
              <a:defRPr sz="1496"/>
            </a:lvl7pPr>
            <a:lvl8pPr marL="2394205" indent="0">
              <a:buNone/>
              <a:defRPr sz="1496"/>
            </a:lvl8pPr>
            <a:lvl9pPr marL="2736235" indent="0">
              <a:buNone/>
              <a:defRPr sz="1496"/>
            </a:lvl9pPr>
          </a:lstStyle>
          <a:p>
            <a:r>
              <a:rPr lang="zh-CN" altLang="en-US"/>
              <a:t>单击图标添加图片</a:t>
            </a:r>
            <a:endParaRPr lang="en-US"/>
          </a:p>
        </p:txBody>
      </p:sp>
      <p:sp>
        <p:nvSpPr>
          <p:cNvPr id="4" name="Text Placeholder 3"/>
          <p:cNvSpPr>
            <a:spLocks noGrp="1"/>
          </p:cNvSpPr>
          <p:nvPr>
            <p:ph type="body" sz="half" idx="2"/>
            <p:custDataLst>
              <p:tags r:id="rId3"/>
            </p:custDataLst>
          </p:nvPr>
        </p:nvSpPr>
        <p:spPr>
          <a:xfrm>
            <a:off x="629841" y="1539242"/>
            <a:ext cx="2949178" cy="2851633"/>
          </a:xfrm>
        </p:spPr>
        <p:txBody>
          <a:bodyPr/>
          <a:lstStyle>
            <a:lvl1pPr marL="0" indent="0">
              <a:buNone/>
              <a:defRPr sz="1197"/>
            </a:lvl1pPr>
            <a:lvl2pPr marL="342029" indent="0">
              <a:buNone/>
              <a:defRPr sz="1047"/>
            </a:lvl2pPr>
            <a:lvl3pPr marL="684059" indent="0">
              <a:buNone/>
              <a:defRPr sz="898"/>
            </a:lvl3pPr>
            <a:lvl4pPr marL="1026088" indent="0">
              <a:buNone/>
              <a:defRPr sz="748"/>
            </a:lvl4pPr>
            <a:lvl5pPr marL="1368118" indent="0">
              <a:buNone/>
              <a:defRPr sz="748"/>
            </a:lvl5pPr>
            <a:lvl6pPr marL="1710148" indent="0">
              <a:buNone/>
              <a:defRPr sz="748"/>
            </a:lvl6pPr>
            <a:lvl7pPr marL="2052176" indent="0">
              <a:buNone/>
              <a:defRPr sz="748"/>
            </a:lvl7pPr>
            <a:lvl8pPr marL="2394205" indent="0">
              <a:buNone/>
              <a:defRPr sz="748"/>
            </a:lvl8pPr>
            <a:lvl9pPr marL="2736235" indent="0">
              <a:buNone/>
              <a:defRPr sz="748"/>
            </a:lvl9pPr>
          </a:lstStyle>
          <a:p>
            <a:pPr lvl="0"/>
            <a:r>
              <a:rPr lang="zh-CN" altLang="en-US"/>
              <a:t>编辑母版文本样式</a:t>
            </a:r>
          </a:p>
        </p:txBody>
      </p:sp>
      <p:sp>
        <p:nvSpPr>
          <p:cNvPr id="5" name="Date Placeholder 4"/>
          <p:cNvSpPr>
            <a:spLocks noGrp="1"/>
          </p:cNvSpPr>
          <p:nvPr>
            <p:ph type="dt" sz="half" idx="10"/>
            <p:custDataLst>
              <p:tags r:id="rId4"/>
            </p:custDataLst>
          </p:nvPr>
        </p:nvSpPr>
        <p:spPr/>
        <p:txBody>
          <a:bodyPr/>
          <a:lstStyle/>
          <a:p>
            <a:fld id="{969B5D01-B081-4BB0-9700-FF02A45578ED}" type="datetimeFigureOut">
              <a:rPr lang="zh-CN" altLang="en-US" smtClean="0"/>
              <a:t>2024/11/5</a:t>
            </a:fld>
            <a:endParaRPr lang="zh-CN" altLang="en-US"/>
          </a:p>
        </p:txBody>
      </p:sp>
      <p:sp>
        <p:nvSpPr>
          <p:cNvPr id="6" name="Footer Placeholder 5"/>
          <p:cNvSpPr>
            <a:spLocks noGrp="1"/>
          </p:cNvSpPr>
          <p:nvPr>
            <p:ph type="ftr" sz="quarter" idx="11"/>
            <p:custDataLst>
              <p:tags r:id="rId5"/>
            </p:custDataLst>
          </p:nvPr>
        </p:nvSpPr>
        <p:spPr/>
        <p:txBody>
          <a:bodyPr/>
          <a:lstStyle/>
          <a:p>
            <a:endParaRPr lang="zh-CN" altLang="en-US"/>
          </a:p>
        </p:txBody>
      </p:sp>
      <p:sp>
        <p:nvSpPr>
          <p:cNvPr id="7" name="Slide Number Placeholder 6"/>
          <p:cNvSpPr>
            <a:spLocks noGrp="1"/>
          </p:cNvSpPr>
          <p:nvPr>
            <p:ph type="sldNum" sz="quarter" idx="12"/>
            <p:custDataLst>
              <p:tags r:id="rId6"/>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2742359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custDataLst>
              <p:tags r:id="rId2"/>
            </p:custDataLst>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49541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6543676" y="273168"/>
            <a:ext cx="1971675" cy="4348116"/>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custDataLst>
              <p:tags r:id="rId2"/>
            </p:custDataLst>
          </p:nvPr>
        </p:nvSpPr>
        <p:spPr>
          <a:xfrm>
            <a:off x="628651" y="273168"/>
            <a:ext cx="5800725" cy="434811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96708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tags" Target="../tags/tag2.xml"/><Relationship Id="rId7" Type="http://schemas.openxmlformats.org/officeDocument/2006/relationships/tags" Target="../tags/tag6.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5.xml"/><Relationship Id="rId5" Type="http://schemas.openxmlformats.org/officeDocument/2006/relationships/tags" Target="../tags/tag4.xml"/><Relationship Id="rId10" Type="http://schemas.openxmlformats.org/officeDocument/2006/relationships/image" Target="file:///D:\qq&#25991;&#20214;\712321467\Image\C2C\Image2\%7b75232B38-A165-1FB7-499C-2E1C792CACB5%7d.png" TargetMode="External"/><Relationship Id="rId4" Type="http://schemas.openxmlformats.org/officeDocument/2006/relationships/tags" Target="../tags/tag3.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file:///D:\qq&#25991;&#20214;\712321467\Image\C2C\Image2\%7b75232B38-A165-1FB7-499C-2E1C792CACB5%7d.png" TargetMode="External"/><Relationship Id="rId3" Type="http://schemas.openxmlformats.org/officeDocument/2006/relationships/slideLayout" Target="../slideLayouts/slideLayout4.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heme" Target="../theme/theme2.xml"/><Relationship Id="rId10" Type="http://schemas.openxmlformats.org/officeDocument/2006/relationships/tags" Target="../tags/tag17.xml"/><Relationship Id="rId4" Type="http://schemas.openxmlformats.org/officeDocument/2006/relationships/slideLayout" Target="../slideLayouts/slideLayout5.xml"/><Relationship Id="rId9" Type="http://schemas.openxmlformats.org/officeDocument/2006/relationships/tags" Target="../tags/tag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ags" Target="../tags/tag28.xml"/><Relationship Id="rId18" Type="http://schemas.openxmlformats.org/officeDocument/2006/relationships/tags" Target="../tags/tag3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3.xml"/><Relationship Id="rId17" Type="http://schemas.openxmlformats.org/officeDocument/2006/relationships/tags" Target="../tags/tag32.xml"/><Relationship Id="rId2" Type="http://schemas.openxmlformats.org/officeDocument/2006/relationships/slideLayout" Target="../slideLayouts/slideLayout7.xml"/><Relationship Id="rId16" Type="http://schemas.openxmlformats.org/officeDocument/2006/relationships/tags" Target="../tags/tag31.xml"/><Relationship Id="rId20" Type="http://schemas.openxmlformats.org/officeDocument/2006/relationships/image" Target="file:///D:\qq&#25991;&#20214;\712321467\Image\C2C\Image2\%7b75232B38-A165-1FB7-499C-2E1C792CACB5%7d.png" TargetMode="Externa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ags" Target="../tags/tag30.xml"/><Relationship Id="rId10" Type="http://schemas.openxmlformats.org/officeDocument/2006/relationships/slideLayout" Target="../slideLayouts/slideLayout15.xml"/><Relationship Id="rId19" Type="http://schemas.openxmlformats.org/officeDocument/2006/relationships/image" Target="../media/image1.png"/><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ags" Target="../tags/tag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3"/>
            </p:custDataLst>
          </p:nvPr>
        </p:nvSpPr>
        <p:spPr>
          <a:xfrm>
            <a:off x="628650" y="273168"/>
            <a:ext cx="7886700" cy="991718"/>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custDataLst>
              <p:tags r:id="rId4"/>
            </p:custDataLst>
          </p:nvPr>
        </p:nvSpPr>
        <p:spPr>
          <a:xfrm>
            <a:off x="628650" y="1365838"/>
            <a:ext cx="7886700" cy="3255445"/>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custDataLst>
              <p:tags r:id="rId5"/>
            </p:custDataLst>
          </p:nvPr>
        </p:nvSpPr>
        <p:spPr>
          <a:xfrm>
            <a:off x="628650" y="4755492"/>
            <a:ext cx="2057400" cy="273168"/>
          </a:xfrm>
          <a:prstGeom prst="rect">
            <a:avLst/>
          </a:prstGeom>
        </p:spPr>
        <p:txBody>
          <a:bodyPr vert="horz" lIns="91440" tIns="45720" rIns="91440" bIns="45720" rtlCol="0" anchor="ctr"/>
          <a:lstStyle>
            <a:lvl1pPr algn="l">
              <a:defRPr sz="898">
                <a:solidFill>
                  <a:schemeClr val="tx1">
                    <a:tint val="75000"/>
                  </a:schemeClr>
                </a:solidFill>
              </a:defRPr>
            </a:lvl1p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3"/>
            <p:custDataLst>
              <p:tags r:id="rId6"/>
            </p:custDataLst>
          </p:nvPr>
        </p:nvSpPr>
        <p:spPr>
          <a:xfrm>
            <a:off x="3028950" y="4755492"/>
            <a:ext cx="3086100" cy="273168"/>
          </a:xfrm>
          <a:prstGeom prst="rect">
            <a:avLst/>
          </a:prstGeom>
        </p:spPr>
        <p:txBody>
          <a:bodyPr vert="horz" lIns="91440" tIns="45720" rIns="91440" bIns="45720" rtlCol="0" anchor="ctr"/>
          <a:lstStyle>
            <a:lvl1pPr algn="ctr">
              <a:defRPr sz="898">
                <a:solidFill>
                  <a:schemeClr val="tx1">
                    <a:tint val="75000"/>
                  </a:schemeClr>
                </a:solidFill>
              </a:defRPr>
            </a:lvl1pPr>
          </a:lstStyle>
          <a:p>
            <a:endParaRPr lang="zh-CN" altLang="en-US"/>
          </a:p>
        </p:txBody>
      </p:sp>
      <p:sp>
        <p:nvSpPr>
          <p:cNvPr id="6" name="Slide Number Placeholder 5"/>
          <p:cNvSpPr>
            <a:spLocks noGrp="1"/>
          </p:cNvSpPr>
          <p:nvPr>
            <p:ph type="sldNum" sz="quarter" idx="4"/>
            <p:custDataLst>
              <p:tags r:id="rId7"/>
            </p:custDataLst>
          </p:nvPr>
        </p:nvSpPr>
        <p:spPr>
          <a:xfrm>
            <a:off x="6457950" y="4755492"/>
            <a:ext cx="2057400" cy="273168"/>
          </a:xfrm>
          <a:prstGeom prst="rect">
            <a:avLst/>
          </a:prstGeom>
        </p:spPr>
        <p:txBody>
          <a:bodyPr vert="horz" lIns="91440" tIns="45720" rIns="91440" bIns="45720" rtlCol="0" anchor="ctr"/>
          <a:lstStyle>
            <a:lvl1pPr algn="r">
              <a:defRPr sz="898">
                <a:solidFill>
                  <a:schemeClr val="tx1">
                    <a:tint val="75000"/>
                  </a:schemeClr>
                </a:solidFill>
              </a:defRPr>
            </a:lvl1pPr>
          </a:lstStyle>
          <a:p>
            <a:fld id="{EFF864F4-FD91-4101-9B71-D6947279B948}" type="slidenum">
              <a:rPr lang="zh-CN" altLang="en-US" smtClean="0"/>
              <a:t>‹#›</a:t>
            </a:fld>
            <a:endParaRPr lang="zh-CN" altLang="en-US"/>
          </a:p>
        </p:txBody>
      </p:sp>
      <p:pic>
        <p:nvPicPr>
          <p:cNvPr id="7" name="图片 1073743875" descr="学科网 zxxk.com"/>
          <p:cNvPicPr>
            <a:picLocks noChangeAspect="1"/>
          </p:cNvPicPr>
          <p:nvPr>
            <p:custDataLst>
              <p:tags r:id="rId8"/>
            </p:custDataLst>
          </p:nvPr>
        </p:nvPicPr>
        <p:blipFill>
          <a:blip r:embed="rId9" r:link="rId10"/>
          <a:stretch>
            <a:fillRect/>
          </a:stretch>
        </p:blipFill>
        <p:spPr>
          <a:xfrm>
            <a:off x="838200" y="365125"/>
            <a:ext cx="9525" cy="9525"/>
          </a:xfrm>
          <a:prstGeom prst="rect">
            <a:avLst/>
          </a:prstGeom>
          <a:noFill/>
          <a:ln>
            <a:noFill/>
            <a:miter lim="800000"/>
          </a:ln>
        </p:spPr>
      </p:pic>
    </p:spTree>
    <p:extLst>
      <p:ext uri="{BB962C8B-B14F-4D97-AF65-F5344CB8AC3E}">
        <p14:creationId xmlns:p14="http://schemas.microsoft.com/office/powerpoint/2010/main" val="2560853877"/>
      </p:ext>
    </p:extLst>
  </p:cSld>
  <p:clrMap bg1="lt1" tx1="dk1" bg2="lt2" tx2="dk2" accent1="accent1" accent2="accent2" accent3="accent3" accent4="accent4" accent5="accent5" accent6="accent6" hlink="hlink" folHlink="folHlink"/>
  <p:sldLayoutIdLst>
    <p:sldLayoutId id="2147484475" r:id="rId1"/>
  </p:sldLayoutIdLst>
  <p:transition/>
  <p:txStyles>
    <p:titleStyle>
      <a:lvl1pPr algn="l" defTabSz="684063" rtl="0" eaLnBrk="1" latinLnBrk="0" hangingPunct="1">
        <a:lnSpc>
          <a:spcPct val="90000"/>
        </a:lnSpc>
        <a:spcBef>
          <a:spcPct val="0"/>
        </a:spcBef>
        <a:buNone/>
        <a:defRPr sz="3292" kern="1200">
          <a:solidFill>
            <a:schemeClr val="tx1"/>
          </a:solidFill>
          <a:latin typeface="+mj-lt"/>
          <a:ea typeface="+mj-ea"/>
          <a:cs typeface="+mj-cs"/>
        </a:defRPr>
      </a:lvl1pPr>
    </p:titleStyle>
    <p:bodyStyle>
      <a:lvl1pPr marL="171016" indent="-171016" algn="l" defTabSz="684063" rtl="0" eaLnBrk="1" latinLnBrk="0" hangingPunct="1">
        <a:lnSpc>
          <a:spcPct val="90000"/>
        </a:lnSpc>
        <a:spcBef>
          <a:spcPts val="748"/>
        </a:spcBef>
        <a:buFont typeface="Arial" panose="020B0604020202020204" pitchFamily="34" charset="0"/>
        <a:buChar char="•"/>
        <a:defRPr sz="2095" kern="1200">
          <a:solidFill>
            <a:schemeClr val="tx1"/>
          </a:solidFill>
          <a:latin typeface="+mn-lt"/>
          <a:ea typeface="+mn-ea"/>
          <a:cs typeface="+mn-cs"/>
        </a:defRPr>
      </a:lvl1pPr>
      <a:lvl2pPr marL="513047" indent="-171016" algn="l" defTabSz="684063" rtl="0" eaLnBrk="1" latinLnBrk="0" hangingPunct="1">
        <a:lnSpc>
          <a:spcPct val="90000"/>
        </a:lnSpc>
        <a:spcBef>
          <a:spcPts val="374"/>
        </a:spcBef>
        <a:buFont typeface="Arial" panose="020B0604020202020204" pitchFamily="34" charset="0"/>
        <a:buChar char="•"/>
        <a:defRPr sz="1795" kern="1200">
          <a:solidFill>
            <a:schemeClr val="tx1"/>
          </a:solidFill>
          <a:latin typeface="+mn-lt"/>
          <a:ea typeface="+mn-ea"/>
          <a:cs typeface="+mn-cs"/>
        </a:defRPr>
      </a:lvl2pPr>
      <a:lvl3pPr marL="855078" indent="-171016" algn="l" defTabSz="684063" rtl="0" eaLnBrk="1" latinLnBrk="0" hangingPunct="1">
        <a:lnSpc>
          <a:spcPct val="90000"/>
        </a:lnSpc>
        <a:spcBef>
          <a:spcPts val="374"/>
        </a:spcBef>
        <a:buFont typeface="Arial" panose="020B0604020202020204" pitchFamily="34" charset="0"/>
        <a:buChar char="•"/>
        <a:defRPr sz="1496" kern="1200">
          <a:solidFill>
            <a:schemeClr val="tx1"/>
          </a:solidFill>
          <a:latin typeface="+mn-lt"/>
          <a:ea typeface="+mn-ea"/>
          <a:cs typeface="+mn-cs"/>
        </a:defRPr>
      </a:lvl3pPr>
      <a:lvl4pPr marL="1197110"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4pPr>
      <a:lvl5pPr marL="1539141"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5pPr>
      <a:lvl6pPr marL="1881172"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6pPr>
      <a:lvl7pPr marL="2223204"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7pPr>
      <a:lvl8pPr marL="2565235"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8pPr>
      <a:lvl9pPr marL="2907266"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9pPr>
    </p:bodyStyle>
    <p:otherStyle>
      <a:defPPr>
        <a:defRPr lang="en-US"/>
      </a:defPPr>
      <a:lvl1pPr marL="0" algn="l" defTabSz="684063" rtl="0" eaLnBrk="1" latinLnBrk="0" hangingPunct="1">
        <a:defRPr sz="1347" kern="1200">
          <a:solidFill>
            <a:schemeClr val="tx1"/>
          </a:solidFill>
          <a:latin typeface="+mn-lt"/>
          <a:ea typeface="+mn-ea"/>
          <a:cs typeface="+mn-cs"/>
        </a:defRPr>
      </a:lvl1pPr>
      <a:lvl2pPr marL="342031" algn="l" defTabSz="684063" rtl="0" eaLnBrk="1" latinLnBrk="0" hangingPunct="1">
        <a:defRPr sz="1347" kern="1200">
          <a:solidFill>
            <a:schemeClr val="tx1"/>
          </a:solidFill>
          <a:latin typeface="+mn-lt"/>
          <a:ea typeface="+mn-ea"/>
          <a:cs typeface="+mn-cs"/>
        </a:defRPr>
      </a:lvl2pPr>
      <a:lvl3pPr marL="684063" algn="l" defTabSz="684063" rtl="0" eaLnBrk="1" latinLnBrk="0" hangingPunct="1">
        <a:defRPr sz="1347" kern="1200">
          <a:solidFill>
            <a:schemeClr val="tx1"/>
          </a:solidFill>
          <a:latin typeface="+mn-lt"/>
          <a:ea typeface="+mn-ea"/>
          <a:cs typeface="+mn-cs"/>
        </a:defRPr>
      </a:lvl3pPr>
      <a:lvl4pPr marL="1026094" algn="l" defTabSz="684063" rtl="0" eaLnBrk="1" latinLnBrk="0" hangingPunct="1">
        <a:defRPr sz="1347" kern="1200">
          <a:solidFill>
            <a:schemeClr val="tx1"/>
          </a:solidFill>
          <a:latin typeface="+mn-lt"/>
          <a:ea typeface="+mn-ea"/>
          <a:cs typeface="+mn-cs"/>
        </a:defRPr>
      </a:lvl4pPr>
      <a:lvl5pPr marL="1368125" algn="l" defTabSz="684063" rtl="0" eaLnBrk="1" latinLnBrk="0" hangingPunct="1">
        <a:defRPr sz="1347" kern="1200">
          <a:solidFill>
            <a:schemeClr val="tx1"/>
          </a:solidFill>
          <a:latin typeface="+mn-lt"/>
          <a:ea typeface="+mn-ea"/>
          <a:cs typeface="+mn-cs"/>
        </a:defRPr>
      </a:lvl5pPr>
      <a:lvl6pPr marL="1710157" algn="l" defTabSz="684063" rtl="0" eaLnBrk="1" latinLnBrk="0" hangingPunct="1">
        <a:defRPr sz="1347" kern="1200">
          <a:solidFill>
            <a:schemeClr val="tx1"/>
          </a:solidFill>
          <a:latin typeface="+mn-lt"/>
          <a:ea typeface="+mn-ea"/>
          <a:cs typeface="+mn-cs"/>
        </a:defRPr>
      </a:lvl6pPr>
      <a:lvl7pPr marL="2052188" algn="l" defTabSz="684063" rtl="0" eaLnBrk="1" latinLnBrk="0" hangingPunct="1">
        <a:defRPr sz="1347" kern="1200">
          <a:solidFill>
            <a:schemeClr val="tx1"/>
          </a:solidFill>
          <a:latin typeface="+mn-lt"/>
          <a:ea typeface="+mn-ea"/>
          <a:cs typeface="+mn-cs"/>
        </a:defRPr>
      </a:lvl7pPr>
      <a:lvl8pPr marL="2394219" algn="l" defTabSz="684063" rtl="0" eaLnBrk="1" latinLnBrk="0" hangingPunct="1">
        <a:defRPr sz="1347" kern="1200">
          <a:solidFill>
            <a:schemeClr val="tx1"/>
          </a:solidFill>
          <a:latin typeface="+mn-lt"/>
          <a:ea typeface="+mn-ea"/>
          <a:cs typeface="+mn-cs"/>
        </a:defRPr>
      </a:lvl8pPr>
      <a:lvl9pPr marL="2736251" algn="l" defTabSz="684063" rtl="0" eaLnBrk="1" latinLnBrk="0" hangingPunct="1">
        <a:defRPr sz="134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6"/>
            </p:custDataLst>
          </p:nvPr>
        </p:nvSpPr>
        <p:spPr>
          <a:xfrm>
            <a:off x="628650" y="273168"/>
            <a:ext cx="7886700" cy="991718"/>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custDataLst>
              <p:tags r:id="rId7"/>
            </p:custDataLst>
          </p:nvPr>
        </p:nvSpPr>
        <p:spPr>
          <a:xfrm>
            <a:off x="628650" y="1365838"/>
            <a:ext cx="7886700" cy="3255445"/>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custDataLst>
              <p:tags r:id="rId8"/>
            </p:custDataLst>
          </p:nvPr>
        </p:nvSpPr>
        <p:spPr>
          <a:xfrm>
            <a:off x="628650" y="4755492"/>
            <a:ext cx="2057400" cy="273168"/>
          </a:xfrm>
          <a:prstGeom prst="rect">
            <a:avLst/>
          </a:prstGeom>
        </p:spPr>
        <p:txBody>
          <a:bodyPr vert="horz" lIns="91440" tIns="45720" rIns="91440" bIns="45720" rtlCol="0" anchor="ctr"/>
          <a:lstStyle>
            <a:lvl1pPr algn="l">
              <a:defRPr sz="898">
                <a:solidFill>
                  <a:schemeClr val="tx1">
                    <a:tint val="75000"/>
                  </a:schemeClr>
                </a:solidFill>
              </a:defRPr>
            </a:lvl1p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3"/>
            <p:custDataLst>
              <p:tags r:id="rId9"/>
            </p:custDataLst>
          </p:nvPr>
        </p:nvSpPr>
        <p:spPr>
          <a:xfrm>
            <a:off x="3028950" y="4755492"/>
            <a:ext cx="3086100" cy="273168"/>
          </a:xfrm>
          <a:prstGeom prst="rect">
            <a:avLst/>
          </a:prstGeom>
        </p:spPr>
        <p:txBody>
          <a:bodyPr vert="horz" lIns="91440" tIns="45720" rIns="91440" bIns="45720" rtlCol="0" anchor="ctr"/>
          <a:lstStyle>
            <a:lvl1pPr algn="ctr">
              <a:defRPr sz="898">
                <a:solidFill>
                  <a:schemeClr val="tx1">
                    <a:tint val="75000"/>
                  </a:schemeClr>
                </a:solidFill>
              </a:defRPr>
            </a:lvl1pPr>
          </a:lstStyle>
          <a:p>
            <a:endParaRPr lang="zh-CN" altLang="en-US"/>
          </a:p>
        </p:txBody>
      </p:sp>
      <p:sp>
        <p:nvSpPr>
          <p:cNvPr id="6" name="Slide Number Placeholder 5"/>
          <p:cNvSpPr>
            <a:spLocks noGrp="1"/>
          </p:cNvSpPr>
          <p:nvPr>
            <p:ph type="sldNum" sz="quarter" idx="4"/>
            <p:custDataLst>
              <p:tags r:id="rId10"/>
            </p:custDataLst>
          </p:nvPr>
        </p:nvSpPr>
        <p:spPr>
          <a:xfrm>
            <a:off x="6457950" y="4755492"/>
            <a:ext cx="2057400" cy="273168"/>
          </a:xfrm>
          <a:prstGeom prst="rect">
            <a:avLst/>
          </a:prstGeom>
        </p:spPr>
        <p:txBody>
          <a:bodyPr vert="horz" lIns="91440" tIns="45720" rIns="91440" bIns="45720" rtlCol="0" anchor="ctr"/>
          <a:lstStyle>
            <a:lvl1pPr algn="r">
              <a:defRPr sz="898">
                <a:solidFill>
                  <a:schemeClr val="tx1">
                    <a:tint val="75000"/>
                  </a:schemeClr>
                </a:solidFill>
              </a:defRPr>
            </a:lvl1pPr>
          </a:lstStyle>
          <a:p>
            <a:fld id="{EFF864F4-FD91-4101-9B71-D6947279B948}" type="slidenum">
              <a:rPr lang="zh-CN" altLang="en-US" smtClean="0"/>
              <a:t>‹#›</a:t>
            </a:fld>
            <a:endParaRPr lang="zh-CN" altLang="en-US"/>
          </a:p>
        </p:txBody>
      </p:sp>
      <p:pic>
        <p:nvPicPr>
          <p:cNvPr id="7" name="图片 1073743875" descr="学科网 zxxk.com"/>
          <p:cNvPicPr>
            <a:picLocks noChangeAspect="1"/>
          </p:cNvPicPr>
          <p:nvPr>
            <p:custDataLst>
              <p:tags r:id="rId11"/>
            </p:custDataLst>
          </p:nvPr>
        </p:nvPicPr>
        <p:blipFill>
          <a:blip r:embed="rId12" r:link="rId13"/>
          <a:stretch>
            <a:fillRect/>
          </a:stretch>
        </p:blipFill>
        <p:spPr>
          <a:xfrm>
            <a:off x="838200" y="365125"/>
            <a:ext cx="9525" cy="9525"/>
          </a:xfrm>
          <a:prstGeom prst="rect">
            <a:avLst/>
          </a:prstGeom>
          <a:noFill/>
          <a:ln>
            <a:noFill/>
            <a:miter lim="800000"/>
          </a:ln>
        </p:spPr>
      </p:pic>
    </p:spTree>
    <p:extLst>
      <p:ext uri="{BB962C8B-B14F-4D97-AF65-F5344CB8AC3E}">
        <p14:creationId xmlns:p14="http://schemas.microsoft.com/office/powerpoint/2010/main" val="1228954949"/>
      </p:ext>
    </p:extLst>
  </p:cSld>
  <p:clrMap bg1="lt1" tx1="dk1" bg2="lt2" tx2="dk2" accent1="accent1" accent2="accent2" accent3="accent3" accent4="accent4" accent5="accent5" accent6="accent6" hlink="hlink" folHlink="folHlink"/>
  <p:sldLayoutIdLst>
    <p:sldLayoutId id="2147484527" r:id="rId1"/>
    <p:sldLayoutId id="2147484636" r:id="rId2"/>
    <p:sldLayoutId id="2147484637" r:id="rId3"/>
    <p:sldLayoutId id="2147484638" r:id="rId4"/>
  </p:sldLayoutIdLst>
  <p:transition/>
  <p:txStyles>
    <p:titleStyle>
      <a:lvl1pPr algn="l" defTabSz="684063" rtl="0" eaLnBrk="1" latinLnBrk="0" hangingPunct="1">
        <a:lnSpc>
          <a:spcPct val="90000"/>
        </a:lnSpc>
        <a:spcBef>
          <a:spcPct val="0"/>
        </a:spcBef>
        <a:buNone/>
        <a:defRPr sz="3292" kern="1200">
          <a:solidFill>
            <a:schemeClr val="tx1"/>
          </a:solidFill>
          <a:latin typeface="+mj-lt"/>
          <a:ea typeface="+mj-ea"/>
          <a:cs typeface="+mj-cs"/>
        </a:defRPr>
      </a:lvl1pPr>
    </p:titleStyle>
    <p:bodyStyle>
      <a:lvl1pPr marL="171016" indent="-171016" algn="l" defTabSz="684063" rtl="0" eaLnBrk="1" latinLnBrk="0" hangingPunct="1">
        <a:lnSpc>
          <a:spcPct val="90000"/>
        </a:lnSpc>
        <a:spcBef>
          <a:spcPts val="748"/>
        </a:spcBef>
        <a:buFont typeface="Arial" panose="020B0604020202020204" pitchFamily="34" charset="0"/>
        <a:buChar char="•"/>
        <a:defRPr sz="2095" kern="1200">
          <a:solidFill>
            <a:schemeClr val="tx1"/>
          </a:solidFill>
          <a:latin typeface="+mn-lt"/>
          <a:ea typeface="+mn-ea"/>
          <a:cs typeface="+mn-cs"/>
        </a:defRPr>
      </a:lvl1pPr>
      <a:lvl2pPr marL="513047" indent="-171016" algn="l" defTabSz="684063" rtl="0" eaLnBrk="1" latinLnBrk="0" hangingPunct="1">
        <a:lnSpc>
          <a:spcPct val="90000"/>
        </a:lnSpc>
        <a:spcBef>
          <a:spcPts val="374"/>
        </a:spcBef>
        <a:buFont typeface="Arial" panose="020B0604020202020204" pitchFamily="34" charset="0"/>
        <a:buChar char="•"/>
        <a:defRPr sz="1795" kern="1200">
          <a:solidFill>
            <a:schemeClr val="tx1"/>
          </a:solidFill>
          <a:latin typeface="+mn-lt"/>
          <a:ea typeface="+mn-ea"/>
          <a:cs typeface="+mn-cs"/>
        </a:defRPr>
      </a:lvl2pPr>
      <a:lvl3pPr marL="855078" indent="-171016" algn="l" defTabSz="684063" rtl="0" eaLnBrk="1" latinLnBrk="0" hangingPunct="1">
        <a:lnSpc>
          <a:spcPct val="90000"/>
        </a:lnSpc>
        <a:spcBef>
          <a:spcPts val="374"/>
        </a:spcBef>
        <a:buFont typeface="Arial" panose="020B0604020202020204" pitchFamily="34" charset="0"/>
        <a:buChar char="•"/>
        <a:defRPr sz="1496" kern="1200">
          <a:solidFill>
            <a:schemeClr val="tx1"/>
          </a:solidFill>
          <a:latin typeface="+mn-lt"/>
          <a:ea typeface="+mn-ea"/>
          <a:cs typeface="+mn-cs"/>
        </a:defRPr>
      </a:lvl3pPr>
      <a:lvl4pPr marL="1197110"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4pPr>
      <a:lvl5pPr marL="1539141"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5pPr>
      <a:lvl6pPr marL="1881172"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6pPr>
      <a:lvl7pPr marL="2223204"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7pPr>
      <a:lvl8pPr marL="2565235"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8pPr>
      <a:lvl9pPr marL="2907266"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9pPr>
    </p:bodyStyle>
    <p:otherStyle>
      <a:defPPr>
        <a:defRPr lang="en-US"/>
      </a:defPPr>
      <a:lvl1pPr marL="0" algn="l" defTabSz="684063" rtl="0" eaLnBrk="1" latinLnBrk="0" hangingPunct="1">
        <a:defRPr sz="1347" kern="1200">
          <a:solidFill>
            <a:schemeClr val="tx1"/>
          </a:solidFill>
          <a:latin typeface="+mn-lt"/>
          <a:ea typeface="+mn-ea"/>
          <a:cs typeface="+mn-cs"/>
        </a:defRPr>
      </a:lvl1pPr>
      <a:lvl2pPr marL="342031" algn="l" defTabSz="684063" rtl="0" eaLnBrk="1" latinLnBrk="0" hangingPunct="1">
        <a:defRPr sz="1347" kern="1200">
          <a:solidFill>
            <a:schemeClr val="tx1"/>
          </a:solidFill>
          <a:latin typeface="+mn-lt"/>
          <a:ea typeface="+mn-ea"/>
          <a:cs typeface="+mn-cs"/>
        </a:defRPr>
      </a:lvl2pPr>
      <a:lvl3pPr marL="684063" algn="l" defTabSz="684063" rtl="0" eaLnBrk="1" latinLnBrk="0" hangingPunct="1">
        <a:defRPr sz="1347" kern="1200">
          <a:solidFill>
            <a:schemeClr val="tx1"/>
          </a:solidFill>
          <a:latin typeface="+mn-lt"/>
          <a:ea typeface="+mn-ea"/>
          <a:cs typeface="+mn-cs"/>
        </a:defRPr>
      </a:lvl3pPr>
      <a:lvl4pPr marL="1026094" algn="l" defTabSz="684063" rtl="0" eaLnBrk="1" latinLnBrk="0" hangingPunct="1">
        <a:defRPr sz="1347" kern="1200">
          <a:solidFill>
            <a:schemeClr val="tx1"/>
          </a:solidFill>
          <a:latin typeface="+mn-lt"/>
          <a:ea typeface="+mn-ea"/>
          <a:cs typeface="+mn-cs"/>
        </a:defRPr>
      </a:lvl4pPr>
      <a:lvl5pPr marL="1368125" algn="l" defTabSz="684063" rtl="0" eaLnBrk="1" latinLnBrk="0" hangingPunct="1">
        <a:defRPr sz="1347" kern="1200">
          <a:solidFill>
            <a:schemeClr val="tx1"/>
          </a:solidFill>
          <a:latin typeface="+mn-lt"/>
          <a:ea typeface="+mn-ea"/>
          <a:cs typeface="+mn-cs"/>
        </a:defRPr>
      </a:lvl5pPr>
      <a:lvl6pPr marL="1710157" algn="l" defTabSz="684063" rtl="0" eaLnBrk="1" latinLnBrk="0" hangingPunct="1">
        <a:defRPr sz="1347" kern="1200">
          <a:solidFill>
            <a:schemeClr val="tx1"/>
          </a:solidFill>
          <a:latin typeface="+mn-lt"/>
          <a:ea typeface="+mn-ea"/>
          <a:cs typeface="+mn-cs"/>
        </a:defRPr>
      </a:lvl6pPr>
      <a:lvl7pPr marL="2052188" algn="l" defTabSz="684063" rtl="0" eaLnBrk="1" latinLnBrk="0" hangingPunct="1">
        <a:defRPr sz="1347" kern="1200">
          <a:solidFill>
            <a:schemeClr val="tx1"/>
          </a:solidFill>
          <a:latin typeface="+mn-lt"/>
          <a:ea typeface="+mn-ea"/>
          <a:cs typeface="+mn-cs"/>
        </a:defRPr>
      </a:lvl7pPr>
      <a:lvl8pPr marL="2394219" algn="l" defTabSz="684063" rtl="0" eaLnBrk="1" latinLnBrk="0" hangingPunct="1">
        <a:defRPr sz="1347" kern="1200">
          <a:solidFill>
            <a:schemeClr val="tx1"/>
          </a:solidFill>
          <a:latin typeface="+mn-lt"/>
          <a:ea typeface="+mn-ea"/>
          <a:cs typeface="+mn-cs"/>
        </a:defRPr>
      </a:lvl8pPr>
      <a:lvl9pPr marL="2736251" algn="l" defTabSz="684063" rtl="0" eaLnBrk="1" latinLnBrk="0" hangingPunct="1">
        <a:defRPr sz="1347"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28651" y="273168"/>
            <a:ext cx="7886700" cy="991718"/>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custDataLst>
              <p:tags r:id="rId14"/>
            </p:custDataLst>
          </p:nvPr>
        </p:nvSpPr>
        <p:spPr>
          <a:xfrm>
            <a:off x="628651" y="1365840"/>
            <a:ext cx="7886700" cy="3255445"/>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custDataLst>
              <p:tags r:id="rId15"/>
            </p:custDataLst>
          </p:nvPr>
        </p:nvSpPr>
        <p:spPr>
          <a:xfrm>
            <a:off x="628650" y="4755492"/>
            <a:ext cx="2057400" cy="273168"/>
          </a:xfrm>
          <a:prstGeom prst="rect">
            <a:avLst/>
          </a:prstGeom>
        </p:spPr>
        <p:txBody>
          <a:bodyPr vert="horz" lIns="91440" tIns="45720" rIns="91440" bIns="45720" rtlCol="0" anchor="ctr"/>
          <a:lstStyle>
            <a:lvl1pPr algn="l">
              <a:defRPr sz="898">
                <a:solidFill>
                  <a:schemeClr val="tx1">
                    <a:tint val="75000"/>
                  </a:schemeClr>
                </a:solidFill>
              </a:defRPr>
            </a:lvl1p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3"/>
            <p:custDataLst>
              <p:tags r:id="rId16"/>
            </p:custDataLst>
          </p:nvPr>
        </p:nvSpPr>
        <p:spPr>
          <a:xfrm>
            <a:off x="3028951" y="4755492"/>
            <a:ext cx="3086100" cy="273168"/>
          </a:xfrm>
          <a:prstGeom prst="rect">
            <a:avLst/>
          </a:prstGeom>
        </p:spPr>
        <p:txBody>
          <a:bodyPr vert="horz" lIns="91440" tIns="45720" rIns="91440" bIns="45720" rtlCol="0" anchor="ctr"/>
          <a:lstStyle>
            <a:lvl1pPr algn="ctr">
              <a:defRPr sz="898">
                <a:solidFill>
                  <a:schemeClr val="tx1">
                    <a:tint val="75000"/>
                  </a:schemeClr>
                </a:solidFill>
              </a:defRPr>
            </a:lvl1pPr>
          </a:lstStyle>
          <a:p>
            <a:endParaRPr lang="zh-CN" altLang="en-US"/>
          </a:p>
        </p:txBody>
      </p:sp>
      <p:sp>
        <p:nvSpPr>
          <p:cNvPr id="6" name="Slide Number Placeholder 5"/>
          <p:cNvSpPr>
            <a:spLocks noGrp="1"/>
          </p:cNvSpPr>
          <p:nvPr>
            <p:ph type="sldNum" sz="quarter" idx="4"/>
            <p:custDataLst>
              <p:tags r:id="rId17"/>
            </p:custDataLst>
          </p:nvPr>
        </p:nvSpPr>
        <p:spPr>
          <a:xfrm>
            <a:off x="6457951" y="4755492"/>
            <a:ext cx="2057400" cy="273168"/>
          </a:xfrm>
          <a:prstGeom prst="rect">
            <a:avLst/>
          </a:prstGeom>
        </p:spPr>
        <p:txBody>
          <a:bodyPr vert="horz" lIns="91440" tIns="45720" rIns="91440" bIns="45720" rtlCol="0" anchor="ctr"/>
          <a:lstStyle>
            <a:lvl1pPr algn="r">
              <a:defRPr sz="898">
                <a:solidFill>
                  <a:schemeClr val="tx1">
                    <a:tint val="75000"/>
                  </a:schemeClr>
                </a:solidFill>
              </a:defRPr>
            </a:lvl1pPr>
          </a:lstStyle>
          <a:p>
            <a:fld id="{EFF864F4-FD91-4101-9B71-D6947279B948}" type="slidenum">
              <a:rPr lang="zh-CN" altLang="en-US" smtClean="0"/>
              <a:t>‹#›</a:t>
            </a:fld>
            <a:endParaRPr lang="zh-CN" altLang="en-US"/>
          </a:p>
        </p:txBody>
      </p:sp>
      <p:pic>
        <p:nvPicPr>
          <p:cNvPr id="7" name="图片 1073743875" descr="学科网 zxxk.com"/>
          <p:cNvPicPr>
            <a:picLocks noChangeAspect="1"/>
          </p:cNvPicPr>
          <p:nvPr>
            <p:custDataLst>
              <p:tags r:id="rId18"/>
            </p:custDataLst>
          </p:nvPr>
        </p:nvPicPr>
        <p:blipFill>
          <a:blip r:embed="rId19" r:link="rId20"/>
          <a:stretch>
            <a:fillRect/>
          </a:stretch>
        </p:blipFill>
        <p:spPr>
          <a:xfrm>
            <a:off x="838200" y="365125"/>
            <a:ext cx="9525" cy="9525"/>
          </a:xfrm>
          <a:prstGeom prst="rect">
            <a:avLst/>
          </a:prstGeom>
          <a:noFill/>
          <a:ln>
            <a:noFill/>
            <a:miter lim="800000"/>
          </a:ln>
        </p:spPr>
      </p:pic>
    </p:spTree>
    <p:extLst>
      <p:ext uri="{BB962C8B-B14F-4D97-AF65-F5344CB8AC3E}">
        <p14:creationId xmlns:p14="http://schemas.microsoft.com/office/powerpoint/2010/main" val="874543700"/>
      </p:ext>
    </p:extLst>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 id="2147484634" r:id="rId10"/>
    <p:sldLayoutId id="2147484635" r:id="rId11"/>
  </p:sldLayoutIdLst>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xStyles>
    <p:titleStyle>
      <a:lvl1pPr algn="l" defTabSz="684059" rtl="0" eaLnBrk="1" latinLnBrk="0" hangingPunct="1">
        <a:lnSpc>
          <a:spcPct val="90000"/>
        </a:lnSpc>
        <a:spcBef>
          <a:spcPct val="0"/>
        </a:spcBef>
        <a:buNone/>
        <a:defRPr sz="3292" kern="1200">
          <a:solidFill>
            <a:schemeClr val="tx1"/>
          </a:solidFill>
          <a:latin typeface="+mj-lt"/>
          <a:ea typeface="+mj-ea"/>
          <a:cs typeface="+mj-cs"/>
        </a:defRPr>
      </a:lvl1pPr>
    </p:titleStyle>
    <p:bodyStyle>
      <a:lvl1pPr marL="171015" indent="-171015" algn="l" defTabSz="684059" rtl="0" eaLnBrk="1" latinLnBrk="0" hangingPunct="1">
        <a:lnSpc>
          <a:spcPct val="90000"/>
        </a:lnSpc>
        <a:spcBef>
          <a:spcPts val="748"/>
        </a:spcBef>
        <a:buFont typeface="Arial" panose="020B0604020202020204" pitchFamily="34" charset="0"/>
        <a:buChar char="•"/>
        <a:defRPr sz="2095" kern="1200">
          <a:solidFill>
            <a:schemeClr val="tx1"/>
          </a:solidFill>
          <a:latin typeface="+mn-lt"/>
          <a:ea typeface="+mn-ea"/>
          <a:cs typeface="+mn-cs"/>
        </a:defRPr>
      </a:lvl1pPr>
      <a:lvl2pPr marL="513044" indent="-171015" algn="l" defTabSz="684059" rtl="0" eaLnBrk="1" latinLnBrk="0" hangingPunct="1">
        <a:lnSpc>
          <a:spcPct val="90000"/>
        </a:lnSpc>
        <a:spcBef>
          <a:spcPts val="374"/>
        </a:spcBef>
        <a:buFont typeface="Arial" panose="020B0604020202020204" pitchFamily="34" charset="0"/>
        <a:buChar char="•"/>
        <a:defRPr sz="1795" kern="1200">
          <a:solidFill>
            <a:schemeClr val="tx1"/>
          </a:solidFill>
          <a:latin typeface="+mn-lt"/>
          <a:ea typeface="+mn-ea"/>
          <a:cs typeface="+mn-cs"/>
        </a:defRPr>
      </a:lvl2pPr>
      <a:lvl3pPr marL="855073" indent="-171015" algn="l" defTabSz="684059" rtl="0" eaLnBrk="1" latinLnBrk="0" hangingPunct="1">
        <a:lnSpc>
          <a:spcPct val="90000"/>
        </a:lnSpc>
        <a:spcBef>
          <a:spcPts val="374"/>
        </a:spcBef>
        <a:buFont typeface="Arial" panose="020B0604020202020204" pitchFamily="34" charset="0"/>
        <a:buChar char="•"/>
        <a:defRPr sz="1496" kern="1200">
          <a:solidFill>
            <a:schemeClr val="tx1"/>
          </a:solidFill>
          <a:latin typeface="+mn-lt"/>
          <a:ea typeface="+mn-ea"/>
          <a:cs typeface="+mn-cs"/>
        </a:defRPr>
      </a:lvl3pPr>
      <a:lvl4pPr marL="1197103"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4pPr>
      <a:lvl5pPr marL="1539132"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5pPr>
      <a:lvl6pPr marL="1881161"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6pPr>
      <a:lvl7pPr marL="2223191"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7pPr>
      <a:lvl8pPr marL="2565220"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8pPr>
      <a:lvl9pPr marL="2907250"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9pPr>
    </p:bodyStyle>
    <p:otherStyle>
      <a:defPPr>
        <a:defRPr lang="en-US"/>
      </a:defPPr>
      <a:lvl1pPr marL="0" algn="l" defTabSz="684059" rtl="0" eaLnBrk="1" latinLnBrk="0" hangingPunct="1">
        <a:defRPr sz="1347" kern="1200">
          <a:solidFill>
            <a:schemeClr val="tx1"/>
          </a:solidFill>
          <a:latin typeface="+mn-lt"/>
          <a:ea typeface="+mn-ea"/>
          <a:cs typeface="+mn-cs"/>
        </a:defRPr>
      </a:lvl1pPr>
      <a:lvl2pPr marL="342029" algn="l" defTabSz="684059" rtl="0" eaLnBrk="1" latinLnBrk="0" hangingPunct="1">
        <a:defRPr sz="1347" kern="1200">
          <a:solidFill>
            <a:schemeClr val="tx1"/>
          </a:solidFill>
          <a:latin typeface="+mn-lt"/>
          <a:ea typeface="+mn-ea"/>
          <a:cs typeface="+mn-cs"/>
        </a:defRPr>
      </a:lvl2pPr>
      <a:lvl3pPr marL="684059" algn="l" defTabSz="684059" rtl="0" eaLnBrk="1" latinLnBrk="0" hangingPunct="1">
        <a:defRPr sz="1347" kern="1200">
          <a:solidFill>
            <a:schemeClr val="tx1"/>
          </a:solidFill>
          <a:latin typeface="+mn-lt"/>
          <a:ea typeface="+mn-ea"/>
          <a:cs typeface="+mn-cs"/>
        </a:defRPr>
      </a:lvl3pPr>
      <a:lvl4pPr marL="1026088" algn="l" defTabSz="684059" rtl="0" eaLnBrk="1" latinLnBrk="0" hangingPunct="1">
        <a:defRPr sz="1347" kern="1200">
          <a:solidFill>
            <a:schemeClr val="tx1"/>
          </a:solidFill>
          <a:latin typeface="+mn-lt"/>
          <a:ea typeface="+mn-ea"/>
          <a:cs typeface="+mn-cs"/>
        </a:defRPr>
      </a:lvl4pPr>
      <a:lvl5pPr marL="1368118" algn="l" defTabSz="684059" rtl="0" eaLnBrk="1" latinLnBrk="0" hangingPunct="1">
        <a:defRPr sz="1347" kern="1200">
          <a:solidFill>
            <a:schemeClr val="tx1"/>
          </a:solidFill>
          <a:latin typeface="+mn-lt"/>
          <a:ea typeface="+mn-ea"/>
          <a:cs typeface="+mn-cs"/>
        </a:defRPr>
      </a:lvl5pPr>
      <a:lvl6pPr marL="1710148" algn="l" defTabSz="684059" rtl="0" eaLnBrk="1" latinLnBrk="0" hangingPunct="1">
        <a:defRPr sz="1347" kern="1200">
          <a:solidFill>
            <a:schemeClr val="tx1"/>
          </a:solidFill>
          <a:latin typeface="+mn-lt"/>
          <a:ea typeface="+mn-ea"/>
          <a:cs typeface="+mn-cs"/>
        </a:defRPr>
      </a:lvl6pPr>
      <a:lvl7pPr marL="2052176" algn="l" defTabSz="684059" rtl="0" eaLnBrk="1" latinLnBrk="0" hangingPunct="1">
        <a:defRPr sz="1347" kern="1200">
          <a:solidFill>
            <a:schemeClr val="tx1"/>
          </a:solidFill>
          <a:latin typeface="+mn-lt"/>
          <a:ea typeface="+mn-ea"/>
          <a:cs typeface="+mn-cs"/>
        </a:defRPr>
      </a:lvl7pPr>
      <a:lvl8pPr marL="2394205" algn="l" defTabSz="684059" rtl="0" eaLnBrk="1" latinLnBrk="0" hangingPunct="1">
        <a:defRPr sz="1347" kern="1200">
          <a:solidFill>
            <a:schemeClr val="tx1"/>
          </a:solidFill>
          <a:latin typeface="+mn-lt"/>
          <a:ea typeface="+mn-ea"/>
          <a:cs typeface="+mn-cs"/>
        </a:defRPr>
      </a:lvl8pPr>
      <a:lvl9pPr marL="2736235" algn="l" defTabSz="684059" rtl="0" eaLnBrk="1" latinLnBrk="0" hangingPunct="1">
        <a:defRPr sz="134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tags" Target="../tags/tag104.xml"/><Relationship Id="rId7" Type="http://schemas.openxmlformats.org/officeDocument/2006/relationships/tags" Target="../tags/tag108.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5" Type="http://schemas.openxmlformats.org/officeDocument/2006/relationships/tags" Target="../tags/tag106.xml"/><Relationship Id="rId10" Type="http://schemas.openxmlformats.org/officeDocument/2006/relationships/image" Target="../media/image4.png"/><Relationship Id="rId4" Type="http://schemas.openxmlformats.org/officeDocument/2006/relationships/tags" Target="../tags/tag105.xml"/><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18" Type="http://schemas.openxmlformats.org/officeDocument/2006/relationships/tags" Target="../tags/tag126.xml"/><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tags" Target="../tags/tag120.xml"/><Relationship Id="rId17" Type="http://schemas.openxmlformats.org/officeDocument/2006/relationships/tags" Target="../tags/tag125.xml"/><Relationship Id="rId2" Type="http://schemas.openxmlformats.org/officeDocument/2006/relationships/tags" Target="../tags/tag110.xml"/><Relationship Id="rId16" Type="http://schemas.openxmlformats.org/officeDocument/2006/relationships/tags" Target="../tags/tag124.xml"/><Relationship Id="rId20" Type="http://schemas.openxmlformats.org/officeDocument/2006/relationships/image" Target="../media/image4.png"/><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5" Type="http://schemas.openxmlformats.org/officeDocument/2006/relationships/tags" Target="../tags/tag113.xml"/><Relationship Id="rId15" Type="http://schemas.openxmlformats.org/officeDocument/2006/relationships/tags" Target="../tags/tag123.xml"/><Relationship Id="rId10" Type="http://schemas.openxmlformats.org/officeDocument/2006/relationships/tags" Target="../tags/tag118.xml"/><Relationship Id="rId19" Type="http://schemas.openxmlformats.org/officeDocument/2006/relationships/slideLayout" Target="../slideLayouts/slideLayout12.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tags" Target="../tags/tag122.xml"/></Relationships>
</file>

<file path=ppt/slides/_rels/slide3.xml.rels><?xml version="1.0" encoding="UTF-8" standalone="yes"?>
<Relationships xmlns="http://schemas.openxmlformats.org/package/2006/relationships"><Relationship Id="rId13" Type="http://schemas.openxmlformats.org/officeDocument/2006/relationships/tags" Target="../tags/tag139.xml"/><Relationship Id="rId18" Type="http://schemas.openxmlformats.org/officeDocument/2006/relationships/tags" Target="../tags/tag144.xml"/><Relationship Id="rId26" Type="http://schemas.openxmlformats.org/officeDocument/2006/relationships/tags" Target="../tags/tag152.xml"/><Relationship Id="rId39" Type="http://schemas.openxmlformats.org/officeDocument/2006/relationships/tags" Target="../tags/tag165.xml"/><Relationship Id="rId21" Type="http://schemas.openxmlformats.org/officeDocument/2006/relationships/tags" Target="../tags/tag147.xml"/><Relationship Id="rId34" Type="http://schemas.openxmlformats.org/officeDocument/2006/relationships/tags" Target="../tags/tag160.xml"/><Relationship Id="rId42" Type="http://schemas.openxmlformats.org/officeDocument/2006/relationships/tags" Target="../tags/tag168.xml"/><Relationship Id="rId47" Type="http://schemas.openxmlformats.org/officeDocument/2006/relationships/tags" Target="../tags/tag173.xml"/><Relationship Id="rId7" Type="http://schemas.openxmlformats.org/officeDocument/2006/relationships/tags" Target="../tags/tag133.xml"/><Relationship Id="rId2" Type="http://schemas.openxmlformats.org/officeDocument/2006/relationships/tags" Target="../tags/tag128.xml"/><Relationship Id="rId16" Type="http://schemas.openxmlformats.org/officeDocument/2006/relationships/tags" Target="../tags/tag142.xml"/><Relationship Id="rId29" Type="http://schemas.openxmlformats.org/officeDocument/2006/relationships/tags" Target="../tags/tag155.xml"/><Relationship Id="rId11" Type="http://schemas.openxmlformats.org/officeDocument/2006/relationships/tags" Target="../tags/tag137.xml"/><Relationship Id="rId24" Type="http://schemas.openxmlformats.org/officeDocument/2006/relationships/tags" Target="../tags/tag150.xml"/><Relationship Id="rId32" Type="http://schemas.openxmlformats.org/officeDocument/2006/relationships/tags" Target="../tags/tag158.xml"/><Relationship Id="rId37" Type="http://schemas.openxmlformats.org/officeDocument/2006/relationships/tags" Target="../tags/tag163.xml"/><Relationship Id="rId40" Type="http://schemas.openxmlformats.org/officeDocument/2006/relationships/tags" Target="../tags/tag166.xml"/><Relationship Id="rId45" Type="http://schemas.openxmlformats.org/officeDocument/2006/relationships/tags" Target="../tags/tag171.xml"/><Relationship Id="rId5" Type="http://schemas.openxmlformats.org/officeDocument/2006/relationships/tags" Target="../tags/tag131.xml"/><Relationship Id="rId15" Type="http://schemas.openxmlformats.org/officeDocument/2006/relationships/tags" Target="../tags/tag141.xml"/><Relationship Id="rId23" Type="http://schemas.openxmlformats.org/officeDocument/2006/relationships/tags" Target="../tags/tag149.xml"/><Relationship Id="rId28" Type="http://schemas.openxmlformats.org/officeDocument/2006/relationships/tags" Target="../tags/tag154.xml"/><Relationship Id="rId36" Type="http://schemas.openxmlformats.org/officeDocument/2006/relationships/tags" Target="../tags/tag162.xml"/><Relationship Id="rId49" Type="http://schemas.openxmlformats.org/officeDocument/2006/relationships/image" Target="../media/image4.png"/><Relationship Id="rId10" Type="http://schemas.openxmlformats.org/officeDocument/2006/relationships/tags" Target="../tags/tag136.xml"/><Relationship Id="rId19" Type="http://schemas.openxmlformats.org/officeDocument/2006/relationships/tags" Target="../tags/tag145.xml"/><Relationship Id="rId31" Type="http://schemas.openxmlformats.org/officeDocument/2006/relationships/tags" Target="../tags/tag157.xml"/><Relationship Id="rId44" Type="http://schemas.openxmlformats.org/officeDocument/2006/relationships/tags" Target="../tags/tag170.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 Id="rId22" Type="http://schemas.openxmlformats.org/officeDocument/2006/relationships/tags" Target="../tags/tag148.xml"/><Relationship Id="rId27" Type="http://schemas.openxmlformats.org/officeDocument/2006/relationships/tags" Target="../tags/tag153.xml"/><Relationship Id="rId30" Type="http://schemas.openxmlformats.org/officeDocument/2006/relationships/tags" Target="../tags/tag156.xml"/><Relationship Id="rId35" Type="http://schemas.openxmlformats.org/officeDocument/2006/relationships/tags" Target="../tags/tag161.xml"/><Relationship Id="rId43" Type="http://schemas.openxmlformats.org/officeDocument/2006/relationships/tags" Target="../tags/tag169.xml"/><Relationship Id="rId48" Type="http://schemas.openxmlformats.org/officeDocument/2006/relationships/slideLayout" Target="../slideLayouts/slideLayout12.xml"/><Relationship Id="rId8" Type="http://schemas.openxmlformats.org/officeDocument/2006/relationships/tags" Target="../tags/tag134.xml"/><Relationship Id="rId3" Type="http://schemas.openxmlformats.org/officeDocument/2006/relationships/tags" Target="../tags/tag129.xml"/><Relationship Id="rId12" Type="http://schemas.openxmlformats.org/officeDocument/2006/relationships/tags" Target="../tags/tag138.xml"/><Relationship Id="rId17" Type="http://schemas.openxmlformats.org/officeDocument/2006/relationships/tags" Target="../tags/tag143.xml"/><Relationship Id="rId25" Type="http://schemas.openxmlformats.org/officeDocument/2006/relationships/tags" Target="../tags/tag151.xml"/><Relationship Id="rId33" Type="http://schemas.openxmlformats.org/officeDocument/2006/relationships/tags" Target="../tags/tag159.xml"/><Relationship Id="rId38" Type="http://schemas.openxmlformats.org/officeDocument/2006/relationships/tags" Target="../tags/tag164.xml"/><Relationship Id="rId46" Type="http://schemas.openxmlformats.org/officeDocument/2006/relationships/tags" Target="../tags/tag172.xml"/><Relationship Id="rId20" Type="http://schemas.openxmlformats.org/officeDocument/2006/relationships/tags" Target="../tags/tag146.xml"/><Relationship Id="rId41" Type="http://schemas.openxmlformats.org/officeDocument/2006/relationships/tags" Target="../tags/tag167.xml"/><Relationship Id="rId1" Type="http://schemas.openxmlformats.org/officeDocument/2006/relationships/tags" Target="../tags/tag127.xml"/><Relationship Id="rId6" Type="http://schemas.openxmlformats.org/officeDocument/2006/relationships/tags" Target="../tags/tag132.xml"/></Relationships>
</file>

<file path=ppt/slides/_rels/slide4.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tags" Target="../tags/tag186.xml"/><Relationship Id="rId3" Type="http://schemas.openxmlformats.org/officeDocument/2006/relationships/tags" Target="../tags/tag176.xml"/><Relationship Id="rId7" Type="http://schemas.openxmlformats.org/officeDocument/2006/relationships/tags" Target="../tags/tag180.xml"/><Relationship Id="rId12" Type="http://schemas.openxmlformats.org/officeDocument/2006/relationships/tags" Target="../tags/tag185.xml"/><Relationship Id="rId2" Type="http://schemas.openxmlformats.org/officeDocument/2006/relationships/tags" Target="../tags/tag175.xml"/><Relationship Id="rId16" Type="http://schemas.openxmlformats.org/officeDocument/2006/relationships/slideLayout" Target="../slideLayouts/slideLayout5.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tags" Target="../tags/tag184.xml"/><Relationship Id="rId5" Type="http://schemas.openxmlformats.org/officeDocument/2006/relationships/tags" Target="../tags/tag178.xml"/><Relationship Id="rId15" Type="http://schemas.openxmlformats.org/officeDocument/2006/relationships/tags" Target="../tags/tag188.xml"/><Relationship Id="rId10" Type="http://schemas.openxmlformats.org/officeDocument/2006/relationships/tags" Target="../tags/tag183.xml"/><Relationship Id="rId4" Type="http://schemas.openxmlformats.org/officeDocument/2006/relationships/tags" Target="../tags/tag177.xml"/><Relationship Id="rId9" Type="http://schemas.openxmlformats.org/officeDocument/2006/relationships/tags" Target="../tags/tag182.xml"/><Relationship Id="rId14" Type="http://schemas.openxmlformats.org/officeDocument/2006/relationships/tags" Target="../tags/tag187.xml"/></Relationships>
</file>

<file path=ppt/slides/_rels/slide5.xml.rels><?xml version="1.0" encoding="UTF-8" standalone="yes"?>
<Relationships xmlns="http://schemas.openxmlformats.org/package/2006/relationships"><Relationship Id="rId8" Type="http://schemas.openxmlformats.org/officeDocument/2006/relationships/tags" Target="../tags/tag196.xml"/><Relationship Id="rId13" Type="http://schemas.openxmlformats.org/officeDocument/2006/relationships/tags" Target="../tags/tag201.xml"/><Relationship Id="rId18" Type="http://schemas.openxmlformats.org/officeDocument/2006/relationships/tags" Target="../tags/tag206.xml"/><Relationship Id="rId26" Type="http://schemas.openxmlformats.org/officeDocument/2006/relationships/tags" Target="../tags/tag214.xml"/><Relationship Id="rId3" Type="http://schemas.openxmlformats.org/officeDocument/2006/relationships/tags" Target="../tags/tag191.xml"/><Relationship Id="rId21" Type="http://schemas.openxmlformats.org/officeDocument/2006/relationships/tags" Target="../tags/tag209.xml"/><Relationship Id="rId7" Type="http://schemas.openxmlformats.org/officeDocument/2006/relationships/tags" Target="../tags/tag195.xml"/><Relationship Id="rId12" Type="http://schemas.openxmlformats.org/officeDocument/2006/relationships/tags" Target="../tags/tag200.xml"/><Relationship Id="rId17" Type="http://schemas.openxmlformats.org/officeDocument/2006/relationships/tags" Target="../tags/tag205.xml"/><Relationship Id="rId25" Type="http://schemas.openxmlformats.org/officeDocument/2006/relationships/tags" Target="../tags/tag213.xml"/><Relationship Id="rId2" Type="http://schemas.openxmlformats.org/officeDocument/2006/relationships/tags" Target="../tags/tag190.xml"/><Relationship Id="rId16" Type="http://schemas.openxmlformats.org/officeDocument/2006/relationships/tags" Target="../tags/tag204.xml"/><Relationship Id="rId20" Type="http://schemas.openxmlformats.org/officeDocument/2006/relationships/tags" Target="../tags/tag208.xml"/><Relationship Id="rId29" Type="http://schemas.openxmlformats.org/officeDocument/2006/relationships/tags" Target="../tags/tag217.xml"/><Relationship Id="rId1" Type="http://schemas.openxmlformats.org/officeDocument/2006/relationships/tags" Target="../tags/tag189.xml"/><Relationship Id="rId6" Type="http://schemas.openxmlformats.org/officeDocument/2006/relationships/tags" Target="../tags/tag194.xml"/><Relationship Id="rId11" Type="http://schemas.openxmlformats.org/officeDocument/2006/relationships/tags" Target="../tags/tag199.xml"/><Relationship Id="rId24" Type="http://schemas.openxmlformats.org/officeDocument/2006/relationships/tags" Target="../tags/tag212.xml"/><Relationship Id="rId5" Type="http://schemas.openxmlformats.org/officeDocument/2006/relationships/tags" Target="../tags/tag193.xml"/><Relationship Id="rId15" Type="http://schemas.openxmlformats.org/officeDocument/2006/relationships/tags" Target="../tags/tag203.xml"/><Relationship Id="rId23" Type="http://schemas.openxmlformats.org/officeDocument/2006/relationships/tags" Target="../tags/tag211.xml"/><Relationship Id="rId28" Type="http://schemas.openxmlformats.org/officeDocument/2006/relationships/tags" Target="../tags/tag216.xml"/><Relationship Id="rId10" Type="http://schemas.openxmlformats.org/officeDocument/2006/relationships/tags" Target="../tags/tag198.xml"/><Relationship Id="rId19" Type="http://schemas.openxmlformats.org/officeDocument/2006/relationships/tags" Target="../tags/tag207.xml"/><Relationship Id="rId4" Type="http://schemas.openxmlformats.org/officeDocument/2006/relationships/tags" Target="../tags/tag192.xml"/><Relationship Id="rId9" Type="http://schemas.openxmlformats.org/officeDocument/2006/relationships/tags" Target="../tags/tag197.xml"/><Relationship Id="rId14" Type="http://schemas.openxmlformats.org/officeDocument/2006/relationships/tags" Target="../tags/tag202.xml"/><Relationship Id="rId22" Type="http://schemas.openxmlformats.org/officeDocument/2006/relationships/tags" Target="../tags/tag210.xml"/><Relationship Id="rId27" Type="http://schemas.openxmlformats.org/officeDocument/2006/relationships/tags" Target="../tags/tag215.xml"/><Relationship Id="rId30"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tags" Target="../tags/tag225.xml"/><Relationship Id="rId13" Type="http://schemas.openxmlformats.org/officeDocument/2006/relationships/tags" Target="../tags/tag230.xml"/><Relationship Id="rId18" Type="http://schemas.openxmlformats.org/officeDocument/2006/relationships/image" Target="../media/image6.png"/><Relationship Id="rId3" Type="http://schemas.openxmlformats.org/officeDocument/2006/relationships/tags" Target="../tags/tag220.xml"/><Relationship Id="rId7" Type="http://schemas.openxmlformats.org/officeDocument/2006/relationships/tags" Target="../tags/tag224.xml"/><Relationship Id="rId12" Type="http://schemas.openxmlformats.org/officeDocument/2006/relationships/tags" Target="../tags/tag229.xml"/><Relationship Id="rId17" Type="http://schemas.microsoft.com/office/2007/relationships/hdphoto" Target="../media/hdphoto1.wdp"/><Relationship Id="rId2" Type="http://schemas.openxmlformats.org/officeDocument/2006/relationships/tags" Target="../tags/tag219.xml"/><Relationship Id="rId16" Type="http://schemas.openxmlformats.org/officeDocument/2006/relationships/image" Target="../media/image5.png"/><Relationship Id="rId1" Type="http://schemas.openxmlformats.org/officeDocument/2006/relationships/tags" Target="../tags/tag218.xml"/><Relationship Id="rId6" Type="http://schemas.openxmlformats.org/officeDocument/2006/relationships/tags" Target="../tags/tag223.xml"/><Relationship Id="rId11" Type="http://schemas.openxmlformats.org/officeDocument/2006/relationships/tags" Target="../tags/tag228.xml"/><Relationship Id="rId5" Type="http://schemas.openxmlformats.org/officeDocument/2006/relationships/tags" Target="../tags/tag222.xml"/><Relationship Id="rId15" Type="http://schemas.openxmlformats.org/officeDocument/2006/relationships/slideLayout" Target="../slideLayouts/slideLayout2.xml"/><Relationship Id="rId10" Type="http://schemas.openxmlformats.org/officeDocument/2006/relationships/tags" Target="../tags/tag227.xml"/><Relationship Id="rId4" Type="http://schemas.openxmlformats.org/officeDocument/2006/relationships/tags" Target="../tags/tag221.xml"/><Relationship Id="rId9" Type="http://schemas.openxmlformats.org/officeDocument/2006/relationships/tags" Target="../tags/tag226.xml"/><Relationship Id="rId14" Type="http://schemas.openxmlformats.org/officeDocument/2006/relationships/tags" Target="../tags/tag231.xml"/></Relationships>
</file>

<file path=ppt/slides/_rels/slide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234.xml"/><Relationship Id="rId7" Type="http://schemas.openxmlformats.org/officeDocument/2006/relationships/image" Target="../media/image7.png"/><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slideLayout" Target="../slideLayouts/slideLayout4.xml"/><Relationship Id="rId5" Type="http://schemas.openxmlformats.org/officeDocument/2006/relationships/tags" Target="../tags/tag236.xml"/><Relationship Id="rId4" Type="http://schemas.openxmlformats.org/officeDocument/2006/relationships/tags" Target="../tags/tag235.xml"/></Relationships>
</file>

<file path=ppt/slides/_rels/slide8.xml.rels><?xml version="1.0" encoding="UTF-8" standalone="yes"?>
<Relationships xmlns="http://schemas.openxmlformats.org/package/2006/relationships"><Relationship Id="rId3" Type="http://schemas.openxmlformats.org/officeDocument/2006/relationships/tags" Target="../tags/tag239.xml"/><Relationship Id="rId7" Type="http://schemas.openxmlformats.org/officeDocument/2006/relationships/image" Target="../media/image8.png"/><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slideLayout" Target="../slideLayouts/slideLayout4.xml"/><Relationship Id="rId5" Type="http://schemas.openxmlformats.org/officeDocument/2006/relationships/tags" Target="../tags/tag241.xml"/><Relationship Id="rId4" Type="http://schemas.openxmlformats.org/officeDocument/2006/relationships/tags" Target="../tags/tag240.xml"/></Relationships>
</file>

<file path=ppt/slides/_rels/slide9.xml.rels><?xml version="1.0" encoding="UTF-8" standalone="yes"?>
<Relationships xmlns="http://schemas.openxmlformats.org/package/2006/relationships"><Relationship Id="rId3" Type="http://schemas.openxmlformats.org/officeDocument/2006/relationships/tags" Target="../tags/tag244.xml"/><Relationship Id="rId7" Type="http://schemas.openxmlformats.org/officeDocument/2006/relationships/image" Target="../media/image9.png"/><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slideLayout" Target="../slideLayouts/slideLayout4.xml"/><Relationship Id="rId5" Type="http://schemas.openxmlformats.org/officeDocument/2006/relationships/tags" Target="../tags/tag246.xml"/><Relationship Id="rId4" Type="http://schemas.openxmlformats.org/officeDocument/2006/relationships/tags" Target="../tags/tag245.xml"/></Relationships>
</file>

<file path=ppt/slides/_rels/slide10.xml.rels><?xml version="1.0" encoding="UTF-8" standalone="yes"?>
<Relationships xmlns="http://schemas.openxmlformats.org/package/2006/relationships"><Relationship Id="rId3" Type="http://schemas.openxmlformats.org/officeDocument/2006/relationships/tags" Target="../tags/tag249.xml"/><Relationship Id="rId7" Type="http://schemas.openxmlformats.org/officeDocument/2006/relationships/image" Target="../media/image10.png"/><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slideLayout" Target="../slideLayouts/slideLayout4.xml"/><Relationship Id="rId5" Type="http://schemas.openxmlformats.org/officeDocument/2006/relationships/tags" Target="../tags/tag251.xml"/><Relationship Id="rId4" Type="http://schemas.openxmlformats.org/officeDocument/2006/relationships/tags" Target="../tags/tag250.xml"/></Relationships>
</file>

<file path=ppt/slides/_rels/slide11.xml.rels><?xml version="1.0" encoding="UTF-8" standalone="yes"?>
<Relationships xmlns="http://schemas.openxmlformats.org/package/2006/relationships"><Relationship Id="rId3" Type="http://schemas.openxmlformats.org/officeDocument/2006/relationships/tags" Target="../tags/tag254.xml"/><Relationship Id="rId7" Type="http://schemas.openxmlformats.org/officeDocument/2006/relationships/image" Target="../media/image11.png"/><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slideLayout" Target="../slideLayouts/slideLayout4.xml"/><Relationship Id="rId5" Type="http://schemas.openxmlformats.org/officeDocument/2006/relationships/tags" Target="../tags/tag256.xml"/><Relationship Id="rId4" Type="http://schemas.openxmlformats.org/officeDocument/2006/relationships/tags" Target="../tags/tag255.xml"/></Relationships>
</file>

<file path=ppt/slides/_rels/slide12.xml.rels><?xml version="1.0" encoding="UTF-8" standalone="yes"?>
<Relationships xmlns="http://schemas.openxmlformats.org/package/2006/relationships"><Relationship Id="rId3" Type="http://schemas.openxmlformats.org/officeDocument/2006/relationships/tags" Target="../tags/tag259.xml"/><Relationship Id="rId7" Type="http://schemas.openxmlformats.org/officeDocument/2006/relationships/slideLayout" Target="../slideLayouts/slideLayout4.xml"/><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tags" Target="../tags/tag262.xml"/><Relationship Id="rId5" Type="http://schemas.openxmlformats.org/officeDocument/2006/relationships/tags" Target="../tags/tag261.xml"/><Relationship Id="rId4" Type="http://schemas.openxmlformats.org/officeDocument/2006/relationships/tags" Target="../tags/tag260.xml"/></Relationships>
</file>

<file path=ppt/slides/_rels/slide13.xml.rels><?xml version="1.0" encoding="UTF-8" standalone="yes"?>
<Relationships xmlns="http://schemas.openxmlformats.org/package/2006/relationships"><Relationship Id="rId3" Type="http://schemas.openxmlformats.org/officeDocument/2006/relationships/tags" Target="../tags/tag265.xml"/><Relationship Id="rId2" Type="http://schemas.openxmlformats.org/officeDocument/2006/relationships/tags" Target="../tags/tag264.xml"/><Relationship Id="rId1" Type="http://schemas.openxmlformats.org/officeDocument/2006/relationships/tags" Target="../tags/tag263.xml"/><Relationship Id="rId6" Type="http://schemas.openxmlformats.org/officeDocument/2006/relationships/slideLayout" Target="../slideLayouts/slideLayout4.xml"/><Relationship Id="rId5" Type="http://schemas.openxmlformats.org/officeDocument/2006/relationships/tags" Target="../tags/tag267.xml"/><Relationship Id="rId4" Type="http://schemas.openxmlformats.org/officeDocument/2006/relationships/tags" Target="../tags/tag266.xml"/></Relationships>
</file>

<file path=ppt/slides/_rels/slide14.xml.rels><?xml version="1.0" encoding="UTF-8" standalone="yes"?>
<Relationships xmlns="http://schemas.openxmlformats.org/package/2006/relationships"><Relationship Id="rId8" Type="http://schemas.openxmlformats.org/officeDocument/2006/relationships/tags" Target="../tags/tag275.xml"/><Relationship Id="rId3" Type="http://schemas.openxmlformats.org/officeDocument/2006/relationships/tags" Target="../tags/tag270.xml"/><Relationship Id="rId7" Type="http://schemas.openxmlformats.org/officeDocument/2006/relationships/tags" Target="../tags/tag274.xml"/><Relationship Id="rId2" Type="http://schemas.openxmlformats.org/officeDocument/2006/relationships/tags" Target="../tags/tag269.xml"/><Relationship Id="rId1" Type="http://schemas.openxmlformats.org/officeDocument/2006/relationships/tags" Target="../tags/tag268.xml"/><Relationship Id="rId6" Type="http://schemas.openxmlformats.org/officeDocument/2006/relationships/tags" Target="../tags/tag273.xml"/><Relationship Id="rId5" Type="http://schemas.openxmlformats.org/officeDocument/2006/relationships/tags" Target="../tags/tag272.xml"/><Relationship Id="rId4" Type="http://schemas.openxmlformats.org/officeDocument/2006/relationships/tags" Target="../tags/tag271.xml"/><Relationship Id="rId9"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tags" Target="../tags/tag283.xml"/><Relationship Id="rId13" Type="http://schemas.openxmlformats.org/officeDocument/2006/relationships/tags" Target="../tags/tag288.xml"/><Relationship Id="rId3" Type="http://schemas.openxmlformats.org/officeDocument/2006/relationships/tags" Target="../tags/tag278.xml"/><Relationship Id="rId7" Type="http://schemas.openxmlformats.org/officeDocument/2006/relationships/tags" Target="../tags/tag282.xml"/><Relationship Id="rId12" Type="http://schemas.openxmlformats.org/officeDocument/2006/relationships/tags" Target="../tags/tag287.xml"/><Relationship Id="rId2" Type="http://schemas.openxmlformats.org/officeDocument/2006/relationships/tags" Target="../tags/tag277.xml"/><Relationship Id="rId16" Type="http://schemas.openxmlformats.org/officeDocument/2006/relationships/slideLayout" Target="../slideLayouts/slideLayout4.xml"/><Relationship Id="rId1" Type="http://schemas.openxmlformats.org/officeDocument/2006/relationships/tags" Target="../tags/tag276.xml"/><Relationship Id="rId6" Type="http://schemas.openxmlformats.org/officeDocument/2006/relationships/tags" Target="../tags/tag281.xml"/><Relationship Id="rId11" Type="http://schemas.openxmlformats.org/officeDocument/2006/relationships/tags" Target="../tags/tag286.xml"/><Relationship Id="rId5" Type="http://schemas.openxmlformats.org/officeDocument/2006/relationships/tags" Target="../tags/tag280.xml"/><Relationship Id="rId15" Type="http://schemas.openxmlformats.org/officeDocument/2006/relationships/tags" Target="../tags/tag290.xml"/><Relationship Id="rId10" Type="http://schemas.openxmlformats.org/officeDocument/2006/relationships/tags" Target="../tags/tag285.xml"/><Relationship Id="rId4" Type="http://schemas.openxmlformats.org/officeDocument/2006/relationships/tags" Target="../tags/tag279.xml"/><Relationship Id="rId9" Type="http://schemas.openxmlformats.org/officeDocument/2006/relationships/tags" Target="../tags/tag284.xml"/><Relationship Id="rId14" Type="http://schemas.openxmlformats.org/officeDocument/2006/relationships/tags" Target="../tags/tag289.xml"/></Relationships>
</file>

<file path=ppt/slides/_rels/slide16.xml.rels><?xml version="1.0" encoding="UTF-8" standalone="yes"?>
<Relationships xmlns="http://schemas.openxmlformats.org/package/2006/relationships"><Relationship Id="rId13" Type="http://schemas.openxmlformats.org/officeDocument/2006/relationships/tags" Target="../tags/tag303.xml"/><Relationship Id="rId18" Type="http://schemas.openxmlformats.org/officeDocument/2006/relationships/tags" Target="../tags/tag308.xml"/><Relationship Id="rId26" Type="http://schemas.openxmlformats.org/officeDocument/2006/relationships/tags" Target="../tags/tag316.xml"/><Relationship Id="rId39" Type="http://schemas.microsoft.com/office/2007/relationships/hdphoto" Target="../media/hdphoto3.wdp"/><Relationship Id="rId21" Type="http://schemas.openxmlformats.org/officeDocument/2006/relationships/tags" Target="../tags/tag311.xml"/><Relationship Id="rId34" Type="http://schemas.openxmlformats.org/officeDocument/2006/relationships/tags" Target="../tags/tag324.xml"/><Relationship Id="rId7" Type="http://schemas.openxmlformats.org/officeDocument/2006/relationships/tags" Target="../tags/tag297.xml"/><Relationship Id="rId2" Type="http://schemas.openxmlformats.org/officeDocument/2006/relationships/tags" Target="../tags/tag292.xml"/><Relationship Id="rId16" Type="http://schemas.openxmlformats.org/officeDocument/2006/relationships/tags" Target="../tags/tag306.xml"/><Relationship Id="rId20" Type="http://schemas.openxmlformats.org/officeDocument/2006/relationships/tags" Target="../tags/tag310.xml"/><Relationship Id="rId29" Type="http://schemas.openxmlformats.org/officeDocument/2006/relationships/tags" Target="../tags/tag319.xml"/><Relationship Id="rId41" Type="http://schemas.microsoft.com/office/2007/relationships/hdphoto" Target="../media/hdphoto4.wdp"/><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tags" Target="../tags/tag301.xml"/><Relationship Id="rId24" Type="http://schemas.openxmlformats.org/officeDocument/2006/relationships/tags" Target="../tags/tag314.xml"/><Relationship Id="rId32" Type="http://schemas.openxmlformats.org/officeDocument/2006/relationships/tags" Target="../tags/tag322.xml"/><Relationship Id="rId37" Type="http://schemas.openxmlformats.org/officeDocument/2006/relationships/slideLayout" Target="../slideLayouts/slideLayout2.xml"/><Relationship Id="rId40" Type="http://schemas.openxmlformats.org/officeDocument/2006/relationships/image" Target="../media/image13.png"/><Relationship Id="rId5" Type="http://schemas.openxmlformats.org/officeDocument/2006/relationships/tags" Target="../tags/tag295.xml"/><Relationship Id="rId15" Type="http://schemas.openxmlformats.org/officeDocument/2006/relationships/tags" Target="../tags/tag305.xml"/><Relationship Id="rId23" Type="http://schemas.openxmlformats.org/officeDocument/2006/relationships/tags" Target="../tags/tag313.xml"/><Relationship Id="rId28" Type="http://schemas.openxmlformats.org/officeDocument/2006/relationships/tags" Target="../tags/tag318.xml"/><Relationship Id="rId36" Type="http://schemas.openxmlformats.org/officeDocument/2006/relationships/tags" Target="../tags/tag326.xml"/><Relationship Id="rId10" Type="http://schemas.openxmlformats.org/officeDocument/2006/relationships/tags" Target="../tags/tag300.xml"/><Relationship Id="rId19" Type="http://schemas.openxmlformats.org/officeDocument/2006/relationships/tags" Target="../tags/tag309.xml"/><Relationship Id="rId31" Type="http://schemas.openxmlformats.org/officeDocument/2006/relationships/tags" Target="../tags/tag321.xml"/><Relationship Id="rId4" Type="http://schemas.openxmlformats.org/officeDocument/2006/relationships/tags" Target="../tags/tag294.xml"/><Relationship Id="rId9" Type="http://schemas.openxmlformats.org/officeDocument/2006/relationships/tags" Target="../tags/tag299.xml"/><Relationship Id="rId14" Type="http://schemas.openxmlformats.org/officeDocument/2006/relationships/tags" Target="../tags/tag304.xml"/><Relationship Id="rId22" Type="http://schemas.openxmlformats.org/officeDocument/2006/relationships/tags" Target="../tags/tag312.xml"/><Relationship Id="rId27" Type="http://schemas.openxmlformats.org/officeDocument/2006/relationships/tags" Target="../tags/tag317.xml"/><Relationship Id="rId30" Type="http://schemas.openxmlformats.org/officeDocument/2006/relationships/tags" Target="../tags/tag320.xml"/><Relationship Id="rId35" Type="http://schemas.openxmlformats.org/officeDocument/2006/relationships/tags" Target="../tags/tag325.xml"/><Relationship Id="rId8" Type="http://schemas.openxmlformats.org/officeDocument/2006/relationships/tags" Target="../tags/tag298.xml"/><Relationship Id="rId3" Type="http://schemas.openxmlformats.org/officeDocument/2006/relationships/tags" Target="../tags/tag293.xml"/><Relationship Id="rId12" Type="http://schemas.openxmlformats.org/officeDocument/2006/relationships/tags" Target="../tags/tag302.xml"/><Relationship Id="rId17" Type="http://schemas.openxmlformats.org/officeDocument/2006/relationships/tags" Target="../tags/tag307.xml"/><Relationship Id="rId25" Type="http://schemas.openxmlformats.org/officeDocument/2006/relationships/tags" Target="../tags/tag315.xml"/><Relationship Id="rId33" Type="http://schemas.openxmlformats.org/officeDocument/2006/relationships/tags" Target="../tags/tag323.xml"/><Relationship Id="rId38"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329.xml"/><Relationship Id="rId7" Type="http://schemas.openxmlformats.org/officeDocument/2006/relationships/image" Target="../media/image14.png"/><Relationship Id="rId2" Type="http://schemas.openxmlformats.org/officeDocument/2006/relationships/tags" Target="../tags/tag328.xml"/><Relationship Id="rId1" Type="http://schemas.openxmlformats.org/officeDocument/2006/relationships/tags" Target="../tags/tag327.xml"/><Relationship Id="rId6" Type="http://schemas.openxmlformats.org/officeDocument/2006/relationships/slideLayout" Target="../slideLayouts/slideLayout2.xml"/><Relationship Id="rId5" Type="http://schemas.openxmlformats.org/officeDocument/2006/relationships/tags" Target="../tags/tag331.xml"/><Relationship Id="rId4" Type="http://schemas.openxmlformats.org/officeDocument/2006/relationships/tags" Target="../tags/tag330.xml"/></Relationships>
</file>

<file path=ppt/slides/_rels/slide18.xml.rels><?xml version="1.0" encoding="UTF-8" standalone="yes"?>
<Relationships xmlns="http://schemas.openxmlformats.org/package/2006/relationships"><Relationship Id="rId8" Type="http://schemas.openxmlformats.org/officeDocument/2006/relationships/tags" Target="../tags/tag339.xml"/><Relationship Id="rId13" Type="http://schemas.openxmlformats.org/officeDocument/2006/relationships/tags" Target="../tags/tag344.xml"/><Relationship Id="rId3" Type="http://schemas.openxmlformats.org/officeDocument/2006/relationships/tags" Target="../tags/tag334.xml"/><Relationship Id="rId7" Type="http://schemas.openxmlformats.org/officeDocument/2006/relationships/tags" Target="../tags/tag338.xml"/><Relationship Id="rId12" Type="http://schemas.openxmlformats.org/officeDocument/2006/relationships/tags" Target="../tags/tag343.xml"/><Relationship Id="rId17" Type="http://schemas.openxmlformats.org/officeDocument/2006/relationships/image" Target="../media/image17.png"/><Relationship Id="rId2" Type="http://schemas.openxmlformats.org/officeDocument/2006/relationships/tags" Target="../tags/tag333.xml"/><Relationship Id="rId16" Type="http://schemas.openxmlformats.org/officeDocument/2006/relationships/image" Target="../media/image14.png"/><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tags" Target="../tags/tag342.xml"/><Relationship Id="rId5" Type="http://schemas.openxmlformats.org/officeDocument/2006/relationships/tags" Target="../tags/tag336.xml"/><Relationship Id="rId15" Type="http://schemas.openxmlformats.org/officeDocument/2006/relationships/image" Target="../media/image16.png"/><Relationship Id="rId10" Type="http://schemas.openxmlformats.org/officeDocument/2006/relationships/tags" Target="../tags/tag341.xml"/><Relationship Id="rId4" Type="http://schemas.openxmlformats.org/officeDocument/2006/relationships/tags" Target="../tags/tag335.xml"/><Relationship Id="rId9" Type="http://schemas.openxmlformats.org/officeDocument/2006/relationships/tags" Target="../tags/tag340.xml"/><Relationship Id="rId1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tags" Target="../tags/tag352.xml"/><Relationship Id="rId13" Type="http://schemas.openxmlformats.org/officeDocument/2006/relationships/tags" Target="../tags/tag357.xml"/><Relationship Id="rId3" Type="http://schemas.openxmlformats.org/officeDocument/2006/relationships/tags" Target="../tags/tag347.xml"/><Relationship Id="rId7" Type="http://schemas.openxmlformats.org/officeDocument/2006/relationships/tags" Target="../tags/tag351.xml"/><Relationship Id="rId12" Type="http://schemas.openxmlformats.org/officeDocument/2006/relationships/tags" Target="../tags/tag356.xml"/><Relationship Id="rId17" Type="http://schemas.openxmlformats.org/officeDocument/2006/relationships/image" Target="../media/image14.png"/><Relationship Id="rId2" Type="http://schemas.openxmlformats.org/officeDocument/2006/relationships/tags" Target="../tags/tag346.xml"/><Relationship Id="rId16" Type="http://schemas.openxmlformats.org/officeDocument/2006/relationships/image" Target="../media/image17.png"/><Relationship Id="rId1" Type="http://schemas.openxmlformats.org/officeDocument/2006/relationships/tags" Target="../tags/tag345.xml"/><Relationship Id="rId6" Type="http://schemas.openxmlformats.org/officeDocument/2006/relationships/tags" Target="../tags/tag350.xml"/><Relationship Id="rId11" Type="http://schemas.openxmlformats.org/officeDocument/2006/relationships/tags" Target="../tags/tag355.xml"/><Relationship Id="rId5" Type="http://schemas.openxmlformats.org/officeDocument/2006/relationships/tags" Target="../tags/tag349.xml"/><Relationship Id="rId15" Type="http://schemas.openxmlformats.org/officeDocument/2006/relationships/image" Target="../media/image16.png"/><Relationship Id="rId10" Type="http://schemas.openxmlformats.org/officeDocument/2006/relationships/tags" Target="../tags/tag354.xml"/><Relationship Id="rId4" Type="http://schemas.openxmlformats.org/officeDocument/2006/relationships/tags" Target="../tags/tag348.xml"/><Relationship Id="rId9" Type="http://schemas.openxmlformats.org/officeDocument/2006/relationships/tags" Target="../tags/tag353.xml"/><Relationship Id="rId1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365.xml"/><Relationship Id="rId13" Type="http://schemas.openxmlformats.org/officeDocument/2006/relationships/tags" Target="../tags/tag370.xml"/><Relationship Id="rId18" Type="http://schemas.microsoft.com/office/2007/relationships/hdphoto" Target="../media/hdphoto6.wdp"/><Relationship Id="rId3" Type="http://schemas.openxmlformats.org/officeDocument/2006/relationships/tags" Target="../tags/tag360.xml"/><Relationship Id="rId21" Type="http://schemas.openxmlformats.org/officeDocument/2006/relationships/image" Target="../media/image20.png"/><Relationship Id="rId7" Type="http://schemas.openxmlformats.org/officeDocument/2006/relationships/tags" Target="../tags/tag364.xml"/><Relationship Id="rId12" Type="http://schemas.openxmlformats.org/officeDocument/2006/relationships/tags" Target="../tags/tag369.xml"/><Relationship Id="rId17" Type="http://schemas.openxmlformats.org/officeDocument/2006/relationships/image" Target="../media/image19.png"/><Relationship Id="rId2" Type="http://schemas.openxmlformats.org/officeDocument/2006/relationships/tags" Target="../tags/tag359.xml"/><Relationship Id="rId16" Type="http://schemas.microsoft.com/office/2007/relationships/hdphoto" Target="../media/hdphoto5.wdp"/><Relationship Id="rId20" Type="http://schemas.openxmlformats.org/officeDocument/2006/relationships/image" Target="../media/image14.png"/><Relationship Id="rId1" Type="http://schemas.openxmlformats.org/officeDocument/2006/relationships/tags" Target="../tags/tag358.xml"/><Relationship Id="rId6" Type="http://schemas.openxmlformats.org/officeDocument/2006/relationships/tags" Target="../tags/tag363.xml"/><Relationship Id="rId11" Type="http://schemas.openxmlformats.org/officeDocument/2006/relationships/tags" Target="../tags/tag368.xml"/><Relationship Id="rId5" Type="http://schemas.openxmlformats.org/officeDocument/2006/relationships/tags" Target="../tags/tag362.xml"/><Relationship Id="rId15" Type="http://schemas.openxmlformats.org/officeDocument/2006/relationships/image" Target="../media/image18.png"/><Relationship Id="rId10" Type="http://schemas.openxmlformats.org/officeDocument/2006/relationships/tags" Target="../tags/tag367.xml"/><Relationship Id="rId19" Type="http://schemas.openxmlformats.org/officeDocument/2006/relationships/image" Target="../media/image16.png"/><Relationship Id="rId4" Type="http://schemas.openxmlformats.org/officeDocument/2006/relationships/tags" Target="../tags/tag361.xml"/><Relationship Id="rId9" Type="http://schemas.openxmlformats.org/officeDocument/2006/relationships/tags" Target="../tags/tag366.xml"/><Relationship Id="rId1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tags" Target="../tags/tag373.xml"/><Relationship Id="rId7" Type="http://schemas.openxmlformats.org/officeDocument/2006/relationships/image" Target="../media/image21.png"/><Relationship Id="rId2" Type="http://schemas.openxmlformats.org/officeDocument/2006/relationships/tags" Target="../tags/tag372.xml"/><Relationship Id="rId1" Type="http://schemas.openxmlformats.org/officeDocument/2006/relationships/tags" Target="../tags/tag371.xml"/><Relationship Id="rId6" Type="http://schemas.openxmlformats.org/officeDocument/2006/relationships/slideLayout" Target="../slideLayouts/slideLayout2.xml"/><Relationship Id="rId5" Type="http://schemas.openxmlformats.org/officeDocument/2006/relationships/tags" Target="../tags/tag375.xml"/><Relationship Id="rId4" Type="http://schemas.openxmlformats.org/officeDocument/2006/relationships/tags" Target="../tags/tag374.xml"/><Relationship Id="rId9" Type="http://schemas.openxmlformats.org/officeDocument/2006/relationships/image" Target="../media/image14.png"/></Relationships>
</file>

<file path=ppt/slides/_rels/slide22.xml.rels><?xml version="1.0" encoding="UTF-8" standalone="yes"?>
<Relationships xmlns="http://schemas.openxmlformats.org/package/2006/relationships"><Relationship Id="rId8" Type="http://schemas.openxmlformats.org/officeDocument/2006/relationships/tags" Target="../tags/tag383.xml"/><Relationship Id="rId3" Type="http://schemas.openxmlformats.org/officeDocument/2006/relationships/tags" Target="../tags/tag378.xml"/><Relationship Id="rId7" Type="http://schemas.openxmlformats.org/officeDocument/2006/relationships/tags" Target="../tags/tag382.xml"/><Relationship Id="rId12" Type="http://schemas.openxmlformats.org/officeDocument/2006/relationships/slideLayout" Target="../slideLayouts/slideLayout5.xml"/><Relationship Id="rId2" Type="http://schemas.openxmlformats.org/officeDocument/2006/relationships/tags" Target="../tags/tag377.xml"/><Relationship Id="rId1" Type="http://schemas.openxmlformats.org/officeDocument/2006/relationships/tags" Target="../tags/tag376.xml"/><Relationship Id="rId6" Type="http://schemas.openxmlformats.org/officeDocument/2006/relationships/tags" Target="../tags/tag381.xml"/><Relationship Id="rId11" Type="http://schemas.openxmlformats.org/officeDocument/2006/relationships/tags" Target="../tags/tag386.xml"/><Relationship Id="rId5" Type="http://schemas.openxmlformats.org/officeDocument/2006/relationships/tags" Target="../tags/tag380.xml"/><Relationship Id="rId10" Type="http://schemas.openxmlformats.org/officeDocument/2006/relationships/tags" Target="../tags/tag385.xml"/><Relationship Id="rId4" Type="http://schemas.openxmlformats.org/officeDocument/2006/relationships/tags" Target="../tags/tag379.xml"/><Relationship Id="rId9" Type="http://schemas.openxmlformats.org/officeDocument/2006/relationships/tags" Target="../tags/tag384.xml"/></Relationships>
</file>

<file path=ppt/slides/_rels/slide23.xml.rels><?xml version="1.0" encoding="UTF-8" standalone="yes"?>
<Relationships xmlns="http://schemas.openxmlformats.org/package/2006/relationships"><Relationship Id="rId8" Type="http://schemas.openxmlformats.org/officeDocument/2006/relationships/tags" Target="../tags/tag394.xml"/><Relationship Id="rId13" Type="http://schemas.openxmlformats.org/officeDocument/2006/relationships/tags" Target="../tags/tag399.xml"/><Relationship Id="rId18" Type="http://schemas.openxmlformats.org/officeDocument/2006/relationships/tags" Target="../tags/tag404.xml"/><Relationship Id="rId26" Type="http://schemas.openxmlformats.org/officeDocument/2006/relationships/tags" Target="../tags/tag412.xml"/><Relationship Id="rId3" Type="http://schemas.openxmlformats.org/officeDocument/2006/relationships/tags" Target="../tags/tag389.xml"/><Relationship Id="rId21" Type="http://schemas.openxmlformats.org/officeDocument/2006/relationships/tags" Target="../tags/tag407.xml"/><Relationship Id="rId7" Type="http://schemas.openxmlformats.org/officeDocument/2006/relationships/tags" Target="../tags/tag393.xml"/><Relationship Id="rId12" Type="http://schemas.openxmlformats.org/officeDocument/2006/relationships/tags" Target="../tags/tag398.xml"/><Relationship Id="rId17" Type="http://schemas.openxmlformats.org/officeDocument/2006/relationships/tags" Target="../tags/tag403.xml"/><Relationship Id="rId25" Type="http://schemas.openxmlformats.org/officeDocument/2006/relationships/tags" Target="../tags/tag411.xml"/><Relationship Id="rId2" Type="http://schemas.openxmlformats.org/officeDocument/2006/relationships/tags" Target="../tags/tag388.xml"/><Relationship Id="rId16" Type="http://schemas.openxmlformats.org/officeDocument/2006/relationships/tags" Target="../tags/tag402.xml"/><Relationship Id="rId20" Type="http://schemas.openxmlformats.org/officeDocument/2006/relationships/tags" Target="../tags/tag406.xml"/><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tags" Target="../tags/tag397.xml"/><Relationship Id="rId24" Type="http://schemas.openxmlformats.org/officeDocument/2006/relationships/tags" Target="../tags/tag410.xml"/><Relationship Id="rId5" Type="http://schemas.openxmlformats.org/officeDocument/2006/relationships/tags" Target="../tags/tag391.xml"/><Relationship Id="rId15" Type="http://schemas.openxmlformats.org/officeDocument/2006/relationships/tags" Target="../tags/tag401.xml"/><Relationship Id="rId23" Type="http://schemas.openxmlformats.org/officeDocument/2006/relationships/tags" Target="../tags/tag409.xml"/><Relationship Id="rId28" Type="http://schemas.openxmlformats.org/officeDocument/2006/relationships/slideLayout" Target="../slideLayouts/slideLayout4.xml"/><Relationship Id="rId10" Type="http://schemas.openxmlformats.org/officeDocument/2006/relationships/tags" Target="../tags/tag396.xml"/><Relationship Id="rId19" Type="http://schemas.openxmlformats.org/officeDocument/2006/relationships/tags" Target="../tags/tag405.xml"/><Relationship Id="rId4" Type="http://schemas.openxmlformats.org/officeDocument/2006/relationships/tags" Target="../tags/tag390.xml"/><Relationship Id="rId9" Type="http://schemas.openxmlformats.org/officeDocument/2006/relationships/tags" Target="../tags/tag395.xml"/><Relationship Id="rId14" Type="http://schemas.openxmlformats.org/officeDocument/2006/relationships/tags" Target="../tags/tag400.xml"/><Relationship Id="rId22" Type="http://schemas.openxmlformats.org/officeDocument/2006/relationships/tags" Target="../tags/tag408.xml"/><Relationship Id="rId27" Type="http://schemas.openxmlformats.org/officeDocument/2006/relationships/tags" Target="../tags/tag413.xml"/></Relationships>
</file>

<file path=ppt/slides/_rels/slide24.xml.rels><?xml version="1.0" encoding="UTF-8" standalone="yes"?>
<Relationships xmlns="http://schemas.openxmlformats.org/package/2006/relationships"><Relationship Id="rId8" Type="http://schemas.openxmlformats.org/officeDocument/2006/relationships/tags" Target="../tags/tag421.xml"/><Relationship Id="rId3" Type="http://schemas.openxmlformats.org/officeDocument/2006/relationships/tags" Target="../tags/tag416.xml"/><Relationship Id="rId7" Type="http://schemas.openxmlformats.org/officeDocument/2006/relationships/tags" Target="../tags/tag420.xml"/><Relationship Id="rId2" Type="http://schemas.openxmlformats.org/officeDocument/2006/relationships/tags" Target="../tags/tag415.xml"/><Relationship Id="rId1" Type="http://schemas.openxmlformats.org/officeDocument/2006/relationships/tags" Target="../tags/tag414.xml"/><Relationship Id="rId6" Type="http://schemas.openxmlformats.org/officeDocument/2006/relationships/tags" Target="../tags/tag419.xml"/><Relationship Id="rId11" Type="http://schemas.openxmlformats.org/officeDocument/2006/relationships/image" Target="../media/image22.png"/><Relationship Id="rId5" Type="http://schemas.openxmlformats.org/officeDocument/2006/relationships/tags" Target="../tags/tag418.xml"/><Relationship Id="rId10" Type="http://schemas.openxmlformats.org/officeDocument/2006/relationships/slideLayout" Target="../slideLayouts/slideLayout4.xml"/><Relationship Id="rId4" Type="http://schemas.openxmlformats.org/officeDocument/2006/relationships/tags" Target="../tags/tag417.xml"/><Relationship Id="rId9" Type="http://schemas.openxmlformats.org/officeDocument/2006/relationships/tags" Target="../tags/tag422.xml"/></Relationships>
</file>

<file path=ppt/slides/_rels/slide25.xml.rels><?xml version="1.0" encoding="UTF-8" standalone="yes"?>
<Relationships xmlns="http://schemas.openxmlformats.org/package/2006/relationships"><Relationship Id="rId3" Type="http://schemas.openxmlformats.org/officeDocument/2006/relationships/tags" Target="../tags/tag425.xml"/><Relationship Id="rId2" Type="http://schemas.openxmlformats.org/officeDocument/2006/relationships/tags" Target="../tags/tag424.xml"/><Relationship Id="rId1" Type="http://schemas.openxmlformats.org/officeDocument/2006/relationships/tags" Target="../tags/tag423.xml"/><Relationship Id="rId6" Type="http://schemas.openxmlformats.org/officeDocument/2006/relationships/slideLayout" Target="../slideLayouts/slideLayout4.xml"/><Relationship Id="rId5" Type="http://schemas.openxmlformats.org/officeDocument/2006/relationships/tags" Target="../tags/tag427.xml"/><Relationship Id="rId4" Type="http://schemas.openxmlformats.org/officeDocument/2006/relationships/tags" Target="../tags/tag426.xml"/></Relationships>
</file>

<file path=ppt/slides/_rels/slide26.xml.rels><?xml version="1.0" encoding="UTF-8" standalone="yes"?>
<Relationships xmlns="http://schemas.openxmlformats.org/package/2006/relationships"><Relationship Id="rId8" Type="http://schemas.openxmlformats.org/officeDocument/2006/relationships/tags" Target="../tags/tag435.xml"/><Relationship Id="rId13" Type="http://schemas.openxmlformats.org/officeDocument/2006/relationships/tags" Target="../tags/tag440.xml"/><Relationship Id="rId3" Type="http://schemas.openxmlformats.org/officeDocument/2006/relationships/tags" Target="../tags/tag430.xml"/><Relationship Id="rId7" Type="http://schemas.openxmlformats.org/officeDocument/2006/relationships/tags" Target="../tags/tag434.xml"/><Relationship Id="rId12" Type="http://schemas.openxmlformats.org/officeDocument/2006/relationships/tags" Target="../tags/tag439.xml"/><Relationship Id="rId2" Type="http://schemas.openxmlformats.org/officeDocument/2006/relationships/tags" Target="../tags/tag429.xml"/><Relationship Id="rId1" Type="http://schemas.openxmlformats.org/officeDocument/2006/relationships/tags" Target="../tags/tag428.xml"/><Relationship Id="rId6" Type="http://schemas.openxmlformats.org/officeDocument/2006/relationships/tags" Target="../tags/tag433.xml"/><Relationship Id="rId11" Type="http://schemas.openxmlformats.org/officeDocument/2006/relationships/tags" Target="../tags/tag438.xml"/><Relationship Id="rId5" Type="http://schemas.openxmlformats.org/officeDocument/2006/relationships/tags" Target="../tags/tag432.xml"/><Relationship Id="rId15" Type="http://schemas.openxmlformats.org/officeDocument/2006/relationships/image" Target="../media/image23.png"/><Relationship Id="rId10" Type="http://schemas.openxmlformats.org/officeDocument/2006/relationships/tags" Target="../tags/tag437.xml"/><Relationship Id="rId4" Type="http://schemas.openxmlformats.org/officeDocument/2006/relationships/tags" Target="../tags/tag431.xml"/><Relationship Id="rId9" Type="http://schemas.openxmlformats.org/officeDocument/2006/relationships/tags" Target="../tags/tag436.xml"/><Relationship Id="rId14"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tags" Target="../tags/tag448.xml"/><Relationship Id="rId3" Type="http://schemas.openxmlformats.org/officeDocument/2006/relationships/tags" Target="../tags/tag443.xml"/><Relationship Id="rId7" Type="http://schemas.openxmlformats.org/officeDocument/2006/relationships/tags" Target="../tags/tag447.xml"/><Relationship Id="rId2" Type="http://schemas.openxmlformats.org/officeDocument/2006/relationships/tags" Target="../tags/tag442.xml"/><Relationship Id="rId1" Type="http://schemas.openxmlformats.org/officeDocument/2006/relationships/tags" Target="../tags/tag441.xml"/><Relationship Id="rId6" Type="http://schemas.openxmlformats.org/officeDocument/2006/relationships/tags" Target="../tags/tag446.xml"/><Relationship Id="rId5" Type="http://schemas.openxmlformats.org/officeDocument/2006/relationships/tags" Target="../tags/tag445.xml"/><Relationship Id="rId10" Type="http://schemas.openxmlformats.org/officeDocument/2006/relationships/slideLayout" Target="../slideLayouts/slideLayout4.xml"/><Relationship Id="rId4" Type="http://schemas.openxmlformats.org/officeDocument/2006/relationships/tags" Target="../tags/tag444.xml"/><Relationship Id="rId9" Type="http://schemas.openxmlformats.org/officeDocument/2006/relationships/tags" Target="../tags/tag449.xml"/></Relationships>
</file>

<file path=ppt/slides/_rels/slide28.xml.rels><?xml version="1.0" encoding="UTF-8" standalone="yes"?>
<Relationships xmlns="http://schemas.openxmlformats.org/package/2006/relationships"><Relationship Id="rId3" Type="http://schemas.openxmlformats.org/officeDocument/2006/relationships/tags" Target="../tags/tag452.xml"/><Relationship Id="rId2" Type="http://schemas.openxmlformats.org/officeDocument/2006/relationships/tags" Target="../tags/tag451.xml"/><Relationship Id="rId1" Type="http://schemas.openxmlformats.org/officeDocument/2006/relationships/tags" Target="../tags/tag450.xml"/><Relationship Id="rId6" Type="http://schemas.openxmlformats.org/officeDocument/2006/relationships/slideLayout" Target="../slideLayouts/slideLayout2.xml"/><Relationship Id="rId5" Type="http://schemas.openxmlformats.org/officeDocument/2006/relationships/tags" Target="../tags/tag454.xml"/><Relationship Id="rId4" Type="http://schemas.openxmlformats.org/officeDocument/2006/relationships/tags" Target="../tags/tag453.xml"/></Relationships>
</file>

<file path=ppt/slides/_rels/slide29.xml.rels><?xml version="1.0" encoding="UTF-8" standalone="yes"?>
<Relationships xmlns="http://schemas.openxmlformats.org/package/2006/relationships"><Relationship Id="rId3" Type="http://schemas.openxmlformats.org/officeDocument/2006/relationships/tags" Target="../tags/tag457.xml"/><Relationship Id="rId2" Type="http://schemas.openxmlformats.org/officeDocument/2006/relationships/tags" Target="../tags/tag456.xml"/><Relationship Id="rId1" Type="http://schemas.openxmlformats.org/officeDocument/2006/relationships/tags" Target="../tags/tag455.xml"/><Relationship Id="rId5" Type="http://schemas.openxmlformats.org/officeDocument/2006/relationships/slideLayout" Target="../slideLayouts/slideLayout2.xml"/><Relationship Id="rId4" Type="http://schemas.openxmlformats.org/officeDocument/2006/relationships/tags" Target="../tags/tag458.xml"/></Relationships>
</file>

<file path=ppt/slides/_rels/slide30.xml.rels><?xml version="1.0" encoding="UTF-8" standalone="yes"?>
<Relationships xmlns="http://schemas.openxmlformats.org/package/2006/relationships"><Relationship Id="rId3" Type="http://schemas.openxmlformats.org/officeDocument/2006/relationships/tags" Target="../tags/tag461.xml"/><Relationship Id="rId2" Type="http://schemas.openxmlformats.org/officeDocument/2006/relationships/tags" Target="../tags/tag460.xml"/><Relationship Id="rId1" Type="http://schemas.openxmlformats.org/officeDocument/2006/relationships/tags" Target="../tags/tag459.xml"/><Relationship Id="rId5" Type="http://schemas.openxmlformats.org/officeDocument/2006/relationships/slideLayout" Target="../slideLayouts/slideLayout2.xml"/><Relationship Id="rId4" Type="http://schemas.openxmlformats.org/officeDocument/2006/relationships/tags" Target="../tags/tag462.xml"/></Relationships>
</file>

<file path=ppt/slides/_rels/slide31.xml.rels><?xml version="1.0" encoding="UTF-8" standalone="yes"?>
<Relationships xmlns="http://schemas.openxmlformats.org/package/2006/relationships"><Relationship Id="rId8" Type="http://schemas.openxmlformats.org/officeDocument/2006/relationships/tags" Target="../tags/tag470.xml"/><Relationship Id="rId13" Type="http://schemas.microsoft.com/office/2007/relationships/hdphoto" Target="../media/hdphoto8.wdp"/><Relationship Id="rId3" Type="http://schemas.openxmlformats.org/officeDocument/2006/relationships/tags" Target="../tags/tag465.xml"/><Relationship Id="rId7" Type="http://schemas.openxmlformats.org/officeDocument/2006/relationships/tags" Target="../tags/tag469.xml"/><Relationship Id="rId12" Type="http://schemas.openxmlformats.org/officeDocument/2006/relationships/image" Target="../media/image24.png"/><Relationship Id="rId17" Type="http://schemas.microsoft.com/office/2007/relationships/hdphoto" Target="../media/hdphoto10.wdp"/><Relationship Id="rId2" Type="http://schemas.openxmlformats.org/officeDocument/2006/relationships/tags" Target="../tags/tag464.xml"/><Relationship Id="rId16" Type="http://schemas.openxmlformats.org/officeDocument/2006/relationships/image" Target="../media/image26.png"/><Relationship Id="rId1" Type="http://schemas.openxmlformats.org/officeDocument/2006/relationships/tags" Target="../tags/tag463.xml"/><Relationship Id="rId6" Type="http://schemas.openxmlformats.org/officeDocument/2006/relationships/tags" Target="../tags/tag468.xml"/><Relationship Id="rId11" Type="http://schemas.openxmlformats.org/officeDocument/2006/relationships/slideLayout" Target="../slideLayouts/slideLayout2.xml"/><Relationship Id="rId5" Type="http://schemas.openxmlformats.org/officeDocument/2006/relationships/tags" Target="../tags/tag467.xml"/><Relationship Id="rId15" Type="http://schemas.microsoft.com/office/2007/relationships/hdphoto" Target="../media/hdphoto9.wdp"/><Relationship Id="rId10" Type="http://schemas.openxmlformats.org/officeDocument/2006/relationships/tags" Target="../tags/tag472.xml"/><Relationship Id="rId4" Type="http://schemas.openxmlformats.org/officeDocument/2006/relationships/tags" Target="../tags/tag466.xml"/><Relationship Id="rId9" Type="http://schemas.openxmlformats.org/officeDocument/2006/relationships/tags" Target="../tags/tag471.xml"/><Relationship Id="rId14" Type="http://schemas.openxmlformats.org/officeDocument/2006/relationships/image" Target="../media/image25.png"/></Relationships>
</file>

<file path=ppt/slides/_rels/slide32.xml.rels><?xml version="1.0" encoding="UTF-8" standalone="yes"?>
<Relationships xmlns="http://schemas.openxmlformats.org/package/2006/relationships"><Relationship Id="rId8" Type="http://schemas.openxmlformats.org/officeDocument/2006/relationships/tags" Target="../tags/tag480.xml"/><Relationship Id="rId3" Type="http://schemas.openxmlformats.org/officeDocument/2006/relationships/tags" Target="../tags/tag475.xml"/><Relationship Id="rId7" Type="http://schemas.openxmlformats.org/officeDocument/2006/relationships/tags" Target="../tags/tag479.xml"/><Relationship Id="rId2" Type="http://schemas.openxmlformats.org/officeDocument/2006/relationships/tags" Target="../tags/tag474.xml"/><Relationship Id="rId1" Type="http://schemas.openxmlformats.org/officeDocument/2006/relationships/tags" Target="../tags/tag473.xml"/><Relationship Id="rId6" Type="http://schemas.openxmlformats.org/officeDocument/2006/relationships/tags" Target="../tags/tag478.xml"/><Relationship Id="rId5" Type="http://schemas.openxmlformats.org/officeDocument/2006/relationships/tags" Target="../tags/tag477.xml"/><Relationship Id="rId4" Type="http://schemas.openxmlformats.org/officeDocument/2006/relationships/tags" Target="../tags/tag476.xml"/><Relationship Id="rId9"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83.xml"/><Relationship Id="rId7" Type="http://schemas.openxmlformats.org/officeDocument/2006/relationships/tags" Target="../tags/tag487.xml"/><Relationship Id="rId2" Type="http://schemas.openxmlformats.org/officeDocument/2006/relationships/tags" Target="../tags/tag482.xml"/><Relationship Id="rId1" Type="http://schemas.openxmlformats.org/officeDocument/2006/relationships/tags" Target="../tags/tag481.xml"/><Relationship Id="rId6" Type="http://schemas.openxmlformats.org/officeDocument/2006/relationships/tags" Target="../tags/tag486.xml"/><Relationship Id="rId5" Type="http://schemas.openxmlformats.org/officeDocument/2006/relationships/tags" Target="../tags/tag485.xml"/><Relationship Id="rId10" Type="http://schemas.microsoft.com/office/2007/relationships/hdphoto" Target="../media/hdphoto11.wdp"/><Relationship Id="rId4" Type="http://schemas.openxmlformats.org/officeDocument/2006/relationships/tags" Target="../tags/tag484.xml"/><Relationship Id="rId9" Type="http://schemas.openxmlformats.org/officeDocument/2006/relationships/image" Target="../media/image27.png"/></Relationships>
</file>

<file path=ppt/slides/_rels/slide34.xml.rels><?xml version="1.0" encoding="UTF-8" standalone="yes"?>
<Relationships xmlns="http://schemas.openxmlformats.org/package/2006/relationships"><Relationship Id="rId8" Type="http://schemas.openxmlformats.org/officeDocument/2006/relationships/tags" Target="../tags/tag495.xml"/><Relationship Id="rId3" Type="http://schemas.openxmlformats.org/officeDocument/2006/relationships/tags" Target="../tags/tag490.xml"/><Relationship Id="rId7" Type="http://schemas.openxmlformats.org/officeDocument/2006/relationships/tags" Target="../tags/tag494.xml"/><Relationship Id="rId2" Type="http://schemas.openxmlformats.org/officeDocument/2006/relationships/tags" Target="../tags/tag489.xml"/><Relationship Id="rId1" Type="http://schemas.openxmlformats.org/officeDocument/2006/relationships/tags" Target="../tags/tag488.xml"/><Relationship Id="rId6" Type="http://schemas.openxmlformats.org/officeDocument/2006/relationships/tags" Target="../tags/tag493.xml"/><Relationship Id="rId5" Type="http://schemas.openxmlformats.org/officeDocument/2006/relationships/tags" Target="../tags/tag492.xml"/><Relationship Id="rId4" Type="http://schemas.openxmlformats.org/officeDocument/2006/relationships/tags" Target="../tags/tag491.xml"/><Relationship Id="rId9"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tags" Target="../tags/tag503.xml"/><Relationship Id="rId13" Type="http://schemas.openxmlformats.org/officeDocument/2006/relationships/slideLayout" Target="../slideLayouts/slideLayout2.xml"/><Relationship Id="rId3" Type="http://schemas.openxmlformats.org/officeDocument/2006/relationships/tags" Target="../tags/tag498.xml"/><Relationship Id="rId7" Type="http://schemas.openxmlformats.org/officeDocument/2006/relationships/tags" Target="../tags/tag502.xml"/><Relationship Id="rId12" Type="http://schemas.openxmlformats.org/officeDocument/2006/relationships/tags" Target="../tags/tag507.xml"/><Relationship Id="rId2" Type="http://schemas.openxmlformats.org/officeDocument/2006/relationships/tags" Target="../tags/tag497.xml"/><Relationship Id="rId1" Type="http://schemas.openxmlformats.org/officeDocument/2006/relationships/tags" Target="../tags/tag496.xml"/><Relationship Id="rId6" Type="http://schemas.openxmlformats.org/officeDocument/2006/relationships/tags" Target="../tags/tag501.xml"/><Relationship Id="rId11" Type="http://schemas.openxmlformats.org/officeDocument/2006/relationships/tags" Target="../tags/tag506.xml"/><Relationship Id="rId5" Type="http://schemas.openxmlformats.org/officeDocument/2006/relationships/tags" Target="../tags/tag500.xml"/><Relationship Id="rId15" Type="http://schemas.microsoft.com/office/2007/relationships/hdphoto" Target="../media/hdphoto12.wdp"/><Relationship Id="rId10" Type="http://schemas.openxmlformats.org/officeDocument/2006/relationships/tags" Target="../tags/tag505.xml"/><Relationship Id="rId4" Type="http://schemas.openxmlformats.org/officeDocument/2006/relationships/tags" Target="../tags/tag499.xml"/><Relationship Id="rId9" Type="http://schemas.openxmlformats.org/officeDocument/2006/relationships/tags" Target="../tags/tag504.xml"/><Relationship Id="rId14" Type="http://schemas.openxmlformats.org/officeDocument/2006/relationships/image" Target="../media/image28.png"/></Relationships>
</file>

<file path=ppt/slides/_rels/slide36.xml.rels><?xml version="1.0" encoding="UTF-8" standalone="yes"?>
<Relationships xmlns="http://schemas.openxmlformats.org/package/2006/relationships"><Relationship Id="rId8" Type="http://schemas.openxmlformats.org/officeDocument/2006/relationships/tags" Target="../tags/tag515.xml"/><Relationship Id="rId13" Type="http://schemas.microsoft.com/office/2007/relationships/hdphoto" Target="../media/hdphoto13.wdp"/><Relationship Id="rId3" Type="http://schemas.openxmlformats.org/officeDocument/2006/relationships/tags" Target="../tags/tag510.xml"/><Relationship Id="rId7" Type="http://schemas.openxmlformats.org/officeDocument/2006/relationships/tags" Target="../tags/tag514.xml"/><Relationship Id="rId12" Type="http://schemas.openxmlformats.org/officeDocument/2006/relationships/image" Target="../media/image29.png"/><Relationship Id="rId2" Type="http://schemas.openxmlformats.org/officeDocument/2006/relationships/tags" Target="../tags/tag509.xml"/><Relationship Id="rId1" Type="http://schemas.openxmlformats.org/officeDocument/2006/relationships/tags" Target="../tags/tag508.xml"/><Relationship Id="rId6" Type="http://schemas.openxmlformats.org/officeDocument/2006/relationships/tags" Target="../tags/tag513.xml"/><Relationship Id="rId11" Type="http://schemas.openxmlformats.org/officeDocument/2006/relationships/slideLayout" Target="../slideLayouts/slideLayout2.xml"/><Relationship Id="rId5" Type="http://schemas.openxmlformats.org/officeDocument/2006/relationships/tags" Target="../tags/tag512.xml"/><Relationship Id="rId10" Type="http://schemas.openxmlformats.org/officeDocument/2006/relationships/tags" Target="../tags/tag517.xml"/><Relationship Id="rId4" Type="http://schemas.openxmlformats.org/officeDocument/2006/relationships/tags" Target="../tags/tag511.xml"/><Relationship Id="rId9" Type="http://schemas.openxmlformats.org/officeDocument/2006/relationships/tags" Target="../tags/tag516.xml"/></Relationships>
</file>

<file path=ppt/slides/_rels/slide37.xml.rels><?xml version="1.0" encoding="UTF-8" standalone="yes"?>
<Relationships xmlns="http://schemas.openxmlformats.org/package/2006/relationships"><Relationship Id="rId8" Type="http://schemas.openxmlformats.org/officeDocument/2006/relationships/tags" Target="../tags/tag525.xml"/><Relationship Id="rId13" Type="http://schemas.openxmlformats.org/officeDocument/2006/relationships/tags" Target="../tags/tag530.xml"/><Relationship Id="rId18" Type="http://schemas.openxmlformats.org/officeDocument/2006/relationships/image" Target="../media/image32.png"/><Relationship Id="rId3" Type="http://schemas.openxmlformats.org/officeDocument/2006/relationships/tags" Target="../tags/tag520.xml"/><Relationship Id="rId7" Type="http://schemas.openxmlformats.org/officeDocument/2006/relationships/tags" Target="../tags/tag524.xml"/><Relationship Id="rId12" Type="http://schemas.openxmlformats.org/officeDocument/2006/relationships/tags" Target="../tags/tag529.xml"/><Relationship Id="rId17" Type="http://schemas.openxmlformats.org/officeDocument/2006/relationships/image" Target="../media/image31.png"/><Relationship Id="rId2" Type="http://schemas.openxmlformats.org/officeDocument/2006/relationships/tags" Target="../tags/tag519.xml"/><Relationship Id="rId16" Type="http://schemas.openxmlformats.org/officeDocument/2006/relationships/image" Target="../media/image30.png"/><Relationship Id="rId1" Type="http://schemas.openxmlformats.org/officeDocument/2006/relationships/tags" Target="../tags/tag518.xml"/><Relationship Id="rId6" Type="http://schemas.openxmlformats.org/officeDocument/2006/relationships/tags" Target="../tags/tag523.xml"/><Relationship Id="rId11" Type="http://schemas.openxmlformats.org/officeDocument/2006/relationships/tags" Target="../tags/tag528.xml"/><Relationship Id="rId5" Type="http://schemas.openxmlformats.org/officeDocument/2006/relationships/tags" Target="../tags/tag522.xml"/><Relationship Id="rId15" Type="http://schemas.openxmlformats.org/officeDocument/2006/relationships/slideLayout" Target="../slideLayouts/slideLayout2.xml"/><Relationship Id="rId10" Type="http://schemas.openxmlformats.org/officeDocument/2006/relationships/tags" Target="../tags/tag527.xml"/><Relationship Id="rId4" Type="http://schemas.openxmlformats.org/officeDocument/2006/relationships/tags" Target="../tags/tag521.xml"/><Relationship Id="rId9" Type="http://schemas.openxmlformats.org/officeDocument/2006/relationships/tags" Target="../tags/tag526.xml"/><Relationship Id="rId14" Type="http://schemas.openxmlformats.org/officeDocument/2006/relationships/tags" Target="../tags/tag531.xml"/></Relationships>
</file>

<file path=ppt/slides/_rels/slide3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534.xml"/><Relationship Id="rId7" Type="http://schemas.openxmlformats.org/officeDocument/2006/relationships/slideLayout" Target="../slideLayouts/slideLayout2.xml"/><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tags" Target="../tags/tag537.xml"/><Relationship Id="rId5" Type="http://schemas.openxmlformats.org/officeDocument/2006/relationships/tags" Target="../tags/tag536.xml"/><Relationship Id="rId4" Type="http://schemas.openxmlformats.org/officeDocument/2006/relationships/tags" Target="../tags/tag535.xml"/></Relationships>
</file>

<file path=ppt/slides/_rels/slide39.xml.rels><?xml version="1.0" encoding="UTF-8" standalone="yes"?>
<Relationships xmlns="http://schemas.openxmlformats.org/package/2006/relationships"><Relationship Id="rId8" Type="http://schemas.openxmlformats.org/officeDocument/2006/relationships/tags" Target="../tags/tag545.xml"/><Relationship Id="rId13" Type="http://schemas.openxmlformats.org/officeDocument/2006/relationships/image" Target="../media/image34.png"/><Relationship Id="rId3" Type="http://schemas.openxmlformats.org/officeDocument/2006/relationships/tags" Target="../tags/tag540.xml"/><Relationship Id="rId7" Type="http://schemas.openxmlformats.org/officeDocument/2006/relationships/tags" Target="../tags/tag544.xml"/><Relationship Id="rId12" Type="http://schemas.openxmlformats.org/officeDocument/2006/relationships/slideLayout" Target="../slideLayouts/slideLayout2.xml"/><Relationship Id="rId2" Type="http://schemas.openxmlformats.org/officeDocument/2006/relationships/tags" Target="../tags/tag539.xml"/><Relationship Id="rId1" Type="http://schemas.openxmlformats.org/officeDocument/2006/relationships/tags" Target="../tags/tag538.xml"/><Relationship Id="rId6" Type="http://schemas.openxmlformats.org/officeDocument/2006/relationships/tags" Target="../tags/tag543.xml"/><Relationship Id="rId11" Type="http://schemas.openxmlformats.org/officeDocument/2006/relationships/tags" Target="../tags/tag548.xml"/><Relationship Id="rId5" Type="http://schemas.openxmlformats.org/officeDocument/2006/relationships/tags" Target="../tags/tag542.xml"/><Relationship Id="rId10" Type="http://schemas.openxmlformats.org/officeDocument/2006/relationships/tags" Target="../tags/tag547.xml"/><Relationship Id="rId4" Type="http://schemas.openxmlformats.org/officeDocument/2006/relationships/tags" Target="../tags/tag541.xml"/><Relationship Id="rId9" Type="http://schemas.openxmlformats.org/officeDocument/2006/relationships/tags" Target="../tags/tag546.xml"/><Relationship Id="rId14" Type="http://schemas.openxmlformats.org/officeDocument/2006/relationships/image" Target="../media/image35.png"/></Relationships>
</file>

<file path=ppt/slides/_rels/slide4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551.xml"/><Relationship Id="rId7" Type="http://schemas.openxmlformats.org/officeDocument/2006/relationships/slideLayout" Target="../slideLayouts/slideLayout2.xml"/><Relationship Id="rId2" Type="http://schemas.openxmlformats.org/officeDocument/2006/relationships/tags" Target="../tags/tag550.xml"/><Relationship Id="rId1" Type="http://schemas.openxmlformats.org/officeDocument/2006/relationships/tags" Target="../tags/tag549.xml"/><Relationship Id="rId6" Type="http://schemas.openxmlformats.org/officeDocument/2006/relationships/tags" Target="../tags/tag554.xml"/><Relationship Id="rId5" Type="http://schemas.openxmlformats.org/officeDocument/2006/relationships/tags" Target="../tags/tag553.xml"/><Relationship Id="rId10" Type="http://schemas.microsoft.com/office/2007/relationships/hdphoto" Target="../media/hdphoto14.wdp"/><Relationship Id="rId4" Type="http://schemas.openxmlformats.org/officeDocument/2006/relationships/tags" Target="../tags/tag552.xml"/><Relationship Id="rId9" Type="http://schemas.openxmlformats.org/officeDocument/2006/relationships/image" Target="../media/image36.png"/></Relationships>
</file>

<file path=ppt/slides/_rels/slide41.xml.rels><?xml version="1.0" encoding="UTF-8" standalone="yes"?>
<Relationships xmlns="http://schemas.openxmlformats.org/package/2006/relationships"><Relationship Id="rId8" Type="http://schemas.openxmlformats.org/officeDocument/2006/relationships/tags" Target="../tags/tag562.xml"/><Relationship Id="rId13" Type="http://schemas.openxmlformats.org/officeDocument/2006/relationships/tags" Target="../tags/tag567.xml"/><Relationship Id="rId18" Type="http://schemas.openxmlformats.org/officeDocument/2006/relationships/image" Target="../media/image14.png"/><Relationship Id="rId3" Type="http://schemas.openxmlformats.org/officeDocument/2006/relationships/tags" Target="../tags/tag557.xml"/><Relationship Id="rId7" Type="http://schemas.openxmlformats.org/officeDocument/2006/relationships/tags" Target="../tags/tag561.xml"/><Relationship Id="rId12" Type="http://schemas.openxmlformats.org/officeDocument/2006/relationships/tags" Target="../tags/tag566.xml"/><Relationship Id="rId17" Type="http://schemas.openxmlformats.org/officeDocument/2006/relationships/image" Target="../media/image37.png"/><Relationship Id="rId2" Type="http://schemas.openxmlformats.org/officeDocument/2006/relationships/tags" Target="../tags/tag556.xml"/><Relationship Id="rId16" Type="http://schemas.openxmlformats.org/officeDocument/2006/relationships/image" Target="../media/image16.png"/><Relationship Id="rId1" Type="http://schemas.openxmlformats.org/officeDocument/2006/relationships/tags" Target="../tags/tag555.xml"/><Relationship Id="rId6" Type="http://schemas.openxmlformats.org/officeDocument/2006/relationships/tags" Target="../tags/tag560.xml"/><Relationship Id="rId11" Type="http://schemas.openxmlformats.org/officeDocument/2006/relationships/tags" Target="../tags/tag565.xml"/><Relationship Id="rId5" Type="http://schemas.openxmlformats.org/officeDocument/2006/relationships/tags" Target="../tags/tag559.xml"/><Relationship Id="rId15" Type="http://schemas.openxmlformats.org/officeDocument/2006/relationships/slideLayout" Target="../slideLayouts/slideLayout2.xml"/><Relationship Id="rId10" Type="http://schemas.openxmlformats.org/officeDocument/2006/relationships/tags" Target="../tags/tag564.xml"/><Relationship Id="rId4" Type="http://schemas.openxmlformats.org/officeDocument/2006/relationships/tags" Target="../tags/tag558.xml"/><Relationship Id="rId9" Type="http://schemas.openxmlformats.org/officeDocument/2006/relationships/tags" Target="../tags/tag563.xml"/><Relationship Id="rId14" Type="http://schemas.openxmlformats.org/officeDocument/2006/relationships/tags" Target="../tags/tag568.xml"/></Relationships>
</file>

<file path=ppt/slides/_rels/slide42.xml.rels><?xml version="1.0" encoding="UTF-8" standalone="yes"?>
<Relationships xmlns="http://schemas.openxmlformats.org/package/2006/relationships"><Relationship Id="rId8" Type="http://schemas.openxmlformats.org/officeDocument/2006/relationships/tags" Target="../tags/tag576.xml"/><Relationship Id="rId13" Type="http://schemas.openxmlformats.org/officeDocument/2006/relationships/image" Target="../media/image16.png"/><Relationship Id="rId3" Type="http://schemas.openxmlformats.org/officeDocument/2006/relationships/tags" Target="../tags/tag571.xml"/><Relationship Id="rId7" Type="http://schemas.openxmlformats.org/officeDocument/2006/relationships/tags" Target="../tags/tag575.xml"/><Relationship Id="rId12" Type="http://schemas.openxmlformats.org/officeDocument/2006/relationships/slideLayout" Target="../slideLayouts/slideLayout2.xml"/><Relationship Id="rId2" Type="http://schemas.openxmlformats.org/officeDocument/2006/relationships/tags" Target="../tags/tag570.xml"/><Relationship Id="rId1" Type="http://schemas.openxmlformats.org/officeDocument/2006/relationships/tags" Target="../tags/tag569.xml"/><Relationship Id="rId6" Type="http://schemas.openxmlformats.org/officeDocument/2006/relationships/tags" Target="../tags/tag574.xml"/><Relationship Id="rId11" Type="http://schemas.openxmlformats.org/officeDocument/2006/relationships/tags" Target="../tags/tag579.xml"/><Relationship Id="rId5" Type="http://schemas.openxmlformats.org/officeDocument/2006/relationships/tags" Target="../tags/tag573.xml"/><Relationship Id="rId15" Type="http://schemas.openxmlformats.org/officeDocument/2006/relationships/image" Target="../media/image14.png"/><Relationship Id="rId10" Type="http://schemas.openxmlformats.org/officeDocument/2006/relationships/tags" Target="../tags/tag578.xml"/><Relationship Id="rId4" Type="http://schemas.openxmlformats.org/officeDocument/2006/relationships/tags" Target="../tags/tag572.xml"/><Relationship Id="rId9" Type="http://schemas.openxmlformats.org/officeDocument/2006/relationships/tags" Target="../tags/tag577.xml"/><Relationship Id="rId14" Type="http://schemas.openxmlformats.org/officeDocument/2006/relationships/image" Target="../media/image37.png"/></Relationships>
</file>

<file path=ppt/slides/_rels/slide43.xml.rels><?xml version="1.0" encoding="UTF-8" standalone="yes"?>
<Relationships xmlns="http://schemas.openxmlformats.org/package/2006/relationships"><Relationship Id="rId8" Type="http://schemas.openxmlformats.org/officeDocument/2006/relationships/tags" Target="../tags/tag587.xml"/><Relationship Id="rId13" Type="http://schemas.openxmlformats.org/officeDocument/2006/relationships/image" Target="../media/image16.png"/><Relationship Id="rId3" Type="http://schemas.openxmlformats.org/officeDocument/2006/relationships/tags" Target="../tags/tag582.xml"/><Relationship Id="rId7" Type="http://schemas.openxmlformats.org/officeDocument/2006/relationships/tags" Target="../tags/tag586.xml"/><Relationship Id="rId12" Type="http://schemas.openxmlformats.org/officeDocument/2006/relationships/slideLayout" Target="../slideLayouts/slideLayout2.xml"/><Relationship Id="rId2" Type="http://schemas.openxmlformats.org/officeDocument/2006/relationships/tags" Target="../tags/tag581.xml"/><Relationship Id="rId1" Type="http://schemas.openxmlformats.org/officeDocument/2006/relationships/tags" Target="../tags/tag580.xml"/><Relationship Id="rId6" Type="http://schemas.openxmlformats.org/officeDocument/2006/relationships/tags" Target="../tags/tag585.xml"/><Relationship Id="rId11" Type="http://schemas.openxmlformats.org/officeDocument/2006/relationships/tags" Target="../tags/tag590.xml"/><Relationship Id="rId5" Type="http://schemas.openxmlformats.org/officeDocument/2006/relationships/tags" Target="../tags/tag584.xml"/><Relationship Id="rId10" Type="http://schemas.openxmlformats.org/officeDocument/2006/relationships/tags" Target="../tags/tag589.xml"/><Relationship Id="rId4" Type="http://schemas.openxmlformats.org/officeDocument/2006/relationships/tags" Target="../tags/tag583.xml"/><Relationship Id="rId9" Type="http://schemas.openxmlformats.org/officeDocument/2006/relationships/tags" Target="../tags/tag588.xml"/><Relationship Id="rId14" Type="http://schemas.openxmlformats.org/officeDocument/2006/relationships/image" Target="../media/image38.png"/></Relationships>
</file>

<file path=ppt/slides/_rels/slide4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tags" Target="../tags/tag593.xml"/><Relationship Id="rId7" Type="http://schemas.openxmlformats.org/officeDocument/2006/relationships/slideLayout" Target="../slideLayouts/slideLayout2.xml"/><Relationship Id="rId2" Type="http://schemas.openxmlformats.org/officeDocument/2006/relationships/tags" Target="../tags/tag592.xml"/><Relationship Id="rId1" Type="http://schemas.openxmlformats.org/officeDocument/2006/relationships/tags" Target="../tags/tag591.xml"/><Relationship Id="rId6" Type="http://schemas.openxmlformats.org/officeDocument/2006/relationships/tags" Target="../tags/tag596.xml"/><Relationship Id="rId5" Type="http://schemas.openxmlformats.org/officeDocument/2006/relationships/tags" Target="../tags/tag595.xml"/><Relationship Id="rId4" Type="http://schemas.openxmlformats.org/officeDocument/2006/relationships/tags" Target="../tags/tag594.xml"/></Relationships>
</file>

<file path=ppt/slides/_rels/slide45.xml.rels><?xml version="1.0" encoding="UTF-8" standalone="yes"?>
<Relationships xmlns="http://schemas.openxmlformats.org/package/2006/relationships"><Relationship Id="rId8" Type="http://schemas.openxmlformats.org/officeDocument/2006/relationships/tags" Target="../tags/tag604.xml"/><Relationship Id="rId3" Type="http://schemas.openxmlformats.org/officeDocument/2006/relationships/tags" Target="../tags/tag599.xml"/><Relationship Id="rId7" Type="http://schemas.openxmlformats.org/officeDocument/2006/relationships/tags" Target="../tags/tag603.xml"/><Relationship Id="rId12" Type="http://schemas.openxmlformats.org/officeDocument/2006/relationships/slideLayout" Target="../slideLayouts/slideLayout5.xml"/><Relationship Id="rId2" Type="http://schemas.openxmlformats.org/officeDocument/2006/relationships/tags" Target="../tags/tag598.xml"/><Relationship Id="rId1" Type="http://schemas.openxmlformats.org/officeDocument/2006/relationships/tags" Target="../tags/tag597.xml"/><Relationship Id="rId6" Type="http://schemas.openxmlformats.org/officeDocument/2006/relationships/tags" Target="../tags/tag602.xml"/><Relationship Id="rId11" Type="http://schemas.openxmlformats.org/officeDocument/2006/relationships/tags" Target="../tags/tag607.xml"/><Relationship Id="rId5" Type="http://schemas.openxmlformats.org/officeDocument/2006/relationships/tags" Target="../tags/tag601.xml"/><Relationship Id="rId10" Type="http://schemas.openxmlformats.org/officeDocument/2006/relationships/tags" Target="../tags/tag606.xml"/><Relationship Id="rId4" Type="http://schemas.openxmlformats.org/officeDocument/2006/relationships/tags" Target="../tags/tag600.xml"/><Relationship Id="rId9" Type="http://schemas.openxmlformats.org/officeDocument/2006/relationships/tags" Target="../tags/tag605.xml"/></Relationships>
</file>

<file path=ppt/slides/_rels/slide46.xml.rels><?xml version="1.0" encoding="UTF-8" standalone="yes"?>
<Relationships xmlns="http://schemas.openxmlformats.org/package/2006/relationships"><Relationship Id="rId13" Type="http://schemas.openxmlformats.org/officeDocument/2006/relationships/tags" Target="../tags/tag620.xml"/><Relationship Id="rId18" Type="http://schemas.openxmlformats.org/officeDocument/2006/relationships/tags" Target="../tags/tag625.xml"/><Relationship Id="rId26" Type="http://schemas.openxmlformats.org/officeDocument/2006/relationships/tags" Target="../tags/tag633.xml"/><Relationship Id="rId3" Type="http://schemas.openxmlformats.org/officeDocument/2006/relationships/tags" Target="../tags/tag610.xml"/><Relationship Id="rId21" Type="http://schemas.openxmlformats.org/officeDocument/2006/relationships/tags" Target="../tags/tag628.xml"/><Relationship Id="rId7" Type="http://schemas.openxmlformats.org/officeDocument/2006/relationships/tags" Target="../tags/tag614.xml"/><Relationship Id="rId12" Type="http://schemas.openxmlformats.org/officeDocument/2006/relationships/tags" Target="../tags/tag619.xml"/><Relationship Id="rId17" Type="http://schemas.openxmlformats.org/officeDocument/2006/relationships/tags" Target="../tags/tag624.xml"/><Relationship Id="rId25" Type="http://schemas.openxmlformats.org/officeDocument/2006/relationships/tags" Target="../tags/tag632.xml"/><Relationship Id="rId33" Type="http://schemas.openxmlformats.org/officeDocument/2006/relationships/slideLayout" Target="../slideLayouts/slideLayout4.xml"/><Relationship Id="rId2" Type="http://schemas.openxmlformats.org/officeDocument/2006/relationships/tags" Target="../tags/tag609.xml"/><Relationship Id="rId16" Type="http://schemas.openxmlformats.org/officeDocument/2006/relationships/tags" Target="../tags/tag623.xml"/><Relationship Id="rId20" Type="http://schemas.openxmlformats.org/officeDocument/2006/relationships/tags" Target="../tags/tag627.xml"/><Relationship Id="rId29" Type="http://schemas.openxmlformats.org/officeDocument/2006/relationships/tags" Target="../tags/tag636.xml"/><Relationship Id="rId1" Type="http://schemas.openxmlformats.org/officeDocument/2006/relationships/tags" Target="../tags/tag608.xml"/><Relationship Id="rId6" Type="http://schemas.openxmlformats.org/officeDocument/2006/relationships/tags" Target="../tags/tag613.xml"/><Relationship Id="rId11" Type="http://schemas.openxmlformats.org/officeDocument/2006/relationships/tags" Target="../tags/tag618.xml"/><Relationship Id="rId24" Type="http://schemas.openxmlformats.org/officeDocument/2006/relationships/tags" Target="../tags/tag631.xml"/><Relationship Id="rId32" Type="http://schemas.openxmlformats.org/officeDocument/2006/relationships/tags" Target="../tags/tag639.xml"/><Relationship Id="rId5" Type="http://schemas.openxmlformats.org/officeDocument/2006/relationships/tags" Target="../tags/tag612.xml"/><Relationship Id="rId15" Type="http://schemas.openxmlformats.org/officeDocument/2006/relationships/tags" Target="../tags/tag622.xml"/><Relationship Id="rId23" Type="http://schemas.openxmlformats.org/officeDocument/2006/relationships/tags" Target="../tags/tag630.xml"/><Relationship Id="rId28" Type="http://schemas.openxmlformats.org/officeDocument/2006/relationships/tags" Target="../tags/tag635.xml"/><Relationship Id="rId10" Type="http://schemas.openxmlformats.org/officeDocument/2006/relationships/tags" Target="../tags/tag617.xml"/><Relationship Id="rId19" Type="http://schemas.openxmlformats.org/officeDocument/2006/relationships/tags" Target="../tags/tag626.xml"/><Relationship Id="rId31" Type="http://schemas.openxmlformats.org/officeDocument/2006/relationships/tags" Target="../tags/tag638.xml"/><Relationship Id="rId4" Type="http://schemas.openxmlformats.org/officeDocument/2006/relationships/tags" Target="../tags/tag611.xml"/><Relationship Id="rId9" Type="http://schemas.openxmlformats.org/officeDocument/2006/relationships/tags" Target="../tags/tag616.xml"/><Relationship Id="rId14" Type="http://schemas.openxmlformats.org/officeDocument/2006/relationships/tags" Target="../tags/tag621.xml"/><Relationship Id="rId22" Type="http://schemas.openxmlformats.org/officeDocument/2006/relationships/tags" Target="../tags/tag629.xml"/><Relationship Id="rId27" Type="http://schemas.openxmlformats.org/officeDocument/2006/relationships/tags" Target="../tags/tag634.xml"/><Relationship Id="rId30" Type="http://schemas.openxmlformats.org/officeDocument/2006/relationships/tags" Target="../tags/tag637.xml"/><Relationship Id="rId8" Type="http://schemas.openxmlformats.org/officeDocument/2006/relationships/tags" Target="../tags/tag615.xml"/></Relationships>
</file>

<file path=ppt/slides/_rels/slide47.xml.rels><?xml version="1.0" encoding="UTF-8" standalone="yes"?>
<Relationships xmlns="http://schemas.openxmlformats.org/package/2006/relationships"><Relationship Id="rId8" Type="http://schemas.openxmlformats.org/officeDocument/2006/relationships/tags" Target="../tags/tag647.xml"/><Relationship Id="rId3" Type="http://schemas.openxmlformats.org/officeDocument/2006/relationships/tags" Target="../tags/tag642.xml"/><Relationship Id="rId7" Type="http://schemas.openxmlformats.org/officeDocument/2006/relationships/tags" Target="../tags/tag646.xml"/><Relationship Id="rId12" Type="http://schemas.openxmlformats.org/officeDocument/2006/relationships/slideLayout" Target="../slideLayouts/slideLayout2.xml"/><Relationship Id="rId2" Type="http://schemas.openxmlformats.org/officeDocument/2006/relationships/tags" Target="../tags/tag641.xml"/><Relationship Id="rId1" Type="http://schemas.openxmlformats.org/officeDocument/2006/relationships/tags" Target="../tags/tag640.xml"/><Relationship Id="rId6" Type="http://schemas.openxmlformats.org/officeDocument/2006/relationships/tags" Target="../tags/tag645.xml"/><Relationship Id="rId11" Type="http://schemas.openxmlformats.org/officeDocument/2006/relationships/tags" Target="../tags/tag650.xml"/><Relationship Id="rId5" Type="http://schemas.openxmlformats.org/officeDocument/2006/relationships/tags" Target="../tags/tag644.xml"/><Relationship Id="rId10" Type="http://schemas.openxmlformats.org/officeDocument/2006/relationships/tags" Target="../tags/tag649.xml"/><Relationship Id="rId4" Type="http://schemas.openxmlformats.org/officeDocument/2006/relationships/tags" Target="../tags/tag643.xml"/><Relationship Id="rId9" Type="http://schemas.openxmlformats.org/officeDocument/2006/relationships/tags" Target="../tags/tag648.xml"/></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653.xml"/><Relationship Id="rId7" Type="http://schemas.openxmlformats.org/officeDocument/2006/relationships/tags" Target="../tags/tag657.xml"/><Relationship Id="rId2" Type="http://schemas.openxmlformats.org/officeDocument/2006/relationships/tags" Target="../tags/tag652.xml"/><Relationship Id="rId1" Type="http://schemas.openxmlformats.org/officeDocument/2006/relationships/tags" Target="../tags/tag651.xml"/><Relationship Id="rId6" Type="http://schemas.openxmlformats.org/officeDocument/2006/relationships/tags" Target="../tags/tag656.xml"/><Relationship Id="rId5" Type="http://schemas.openxmlformats.org/officeDocument/2006/relationships/tags" Target="../tags/tag655.xml"/><Relationship Id="rId4" Type="http://schemas.openxmlformats.org/officeDocument/2006/relationships/tags" Target="../tags/tag654.xml"/></Relationships>
</file>

<file path=ppt/slides/_rels/slide49.xml.rels><?xml version="1.0" encoding="UTF-8" standalone="yes"?>
<Relationships xmlns="http://schemas.openxmlformats.org/package/2006/relationships"><Relationship Id="rId8" Type="http://schemas.openxmlformats.org/officeDocument/2006/relationships/tags" Target="../tags/tag665.xml"/><Relationship Id="rId13" Type="http://schemas.openxmlformats.org/officeDocument/2006/relationships/tags" Target="../tags/tag670.xml"/><Relationship Id="rId18" Type="http://schemas.openxmlformats.org/officeDocument/2006/relationships/tags" Target="../tags/tag675.xml"/><Relationship Id="rId26" Type="http://schemas.openxmlformats.org/officeDocument/2006/relationships/tags" Target="../tags/tag683.xml"/><Relationship Id="rId3" Type="http://schemas.openxmlformats.org/officeDocument/2006/relationships/tags" Target="../tags/tag660.xml"/><Relationship Id="rId21" Type="http://schemas.openxmlformats.org/officeDocument/2006/relationships/tags" Target="../tags/tag678.xml"/><Relationship Id="rId7" Type="http://schemas.openxmlformats.org/officeDocument/2006/relationships/tags" Target="../tags/tag664.xml"/><Relationship Id="rId12" Type="http://schemas.openxmlformats.org/officeDocument/2006/relationships/tags" Target="../tags/tag669.xml"/><Relationship Id="rId17" Type="http://schemas.openxmlformats.org/officeDocument/2006/relationships/tags" Target="../tags/tag674.xml"/><Relationship Id="rId25" Type="http://schemas.openxmlformats.org/officeDocument/2006/relationships/tags" Target="../tags/tag682.xml"/><Relationship Id="rId2" Type="http://schemas.openxmlformats.org/officeDocument/2006/relationships/tags" Target="../tags/tag659.xml"/><Relationship Id="rId16" Type="http://schemas.openxmlformats.org/officeDocument/2006/relationships/tags" Target="../tags/tag673.xml"/><Relationship Id="rId20" Type="http://schemas.openxmlformats.org/officeDocument/2006/relationships/tags" Target="../tags/tag677.xml"/><Relationship Id="rId29" Type="http://schemas.openxmlformats.org/officeDocument/2006/relationships/slideLayout" Target="../slideLayouts/slideLayout4.xml"/><Relationship Id="rId1" Type="http://schemas.openxmlformats.org/officeDocument/2006/relationships/tags" Target="../tags/tag658.xml"/><Relationship Id="rId6" Type="http://schemas.openxmlformats.org/officeDocument/2006/relationships/tags" Target="../tags/tag663.xml"/><Relationship Id="rId11" Type="http://schemas.openxmlformats.org/officeDocument/2006/relationships/tags" Target="../tags/tag668.xml"/><Relationship Id="rId24" Type="http://schemas.openxmlformats.org/officeDocument/2006/relationships/tags" Target="../tags/tag681.xml"/><Relationship Id="rId5" Type="http://schemas.openxmlformats.org/officeDocument/2006/relationships/tags" Target="../tags/tag662.xml"/><Relationship Id="rId15" Type="http://schemas.openxmlformats.org/officeDocument/2006/relationships/tags" Target="../tags/tag672.xml"/><Relationship Id="rId23" Type="http://schemas.openxmlformats.org/officeDocument/2006/relationships/tags" Target="../tags/tag680.xml"/><Relationship Id="rId28" Type="http://schemas.openxmlformats.org/officeDocument/2006/relationships/tags" Target="../tags/tag685.xml"/><Relationship Id="rId10" Type="http://schemas.openxmlformats.org/officeDocument/2006/relationships/tags" Target="../tags/tag667.xml"/><Relationship Id="rId19" Type="http://schemas.openxmlformats.org/officeDocument/2006/relationships/tags" Target="../tags/tag676.xml"/><Relationship Id="rId4" Type="http://schemas.openxmlformats.org/officeDocument/2006/relationships/tags" Target="../tags/tag661.xml"/><Relationship Id="rId9" Type="http://schemas.openxmlformats.org/officeDocument/2006/relationships/tags" Target="../tags/tag666.xml"/><Relationship Id="rId14" Type="http://schemas.openxmlformats.org/officeDocument/2006/relationships/tags" Target="../tags/tag671.xml"/><Relationship Id="rId22" Type="http://schemas.openxmlformats.org/officeDocument/2006/relationships/tags" Target="../tags/tag679.xml"/><Relationship Id="rId27" Type="http://schemas.openxmlformats.org/officeDocument/2006/relationships/tags" Target="../tags/tag684.xml"/><Relationship Id="rId30" Type="http://schemas.openxmlformats.org/officeDocument/2006/relationships/image" Target="../media/image40.jpeg"/></Relationships>
</file>

<file path=ppt/slides/_rels/slide50.xml.rels><?xml version="1.0" encoding="UTF-8" standalone="yes"?>
<Relationships xmlns="http://schemas.openxmlformats.org/package/2006/relationships"><Relationship Id="rId8" Type="http://schemas.openxmlformats.org/officeDocument/2006/relationships/tags" Target="../tags/tag693.xml"/><Relationship Id="rId3" Type="http://schemas.openxmlformats.org/officeDocument/2006/relationships/tags" Target="../tags/tag688.xml"/><Relationship Id="rId7" Type="http://schemas.openxmlformats.org/officeDocument/2006/relationships/tags" Target="../tags/tag692.xml"/><Relationship Id="rId2" Type="http://schemas.openxmlformats.org/officeDocument/2006/relationships/tags" Target="../tags/tag687.xml"/><Relationship Id="rId1" Type="http://schemas.openxmlformats.org/officeDocument/2006/relationships/tags" Target="../tags/tag686.xml"/><Relationship Id="rId6" Type="http://schemas.openxmlformats.org/officeDocument/2006/relationships/tags" Target="../tags/tag691.xml"/><Relationship Id="rId5" Type="http://schemas.openxmlformats.org/officeDocument/2006/relationships/tags" Target="../tags/tag690.xml"/><Relationship Id="rId4" Type="http://schemas.openxmlformats.org/officeDocument/2006/relationships/tags" Target="../tags/tag689.xml"/><Relationship Id="rId9"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8" Type="http://schemas.openxmlformats.org/officeDocument/2006/relationships/tags" Target="../tags/tag701.xml"/><Relationship Id="rId13" Type="http://schemas.openxmlformats.org/officeDocument/2006/relationships/tags" Target="../tags/tag706.xml"/><Relationship Id="rId3" Type="http://schemas.openxmlformats.org/officeDocument/2006/relationships/tags" Target="../tags/tag696.xml"/><Relationship Id="rId7" Type="http://schemas.openxmlformats.org/officeDocument/2006/relationships/tags" Target="../tags/tag700.xml"/><Relationship Id="rId12" Type="http://schemas.openxmlformats.org/officeDocument/2006/relationships/tags" Target="../tags/tag705.xml"/><Relationship Id="rId17" Type="http://schemas.openxmlformats.org/officeDocument/2006/relationships/slideLayout" Target="../slideLayouts/slideLayout4.xml"/><Relationship Id="rId2" Type="http://schemas.openxmlformats.org/officeDocument/2006/relationships/tags" Target="../tags/tag695.xml"/><Relationship Id="rId16" Type="http://schemas.openxmlformats.org/officeDocument/2006/relationships/tags" Target="../tags/tag709.xml"/><Relationship Id="rId1" Type="http://schemas.openxmlformats.org/officeDocument/2006/relationships/tags" Target="../tags/tag694.xml"/><Relationship Id="rId6" Type="http://schemas.openxmlformats.org/officeDocument/2006/relationships/tags" Target="../tags/tag699.xml"/><Relationship Id="rId11" Type="http://schemas.openxmlformats.org/officeDocument/2006/relationships/tags" Target="../tags/tag704.xml"/><Relationship Id="rId5" Type="http://schemas.openxmlformats.org/officeDocument/2006/relationships/tags" Target="../tags/tag698.xml"/><Relationship Id="rId15" Type="http://schemas.openxmlformats.org/officeDocument/2006/relationships/tags" Target="../tags/tag708.xml"/><Relationship Id="rId10" Type="http://schemas.openxmlformats.org/officeDocument/2006/relationships/tags" Target="../tags/tag703.xml"/><Relationship Id="rId4" Type="http://schemas.openxmlformats.org/officeDocument/2006/relationships/tags" Target="../tags/tag697.xml"/><Relationship Id="rId9" Type="http://schemas.openxmlformats.org/officeDocument/2006/relationships/tags" Target="../tags/tag702.xml"/><Relationship Id="rId14" Type="http://schemas.openxmlformats.org/officeDocument/2006/relationships/tags" Target="../tags/tag707.xml"/></Relationships>
</file>

<file path=ppt/slides/_rels/slide52.xml.rels><?xml version="1.0" encoding="UTF-8" standalone="yes"?>
<Relationships xmlns="http://schemas.openxmlformats.org/package/2006/relationships"><Relationship Id="rId8" Type="http://schemas.openxmlformats.org/officeDocument/2006/relationships/tags" Target="../tags/tag717.xml"/><Relationship Id="rId13" Type="http://schemas.openxmlformats.org/officeDocument/2006/relationships/tags" Target="../tags/tag722.xml"/><Relationship Id="rId3" Type="http://schemas.openxmlformats.org/officeDocument/2006/relationships/tags" Target="../tags/tag712.xml"/><Relationship Id="rId7" Type="http://schemas.openxmlformats.org/officeDocument/2006/relationships/tags" Target="../tags/tag716.xml"/><Relationship Id="rId12" Type="http://schemas.openxmlformats.org/officeDocument/2006/relationships/tags" Target="../tags/tag721.xml"/><Relationship Id="rId17" Type="http://schemas.openxmlformats.org/officeDocument/2006/relationships/slideLayout" Target="../slideLayouts/slideLayout4.xml"/><Relationship Id="rId2" Type="http://schemas.openxmlformats.org/officeDocument/2006/relationships/tags" Target="../tags/tag711.xml"/><Relationship Id="rId16" Type="http://schemas.openxmlformats.org/officeDocument/2006/relationships/tags" Target="../tags/tag725.xml"/><Relationship Id="rId1" Type="http://schemas.openxmlformats.org/officeDocument/2006/relationships/tags" Target="../tags/tag710.xml"/><Relationship Id="rId6" Type="http://schemas.openxmlformats.org/officeDocument/2006/relationships/tags" Target="../tags/tag715.xml"/><Relationship Id="rId11" Type="http://schemas.openxmlformats.org/officeDocument/2006/relationships/tags" Target="../tags/tag720.xml"/><Relationship Id="rId5" Type="http://schemas.openxmlformats.org/officeDocument/2006/relationships/tags" Target="../tags/tag714.xml"/><Relationship Id="rId15" Type="http://schemas.openxmlformats.org/officeDocument/2006/relationships/tags" Target="../tags/tag724.xml"/><Relationship Id="rId10" Type="http://schemas.openxmlformats.org/officeDocument/2006/relationships/tags" Target="../tags/tag719.xml"/><Relationship Id="rId4" Type="http://schemas.openxmlformats.org/officeDocument/2006/relationships/tags" Target="../tags/tag713.xml"/><Relationship Id="rId9" Type="http://schemas.openxmlformats.org/officeDocument/2006/relationships/tags" Target="../tags/tag718.xml"/><Relationship Id="rId14" Type="http://schemas.openxmlformats.org/officeDocument/2006/relationships/tags" Target="../tags/tag723.xml"/></Relationships>
</file>

<file path=ppt/slides/_rels/slide53.xml.rels><?xml version="1.0" encoding="UTF-8" standalone="yes"?>
<Relationships xmlns="http://schemas.openxmlformats.org/package/2006/relationships"><Relationship Id="rId3" Type="http://schemas.openxmlformats.org/officeDocument/2006/relationships/tags" Target="../tags/tag728.xml"/><Relationship Id="rId2" Type="http://schemas.openxmlformats.org/officeDocument/2006/relationships/tags" Target="../tags/tag727.xml"/><Relationship Id="rId1" Type="http://schemas.openxmlformats.org/officeDocument/2006/relationships/tags" Target="../tags/tag726.xml"/><Relationship Id="rId6" Type="http://schemas.openxmlformats.org/officeDocument/2006/relationships/image" Target="../media/image14.png"/><Relationship Id="rId5" Type="http://schemas.openxmlformats.org/officeDocument/2006/relationships/slideLayout" Target="../slideLayouts/slideLayout3.xml"/><Relationship Id="rId4" Type="http://schemas.openxmlformats.org/officeDocument/2006/relationships/tags" Target="../tags/tag729.xml"/></Relationships>
</file>

<file path=ppt/slides/_rels/slide54.xml.rels><?xml version="1.0" encoding="UTF-8" standalone="yes"?>
<Relationships xmlns="http://schemas.openxmlformats.org/package/2006/relationships"><Relationship Id="rId8" Type="http://schemas.openxmlformats.org/officeDocument/2006/relationships/tags" Target="../tags/tag737.xml"/><Relationship Id="rId13" Type="http://schemas.openxmlformats.org/officeDocument/2006/relationships/image" Target="../media/image41.png"/><Relationship Id="rId3" Type="http://schemas.openxmlformats.org/officeDocument/2006/relationships/tags" Target="../tags/tag732.xml"/><Relationship Id="rId7" Type="http://schemas.openxmlformats.org/officeDocument/2006/relationships/tags" Target="../tags/tag736.xml"/><Relationship Id="rId12" Type="http://schemas.openxmlformats.org/officeDocument/2006/relationships/image" Target="../media/image16.png"/><Relationship Id="rId2" Type="http://schemas.openxmlformats.org/officeDocument/2006/relationships/tags" Target="../tags/tag731.xml"/><Relationship Id="rId1" Type="http://schemas.openxmlformats.org/officeDocument/2006/relationships/tags" Target="../tags/tag730.xml"/><Relationship Id="rId6" Type="http://schemas.openxmlformats.org/officeDocument/2006/relationships/tags" Target="../tags/tag735.xml"/><Relationship Id="rId11" Type="http://schemas.openxmlformats.org/officeDocument/2006/relationships/slideLayout" Target="../slideLayouts/slideLayout3.xml"/><Relationship Id="rId5" Type="http://schemas.openxmlformats.org/officeDocument/2006/relationships/tags" Target="../tags/tag734.xml"/><Relationship Id="rId15" Type="http://schemas.openxmlformats.org/officeDocument/2006/relationships/image" Target="../media/image14.png"/><Relationship Id="rId10" Type="http://schemas.openxmlformats.org/officeDocument/2006/relationships/tags" Target="../tags/tag739.xml"/><Relationship Id="rId4" Type="http://schemas.openxmlformats.org/officeDocument/2006/relationships/tags" Target="../tags/tag733.xml"/><Relationship Id="rId9" Type="http://schemas.openxmlformats.org/officeDocument/2006/relationships/tags" Target="../tags/tag738.xml"/><Relationship Id="rId14" Type="http://schemas.microsoft.com/office/2007/relationships/hdphoto" Target="../media/hdphoto15.wdp"/></Relationships>
</file>

<file path=ppt/slides/_rels/slide55.xml.rels><?xml version="1.0" encoding="UTF-8" standalone="yes"?>
<Relationships xmlns="http://schemas.openxmlformats.org/package/2006/relationships"><Relationship Id="rId8" Type="http://schemas.openxmlformats.org/officeDocument/2006/relationships/tags" Target="../tags/tag747.xml"/><Relationship Id="rId13" Type="http://schemas.openxmlformats.org/officeDocument/2006/relationships/image" Target="../media/image42.png"/><Relationship Id="rId3" Type="http://schemas.openxmlformats.org/officeDocument/2006/relationships/tags" Target="../tags/tag742.xml"/><Relationship Id="rId7" Type="http://schemas.openxmlformats.org/officeDocument/2006/relationships/tags" Target="../tags/tag746.xml"/><Relationship Id="rId12" Type="http://schemas.openxmlformats.org/officeDocument/2006/relationships/image" Target="../media/image16.png"/><Relationship Id="rId2" Type="http://schemas.openxmlformats.org/officeDocument/2006/relationships/tags" Target="../tags/tag741.xml"/><Relationship Id="rId1" Type="http://schemas.openxmlformats.org/officeDocument/2006/relationships/tags" Target="../tags/tag740.xml"/><Relationship Id="rId6" Type="http://schemas.openxmlformats.org/officeDocument/2006/relationships/tags" Target="../tags/tag745.xml"/><Relationship Id="rId11" Type="http://schemas.openxmlformats.org/officeDocument/2006/relationships/slideLayout" Target="../slideLayouts/slideLayout2.xml"/><Relationship Id="rId5" Type="http://schemas.openxmlformats.org/officeDocument/2006/relationships/tags" Target="../tags/tag744.xml"/><Relationship Id="rId10" Type="http://schemas.openxmlformats.org/officeDocument/2006/relationships/tags" Target="../tags/tag749.xml"/><Relationship Id="rId4" Type="http://schemas.openxmlformats.org/officeDocument/2006/relationships/tags" Target="../tags/tag743.xml"/><Relationship Id="rId9" Type="http://schemas.openxmlformats.org/officeDocument/2006/relationships/tags" Target="../tags/tag748.xml"/><Relationship Id="rId14" Type="http://schemas.openxmlformats.org/officeDocument/2006/relationships/image" Target="../media/image14.png"/></Relationships>
</file>

<file path=ppt/slides/_rels/slide56.xml.rels><?xml version="1.0" encoding="UTF-8" standalone="yes"?>
<Relationships xmlns="http://schemas.openxmlformats.org/package/2006/relationships"><Relationship Id="rId8" Type="http://schemas.openxmlformats.org/officeDocument/2006/relationships/tags" Target="../tags/tag757.xml"/><Relationship Id="rId3" Type="http://schemas.openxmlformats.org/officeDocument/2006/relationships/tags" Target="../tags/tag752.xml"/><Relationship Id="rId7" Type="http://schemas.openxmlformats.org/officeDocument/2006/relationships/tags" Target="../tags/tag756.xml"/><Relationship Id="rId12" Type="http://schemas.openxmlformats.org/officeDocument/2006/relationships/image" Target="../media/image14.png"/><Relationship Id="rId2" Type="http://schemas.openxmlformats.org/officeDocument/2006/relationships/tags" Target="../tags/tag751.xml"/><Relationship Id="rId1" Type="http://schemas.openxmlformats.org/officeDocument/2006/relationships/tags" Target="../tags/tag750.xml"/><Relationship Id="rId6" Type="http://schemas.openxmlformats.org/officeDocument/2006/relationships/tags" Target="../tags/tag755.xml"/><Relationship Id="rId11" Type="http://schemas.openxmlformats.org/officeDocument/2006/relationships/image" Target="../media/image43.png"/><Relationship Id="rId5" Type="http://schemas.openxmlformats.org/officeDocument/2006/relationships/tags" Target="../tags/tag754.xml"/><Relationship Id="rId10" Type="http://schemas.openxmlformats.org/officeDocument/2006/relationships/slideLayout" Target="../slideLayouts/slideLayout3.xml"/><Relationship Id="rId4" Type="http://schemas.openxmlformats.org/officeDocument/2006/relationships/tags" Target="../tags/tag753.xml"/><Relationship Id="rId9" Type="http://schemas.openxmlformats.org/officeDocument/2006/relationships/tags" Target="../tags/tag758.xml"/></Relationships>
</file>

<file path=ppt/slides/_rels/slide57.xml.rels><?xml version="1.0" encoding="UTF-8" standalone="yes"?>
<Relationships xmlns="http://schemas.openxmlformats.org/package/2006/relationships"><Relationship Id="rId8" Type="http://schemas.openxmlformats.org/officeDocument/2006/relationships/tags" Target="../tags/tag766.xml"/><Relationship Id="rId3" Type="http://schemas.openxmlformats.org/officeDocument/2006/relationships/tags" Target="../tags/tag761.xml"/><Relationship Id="rId7" Type="http://schemas.openxmlformats.org/officeDocument/2006/relationships/tags" Target="../tags/tag765.xml"/><Relationship Id="rId2" Type="http://schemas.openxmlformats.org/officeDocument/2006/relationships/tags" Target="../tags/tag760.xml"/><Relationship Id="rId1" Type="http://schemas.openxmlformats.org/officeDocument/2006/relationships/tags" Target="../tags/tag759.xml"/><Relationship Id="rId6" Type="http://schemas.openxmlformats.org/officeDocument/2006/relationships/tags" Target="../tags/tag764.xml"/><Relationship Id="rId11" Type="http://schemas.openxmlformats.org/officeDocument/2006/relationships/image" Target="../media/image16.png"/><Relationship Id="rId5" Type="http://schemas.openxmlformats.org/officeDocument/2006/relationships/tags" Target="../tags/tag763.xml"/><Relationship Id="rId10" Type="http://schemas.openxmlformats.org/officeDocument/2006/relationships/image" Target="../media/image22.png"/><Relationship Id="rId4" Type="http://schemas.openxmlformats.org/officeDocument/2006/relationships/tags" Target="../tags/tag762.xml"/><Relationship Id="rId9"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769.xml"/><Relationship Id="rId7" Type="http://schemas.openxmlformats.org/officeDocument/2006/relationships/slideLayout" Target="../slideLayouts/slideLayout3.xml"/><Relationship Id="rId2" Type="http://schemas.openxmlformats.org/officeDocument/2006/relationships/tags" Target="../tags/tag768.xml"/><Relationship Id="rId1" Type="http://schemas.openxmlformats.org/officeDocument/2006/relationships/tags" Target="../tags/tag767.xml"/><Relationship Id="rId6" Type="http://schemas.openxmlformats.org/officeDocument/2006/relationships/tags" Target="../tags/tag772.xml"/><Relationship Id="rId5" Type="http://schemas.openxmlformats.org/officeDocument/2006/relationships/tags" Target="../tags/tag771.xml"/><Relationship Id="rId4" Type="http://schemas.openxmlformats.org/officeDocument/2006/relationships/tags" Target="../tags/tag770.xml"/></Relationships>
</file>

<file path=ppt/slides/_rels/slide59.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775.xml"/><Relationship Id="rId7" Type="http://schemas.openxmlformats.org/officeDocument/2006/relationships/tags" Target="../tags/tag779.xml"/><Relationship Id="rId2" Type="http://schemas.openxmlformats.org/officeDocument/2006/relationships/tags" Target="../tags/tag774.xml"/><Relationship Id="rId1" Type="http://schemas.openxmlformats.org/officeDocument/2006/relationships/tags" Target="../tags/tag773.xml"/><Relationship Id="rId6" Type="http://schemas.openxmlformats.org/officeDocument/2006/relationships/tags" Target="../tags/tag778.xml"/><Relationship Id="rId5" Type="http://schemas.openxmlformats.org/officeDocument/2006/relationships/tags" Target="../tags/tag777.xml"/><Relationship Id="rId10" Type="http://schemas.openxmlformats.org/officeDocument/2006/relationships/image" Target="../media/image44.png"/><Relationship Id="rId4" Type="http://schemas.openxmlformats.org/officeDocument/2006/relationships/tags" Target="../tags/tag776.xml"/><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76000"/>
          </a:schemeClr>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C9F91AA-62EE-AA66-117F-9747DD042480}"/>
              </a:ext>
            </a:extLst>
          </p:cNvPr>
          <p:cNvPicPr>
            <a:picLocks noChangeAspect="1"/>
          </p:cNvPicPr>
          <p:nvPr>
            <p:custDataLst>
              <p:tags r:id="rId1"/>
            </p:custDataLst>
          </p:nvPr>
        </p:nvPicPr>
        <p:blipFill>
          <a:blip r:embed="rId9"/>
          <a:srcRect l="5626"/>
          <a:stretch>
            <a:fillRect/>
          </a:stretch>
        </p:blipFill>
        <p:spPr>
          <a:xfrm>
            <a:off x="4057227" y="1341121"/>
            <a:ext cx="5027525" cy="3394577"/>
          </a:xfrm>
          <a:prstGeom prst="rect">
            <a:avLst/>
          </a:prstGeom>
          <a:effectLst>
            <a:softEdge rad="31750"/>
          </a:effectLst>
        </p:spPr>
      </p:pic>
      <p:cxnSp>
        <p:nvCxnSpPr>
          <p:cNvPr id="29" name="直接连接符 28">
            <a:extLst>
              <a:ext uri="{FF2B5EF4-FFF2-40B4-BE49-F238E27FC236}">
                <a16:creationId xmlns:a16="http://schemas.microsoft.com/office/drawing/2014/main" id="{F34F8821-E54B-1FCA-E664-3A07C1AE533A}"/>
              </a:ext>
            </a:extLst>
          </p:cNvPr>
          <p:cNvCxnSpPr/>
          <p:nvPr>
            <p:custDataLst>
              <p:tags r:id="rId2"/>
            </p:custDataLst>
          </p:nvPr>
        </p:nvCxnSpPr>
        <p:spPr>
          <a:xfrm>
            <a:off x="3433109" y="601980"/>
            <a:ext cx="215650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EA7F7F05-2234-E04F-FD71-083957F62ABE}"/>
              </a:ext>
            </a:extLst>
          </p:cNvPr>
          <p:cNvSpPr txBox="1"/>
          <p:nvPr>
            <p:custDataLst>
              <p:tags r:id="rId3"/>
            </p:custDataLst>
          </p:nvPr>
        </p:nvSpPr>
        <p:spPr>
          <a:xfrm>
            <a:off x="66309" y="110234"/>
            <a:ext cx="2705415" cy="338554"/>
          </a:xfrm>
          <a:prstGeom prst="rect">
            <a:avLst/>
          </a:prstGeom>
          <a:noFill/>
        </p:spPr>
        <p:txBody>
          <a:bodyPr wrap="square" rtlCol="0">
            <a:spAutoFit/>
          </a:bodyPr>
          <a:lstStyle/>
          <a:p>
            <a:pPr marL="0" marR="0" lvl="0" indent="0" algn="l" defTabSz="685156"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八年级物理下册</a:t>
            </a:r>
            <a:r>
              <a:rPr kumimoji="0" lang="en-US" altLang="zh-CN" sz="16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苏科版</a:t>
            </a:r>
          </a:p>
        </p:txBody>
      </p:sp>
      <p:sp>
        <p:nvSpPr>
          <p:cNvPr id="17" name="文本框 16">
            <a:extLst>
              <a:ext uri="{FF2B5EF4-FFF2-40B4-BE49-F238E27FC236}">
                <a16:creationId xmlns:a16="http://schemas.microsoft.com/office/drawing/2014/main" id="{FF3657A4-C7EF-0DCF-056D-3EBC54BDB6D5}"/>
              </a:ext>
            </a:extLst>
          </p:cNvPr>
          <p:cNvSpPr txBox="1"/>
          <p:nvPr>
            <p:custDataLst>
              <p:tags r:id="rId4"/>
            </p:custDataLst>
          </p:nvPr>
        </p:nvSpPr>
        <p:spPr>
          <a:xfrm>
            <a:off x="2054849" y="707288"/>
            <a:ext cx="5488196" cy="579646"/>
          </a:xfrm>
          <a:prstGeom prst="rect">
            <a:avLst/>
          </a:prstGeom>
          <a:noFill/>
        </p:spPr>
        <p:txBody>
          <a:bodyPr wrap="square">
            <a:spAutoFit/>
          </a:bodyPr>
          <a:lstStyle/>
          <a:p>
            <a:pPr marL="0" marR="0" lvl="0" indent="0" algn="ctr" defTabSz="685160" rtl="0" eaLnBrk="1" fontAlgn="auto" latinLnBrk="0" hangingPunct="1">
              <a:lnSpc>
                <a:spcPts val="38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2EA2CF"/>
                </a:solidFill>
                <a:effectLst/>
                <a:uLnTx/>
                <a:uFillTx/>
                <a:latin typeface="华文彩云" panose="02010800040101010101" pitchFamily="2" charset="-122"/>
                <a:ea typeface="华文彩云" panose="02010800040101010101" pitchFamily="2" charset="-122"/>
                <a:cs typeface="+mn-cs"/>
              </a:rPr>
              <a:t>左右物体运动的规律</a:t>
            </a:r>
          </a:p>
        </p:txBody>
      </p:sp>
      <p:sp>
        <p:nvSpPr>
          <p:cNvPr id="18" name="文本框 17">
            <a:extLst>
              <a:ext uri="{FF2B5EF4-FFF2-40B4-BE49-F238E27FC236}">
                <a16:creationId xmlns:a16="http://schemas.microsoft.com/office/drawing/2014/main" id="{7FC02D3C-F1D1-F277-271F-B52FD096B86F}"/>
              </a:ext>
            </a:extLst>
          </p:cNvPr>
          <p:cNvSpPr txBox="1"/>
          <p:nvPr>
            <p:custDataLst>
              <p:tags r:id="rId5"/>
            </p:custDataLst>
          </p:nvPr>
        </p:nvSpPr>
        <p:spPr>
          <a:xfrm>
            <a:off x="2991488" y="0"/>
            <a:ext cx="4655605" cy="511807"/>
          </a:xfrm>
          <a:prstGeom prst="rect">
            <a:avLst/>
          </a:prstGeom>
          <a:noFill/>
        </p:spPr>
        <p:txBody>
          <a:bodyPr wrap="square">
            <a:spAutoFit/>
          </a:bodyPr>
          <a:lstStyle/>
          <a:p>
            <a:pPr lvl="0">
              <a:lnSpc>
                <a:spcPts val="3600"/>
              </a:lnSpc>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第九章  力与运动</a:t>
            </a:r>
            <a:r>
              <a:rPr lang="en-US" altLang="zh-CN" sz="2400" b="1">
                <a:solidFill>
                  <a:prstClr val="white"/>
                </a:solidFill>
                <a:latin typeface="微软雅黑" panose="020B0503020204020204" pitchFamily="34" charset="-122"/>
                <a:ea typeface="微软雅黑" panose="020B0503020204020204" pitchFamily="34" charset="-122"/>
              </a:rPr>
              <a:t>—</a:t>
            </a:r>
            <a:r>
              <a:rPr lang="zh-CN" altLang="en-US" sz="2400" b="1">
                <a:solidFill>
                  <a:prstClr val="white"/>
                </a:solidFill>
                <a:latin typeface="微软雅黑" panose="020B0503020204020204" pitchFamily="34" charset="-122"/>
                <a:ea typeface="微软雅黑" panose="020B0503020204020204" pitchFamily="34" charset="-122"/>
              </a:rPr>
              <a:t>单元复习</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B08CCDA5-041B-F981-50D7-ECF972E80F99}"/>
              </a:ext>
            </a:extLst>
          </p:cNvPr>
          <p:cNvSpPr/>
          <p:nvPr>
            <p:custDataLst>
              <p:tags r:id="rId6"/>
            </p:custDataLst>
          </p:nvPr>
        </p:nvSpPr>
        <p:spPr>
          <a:xfrm>
            <a:off x="59248" y="1381758"/>
            <a:ext cx="3991202" cy="3321942"/>
          </a:xfrm>
          <a:prstGeom prst="rect">
            <a:avLst/>
          </a:prstGeom>
          <a:solidFill>
            <a:srgbClr val="3066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文本框 5">
            <a:extLst>
              <a:ext uri="{FF2B5EF4-FFF2-40B4-BE49-F238E27FC236}">
                <a16:creationId xmlns:a16="http://schemas.microsoft.com/office/drawing/2014/main" id="{FC84C1A2-2007-FE6F-B7A1-3DF874A99457}"/>
              </a:ext>
            </a:extLst>
          </p:cNvPr>
          <p:cNvSpPr txBox="1"/>
          <p:nvPr>
            <p:custDataLst>
              <p:tags r:id="rId7"/>
            </p:custDataLst>
          </p:nvPr>
        </p:nvSpPr>
        <p:spPr>
          <a:xfrm>
            <a:off x="99885" y="1490133"/>
            <a:ext cx="3950565" cy="3063916"/>
          </a:xfrm>
          <a:prstGeom prst="rect">
            <a:avLst/>
          </a:prstGeom>
          <a:noFill/>
          <a:ln>
            <a:noFill/>
          </a:ln>
        </p:spPr>
        <p:txBody>
          <a:bodyPr wrap="square">
            <a:spAutoFit/>
          </a:bodyPr>
          <a:lstStyle/>
          <a:p>
            <a:pPr marL="72000" marR="0" lvl="0" indent="457200" algn="l" defTabSz="685160" rtl="0" eaLnBrk="1" fontAlgn="auto" latinLnBrk="0" hangingPunct="1">
              <a:lnSpc>
                <a:spcPts val="2600"/>
              </a:lnSpc>
              <a:spcBef>
                <a:spcPct val="0"/>
              </a:spcBef>
              <a:spcAft>
                <a:spcPct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走进游乐场，你可以感受到各种运动带来的惊险和刺激</a:t>
            </a:r>
            <a:r>
              <a:rPr kumimoji="0"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72000" marR="0" lvl="0" indent="457200" algn="l" defTabSz="685160" rtl="0" eaLnBrk="1" fontAlgn="auto" latinLnBrk="0" hangingPunct="1">
              <a:lnSpc>
                <a:spcPts val="2600"/>
              </a:lnSpc>
              <a:spcBef>
                <a:spcPct val="0"/>
              </a:spcBef>
              <a:spcAft>
                <a:spcPct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过山车时而在平直的轨道上匀速前行，时而减速爬坡，时而加速俯冲，时而在竖直面上翻转</a:t>
            </a:r>
            <a:r>
              <a:rPr kumimoji="0" lang="en-US" altLang="zh-CN" sz="18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72000" marR="0" lvl="0" indent="457200" algn="l" defTabSz="685160" rtl="0" eaLnBrk="1" fontAlgn="auto" latinLnBrk="0" hangingPunct="1">
              <a:lnSpc>
                <a:spcPts val="2600"/>
              </a:lnSpc>
              <a:spcBef>
                <a:spcPct val="0"/>
              </a:spcBef>
              <a:spcAft>
                <a:spcPct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享受运动乐趣之余，你是否想过，为什么会有这些奇特的运动？运动与力有什么关系？</a:t>
            </a:r>
            <a:endParaRPr kumimoji="0"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72000" marR="0" lvl="0" indent="457200" algn="l" defTabSz="685160" rtl="0" eaLnBrk="1" fontAlgn="auto" latinLnBrk="0" hangingPunct="1">
              <a:lnSpc>
                <a:spcPts val="2600"/>
              </a:lnSpc>
              <a:spcBef>
                <a:spcPct val="0"/>
              </a:spcBef>
              <a:spcAft>
                <a:spcPct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99C9E070-2290-116F-3782-D39F6FACE079}"/>
              </a:ext>
            </a:extLst>
          </p:cNvPr>
          <p:cNvPicPr>
            <a:picLocks noChangeAspect="1"/>
          </p:cNvPicPr>
          <p:nvPr/>
        </p:nvPicPr>
        <p:blipFill>
          <a:blip r:embed="rId10"/>
          <a:stretch>
            <a:fillRect/>
          </a:stretch>
        </p:blipFill>
        <p:spPr>
          <a:xfrm>
            <a:off x="7866857" y="42677"/>
            <a:ext cx="1168286" cy="445635"/>
          </a:xfrm>
          <a:prstGeom prst="rect">
            <a:avLst/>
          </a:prstGeom>
        </p:spPr>
      </p:pic>
    </p:spTree>
    <p:extLst>
      <p:ext uri="{BB962C8B-B14F-4D97-AF65-F5344CB8AC3E}">
        <p14:creationId xmlns:p14="http://schemas.microsoft.com/office/powerpoint/2010/main" val="164958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75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750"/>
                                        <p:tgtEl>
                                          <p:spTgt spid="3"/>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blinds(horizontal)">
                                      <p:cBhvr>
                                        <p:cTn id="13" dur="500"/>
                                        <p:tgtEl>
                                          <p:spTgt spid="6">
                                            <p:txEl>
                                              <p:pRg st="0" end="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blinds(horizontal)">
                                      <p:cBhvr>
                                        <p:cTn id="16" dur="500"/>
                                        <p:tgtEl>
                                          <p:spTgt spid="6">
                                            <p:txEl>
                                              <p:pRg st="1" end="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blinds(horizontal)">
                                      <p:cBhvr>
                                        <p:cTn id="19" dur="500"/>
                                        <p:tgtEl>
                                          <p:spTgt spid="6">
                                            <p:txEl>
                                              <p:pRg st="2" end="2"/>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dissolve">
                                      <p:cBhvr>
                                        <p:cTn id="25" dur="750"/>
                                        <p:tgtEl>
                                          <p:spTgt spid="14"/>
                                        </p:tgtEl>
                                      </p:cBhvr>
                                    </p:animEffect>
                                  </p:childTnLst>
                                </p:cTn>
                              </p:par>
                            </p:childTnLst>
                          </p:cTn>
                        </p:par>
                        <p:par>
                          <p:cTn id="26" fill="hold" nodeType="afterGroup">
                            <p:stCondLst>
                              <p:cond delay="750"/>
                            </p:stCondLst>
                            <p:childTnLst>
                              <p:par>
                                <p:cTn id="27" presetID="53" presetClass="entr" presetSubtype="0"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p:cTn id="29" dur="1000" fill="hold"/>
                                        <p:tgtEl>
                                          <p:spTgt spid="17"/>
                                        </p:tgtEl>
                                        <p:attrNameLst>
                                          <p:attrName>ppt_w</p:attrName>
                                        </p:attrNameLst>
                                      </p:cBhvr>
                                      <p:tavLst>
                                        <p:tav tm="0">
                                          <p:val>
                                            <p:fltVal val="0"/>
                                          </p:val>
                                        </p:tav>
                                        <p:tav tm="100000">
                                          <p:val>
                                            <p:strVal val="#ppt_w"/>
                                          </p:val>
                                        </p:tav>
                                      </p:tavLst>
                                    </p:anim>
                                    <p:anim calcmode="lin" valueType="num">
                                      <p:cBhvr>
                                        <p:cTn id="30" dur="1000" fill="hold"/>
                                        <p:tgtEl>
                                          <p:spTgt spid="17"/>
                                        </p:tgtEl>
                                        <p:attrNameLst>
                                          <p:attrName>ppt_h</p:attrName>
                                        </p:attrNameLst>
                                      </p:cBhvr>
                                      <p:tavLst>
                                        <p:tav tm="0">
                                          <p:val>
                                            <p:fltVal val="0"/>
                                          </p:val>
                                        </p:tav>
                                        <p:tav tm="100000">
                                          <p:val>
                                            <p:strVal val="#ppt_h"/>
                                          </p:val>
                                        </p:tav>
                                      </p:tavLst>
                                    </p:anim>
                                    <p:animEffect transition="in" filter="fade">
                                      <p:cBhvr>
                                        <p:cTn id="31" dur="1000"/>
                                        <p:tgtEl>
                                          <p:spTgt spid="17"/>
                                        </p:tgtEl>
                                      </p:cBhvr>
                                    </p:animEffect>
                                  </p:childTnLst>
                                </p:cTn>
                              </p:par>
                            </p:childTnLst>
                          </p:cTn>
                        </p:par>
                        <p:par>
                          <p:cTn id="32" fill="hold" nodeType="afterGroup">
                            <p:stCondLst>
                              <p:cond delay="1750"/>
                            </p:stCondLst>
                            <p:childTnLst>
                              <p:par>
                                <p:cTn id="33" presetID="53"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p:cTn id="35" dur="1000" fill="hold"/>
                                        <p:tgtEl>
                                          <p:spTgt spid="18"/>
                                        </p:tgtEl>
                                        <p:attrNameLst>
                                          <p:attrName>ppt_w</p:attrName>
                                        </p:attrNameLst>
                                      </p:cBhvr>
                                      <p:tavLst>
                                        <p:tav tm="0">
                                          <p:val>
                                            <p:fltVal val="0"/>
                                          </p:val>
                                        </p:tav>
                                        <p:tav tm="100000">
                                          <p:val>
                                            <p:strVal val="#ppt_w"/>
                                          </p:val>
                                        </p:tav>
                                      </p:tavLst>
                                    </p:anim>
                                    <p:anim calcmode="lin" valueType="num">
                                      <p:cBhvr>
                                        <p:cTn id="36" dur="1000" fill="hold"/>
                                        <p:tgtEl>
                                          <p:spTgt spid="18"/>
                                        </p:tgtEl>
                                        <p:attrNameLst>
                                          <p:attrName>ppt_h</p:attrName>
                                        </p:attrNameLst>
                                      </p:cBhvr>
                                      <p:tavLst>
                                        <p:tav tm="0">
                                          <p:val>
                                            <p:fltVal val="0"/>
                                          </p:val>
                                        </p:tav>
                                        <p:tav tm="100000">
                                          <p:val>
                                            <p:strVal val="#ppt_h"/>
                                          </p:val>
                                        </p:tav>
                                      </p:tavLst>
                                    </p:anim>
                                    <p:animEffect transition="in" filter="fade">
                                      <p:cBhvr>
                                        <p:cTn id="3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42F4726-A855-916C-C81D-214500BC145B}"/>
              </a:ext>
            </a:extLst>
          </p:cNvPr>
          <p:cNvSpPr txBox="1"/>
          <p:nvPr>
            <p:custDataLst>
              <p:tags r:id="rId1"/>
            </p:custDataLst>
          </p:nvPr>
        </p:nvSpPr>
        <p:spPr>
          <a:xfrm>
            <a:off x="-247014" y="52623"/>
            <a:ext cx="3537840" cy="446276"/>
          </a:xfrm>
          <a:prstGeom prst="rect">
            <a:avLst/>
          </a:prstGeom>
          <a:noFill/>
        </p:spPr>
        <p:txBody>
          <a:bodyPr wrap="square">
            <a:spAutoFit/>
          </a:bodyP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3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第九章    力与运动</a:t>
            </a:r>
          </a:p>
        </p:txBody>
      </p:sp>
      <p:sp>
        <p:nvSpPr>
          <p:cNvPr id="3" name="直接连接符 2">
            <a:extLst>
              <a:ext uri="{FF2B5EF4-FFF2-40B4-BE49-F238E27FC236}">
                <a16:creationId xmlns:a16="http://schemas.microsoft.com/office/drawing/2014/main" id="{D01069D2-0815-8B3A-B39E-C62DBBFB9696}"/>
              </a:ext>
            </a:extLst>
          </p:cNvPr>
          <p:cNvSpPr/>
          <p:nvPr>
            <p:custDataLst>
              <p:tags r:id="rId2"/>
            </p:custDataLst>
          </p:nvPr>
        </p:nvSpPr>
        <p:spPr>
          <a:xfrm>
            <a:off x="1167472" y="3126190"/>
            <a:ext cx="6723468" cy="26461"/>
          </a:xfrm>
          <a:prstGeom prst="line">
            <a:avLst/>
          </a:prstGeom>
          <a:ln w="38100">
            <a:solidFill>
              <a:schemeClr val="bg1">
                <a:lumMod val="50000"/>
              </a:schemeClr>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a:p>
        </p:txBody>
      </p:sp>
      <p:grpSp>
        <p:nvGrpSpPr>
          <p:cNvPr id="4" name="组合 3">
            <a:extLst>
              <a:ext uri="{FF2B5EF4-FFF2-40B4-BE49-F238E27FC236}">
                <a16:creationId xmlns:a16="http://schemas.microsoft.com/office/drawing/2014/main" id="{0568365F-3465-F312-50E9-44B267C800A7}"/>
              </a:ext>
            </a:extLst>
          </p:cNvPr>
          <p:cNvGrpSpPr/>
          <p:nvPr>
            <p:custDataLst>
              <p:tags r:id="rId3"/>
            </p:custDataLst>
          </p:nvPr>
        </p:nvGrpSpPr>
        <p:grpSpPr>
          <a:xfrm>
            <a:off x="1491996" y="1494162"/>
            <a:ext cx="2305466" cy="1426210"/>
            <a:chOff x="982299" y="1326522"/>
            <a:chExt cx="2305466" cy="1426210"/>
          </a:xfrm>
        </p:grpSpPr>
        <p:sp>
          <p:nvSpPr>
            <p:cNvPr id="5" name="任意多边形: 形状 4">
              <a:extLst>
                <a:ext uri="{FF2B5EF4-FFF2-40B4-BE49-F238E27FC236}">
                  <a16:creationId xmlns:a16="http://schemas.microsoft.com/office/drawing/2014/main" id="{3D7774E7-EBA8-2375-969C-5D054C5B5BA0}"/>
                </a:ext>
              </a:extLst>
            </p:cNvPr>
            <p:cNvSpPr/>
            <p:nvPr>
              <p:custDataLst>
                <p:tags r:id="rId17"/>
              </p:custDataLst>
            </p:nvPr>
          </p:nvSpPr>
          <p:spPr>
            <a:xfrm>
              <a:off x="982299" y="2354541"/>
              <a:ext cx="2305466" cy="398191"/>
            </a:xfrm>
            <a:custGeom>
              <a:avLst/>
              <a:gdLst>
                <a:gd name="connsiteX0" fmla="*/ 0 w 2305466"/>
                <a:gd name="connsiteY0" fmla="*/ 0 h 398191"/>
                <a:gd name="connsiteX1" fmla="*/ 2305466 w 2305466"/>
                <a:gd name="connsiteY1" fmla="*/ 0 h 398191"/>
                <a:gd name="connsiteX2" fmla="*/ 2305466 w 2305466"/>
                <a:gd name="connsiteY2" fmla="*/ 398191 h 398191"/>
                <a:gd name="connsiteX3" fmla="*/ 0 w 2305466"/>
                <a:gd name="connsiteY3" fmla="*/ 398191 h 398191"/>
                <a:gd name="connsiteX4" fmla="*/ 0 w 2305466"/>
                <a:gd name="connsiteY4" fmla="*/ 0 h 398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398191">
                  <a:moveTo>
                    <a:pt x="0" y="0"/>
                  </a:moveTo>
                  <a:lnTo>
                    <a:pt x="2305466" y="0"/>
                  </a:lnTo>
                  <a:lnTo>
                    <a:pt x="2305466" y="398191"/>
                  </a:lnTo>
                  <a:lnTo>
                    <a:pt x="0" y="398191"/>
                  </a:lnTo>
                  <a:lnTo>
                    <a:pt x="0" y="0"/>
                  </a:lnTo>
                  <a:close/>
                </a:path>
              </a:pathLst>
            </a:custGeom>
            <a:solidFill>
              <a:srgbClr val="9B73B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01600" tIns="101600" rIns="101600" bIns="1016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b="1"/>
              </a:pP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第</a:t>
              </a:r>
              <a:r>
                <a:rPr kumimoji="0" lang="en-US" altLang="zh-CN" sz="2000" b="1" i="0" u="none" strike="noStrike" kern="1200" cap="none" spc="0" normalizeH="0" baseline="0" noProof="0">
                  <a:ln>
                    <a:noFill/>
                  </a:ln>
                  <a:solidFill>
                    <a:prstClr val="white"/>
                  </a:solidFill>
                  <a:effectLst/>
                  <a:uLnTx/>
                  <a:uFillTx/>
                  <a:latin typeface="Times New Roman"/>
                  <a:ea typeface="微软雅黑"/>
                  <a:cs typeface="+mn-cs"/>
                </a:rPr>
                <a:t>1</a:t>
              </a: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节</a:t>
              </a:r>
              <a:endParaRPr kumimoji="0" lang="en-US" sz="2000" b="1"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6" name="任意多边形: 形状 5">
              <a:extLst>
                <a:ext uri="{FF2B5EF4-FFF2-40B4-BE49-F238E27FC236}">
                  <a16:creationId xmlns:a16="http://schemas.microsoft.com/office/drawing/2014/main" id="{B7399D14-0A9F-C104-236C-6AD8F55D85F2}"/>
                </a:ext>
              </a:extLst>
            </p:cNvPr>
            <p:cNvSpPr/>
            <p:nvPr>
              <p:custDataLst>
                <p:tags r:id="rId18"/>
              </p:custDataLst>
            </p:nvPr>
          </p:nvSpPr>
          <p:spPr>
            <a:xfrm>
              <a:off x="982299" y="1326522"/>
              <a:ext cx="2305466" cy="1001558"/>
            </a:xfrm>
            <a:custGeom>
              <a:avLst/>
              <a:gdLst>
                <a:gd name="connsiteX0" fmla="*/ 0 w 2305466"/>
                <a:gd name="connsiteY0" fmla="*/ 0 h 877576"/>
                <a:gd name="connsiteX1" fmla="*/ 2305466 w 2305466"/>
                <a:gd name="connsiteY1" fmla="*/ 0 h 877576"/>
                <a:gd name="connsiteX2" fmla="*/ 2305466 w 2305466"/>
                <a:gd name="connsiteY2" fmla="*/ 877576 h 877576"/>
                <a:gd name="connsiteX3" fmla="*/ 0 w 2305466"/>
                <a:gd name="connsiteY3" fmla="*/ 877576 h 877576"/>
                <a:gd name="connsiteX4" fmla="*/ 0 w 2305466"/>
                <a:gd name="connsiteY4" fmla="*/ 0 h 877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877576">
                  <a:moveTo>
                    <a:pt x="0" y="0"/>
                  </a:moveTo>
                  <a:lnTo>
                    <a:pt x="2305466" y="0"/>
                  </a:lnTo>
                  <a:lnTo>
                    <a:pt x="2305466" y="877576"/>
                  </a:lnTo>
                  <a:lnTo>
                    <a:pt x="0" y="877576"/>
                  </a:lnTo>
                  <a:lnTo>
                    <a:pt x="0" y="0"/>
                  </a:lnTo>
                  <a:close/>
                </a:path>
              </a:pathLst>
            </a:custGeom>
            <a:solidFill>
              <a:srgbClr val="75C2DF">
                <a:alpha val="90000"/>
              </a:srgbClr>
            </a:solid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9550" tIns="209550" rIns="209550" bIns="209550" numCol="1" spcCol="1270" anchor="ctr" anchorCtr="0">
              <a:noAutofit/>
            </a:bodyPr>
            <a:lstStyle/>
            <a:p>
              <a:pPr marL="0" marR="0" lvl="0" indent="0" algn="ctr" defTabSz="977900" rtl="0" eaLnBrk="1" fontAlgn="auto" latinLnBrk="0" hangingPunct="1">
                <a:lnSpc>
                  <a:spcPct val="90000"/>
                </a:lnSpc>
                <a:spcBef>
                  <a:spcPct val="0"/>
                </a:spcBef>
                <a:spcAft>
                  <a:spcPct val="35000"/>
                </a:spcAft>
                <a:buClrTx/>
                <a:buSzTx/>
                <a:buFontTx/>
                <a:buNone/>
                <a:defRPr/>
              </a:pPr>
              <a:r>
                <a:rPr kumimoji="0" lang="zh-CN" altLang="en-US" sz="24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二力平衡</a:t>
              </a:r>
              <a:endParaRPr kumimoji="0" lang="en-US" sz="2400" b="0" i="1" u="none" strike="noStrike" kern="1200" cap="none" spc="0" normalizeH="0" baseline="0" noProof="0">
                <a:ln>
                  <a:noFill/>
                </a:ln>
                <a:solidFill>
                  <a:srgbClr val="454D55"/>
                </a:solidFill>
                <a:effectLst/>
                <a:uLnTx/>
                <a:uFillTx/>
                <a:latin typeface="Times New Roman"/>
                <a:ea typeface="微软雅黑"/>
                <a:cs typeface="+mn-cs"/>
              </a:endParaRPr>
            </a:p>
          </p:txBody>
        </p:sp>
      </p:grpSp>
      <p:sp>
        <p:nvSpPr>
          <p:cNvPr id="7" name="直接连接符 6">
            <a:extLst>
              <a:ext uri="{FF2B5EF4-FFF2-40B4-BE49-F238E27FC236}">
                <a16:creationId xmlns:a16="http://schemas.microsoft.com/office/drawing/2014/main" id="{D99A5046-AFB7-BDFF-3DA6-CB37797A989E}"/>
              </a:ext>
            </a:extLst>
          </p:cNvPr>
          <p:cNvSpPr/>
          <p:nvPr>
            <p:custDataLst>
              <p:tags r:id="rId4"/>
            </p:custDataLst>
          </p:nvPr>
        </p:nvSpPr>
        <p:spPr>
          <a:xfrm flipH="1">
            <a:off x="2644729" y="2920373"/>
            <a:ext cx="0" cy="232278"/>
          </a:xfrm>
          <a:prstGeom prst="line">
            <a:avLst/>
          </a:prstGeom>
          <a:ln w="19050">
            <a:solidFill>
              <a:schemeClr val="bg1">
                <a:lumMod val="50000"/>
              </a:schemeClr>
            </a:solidFill>
          </a:ln>
        </p:spPr>
        <p:style>
          <a:lnRef idx="1">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a:p>
        </p:txBody>
      </p:sp>
      <p:grpSp>
        <p:nvGrpSpPr>
          <p:cNvPr id="8" name="组合 7">
            <a:extLst>
              <a:ext uri="{FF2B5EF4-FFF2-40B4-BE49-F238E27FC236}">
                <a16:creationId xmlns:a16="http://schemas.microsoft.com/office/drawing/2014/main" id="{EE450B02-B639-FEDF-FCF1-6013D49D28C3}"/>
              </a:ext>
            </a:extLst>
          </p:cNvPr>
          <p:cNvGrpSpPr/>
          <p:nvPr>
            <p:custDataLst>
              <p:tags r:id="rId5"/>
            </p:custDataLst>
          </p:nvPr>
        </p:nvGrpSpPr>
        <p:grpSpPr>
          <a:xfrm>
            <a:off x="3411516" y="3384929"/>
            <a:ext cx="2305466" cy="1383276"/>
            <a:chOff x="2292223" y="3217289"/>
            <a:chExt cx="2305466" cy="1383276"/>
          </a:xfrm>
          <a:solidFill>
            <a:srgbClr val="75C2DF"/>
          </a:solidFill>
        </p:grpSpPr>
        <p:sp>
          <p:nvSpPr>
            <p:cNvPr id="9" name="任意多边形: 形状 8">
              <a:extLst>
                <a:ext uri="{FF2B5EF4-FFF2-40B4-BE49-F238E27FC236}">
                  <a16:creationId xmlns:a16="http://schemas.microsoft.com/office/drawing/2014/main" id="{F7E9E467-1D52-3C43-243B-8FEB549B2DE1}"/>
                </a:ext>
              </a:extLst>
            </p:cNvPr>
            <p:cNvSpPr/>
            <p:nvPr>
              <p:custDataLst>
                <p:tags r:id="rId15"/>
              </p:custDataLst>
            </p:nvPr>
          </p:nvSpPr>
          <p:spPr>
            <a:xfrm>
              <a:off x="2292223" y="3217289"/>
              <a:ext cx="2305466" cy="434692"/>
            </a:xfrm>
            <a:custGeom>
              <a:avLst/>
              <a:gdLst>
                <a:gd name="connsiteX0" fmla="*/ 0 w 2305466"/>
                <a:gd name="connsiteY0" fmla="*/ 0 h 398191"/>
                <a:gd name="connsiteX1" fmla="*/ 2305466 w 2305466"/>
                <a:gd name="connsiteY1" fmla="*/ 0 h 398191"/>
                <a:gd name="connsiteX2" fmla="*/ 2305466 w 2305466"/>
                <a:gd name="connsiteY2" fmla="*/ 398191 h 398191"/>
                <a:gd name="connsiteX3" fmla="*/ 0 w 2305466"/>
                <a:gd name="connsiteY3" fmla="*/ 398191 h 398191"/>
                <a:gd name="connsiteX4" fmla="*/ 0 w 2305466"/>
                <a:gd name="connsiteY4" fmla="*/ 0 h 398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398191">
                  <a:moveTo>
                    <a:pt x="0" y="0"/>
                  </a:moveTo>
                  <a:lnTo>
                    <a:pt x="2305466" y="0"/>
                  </a:lnTo>
                  <a:lnTo>
                    <a:pt x="2305466" y="398191"/>
                  </a:lnTo>
                  <a:lnTo>
                    <a:pt x="0" y="398191"/>
                  </a:lnTo>
                  <a:lnTo>
                    <a:pt x="0" y="0"/>
                  </a:lnTo>
                  <a:close/>
                </a:path>
              </a:pathLst>
            </a:custGeom>
            <a:solidFill>
              <a:srgbClr val="9B73B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01600" tIns="101600" rIns="101600" bIns="1016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b="1"/>
              </a:pP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第</a:t>
              </a:r>
              <a:r>
                <a:rPr kumimoji="0" lang="en-US" altLang="zh-CN" sz="2000" b="1" i="0" u="none" strike="noStrike" kern="1200" cap="none" spc="0" normalizeH="0" baseline="0" noProof="0">
                  <a:ln>
                    <a:noFill/>
                  </a:ln>
                  <a:solidFill>
                    <a:prstClr val="white"/>
                  </a:solidFill>
                  <a:effectLst/>
                  <a:uLnTx/>
                  <a:uFillTx/>
                  <a:latin typeface="Times New Roman"/>
                  <a:ea typeface="微软雅黑"/>
                  <a:cs typeface="+mn-cs"/>
                </a:rPr>
                <a:t>2</a:t>
              </a: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节</a:t>
              </a:r>
              <a:endParaRPr kumimoji="0" lang="en-US" sz="2000" b="1"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0" name="任意多边形: 形状 9">
              <a:extLst>
                <a:ext uri="{FF2B5EF4-FFF2-40B4-BE49-F238E27FC236}">
                  <a16:creationId xmlns:a16="http://schemas.microsoft.com/office/drawing/2014/main" id="{F44B5F11-A7D9-2408-E8B1-8276732EFAFC}"/>
                </a:ext>
              </a:extLst>
            </p:cNvPr>
            <p:cNvSpPr/>
            <p:nvPr>
              <p:custDataLst>
                <p:tags r:id="rId16"/>
              </p:custDataLst>
            </p:nvPr>
          </p:nvSpPr>
          <p:spPr>
            <a:xfrm>
              <a:off x="2292223" y="3676441"/>
              <a:ext cx="2305466" cy="924124"/>
            </a:xfrm>
            <a:custGeom>
              <a:avLst/>
              <a:gdLst>
                <a:gd name="connsiteX0" fmla="*/ 0 w 2305466"/>
                <a:gd name="connsiteY0" fmla="*/ 0 h 877576"/>
                <a:gd name="connsiteX1" fmla="*/ 2305466 w 2305466"/>
                <a:gd name="connsiteY1" fmla="*/ 0 h 877576"/>
                <a:gd name="connsiteX2" fmla="*/ 2305466 w 2305466"/>
                <a:gd name="connsiteY2" fmla="*/ 877576 h 877576"/>
                <a:gd name="connsiteX3" fmla="*/ 0 w 2305466"/>
                <a:gd name="connsiteY3" fmla="*/ 877576 h 877576"/>
                <a:gd name="connsiteX4" fmla="*/ 0 w 2305466"/>
                <a:gd name="connsiteY4" fmla="*/ 0 h 877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877576">
                  <a:moveTo>
                    <a:pt x="0" y="0"/>
                  </a:moveTo>
                  <a:lnTo>
                    <a:pt x="2305466" y="0"/>
                  </a:lnTo>
                  <a:lnTo>
                    <a:pt x="2305466" y="877576"/>
                  </a:lnTo>
                  <a:lnTo>
                    <a:pt x="0" y="877576"/>
                  </a:lnTo>
                  <a:lnTo>
                    <a:pt x="0" y="0"/>
                  </a:lnTo>
                  <a:close/>
                </a:path>
              </a:pathLst>
            </a:custGeom>
            <a:grp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9550" tIns="209550" rIns="209550" bIns="209550" numCol="1" spcCol="1270" anchor="ctr" anchorCtr="0">
              <a:noAutofit/>
            </a:bodyPr>
            <a:lstStyle/>
            <a:p>
              <a:pPr marL="0" marR="0" lvl="0" indent="0" algn="ctr" defTabSz="9779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牛顿第一</a:t>
              </a:r>
              <a:endParaRPr kumimoji="0" lang="en-US" altLang="zh-CN" sz="24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endParaRPr>
            </a:p>
            <a:p>
              <a:pPr marL="0" marR="0" lvl="0" indent="0" algn="ctr" defTabSz="9779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定律</a:t>
              </a:r>
              <a:endParaRPr kumimoji="0" lang="en-US" sz="2400" b="0" i="1" u="none" strike="noStrike" kern="1200" cap="none" spc="0" normalizeH="0" baseline="0" noProof="0">
                <a:ln>
                  <a:noFill/>
                </a:ln>
                <a:solidFill>
                  <a:srgbClr val="454D55"/>
                </a:solidFill>
                <a:effectLst/>
                <a:uLnTx/>
                <a:uFillTx/>
                <a:latin typeface="Times New Roman"/>
                <a:ea typeface="微软雅黑"/>
                <a:cs typeface="+mn-cs"/>
              </a:endParaRPr>
            </a:p>
          </p:txBody>
        </p:sp>
      </p:grpSp>
      <p:sp>
        <p:nvSpPr>
          <p:cNvPr id="11" name="直接连接符 10">
            <a:extLst>
              <a:ext uri="{FF2B5EF4-FFF2-40B4-BE49-F238E27FC236}">
                <a16:creationId xmlns:a16="http://schemas.microsoft.com/office/drawing/2014/main" id="{46CF5182-1D4A-0A4B-C24B-283647442F42}"/>
              </a:ext>
            </a:extLst>
          </p:cNvPr>
          <p:cNvSpPr/>
          <p:nvPr>
            <p:custDataLst>
              <p:tags r:id="rId6"/>
            </p:custDataLst>
          </p:nvPr>
        </p:nvSpPr>
        <p:spPr>
          <a:xfrm flipH="1">
            <a:off x="4564249" y="3152651"/>
            <a:ext cx="0" cy="232278"/>
          </a:xfrm>
          <a:prstGeom prst="line">
            <a:avLst/>
          </a:prstGeom>
          <a:ln w="19050">
            <a:solidFill>
              <a:schemeClr val="bg1">
                <a:lumMod val="50000"/>
              </a:schemeClr>
            </a:solidFill>
          </a:ln>
        </p:spPr>
        <p:style>
          <a:lnRef idx="1">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a:p>
        </p:txBody>
      </p:sp>
      <p:sp>
        <p:nvSpPr>
          <p:cNvPr id="12" name="椭圆 11">
            <a:extLst>
              <a:ext uri="{FF2B5EF4-FFF2-40B4-BE49-F238E27FC236}">
                <a16:creationId xmlns:a16="http://schemas.microsoft.com/office/drawing/2014/main" id="{10AB6329-24B1-670B-3FA8-AFADB998321E}"/>
              </a:ext>
            </a:extLst>
          </p:cNvPr>
          <p:cNvSpPr/>
          <p:nvPr>
            <p:custDataLst>
              <p:tags r:id="rId7"/>
            </p:custDataLst>
          </p:nvPr>
        </p:nvSpPr>
        <p:spPr>
          <a:xfrm rot="2700000">
            <a:off x="2618919" y="3126841"/>
            <a:ext cx="51620" cy="51620"/>
          </a:xfrm>
          <a:prstGeom prst="ellipse">
            <a:avLst/>
          </a:prstGeom>
          <a:solidFill>
            <a:schemeClr val="accent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a:p>
        </p:txBody>
      </p:sp>
      <p:sp>
        <p:nvSpPr>
          <p:cNvPr id="13" name="椭圆 12">
            <a:extLst>
              <a:ext uri="{FF2B5EF4-FFF2-40B4-BE49-F238E27FC236}">
                <a16:creationId xmlns:a16="http://schemas.microsoft.com/office/drawing/2014/main" id="{D7A58A77-7E0E-8C79-5B7F-B0114AD71E71}"/>
              </a:ext>
            </a:extLst>
          </p:cNvPr>
          <p:cNvSpPr/>
          <p:nvPr>
            <p:custDataLst>
              <p:tags r:id="rId8"/>
            </p:custDataLst>
          </p:nvPr>
        </p:nvSpPr>
        <p:spPr>
          <a:xfrm rot="2700000">
            <a:off x="4538439" y="3126841"/>
            <a:ext cx="51620" cy="51620"/>
          </a:xfrm>
          <a:prstGeom prst="ellipse">
            <a:avLst/>
          </a:prstGeom>
          <a:solidFill>
            <a:schemeClr val="accent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a:p>
        </p:txBody>
      </p:sp>
      <p:grpSp>
        <p:nvGrpSpPr>
          <p:cNvPr id="14" name="组合 13">
            <a:extLst>
              <a:ext uri="{FF2B5EF4-FFF2-40B4-BE49-F238E27FC236}">
                <a16:creationId xmlns:a16="http://schemas.microsoft.com/office/drawing/2014/main" id="{E29819D5-3D8A-56EC-7B90-B1EB54BA7189}"/>
              </a:ext>
            </a:extLst>
          </p:cNvPr>
          <p:cNvGrpSpPr/>
          <p:nvPr>
            <p:custDataLst>
              <p:tags r:id="rId9"/>
            </p:custDataLst>
          </p:nvPr>
        </p:nvGrpSpPr>
        <p:grpSpPr>
          <a:xfrm>
            <a:off x="5351359" y="1494162"/>
            <a:ext cx="2305466" cy="1426210"/>
            <a:chOff x="3602147" y="1326522"/>
            <a:chExt cx="2305466" cy="1426210"/>
          </a:xfrm>
          <a:solidFill>
            <a:srgbClr val="75C2DF"/>
          </a:solidFill>
        </p:grpSpPr>
        <p:sp>
          <p:nvSpPr>
            <p:cNvPr id="15" name="任意多边形: 形状 14">
              <a:extLst>
                <a:ext uri="{FF2B5EF4-FFF2-40B4-BE49-F238E27FC236}">
                  <a16:creationId xmlns:a16="http://schemas.microsoft.com/office/drawing/2014/main" id="{14BB5931-2306-06CC-44DD-63CD12F98237}"/>
                </a:ext>
              </a:extLst>
            </p:cNvPr>
            <p:cNvSpPr/>
            <p:nvPr>
              <p:custDataLst>
                <p:tags r:id="rId13"/>
              </p:custDataLst>
            </p:nvPr>
          </p:nvSpPr>
          <p:spPr>
            <a:xfrm>
              <a:off x="3602147" y="2354541"/>
              <a:ext cx="2305466" cy="398191"/>
            </a:xfrm>
            <a:custGeom>
              <a:avLst/>
              <a:gdLst>
                <a:gd name="connsiteX0" fmla="*/ 0 w 2305466"/>
                <a:gd name="connsiteY0" fmla="*/ 0 h 398191"/>
                <a:gd name="connsiteX1" fmla="*/ 2305466 w 2305466"/>
                <a:gd name="connsiteY1" fmla="*/ 0 h 398191"/>
                <a:gd name="connsiteX2" fmla="*/ 2305466 w 2305466"/>
                <a:gd name="connsiteY2" fmla="*/ 398191 h 398191"/>
                <a:gd name="connsiteX3" fmla="*/ 0 w 2305466"/>
                <a:gd name="connsiteY3" fmla="*/ 398191 h 398191"/>
                <a:gd name="connsiteX4" fmla="*/ 0 w 2305466"/>
                <a:gd name="connsiteY4" fmla="*/ 0 h 398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398191">
                  <a:moveTo>
                    <a:pt x="0" y="0"/>
                  </a:moveTo>
                  <a:lnTo>
                    <a:pt x="2305466" y="0"/>
                  </a:lnTo>
                  <a:lnTo>
                    <a:pt x="2305466" y="398191"/>
                  </a:lnTo>
                  <a:lnTo>
                    <a:pt x="0" y="398191"/>
                  </a:lnTo>
                  <a:lnTo>
                    <a:pt x="0" y="0"/>
                  </a:lnTo>
                  <a:close/>
                </a:path>
              </a:pathLst>
            </a:custGeom>
            <a:solidFill>
              <a:srgbClr val="9B73B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01600" tIns="101600" rIns="101600" bIns="1016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b="1"/>
              </a:pP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第</a:t>
              </a:r>
              <a:r>
                <a:rPr kumimoji="0" lang="en-US" altLang="zh-CN" sz="2000" b="1" i="0" u="none" strike="noStrike" kern="1200" cap="none" spc="0" normalizeH="0" baseline="0" noProof="0">
                  <a:ln>
                    <a:noFill/>
                  </a:ln>
                  <a:solidFill>
                    <a:prstClr val="white"/>
                  </a:solidFill>
                  <a:effectLst/>
                  <a:uLnTx/>
                  <a:uFillTx/>
                  <a:latin typeface="Times New Roman"/>
                  <a:ea typeface="微软雅黑"/>
                  <a:cs typeface="+mn-cs"/>
                </a:rPr>
                <a:t>3</a:t>
              </a: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节</a:t>
              </a:r>
              <a:endParaRPr kumimoji="0" lang="en-US" sz="2000" b="1"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6" name="任意多边形: 形状 15">
              <a:extLst>
                <a:ext uri="{FF2B5EF4-FFF2-40B4-BE49-F238E27FC236}">
                  <a16:creationId xmlns:a16="http://schemas.microsoft.com/office/drawing/2014/main" id="{4E84E236-21E7-D242-76EF-6E99DB3BF35F}"/>
                </a:ext>
              </a:extLst>
            </p:cNvPr>
            <p:cNvSpPr/>
            <p:nvPr>
              <p:custDataLst>
                <p:tags r:id="rId14"/>
              </p:custDataLst>
            </p:nvPr>
          </p:nvSpPr>
          <p:spPr>
            <a:xfrm>
              <a:off x="3602147" y="1326522"/>
              <a:ext cx="2305466" cy="1001558"/>
            </a:xfrm>
            <a:custGeom>
              <a:avLst/>
              <a:gdLst>
                <a:gd name="connsiteX0" fmla="*/ 0 w 2305466"/>
                <a:gd name="connsiteY0" fmla="*/ 0 h 1028018"/>
                <a:gd name="connsiteX1" fmla="*/ 2305466 w 2305466"/>
                <a:gd name="connsiteY1" fmla="*/ 0 h 1028018"/>
                <a:gd name="connsiteX2" fmla="*/ 2305466 w 2305466"/>
                <a:gd name="connsiteY2" fmla="*/ 1028018 h 1028018"/>
                <a:gd name="connsiteX3" fmla="*/ 0 w 2305466"/>
                <a:gd name="connsiteY3" fmla="*/ 1028018 h 1028018"/>
                <a:gd name="connsiteX4" fmla="*/ 0 w 2305466"/>
                <a:gd name="connsiteY4" fmla="*/ 0 h 102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1028017">
                  <a:moveTo>
                    <a:pt x="0" y="0"/>
                  </a:moveTo>
                  <a:lnTo>
                    <a:pt x="2305466" y="0"/>
                  </a:lnTo>
                  <a:lnTo>
                    <a:pt x="2305466" y="1028018"/>
                  </a:lnTo>
                  <a:lnTo>
                    <a:pt x="0" y="1028018"/>
                  </a:lnTo>
                  <a:lnTo>
                    <a:pt x="0" y="0"/>
                  </a:lnTo>
                  <a:close/>
                </a:path>
              </a:pathLst>
            </a:custGeom>
            <a:grp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0500" tIns="190500" rIns="190500" bIns="190500" numCol="1" spcCol="1270" anchor="ctr" anchorCtr="0">
              <a:noAutofit/>
            </a:bodyPr>
            <a:lstStyle/>
            <a:p>
              <a:pPr marL="0" marR="0" lvl="0" indent="0" algn="ctr" defTabSz="889000" rtl="0" eaLnBrk="1" fontAlgn="auto" latinLnBrk="0" hangingPunct="1">
                <a:lnSpc>
                  <a:spcPts val="24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力与运动</a:t>
              </a:r>
              <a:endParaRPr kumimoji="0" lang="en-US" altLang="zh-CN" sz="24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endParaRPr>
            </a:p>
            <a:p>
              <a:pPr marL="0" marR="0" lvl="0" indent="0" algn="ctr" defTabSz="889000" rtl="0" eaLnBrk="1" fontAlgn="auto" latinLnBrk="0" hangingPunct="1">
                <a:lnSpc>
                  <a:spcPts val="24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的关系</a:t>
              </a:r>
              <a:endParaRPr kumimoji="0" lang="en-US" sz="2400" b="0" i="1" u="none" strike="noStrike" kern="1200" cap="none" spc="0" normalizeH="0" baseline="0" noProof="0">
                <a:ln>
                  <a:noFill/>
                </a:ln>
                <a:solidFill>
                  <a:srgbClr val="454D55"/>
                </a:solidFill>
                <a:effectLst/>
                <a:uLnTx/>
                <a:uFillTx/>
                <a:latin typeface="Times New Roman"/>
                <a:ea typeface="微软雅黑"/>
                <a:cs typeface="+mn-cs"/>
              </a:endParaRPr>
            </a:p>
          </p:txBody>
        </p:sp>
      </p:grpSp>
      <p:sp>
        <p:nvSpPr>
          <p:cNvPr id="17" name="直接连接符 16">
            <a:extLst>
              <a:ext uri="{FF2B5EF4-FFF2-40B4-BE49-F238E27FC236}">
                <a16:creationId xmlns:a16="http://schemas.microsoft.com/office/drawing/2014/main" id="{ECD62161-6D0F-CA72-675E-C7B2117161CD}"/>
              </a:ext>
            </a:extLst>
          </p:cNvPr>
          <p:cNvSpPr/>
          <p:nvPr>
            <p:custDataLst>
              <p:tags r:id="rId10"/>
            </p:custDataLst>
          </p:nvPr>
        </p:nvSpPr>
        <p:spPr>
          <a:xfrm flipH="1">
            <a:off x="6504092" y="2920373"/>
            <a:ext cx="0" cy="232278"/>
          </a:xfrm>
          <a:prstGeom prst="line">
            <a:avLst/>
          </a:prstGeom>
          <a:ln w="19050">
            <a:solidFill>
              <a:schemeClr val="bg1">
                <a:lumMod val="50000"/>
              </a:schemeClr>
            </a:solidFill>
          </a:ln>
        </p:spPr>
        <p:style>
          <a:lnRef idx="1">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a:p>
        </p:txBody>
      </p:sp>
      <p:sp>
        <p:nvSpPr>
          <p:cNvPr id="22" name="椭圆 21">
            <a:extLst>
              <a:ext uri="{FF2B5EF4-FFF2-40B4-BE49-F238E27FC236}">
                <a16:creationId xmlns:a16="http://schemas.microsoft.com/office/drawing/2014/main" id="{92292AED-806F-5094-FA59-4C2AFA4430D2}"/>
              </a:ext>
            </a:extLst>
          </p:cNvPr>
          <p:cNvSpPr/>
          <p:nvPr>
            <p:custDataLst>
              <p:tags r:id="rId11"/>
            </p:custDataLst>
          </p:nvPr>
        </p:nvSpPr>
        <p:spPr>
          <a:xfrm rot="2700000">
            <a:off x="6478282" y="3126841"/>
            <a:ext cx="51620" cy="51620"/>
          </a:xfrm>
          <a:prstGeom prst="ellipse">
            <a:avLst/>
          </a:prstGeom>
          <a:solidFill>
            <a:schemeClr val="accent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a:p>
        </p:txBody>
      </p:sp>
      <p:sp>
        <p:nvSpPr>
          <p:cNvPr id="29" name="Title 1">
            <a:extLst>
              <a:ext uri="{FF2B5EF4-FFF2-40B4-BE49-F238E27FC236}">
                <a16:creationId xmlns:a16="http://schemas.microsoft.com/office/drawing/2014/main" id="{6E30B72B-2451-EFFB-315C-6F5214B54EC3}"/>
              </a:ext>
            </a:extLst>
          </p:cNvPr>
          <p:cNvSpPr txBox="1"/>
          <p:nvPr>
            <p:custDataLst>
              <p:tags r:id="rId12"/>
            </p:custDataLst>
          </p:nvPr>
        </p:nvSpPr>
        <p:spPr>
          <a:xfrm>
            <a:off x="3346186" y="52623"/>
            <a:ext cx="2564488" cy="446276"/>
          </a:xfrm>
          <a:prstGeom prst="rect">
            <a:avLst/>
          </a:prstGeom>
          <a:noFill/>
          <a:effectLst/>
        </p:spPr>
        <p:txBody>
          <a:bodyPr anchor="ctr" anchorCtr="0">
            <a:noAutofit/>
          </a:bodyPr>
          <a:lstStyle>
            <a:lvl1pPr algn="ctr" defTabSz="914400" rtl="0" eaLnBrk="1" latinLnBrk="0" hangingPunct="1">
              <a:lnSpc>
                <a:spcPct val="90000"/>
              </a:lnSpc>
              <a:spcBef>
                <a:spcPct val="0"/>
              </a:spcBef>
              <a:buNone/>
              <a:defRPr sz="4000" kern="1200">
                <a:solidFill>
                  <a:schemeClr val="bg1"/>
                </a:solidFill>
                <a:latin typeface="+mj-lt"/>
                <a:ea typeface="+mj-ea"/>
                <a:cs typeface="+mj-cs"/>
              </a:defRPr>
            </a:lvl1p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mj-cs"/>
              </a:rPr>
              <a:t>复习内容导览</a:t>
            </a:r>
          </a:p>
        </p:txBody>
      </p:sp>
      <p:pic>
        <p:nvPicPr>
          <p:cNvPr id="18" name="图片 17">
            <a:extLst>
              <a:ext uri="{FF2B5EF4-FFF2-40B4-BE49-F238E27FC236}">
                <a16:creationId xmlns:a16="http://schemas.microsoft.com/office/drawing/2014/main" id="{89B00831-803A-2211-CFB5-41A66A4BA233}"/>
              </a:ext>
            </a:extLst>
          </p:cNvPr>
          <p:cNvPicPr>
            <a:picLocks noChangeAspect="1"/>
          </p:cNvPicPr>
          <p:nvPr/>
        </p:nvPicPr>
        <p:blipFill>
          <a:blip r:embed="rId20"/>
          <a:stretch>
            <a:fillRect/>
          </a:stretch>
        </p:blipFill>
        <p:spPr>
          <a:xfrm>
            <a:off x="7866857" y="42677"/>
            <a:ext cx="1168286" cy="445635"/>
          </a:xfrm>
          <a:prstGeom prst="rect">
            <a:avLst/>
          </a:prstGeom>
        </p:spPr>
      </p:pic>
    </p:spTree>
    <p:extLst>
      <p:ext uri="{BB962C8B-B14F-4D97-AF65-F5344CB8AC3E}">
        <p14:creationId xmlns:p14="http://schemas.microsoft.com/office/powerpoint/2010/main" val="4121237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par>
                                <p:cTn id="16" presetID="22" presetClass="entr" presetSubtype="4"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par>
                                <p:cTn id="19" presetID="22" presetClass="entr" presetSubtype="4"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500"/>
                                        <p:tgtEl>
                                          <p:spTgt spid="12"/>
                                        </p:tgtEl>
                                      </p:cBhvr>
                                    </p:animEffect>
                                  </p:childTnLst>
                                </p:cTn>
                              </p:par>
                              <p:par>
                                <p:cTn id="22" presetID="22" presetClass="entr" presetSubtype="4"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down)">
                                      <p:cBhvr>
                                        <p:cTn id="24" dur="500"/>
                                        <p:tgtEl>
                                          <p:spTgt spid="13"/>
                                        </p:tgtEl>
                                      </p:cBhvr>
                                    </p:animEffect>
                                  </p:childTnLst>
                                </p:cTn>
                              </p:par>
                              <p:par>
                                <p:cTn id="25" presetID="22" presetClass="entr" presetSubtype="4"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down)">
                                      <p:cBhvr>
                                        <p:cTn id="27" dur="500"/>
                                        <p:tgtEl>
                                          <p:spTgt spid="22"/>
                                        </p:tgtEl>
                                      </p:cBhvr>
                                    </p:animEffect>
                                  </p:childTnLst>
                                </p:cTn>
                              </p:par>
                              <p:par>
                                <p:cTn id="28" presetID="22" presetClass="entr" presetSubtype="4"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down)">
                                      <p:cBhvr>
                                        <p:cTn id="30" dur="500"/>
                                        <p:tgtEl>
                                          <p:spTgt spid="17"/>
                                        </p:tgtEl>
                                      </p:cBhvr>
                                    </p:animEffect>
                                  </p:childTnLst>
                                </p:cTn>
                              </p:par>
                              <p:par>
                                <p:cTn id="31" presetID="22" presetClass="entr" presetSubtype="4"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down)">
                                      <p:cBhvr>
                                        <p:cTn id="33" dur="500"/>
                                        <p:tgtEl>
                                          <p:spTgt spid="11"/>
                                        </p:tgtEl>
                                      </p:cBhvr>
                                    </p:animEffect>
                                  </p:childTnLst>
                                </p:cTn>
                              </p:par>
                              <p:par>
                                <p:cTn id="34" presetID="22" presetClass="entr" presetSubtype="4"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42F4726-A855-916C-C81D-214500BC145B}"/>
              </a:ext>
            </a:extLst>
          </p:cNvPr>
          <p:cNvSpPr txBox="1"/>
          <p:nvPr>
            <p:custDataLst>
              <p:tags r:id="rId1"/>
            </p:custDataLst>
          </p:nvPr>
        </p:nvSpPr>
        <p:spPr>
          <a:xfrm>
            <a:off x="-219755" y="-7620"/>
            <a:ext cx="3537840" cy="511807"/>
          </a:xfrm>
          <a:prstGeom prst="rect">
            <a:avLst/>
          </a:prstGeom>
          <a:noFill/>
        </p:spPr>
        <p:txBody>
          <a:bodyPr wrap="square">
            <a:spAutoFit/>
          </a:bodyPr>
          <a:lstStyle/>
          <a:p>
            <a:pPr lvl="0" algn="ctr">
              <a:lnSpc>
                <a:spcPts val="3600"/>
              </a:lnSpc>
              <a:defRPr/>
            </a:pPr>
            <a:r>
              <a:rPr kumimoji="0" lang="zh-CN" altLang="en-US" sz="23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rPr>
              <a:t>第九</a:t>
            </a:r>
            <a:r>
              <a:rPr lang="zh-CN" altLang="en-US" sz="2300" b="1">
                <a:solidFill>
                  <a:schemeClr val="bg1"/>
                </a:solidFill>
                <a:latin typeface="微软雅黑" panose="020B0503020204020204" pitchFamily="34" charset="-122"/>
                <a:ea typeface="微软雅黑" panose="020B0503020204020204" pitchFamily="34" charset="-122"/>
              </a:rPr>
              <a:t>章    力与运动</a:t>
            </a:r>
          </a:p>
        </p:txBody>
      </p:sp>
      <p:sp>
        <p:nvSpPr>
          <p:cNvPr id="29" name="Title 1">
            <a:extLst>
              <a:ext uri="{FF2B5EF4-FFF2-40B4-BE49-F238E27FC236}">
                <a16:creationId xmlns:a16="http://schemas.microsoft.com/office/drawing/2014/main" id="{6E30B72B-2451-EFFB-315C-6F5214B54EC3}"/>
              </a:ext>
            </a:extLst>
          </p:cNvPr>
          <p:cNvSpPr txBox="1"/>
          <p:nvPr>
            <p:custDataLst>
              <p:tags r:id="rId2"/>
            </p:custDataLst>
          </p:nvPr>
        </p:nvSpPr>
        <p:spPr>
          <a:xfrm>
            <a:off x="3318085" y="57911"/>
            <a:ext cx="2674843" cy="446276"/>
          </a:xfrm>
          <a:prstGeom prst="rect">
            <a:avLst/>
          </a:prstGeom>
          <a:noFill/>
          <a:effectLst/>
        </p:spPr>
        <p:txBody>
          <a:bodyPr anchor="ctr" anchorCtr="0">
            <a:noAutofit/>
          </a:bodyPr>
          <a:lstStyle>
            <a:lvl1pPr algn="ctr" defTabSz="914400" rtl="0" eaLnBrk="1" latinLnBrk="0" hangingPunct="1">
              <a:lnSpc>
                <a:spcPct val="90000"/>
              </a:lnSpc>
              <a:spcBef>
                <a:spcPct val="0"/>
              </a:spcBef>
              <a:buNone/>
              <a:defRPr sz="4000" kern="1200">
                <a:solidFill>
                  <a:schemeClr val="bg1"/>
                </a:solidFill>
                <a:latin typeface="+mj-lt"/>
                <a:ea typeface="+mj-ea"/>
                <a:cs typeface="+mj-cs"/>
              </a:defRPr>
            </a:lvl1p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mj-cs"/>
              </a:rPr>
              <a:t>本节知识结构</a:t>
            </a:r>
          </a:p>
        </p:txBody>
      </p:sp>
      <p:sp>
        <p:nvSpPr>
          <p:cNvPr id="26" name="Text Box 25">
            <a:extLst>
              <a:ext uri="{FF2B5EF4-FFF2-40B4-BE49-F238E27FC236}">
                <a16:creationId xmlns:a16="http://schemas.microsoft.com/office/drawing/2014/main" id="{8D41374F-9E2C-43FB-6673-A16DBB1D6F90}"/>
              </a:ext>
            </a:extLst>
          </p:cNvPr>
          <p:cNvSpPr txBox="1">
            <a:spLocks noChangeArrowheads="1"/>
          </p:cNvSpPr>
          <p:nvPr>
            <p:custDataLst>
              <p:tags r:id="rId3"/>
            </p:custDataLst>
          </p:nvPr>
        </p:nvSpPr>
        <p:spPr bwMode="auto">
          <a:xfrm>
            <a:off x="58756" y="2237288"/>
            <a:ext cx="1408298" cy="787844"/>
          </a:xfrm>
          <a:prstGeom prst="rect">
            <a:avLst/>
          </a:prstGeom>
          <a:solidFill>
            <a:schemeClr val="accent1">
              <a:lumMod val="40000"/>
              <a:lumOff val="60000"/>
            </a:schemeClr>
          </a:solidFill>
          <a:ln w="9525">
            <a:noFill/>
            <a:miter lim="800000"/>
          </a:ln>
        </p:spPr>
        <p:txBody>
          <a:bodyPr wrap="square">
            <a:spAutoFit/>
          </a:bodyPr>
          <a:lstStyle/>
          <a:p>
            <a:pPr algn="ctr">
              <a:lnSpc>
                <a:spcPts val="2800"/>
              </a:lnSpc>
            </a:pPr>
            <a:r>
              <a:rPr lang="zh-CN" altLang="en-US" sz="2200">
                <a:solidFill>
                  <a:srgbClr val="002060"/>
                </a:solidFill>
                <a:latin typeface="微软雅黑" panose="020B0503020204020204" pitchFamily="34" charset="-122"/>
                <a:ea typeface="微软雅黑" panose="020B0503020204020204" pitchFamily="34" charset="-122"/>
              </a:rPr>
              <a:t>物体的</a:t>
            </a:r>
            <a:endParaRPr lang="en-US" altLang="zh-CN" sz="2200">
              <a:solidFill>
                <a:srgbClr val="002060"/>
              </a:solidFill>
              <a:latin typeface="微软雅黑" panose="020B0503020204020204" pitchFamily="34" charset="-122"/>
              <a:ea typeface="微软雅黑" panose="020B0503020204020204" pitchFamily="34" charset="-122"/>
            </a:endParaRPr>
          </a:p>
          <a:p>
            <a:pPr algn="ctr">
              <a:lnSpc>
                <a:spcPts val="2800"/>
              </a:lnSpc>
            </a:pPr>
            <a:r>
              <a:rPr lang="zh-CN" altLang="en-US" sz="2200">
                <a:solidFill>
                  <a:srgbClr val="002060"/>
                </a:solidFill>
                <a:latin typeface="微软雅黑" panose="020B0503020204020204" pitchFamily="34" charset="-122"/>
                <a:ea typeface="微软雅黑" panose="020B0503020204020204" pitchFamily="34" charset="-122"/>
              </a:rPr>
              <a:t>运动状态</a:t>
            </a:r>
          </a:p>
        </p:txBody>
      </p:sp>
      <p:sp>
        <p:nvSpPr>
          <p:cNvPr id="27" name="文本框 26">
            <a:extLst>
              <a:ext uri="{FF2B5EF4-FFF2-40B4-BE49-F238E27FC236}">
                <a16:creationId xmlns:a16="http://schemas.microsoft.com/office/drawing/2014/main" id="{AD60AEC1-F6E0-6334-280A-C22884B6E31C}"/>
              </a:ext>
            </a:extLst>
          </p:cNvPr>
          <p:cNvSpPr txBox="1"/>
          <p:nvPr>
            <p:custDataLst>
              <p:tags r:id="rId4"/>
            </p:custDataLst>
          </p:nvPr>
        </p:nvSpPr>
        <p:spPr>
          <a:xfrm>
            <a:off x="2789415" y="2579790"/>
            <a:ext cx="1369736" cy="400110"/>
          </a:xfrm>
          <a:prstGeom prst="rect">
            <a:avLst/>
          </a:prstGeom>
          <a:solidFill>
            <a:srgbClr val="FFBABA"/>
          </a:solidFill>
        </p:spPr>
        <p:txBody>
          <a:bodyPr wrap="square">
            <a:spAutoFit/>
          </a:bodyPr>
          <a:lstStyle/>
          <a:p>
            <a:pPr marL="0" marR="0" lvl="0" indent="0" algn="ctr" defTabSz="685160" rtl="0" eaLnBrk="1" fontAlgn="auto" latinLnBrk="0" hangingPunct="1">
              <a:spcBef>
                <a:spcPct val="0"/>
              </a:spcBef>
              <a:spcAft>
                <a:spcPct val="0"/>
              </a:spcAft>
              <a:buClrTx/>
              <a:buSzTx/>
              <a:buFontTx/>
              <a:buNone/>
              <a:defRPr/>
            </a:pPr>
            <a:r>
              <a:rPr kumimoji="0" lang="zh-CN" altLang="en-US" sz="20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cs typeface="+mn-cs"/>
              </a:rPr>
              <a:t>加速运动</a:t>
            </a:r>
            <a:endParaRPr kumimoji="0" lang="en-US" altLang="zh-CN" sz="20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8" name="文本框 27">
            <a:extLst>
              <a:ext uri="{FF2B5EF4-FFF2-40B4-BE49-F238E27FC236}">
                <a16:creationId xmlns:a16="http://schemas.microsoft.com/office/drawing/2014/main" id="{944067E0-DF6F-F6D5-C50A-47C4C16B02C8}"/>
              </a:ext>
            </a:extLst>
          </p:cNvPr>
          <p:cNvSpPr txBox="1"/>
          <p:nvPr>
            <p:custDataLst>
              <p:tags r:id="rId5"/>
            </p:custDataLst>
          </p:nvPr>
        </p:nvSpPr>
        <p:spPr>
          <a:xfrm>
            <a:off x="2789415" y="1151366"/>
            <a:ext cx="805856" cy="400110"/>
          </a:xfrm>
          <a:prstGeom prst="rect">
            <a:avLst/>
          </a:prstGeom>
          <a:solidFill>
            <a:srgbClr val="FF0000">
              <a:alpha val="27000"/>
            </a:srgbClr>
          </a:solidFill>
        </p:spPr>
        <p:txBody>
          <a:bodyPr wrap="square">
            <a:spAutoFit/>
          </a:bodyPr>
          <a:lstStyle/>
          <a:p>
            <a:pPr marL="0" marR="0" lvl="0" indent="0" algn="ctr" defTabSz="685160" rtl="0" eaLnBrk="1" fontAlgn="auto" latinLnBrk="0" hangingPunct="1">
              <a:spcBef>
                <a:spcPct val="0"/>
              </a:spcBef>
              <a:spcAft>
                <a:spcPct val="0"/>
              </a:spcAft>
              <a:buClrTx/>
              <a:buSzTx/>
              <a:buFontTx/>
              <a:buNone/>
              <a:defRPr/>
            </a:pPr>
            <a:r>
              <a:rPr kumimoji="0" lang="zh-CN" altLang="en-US" sz="20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静止</a:t>
            </a:r>
          </a:p>
        </p:txBody>
      </p:sp>
      <p:grpSp>
        <p:nvGrpSpPr>
          <p:cNvPr id="30" name="组合 29">
            <a:extLst>
              <a:ext uri="{FF2B5EF4-FFF2-40B4-BE49-F238E27FC236}">
                <a16:creationId xmlns:a16="http://schemas.microsoft.com/office/drawing/2014/main" id="{C937C981-A047-BCE4-F338-A09A79DE5170}"/>
              </a:ext>
            </a:extLst>
          </p:cNvPr>
          <p:cNvGrpSpPr/>
          <p:nvPr>
            <p:custDataLst>
              <p:tags r:id="rId6"/>
            </p:custDataLst>
          </p:nvPr>
        </p:nvGrpSpPr>
        <p:grpSpPr>
          <a:xfrm>
            <a:off x="1369361" y="1703248"/>
            <a:ext cx="414281" cy="1888288"/>
            <a:chOff x="2657868" y="4138348"/>
            <a:chExt cx="487356" cy="780524"/>
          </a:xfrm>
        </p:grpSpPr>
        <p:grpSp>
          <p:nvGrpSpPr>
            <p:cNvPr id="31" name="组合 30">
              <a:extLst>
                <a:ext uri="{FF2B5EF4-FFF2-40B4-BE49-F238E27FC236}">
                  <a16:creationId xmlns:a16="http://schemas.microsoft.com/office/drawing/2014/main" id="{8C46D8BC-6DA1-52D9-111A-F87BD970D7DB}"/>
                </a:ext>
              </a:extLst>
            </p:cNvPr>
            <p:cNvGrpSpPr/>
            <p:nvPr>
              <p:custDataLst>
                <p:tags r:id="rId43"/>
              </p:custDataLst>
            </p:nvPr>
          </p:nvGrpSpPr>
          <p:grpSpPr>
            <a:xfrm>
              <a:off x="2657868" y="4138348"/>
              <a:ext cx="243678" cy="780524"/>
              <a:chOff x="2414190" y="4138617"/>
              <a:chExt cx="243678" cy="780524"/>
            </a:xfrm>
          </p:grpSpPr>
          <p:cxnSp>
            <p:nvCxnSpPr>
              <p:cNvPr id="34" name="直接连接符 33">
                <a:extLst>
                  <a:ext uri="{FF2B5EF4-FFF2-40B4-BE49-F238E27FC236}">
                    <a16:creationId xmlns:a16="http://schemas.microsoft.com/office/drawing/2014/main" id="{58332FEE-66DC-5CCB-0715-24C5430DA10A}"/>
                  </a:ext>
                </a:extLst>
              </p:cNvPr>
              <p:cNvCxnSpPr/>
              <p:nvPr>
                <p:custDataLst>
                  <p:tags r:id="rId46"/>
                </p:custDataLst>
              </p:nvPr>
            </p:nvCxnSpPr>
            <p:spPr>
              <a:xfrm flipH="1">
                <a:off x="2657868" y="4138617"/>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C33C3FA-4400-F833-761A-9B3C091980A7}"/>
                  </a:ext>
                </a:extLst>
              </p:cNvPr>
              <p:cNvCxnSpPr/>
              <p:nvPr>
                <p:custDataLst>
                  <p:tags r:id="rId47"/>
                </p:custDataLst>
              </p:nvPr>
            </p:nvCxnSpPr>
            <p:spPr>
              <a:xfrm>
                <a:off x="2414190" y="4522190"/>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 name="直接连接符 31">
              <a:extLst>
                <a:ext uri="{FF2B5EF4-FFF2-40B4-BE49-F238E27FC236}">
                  <a16:creationId xmlns:a16="http://schemas.microsoft.com/office/drawing/2014/main" id="{7F5D8509-06CD-C0DB-1A6C-B356115A0969}"/>
                </a:ext>
              </a:extLst>
            </p:cNvPr>
            <p:cNvCxnSpPr/>
            <p:nvPr>
              <p:custDataLst>
                <p:tags r:id="rId44"/>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9E5985E0-311C-3923-F7AC-A9166DF5B0F0}"/>
                </a:ext>
              </a:extLst>
            </p:cNvPr>
            <p:cNvCxnSpPr/>
            <p:nvPr>
              <p:custDataLst>
                <p:tags r:id="rId45"/>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D1FB9C23-A1D5-0A77-666B-7B345BFECED4}"/>
              </a:ext>
            </a:extLst>
          </p:cNvPr>
          <p:cNvGrpSpPr/>
          <p:nvPr>
            <p:custDataLst>
              <p:tags r:id="rId7"/>
            </p:custDataLst>
          </p:nvPr>
        </p:nvGrpSpPr>
        <p:grpSpPr>
          <a:xfrm>
            <a:off x="2408654" y="1326806"/>
            <a:ext cx="376574" cy="793577"/>
            <a:chOff x="2657868" y="4138348"/>
            <a:chExt cx="487356" cy="780524"/>
          </a:xfrm>
        </p:grpSpPr>
        <p:grpSp>
          <p:nvGrpSpPr>
            <p:cNvPr id="37" name="组合 36">
              <a:extLst>
                <a:ext uri="{FF2B5EF4-FFF2-40B4-BE49-F238E27FC236}">
                  <a16:creationId xmlns:a16="http://schemas.microsoft.com/office/drawing/2014/main" id="{AD8CCDD0-16EB-1B0A-5CCB-B685AE821161}"/>
                </a:ext>
              </a:extLst>
            </p:cNvPr>
            <p:cNvGrpSpPr/>
            <p:nvPr>
              <p:custDataLst>
                <p:tags r:id="rId38"/>
              </p:custDataLst>
            </p:nvPr>
          </p:nvGrpSpPr>
          <p:grpSpPr>
            <a:xfrm>
              <a:off x="2657868" y="4138348"/>
              <a:ext cx="243678" cy="780524"/>
              <a:chOff x="2414190" y="4138617"/>
              <a:chExt cx="243678" cy="780524"/>
            </a:xfrm>
          </p:grpSpPr>
          <p:cxnSp>
            <p:nvCxnSpPr>
              <p:cNvPr id="40" name="直接连接符 39">
                <a:extLst>
                  <a:ext uri="{FF2B5EF4-FFF2-40B4-BE49-F238E27FC236}">
                    <a16:creationId xmlns:a16="http://schemas.microsoft.com/office/drawing/2014/main" id="{E702D68C-F0E5-A552-23C0-FA1DFA91429A}"/>
                  </a:ext>
                </a:extLst>
              </p:cNvPr>
              <p:cNvCxnSpPr/>
              <p:nvPr>
                <p:custDataLst>
                  <p:tags r:id="rId41"/>
                </p:custDataLst>
              </p:nvPr>
            </p:nvCxnSpPr>
            <p:spPr>
              <a:xfrm flipH="1">
                <a:off x="2657868" y="4138617"/>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E0AB830-F94B-1B60-5BA6-0F78D6143EF8}"/>
                  </a:ext>
                </a:extLst>
              </p:cNvPr>
              <p:cNvCxnSpPr/>
              <p:nvPr>
                <p:custDataLst>
                  <p:tags r:id="rId42"/>
                </p:custDataLst>
              </p:nvPr>
            </p:nvCxnSpPr>
            <p:spPr>
              <a:xfrm>
                <a:off x="2414190" y="4522190"/>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 name="直接连接符 37">
              <a:extLst>
                <a:ext uri="{FF2B5EF4-FFF2-40B4-BE49-F238E27FC236}">
                  <a16:creationId xmlns:a16="http://schemas.microsoft.com/office/drawing/2014/main" id="{D0406B58-0DAB-D34F-B164-24E87D09B4EB}"/>
                </a:ext>
              </a:extLst>
            </p:cNvPr>
            <p:cNvCxnSpPr/>
            <p:nvPr>
              <p:custDataLst>
                <p:tags r:id="rId39"/>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A5C5384E-E8EC-55DD-4E5F-A72D467F9242}"/>
                </a:ext>
              </a:extLst>
            </p:cNvPr>
            <p:cNvCxnSpPr/>
            <p:nvPr>
              <p:custDataLst>
                <p:tags r:id="rId40"/>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组合 41">
            <a:extLst>
              <a:ext uri="{FF2B5EF4-FFF2-40B4-BE49-F238E27FC236}">
                <a16:creationId xmlns:a16="http://schemas.microsoft.com/office/drawing/2014/main" id="{E948E18D-09EA-08C3-7A01-2B64AD206418}"/>
              </a:ext>
            </a:extLst>
          </p:cNvPr>
          <p:cNvGrpSpPr/>
          <p:nvPr>
            <p:custDataLst>
              <p:tags r:id="rId8"/>
            </p:custDataLst>
          </p:nvPr>
        </p:nvGrpSpPr>
        <p:grpSpPr>
          <a:xfrm>
            <a:off x="2456065" y="2795690"/>
            <a:ext cx="321872" cy="1465915"/>
            <a:chOff x="2657868" y="4138348"/>
            <a:chExt cx="487356" cy="780524"/>
          </a:xfrm>
        </p:grpSpPr>
        <p:grpSp>
          <p:nvGrpSpPr>
            <p:cNvPr id="43" name="组合 42">
              <a:extLst>
                <a:ext uri="{FF2B5EF4-FFF2-40B4-BE49-F238E27FC236}">
                  <a16:creationId xmlns:a16="http://schemas.microsoft.com/office/drawing/2014/main" id="{44052EE6-3487-2940-A2BD-CE6229A97D67}"/>
                </a:ext>
              </a:extLst>
            </p:cNvPr>
            <p:cNvGrpSpPr/>
            <p:nvPr>
              <p:custDataLst>
                <p:tags r:id="rId33"/>
              </p:custDataLst>
            </p:nvPr>
          </p:nvGrpSpPr>
          <p:grpSpPr>
            <a:xfrm>
              <a:off x="2657868" y="4138348"/>
              <a:ext cx="471843" cy="780524"/>
              <a:chOff x="2414190" y="4138617"/>
              <a:chExt cx="471843" cy="780524"/>
            </a:xfrm>
          </p:grpSpPr>
          <p:cxnSp>
            <p:nvCxnSpPr>
              <p:cNvPr id="46" name="直接连接符 45">
                <a:extLst>
                  <a:ext uri="{FF2B5EF4-FFF2-40B4-BE49-F238E27FC236}">
                    <a16:creationId xmlns:a16="http://schemas.microsoft.com/office/drawing/2014/main" id="{8B258ADC-FC25-AB98-B11B-F1C1DFA41F6E}"/>
                  </a:ext>
                </a:extLst>
              </p:cNvPr>
              <p:cNvCxnSpPr/>
              <p:nvPr>
                <p:custDataLst>
                  <p:tags r:id="rId36"/>
                </p:custDataLst>
              </p:nvPr>
            </p:nvCxnSpPr>
            <p:spPr>
              <a:xfrm flipH="1">
                <a:off x="2657868" y="4138617"/>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539C9E06-F02D-F6FF-6222-77DCD1C7A27A}"/>
                  </a:ext>
                </a:extLst>
              </p:cNvPr>
              <p:cNvCxnSpPr/>
              <p:nvPr>
                <p:custDataLst>
                  <p:tags r:id="rId37"/>
                </p:custDataLst>
              </p:nvPr>
            </p:nvCxnSpPr>
            <p:spPr>
              <a:xfrm>
                <a:off x="2414190" y="4522190"/>
                <a:ext cx="4718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直接连接符 43">
              <a:extLst>
                <a:ext uri="{FF2B5EF4-FFF2-40B4-BE49-F238E27FC236}">
                  <a16:creationId xmlns:a16="http://schemas.microsoft.com/office/drawing/2014/main" id="{945922A4-1813-BE4E-5D49-494866C2DF7F}"/>
                </a:ext>
              </a:extLst>
            </p:cNvPr>
            <p:cNvCxnSpPr/>
            <p:nvPr>
              <p:custDataLst>
                <p:tags r:id="rId34"/>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A8CE08D1-8790-B341-5901-742D23A42BD9}"/>
                </a:ext>
              </a:extLst>
            </p:cNvPr>
            <p:cNvCxnSpPr/>
            <p:nvPr>
              <p:custDataLst>
                <p:tags r:id="rId35"/>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 name="Text Box 8">
            <a:extLst>
              <a:ext uri="{FF2B5EF4-FFF2-40B4-BE49-F238E27FC236}">
                <a16:creationId xmlns:a16="http://schemas.microsoft.com/office/drawing/2014/main" id="{CB2C9614-6572-3E6C-3AFC-091AB6561386}"/>
              </a:ext>
            </a:extLst>
          </p:cNvPr>
          <p:cNvSpPr txBox="1">
            <a:spLocks noChangeArrowheads="1"/>
          </p:cNvSpPr>
          <p:nvPr>
            <p:custDataLst>
              <p:tags r:id="rId9"/>
            </p:custDataLst>
          </p:nvPr>
        </p:nvSpPr>
        <p:spPr bwMode="auto">
          <a:xfrm>
            <a:off x="1732142" y="1483237"/>
            <a:ext cx="755608" cy="425694"/>
          </a:xfrm>
          <a:prstGeom prst="rect">
            <a:avLst/>
          </a:prstGeom>
          <a:solidFill>
            <a:srgbClr val="FFFF00"/>
          </a:solidFill>
          <a:ln w="9525">
            <a:noFill/>
            <a:miter lim="800000"/>
          </a:ln>
        </p:spPr>
        <p:txBody>
          <a:bodyPr wrap="square">
            <a:spAutoFit/>
          </a:bodyPr>
          <a:lstStyle>
            <a:defPPr>
              <a:defRPr lang="zh-CN"/>
            </a:defPPr>
            <a:lvl1pPr>
              <a:defRPr sz="1995">
                <a:solidFill>
                  <a:srgbClr val="002060"/>
                </a:solidFill>
                <a:latin typeface="微软雅黑" panose="020B0503020204020204" pitchFamily="34" charset="-122"/>
                <a:ea typeface="微软雅黑" panose="020B0503020204020204" pitchFamily="34" charset="-122"/>
              </a:defRPr>
            </a:lvl1pPr>
          </a:lstStyle>
          <a:p>
            <a:pPr>
              <a:lnSpc>
                <a:spcPts val="2800"/>
              </a:lnSpc>
            </a:pPr>
            <a:r>
              <a:rPr lang="zh-CN" altLang="en-US" sz="2100"/>
              <a:t>不变</a:t>
            </a:r>
          </a:p>
        </p:txBody>
      </p:sp>
      <p:sp>
        <p:nvSpPr>
          <p:cNvPr id="55" name="Text Box 8">
            <a:extLst>
              <a:ext uri="{FF2B5EF4-FFF2-40B4-BE49-F238E27FC236}">
                <a16:creationId xmlns:a16="http://schemas.microsoft.com/office/drawing/2014/main" id="{E9225EEB-CF4E-BBED-6467-F1E0C3E64FCD}"/>
              </a:ext>
            </a:extLst>
          </p:cNvPr>
          <p:cNvSpPr txBox="1">
            <a:spLocks noChangeArrowheads="1"/>
          </p:cNvSpPr>
          <p:nvPr>
            <p:custDataLst>
              <p:tags r:id="rId10"/>
            </p:custDataLst>
          </p:nvPr>
        </p:nvSpPr>
        <p:spPr bwMode="auto">
          <a:xfrm>
            <a:off x="1710098" y="3298502"/>
            <a:ext cx="745965" cy="425694"/>
          </a:xfrm>
          <a:prstGeom prst="rect">
            <a:avLst/>
          </a:prstGeom>
          <a:solidFill>
            <a:srgbClr val="FFFF00"/>
          </a:solidFill>
          <a:ln w="9525">
            <a:noFill/>
            <a:miter lim="800000"/>
          </a:ln>
        </p:spPr>
        <p:txBody>
          <a:bodyPr wrap="square">
            <a:spAutoFit/>
          </a:bodyPr>
          <a:lstStyle>
            <a:defPPr>
              <a:defRPr lang="zh-CN"/>
            </a:defPPr>
            <a:lvl1pPr>
              <a:defRPr sz="1995">
                <a:solidFill>
                  <a:srgbClr val="002060"/>
                </a:solidFill>
                <a:latin typeface="微软雅黑" panose="020B0503020204020204" pitchFamily="34" charset="-122"/>
                <a:ea typeface="微软雅黑" panose="020B0503020204020204" pitchFamily="34" charset="-122"/>
              </a:defRPr>
            </a:lvl1pPr>
          </a:lstStyle>
          <a:p>
            <a:pPr>
              <a:lnSpc>
                <a:spcPts val="2800"/>
              </a:lnSpc>
            </a:pPr>
            <a:r>
              <a:rPr lang="zh-CN" altLang="en-US" sz="2100"/>
              <a:t>改变</a:t>
            </a:r>
          </a:p>
        </p:txBody>
      </p:sp>
      <p:sp>
        <p:nvSpPr>
          <p:cNvPr id="56" name="文本框 55">
            <a:extLst>
              <a:ext uri="{FF2B5EF4-FFF2-40B4-BE49-F238E27FC236}">
                <a16:creationId xmlns:a16="http://schemas.microsoft.com/office/drawing/2014/main" id="{D38A9AAE-91FC-760A-2ED4-818FA6F65870}"/>
              </a:ext>
            </a:extLst>
          </p:cNvPr>
          <p:cNvSpPr txBox="1"/>
          <p:nvPr>
            <p:custDataLst>
              <p:tags r:id="rId11"/>
            </p:custDataLst>
          </p:nvPr>
        </p:nvSpPr>
        <p:spPr>
          <a:xfrm>
            <a:off x="2789416" y="1865578"/>
            <a:ext cx="1836258" cy="400110"/>
          </a:xfrm>
          <a:prstGeom prst="rect">
            <a:avLst/>
          </a:prstGeom>
          <a:solidFill>
            <a:srgbClr val="FFBABA"/>
          </a:solidFill>
        </p:spPr>
        <p:txBody>
          <a:bodyPr wrap="square">
            <a:spAutoFit/>
          </a:bodyPr>
          <a:lstStyle/>
          <a:p>
            <a:pPr lvl="0" algn="ctr">
              <a:defRPr/>
            </a:pPr>
            <a:r>
              <a:rPr lang="zh-CN" altLang="en-US" sz="2000">
                <a:solidFill>
                  <a:srgbClr val="002060"/>
                </a:solidFill>
                <a:latin typeface="微软雅黑" panose="020B0503020204020204" pitchFamily="34" charset="-122"/>
                <a:ea typeface="微软雅黑" panose="020B0503020204020204" pitchFamily="34" charset="-122"/>
              </a:rPr>
              <a:t>匀速直线运动</a:t>
            </a:r>
            <a:endParaRPr kumimoji="0" lang="zh-CN" altLang="en-US" sz="20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endParaRPr>
          </a:p>
        </p:txBody>
      </p:sp>
      <p:sp>
        <p:nvSpPr>
          <p:cNvPr id="57" name="文本框 56">
            <a:extLst>
              <a:ext uri="{FF2B5EF4-FFF2-40B4-BE49-F238E27FC236}">
                <a16:creationId xmlns:a16="http://schemas.microsoft.com/office/drawing/2014/main" id="{CD4F97CD-6E96-E7D0-6E7B-F9B2C5B8FB4F}"/>
              </a:ext>
            </a:extLst>
          </p:cNvPr>
          <p:cNvSpPr txBox="1"/>
          <p:nvPr>
            <p:custDataLst>
              <p:tags r:id="rId12"/>
            </p:custDataLst>
          </p:nvPr>
        </p:nvSpPr>
        <p:spPr>
          <a:xfrm>
            <a:off x="2789415" y="3294002"/>
            <a:ext cx="1369736" cy="400110"/>
          </a:xfrm>
          <a:prstGeom prst="rect">
            <a:avLst/>
          </a:prstGeom>
          <a:solidFill>
            <a:srgbClr val="FFBABA"/>
          </a:solidFill>
        </p:spPr>
        <p:txBody>
          <a:bodyPr wrap="square">
            <a:spAutoFit/>
          </a:bodyPr>
          <a:lstStyle/>
          <a:p>
            <a:pPr marL="0" marR="0" lvl="0" indent="0" algn="ctr" defTabSz="685160" rtl="0" eaLnBrk="1" fontAlgn="auto" latinLnBrk="0" hangingPunct="1">
              <a:spcBef>
                <a:spcPct val="0"/>
              </a:spcBef>
              <a:spcAft>
                <a:spcPct val="0"/>
              </a:spcAft>
              <a:buClrTx/>
              <a:buSzTx/>
              <a:buFontTx/>
              <a:buNone/>
              <a:defRPr/>
            </a:pPr>
            <a:r>
              <a:rPr kumimoji="0" lang="zh-CN" altLang="en-US" sz="20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cs typeface="+mn-cs"/>
              </a:rPr>
              <a:t>减速运动</a:t>
            </a:r>
            <a:endParaRPr kumimoji="0" lang="en-US" altLang="zh-CN" sz="20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58" name="文本框 57">
            <a:extLst>
              <a:ext uri="{FF2B5EF4-FFF2-40B4-BE49-F238E27FC236}">
                <a16:creationId xmlns:a16="http://schemas.microsoft.com/office/drawing/2014/main" id="{6F4D0838-FCD2-34C2-E750-2B3276A2AF13}"/>
              </a:ext>
            </a:extLst>
          </p:cNvPr>
          <p:cNvSpPr txBox="1"/>
          <p:nvPr>
            <p:custDataLst>
              <p:tags r:id="rId13"/>
            </p:custDataLst>
          </p:nvPr>
        </p:nvSpPr>
        <p:spPr>
          <a:xfrm>
            <a:off x="2789415" y="3969737"/>
            <a:ext cx="1890589" cy="400110"/>
          </a:xfrm>
          <a:prstGeom prst="rect">
            <a:avLst/>
          </a:prstGeom>
          <a:solidFill>
            <a:srgbClr val="FFBABA"/>
          </a:solidFill>
        </p:spPr>
        <p:txBody>
          <a:bodyPr wrap="square">
            <a:spAutoFit/>
          </a:bodyPr>
          <a:lstStyle/>
          <a:p>
            <a:pPr marL="0" marR="0" lvl="0" indent="0" algn="ctr" defTabSz="685160" rtl="0" eaLnBrk="1" fontAlgn="auto" latinLnBrk="0" hangingPunct="1">
              <a:spcBef>
                <a:spcPct val="0"/>
              </a:spcBef>
              <a:spcAft>
                <a:spcPct val="0"/>
              </a:spcAft>
              <a:buClrTx/>
              <a:buSzTx/>
              <a:buFontTx/>
              <a:buNone/>
              <a:defRPr/>
            </a:pPr>
            <a:r>
              <a:rPr lang="zh-CN" altLang="en-US" sz="2000" noProof="1">
                <a:solidFill>
                  <a:srgbClr val="002060"/>
                </a:solidFill>
                <a:latin typeface="微软雅黑" panose="020B0503020204020204" pitchFamily="34" charset="-122"/>
                <a:ea typeface="微软雅黑" panose="020B0503020204020204" pitchFamily="34" charset="-122"/>
              </a:rPr>
              <a:t>运动方向改变</a:t>
            </a:r>
            <a:endParaRPr kumimoji="0" lang="en-US" altLang="zh-CN" sz="20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endParaRPr>
          </a:p>
        </p:txBody>
      </p:sp>
      <p:sp>
        <p:nvSpPr>
          <p:cNvPr id="59" name="文本框 58">
            <a:extLst>
              <a:ext uri="{FF2B5EF4-FFF2-40B4-BE49-F238E27FC236}">
                <a16:creationId xmlns:a16="http://schemas.microsoft.com/office/drawing/2014/main" id="{126CE9DD-79DA-BEA9-CF0D-CD0BD1B130C0}"/>
              </a:ext>
            </a:extLst>
          </p:cNvPr>
          <p:cNvSpPr txBox="1"/>
          <p:nvPr>
            <p:custDataLst>
              <p:tags r:id="rId14"/>
            </p:custDataLst>
          </p:nvPr>
        </p:nvSpPr>
        <p:spPr>
          <a:xfrm>
            <a:off x="5457495" y="1131618"/>
            <a:ext cx="1532154" cy="400110"/>
          </a:xfrm>
          <a:prstGeom prst="rect">
            <a:avLst/>
          </a:prstGeom>
          <a:solidFill>
            <a:srgbClr val="30CED4"/>
          </a:solidFill>
        </p:spPr>
        <p:txBody>
          <a:bodyPr wrap="square">
            <a:spAutoFit/>
          </a:bodyPr>
          <a:lstStyle/>
          <a:p>
            <a:pPr marL="0" marR="0" lvl="0" indent="0" algn="l" defTabSz="685160" rtl="0" eaLnBrk="1" fontAlgn="auto" latinLnBrk="0" hangingPunct="1">
              <a:spcBef>
                <a:spcPct val="0"/>
              </a:spcBef>
              <a:spcAft>
                <a:spcPct val="0"/>
              </a:spcAft>
              <a:buClrTx/>
              <a:buSzTx/>
              <a:buFontTx/>
              <a:buNone/>
              <a:defRPr/>
            </a:pPr>
            <a:r>
              <a:rPr lang="zh-CN" altLang="en-US" sz="2000" noProof="1">
                <a:latin typeface="微软雅黑" panose="020B0503020204020204" pitchFamily="34" charset="-122"/>
                <a:ea typeface="微软雅黑" panose="020B0503020204020204" pitchFamily="34" charset="-122"/>
              </a:rPr>
              <a:t>物体不受力</a:t>
            </a:r>
            <a:endParaRPr kumimoji="0" lang="en-US" altLang="zh-CN" sz="2000" b="0" i="0" u="none" strike="noStrike" kern="1200" cap="none" spc="0" normalizeH="0" baseline="0" noProof="1">
              <a:ln>
                <a:noFill/>
              </a:ln>
              <a:effectLst/>
              <a:uLnTx/>
              <a:uFillTx/>
              <a:latin typeface="微软雅黑" panose="020B0503020204020204" pitchFamily="34" charset="-122"/>
              <a:ea typeface="微软雅黑" panose="020B0503020204020204" pitchFamily="34" charset="-122"/>
            </a:endParaRPr>
          </a:p>
        </p:txBody>
      </p:sp>
      <p:sp>
        <p:nvSpPr>
          <p:cNvPr id="60" name="文本框 59">
            <a:extLst>
              <a:ext uri="{FF2B5EF4-FFF2-40B4-BE49-F238E27FC236}">
                <a16:creationId xmlns:a16="http://schemas.microsoft.com/office/drawing/2014/main" id="{271341D3-3049-F1A2-13A7-2708134A77B3}"/>
              </a:ext>
            </a:extLst>
          </p:cNvPr>
          <p:cNvSpPr txBox="1"/>
          <p:nvPr>
            <p:custDataLst>
              <p:tags r:id="rId15"/>
            </p:custDataLst>
          </p:nvPr>
        </p:nvSpPr>
        <p:spPr>
          <a:xfrm>
            <a:off x="5517951" y="3234662"/>
            <a:ext cx="2044315" cy="400110"/>
          </a:xfrm>
          <a:prstGeom prst="rect">
            <a:avLst/>
          </a:prstGeom>
          <a:solidFill>
            <a:srgbClr val="30CED4"/>
          </a:solidFill>
        </p:spPr>
        <p:txBody>
          <a:bodyPr wrap="square">
            <a:spAutoFit/>
          </a:bodyPr>
          <a:lstStyle/>
          <a:p>
            <a:pPr lvl="0">
              <a:defRPr/>
            </a:pPr>
            <a:r>
              <a:rPr lang="zh-CN" altLang="en-US" sz="2000" noProof="1">
                <a:latin typeface="微软雅黑" panose="020B0503020204020204" pitchFamily="34" charset="-122"/>
                <a:ea typeface="微软雅黑" panose="020B0503020204020204" pitchFamily="34" charset="-122"/>
              </a:rPr>
              <a:t>物体受力不平衡</a:t>
            </a:r>
          </a:p>
        </p:txBody>
      </p:sp>
      <p:sp>
        <p:nvSpPr>
          <p:cNvPr id="61" name="文本框 60">
            <a:extLst>
              <a:ext uri="{FF2B5EF4-FFF2-40B4-BE49-F238E27FC236}">
                <a16:creationId xmlns:a16="http://schemas.microsoft.com/office/drawing/2014/main" id="{363BA0CE-0395-6E4C-4B57-0D70787067E8}"/>
              </a:ext>
            </a:extLst>
          </p:cNvPr>
          <p:cNvSpPr txBox="1"/>
          <p:nvPr>
            <p:custDataLst>
              <p:tags r:id="rId16"/>
            </p:custDataLst>
          </p:nvPr>
        </p:nvSpPr>
        <p:spPr>
          <a:xfrm>
            <a:off x="5472010" y="1843558"/>
            <a:ext cx="1883835" cy="400110"/>
          </a:xfrm>
          <a:prstGeom prst="rect">
            <a:avLst/>
          </a:prstGeom>
          <a:solidFill>
            <a:srgbClr val="30CED4"/>
          </a:solidFill>
        </p:spPr>
        <p:txBody>
          <a:bodyPr wrap="square">
            <a:spAutoFit/>
          </a:bodyPr>
          <a:lstStyle/>
          <a:p>
            <a:pPr marL="0" marR="0" lvl="0" indent="0" algn="l" defTabSz="685160" rtl="0" eaLnBrk="1" fontAlgn="auto" latinLnBrk="0" hangingPunct="1">
              <a:spcBef>
                <a:spcPct val="0"/>
              </a:spcBef>
              <a:spcAft>
                <a:spcPct val="0"/>
              </a:spcAft>
              <a:buClrTx/>
              <a:buSzTx/>
              <a:buFontTx/>
              <a:buNone/>
              <a:defRPr/>
            </a:pPr>
            <a:r>
              <a:rPr lang="zh-CN" altLang="en-US" sz="2000" noProof="1">
                <a:latin typeface="微软雅黑" panose="020B0503020204020204" pitchFamily="34" charset="-122"/>
                <a:ea typeface="微软雅黑" panose="020B0503020204020204" pitchFamily="34" charset="-122"/>
              </a:rPr>
              <a:t>物体受力平衡</a:t>
            </a:r>
            <a:endParaRPr kumimoji="0" lang="en-US" altLang="zh-CN" sz="2000" b="0" i="0" u="none" strike="noStrike" kern="1200" cap="none" spc="0" normalizeH="0" baseline="0" noProof="1">
              <a:ln>
                <a:noFill/>
              </a:ln>
              <a:effectLst/>
              <a:uLnTx/>
              <a:uFillTx/>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0D9DDAE6-80EB-EBDC-4F8A-18988D33FE47}"/>
              </a:ext>
            </a:extLst>
          </p:cNvPr>
          <p:cNvSpPr txBox="1"/>
          <p:nvPr>
            <p:custDataLst>
              <p:tags r:id="rId17"/>
            </p:custDataLst>
          </p:nvPr>
        </p:nvSpPr>
        <p:spPr>
          <a:xfrm>
            <a:off x="7493137" y="988198"/>
            <a:ext cx="1170492" cy="707886"/>
          </a:xfrm>
          <a:prstGeom prst="rect">
            <a:avLst/>
          </a:prstGeom>
          <a:solidFill>
            <a:srgbClr val="00B0F0">
              <a:alpha val="38000"/>
            </a:srgbClr>
          </a:solidFill>
        </p:spPr>
        <p:txBody>
          <a:bodyPr wrap="square">
            <a:spAutoFit/>
          </a:bodyPr>
          <a:lstStyle/>
          <a:p>
            <a:pPr marL="0" marR="0" lvl="0" indent="0" algn="ctr" defTabSz="685160" rtl="0" eaLnBrk="1" fontAlgn="auto" latinLnBrk="0" hangingPunct="1">
              <a:spcBef>
                <a:spcPct val="0"/>
              </a:spcBef>
              <a:spcAft>
                <a:spcPct val="0"/>
              </a:spcAft>
              <a:buClrTx/>
              <a:buSzTx/>
              <a:buFontTx/>
              <a:buNone/>
              <a:defRPr/>
            </a:pPr>
            <a:r>
              <a:rPr lang="zh-CN" altLang="en-US" sz="2000" noProof="1">
                <a:latin typeface="微软雅黑" panose="020B0503020204020204" pitchFamily="34" charset="-122"/>
                <a:ea typeface="微软雅黑" panose="020B0503020204020204" pitchFamily="34" charset="-122"/>
              </a:rPr>
              <a:t>牛顿第</a:t>
            </a:r>
            <a:endParaRPr lang="en-US" altLang="zh-CN" sz="2000" noProof="1">
              <a:latin typeface="微软雅黑" panose="020B0503020204020204" pitchFamily="34" charset="-122"/>
              <a:ea typeface="微软雅黑" panose="020B0503020204020204" pitchFamily="34" charset="-122"/>
            </a:endParaRPr>
          </a:p>
          <a:p>
            <a:pPr marL="0" marR="0" lvl="0" indent="0" algn="ctr" defTabSz="685160" rtl="0" eaLnBrk="1" fontAlgn="auto" latinLnBrk="0" hangingPunct="1">
              <a:spcBef>
                <a:spcPct val="0"/>
              </a:spcBef>
              <a:spcAft>
                <a:spcPct val="0"/>
              </a:spcAft>
              <a:buClrTx/>
              <a:buSzTx/>
              <a:buFontTx/>
              <a:buNone/>
              <a:defRPr/>
            </a:pPr>
            <a:r>
              <a:rPr lang="zh-CN" altLang="en-US" sz="2000" noProof="1">
                <a:latin typeface="微软雅黑" panose="020B0503020204020204" pitchFamily="34" charset="-122"/>
                <a:ea typeface="微软雅黑" panose="020B0503020204020204" pitchFamily="34" charset="-122"/>
              </a:rPr>
              <a:t>一定律</a:t>
            </a:r>
            <a:endParaRPr kumimoji="0" lang="en-US" altLang="zh-CN" sz="2000" b="0" i="0" u="none" strike="noStrike" kern="1200" cap="none" spc="0" normalizeH="0" baseline="0" noProof="1">
              <a:ln>
                <a:noFill/>
              </a:ln>
              <a:effectLst/>
              <a:uLnTx/>
              <a:uFillTx/>
              <a:latin typeface="微软雅黑" panose="020B0503020204020204" pitchFamily="34" charset="-122"/>
              <a:ea typeface="微软雅黑" panose="020B0503020204020204" pitchFamily="34" charset="-122"/>
            </a:endParaRPr>
          </a:p>
        </p:txBody>
      </p:sp>
      <p:grpSp>
        <p:nvGrpSpPr>
          <p:cNvPr id="64" name="组合 63">
            <a:extLst>
              <a:ext uri="{FF2B5EF4-FFF2-40B4-BE49-F238E27FC236}">
                <a16:creationId xmlns:a16="http://schemas.microsoft.com/office/drawing/2014/main" id="{E2815652-EBF0-E563-D504-F0785CD44819}"/>
              </a:ext>
            </a:extLst>
          </p:cNvPr>
          <p:cNvGrpSpPr/>
          <p:nvPr>
            <p:custDataLst>
              <p:tags r:id="rId18"/>
            </p:custDataLst>
          </p:nvPr>
        </p:nvGrpSpPr>
        <p:grpSpPr>
          <a:xfrm flipH="1">
            <a:off x="4662298" y="2751001"/>
            <a:ext cx="128555" cy="1465915"/>
            <a:chOff x="2901546" y="4138348"/>
            <a:chExt cx="243678" cy="780524"/>
          </a:xfrm>
        </p:grpSpPr>
        <p:cxnSp>
          <p:nvCxnSpPr>
            <p:cNvPr id="68" name="直接连接符 67">
              <a:extLst>
                <a:ext uri="{FF2B5EF4-FFF2-40B4-BE49-F238E27FC236}">
                  <a16:creationId xmlns:a16="http://schemas.microsoft.com/office/drawing/2014/main" id="{35AB4835-137C-085F-24DE-090781E5FC5C}"/>
                </a:ext>
              </a:extLst>
            </p:cNvPr>
            <p:cNvCxnSpPr/>
            <p:nvPr>
              <p:custDataLst>
                <p:tags r:id="rId30"/>
              </p:custDataLst>
            </p:nvPr>
          </p:nvCxnSpPr>
          <p:spPr>
            <a:xfrm flipH="1">
              <a:off x="2901546" y="4138348"/>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63A6C341-BA27-0755-3C93-0E258D94443B}"/>
                </a:ext>
              </a:extLst>
            </p:cNvPr>
            <p:cNvCxnSpPr/>
            <p:nvPr>
              <p:custDataLst>
                <p:tags r:id="rId31"/>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7C7F3431-0F2A-EAC1-06B1-DF155B556A9F}"/>
                </a:ext>
              </a:extLst>
            </p:cNvPr>
            <p:cNvCxnSpPr/>
            <p:nvPr>
              <p:custDataLst>
                <p:tags r:id="rId32"/>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0" name="下箭头 11">
            <a:extLst>
              <a:ext uri="{FF2B5EF4-FFF2-40B4-BE49-F238E27FC236}">
                <a16:creationId xmlns:a16="http://schemas.microsoft.com/office/drawing/2014/main" id="{568DDDF1-96A2-100A-1B52-F2BAD4559E12}"/>
              </a:ext>
            </a:extLst>
          </p:cNvPr>
          <p:cNvSpPr>
            <a:spLocks noChangeArrowheads="1"/>
          </p:cNvSpPr>
          <p:nvPr>
            <p:custDataLst>
              <p:tags r:id="rId19"/>
            </p:custDataLst>
          </p:nvPr>
        </p:nvSpPr>
        <p:spPr bwMode="auto">
          <a:xfrm rot="5400000" flipH="1" flipV="1">
            <a:off x="5026647" y="3162242"/>
            <a:ext cx="268243" cy="546364"/>
          </a:xfrm>
          <a:prstGeom prst="downArrow">
            <a:avLst>
              <a:gd name="adj1" fmla="val 50000"/>
              <a:gd name="adj2" fmla="val 85239"/>
            </a:avLst>
          </a:prstGeom>
          <a:gradFill>
            <a:gsLst>
              <a:gs pos="0">
                <a:srgbClr val="0070C0">
                  <a:shade val="30000"/>
                  <a:satMod val="115000"/>
                </a:srgbClr>
              </a:gs>
              <a:gs pos="44000">
                <a:srgbClr val="0070C0">
                  <a:shade val="67500"/>
                  <a:satMod val="115000"/>
                </a:srgbClr>
              </a:gs>
              <a:gs pos="100000">
                <a:srgbClr val="00B0F0"/>
              </a:gs>
            </a:gsLst>
            <a:lin ang="3000000" scaled="0"/>
          </a:gradFill>
          <a:ln>
            <a:noFill/>
          </a:ln>
        </p:spPr>
        <p:txBody>
          <a:bodyPr anchor="ctr"/>
          <a:lstStyle/>
          <a:p>
            <a:pPr algn="ctr"/>
            <a:endParaRPr lang="zh-CN" altLang="zh-CN" sz="1009">
              <a:solidFill>
                <a:srgbClr val="FFFFFF"/>
              </a:solidFill>
              <a:cs typeface="+mn-ea"/>
              <a:sym typeface="+mn-lt"/>
            </a:endParaRPr>
          </a:p>
        </p:txBody>
      </p:sp>
      <p:grpSp>
        <p:nvGrpSpPr>
          <p:cNvPr id="71" name="组合 70">
            <a:extLst>
              <a:ext uri="{FF2B5EF4-FFF2-40B4-BE49-F238E27FC236}">
                <a16:creationId xmlns:a16="http://schemas.microsoft.com/office/drawing/2014/main" id="{35109977-147D-BE0A-025A-0E3E7488B38B}"/>
              </a:ext>
            </a:extLst>
          </p:cNvPr>
          <p:cNvGrpSpPr/>
          <p:nvPr>
            <p:custDataLst>
              <p:tags r:id="rId20"/>
            </p:custDataLst>
          </p:nvPr>
        </p:nvGrpSpPr>
        <p:grpSpPr>
          <a:xfrm flipH="1">
            <a:off x="4607530" y="1291726"/>
            <a:ext cx="155349" cy="793577"/>
            <a:chOff x="2901546" y="4138348"/>
            <a:chExt cx="243678" cy="780524"/>
          </a:xfrm>
        </p:grpSpPr>
        <p:cxnSp>
          <p:nvCxnSpPr>
            <p:cNvPr id="72" name="直接连接符 71">
              <a:extLst>
                <a:ext uri="{FF2B5EF4-FFF2-40B4-BE49-F238E27FC236}">
                  <a16:creationId xmlns:a16="http://schemas.microsoft.com/office/drawing/2014/main" id="{C0756344-13BB-3D47-8452-9E98A5E73C27}"/>
                </a:ext>
              </a:extLst>
            </p:cNvPr>
            <p:cNvCxnSpPr/>
            <p:nvPr>
              <p:custDataLst>
                <p:tags r:id="rId27"/>
              </p:custDataLst>
            </p:nvPr>
          </p:nvCxnSpPr>
          <p:spPr>
            <a:xfrm flipH="1">
              <a:off x="2901546" y="4138348"/>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74746D6-ACE9-2AB3-B3C3-029309F5DDB1}"/>
                </a:ext>
              </a:extLst>
            </p:cNvPr>
            <p:cNvCxnSpPr/>
            <p:nvPr>
              <p:custDataLst>
                <p:tags r:id="rId28"/>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B38624D-E899-A8FB-9FB6-70E841CF9979}"/>
                </a:ext>
              </a:extLst>
            </p:cNvPr>
            <p:cNvCxnSpPr/>
            <p:nvPr>
              <p:custDataLst>
                <p:tags r:id="rId29"/>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5" name="下箭头 11">
            <a:extLst>
              <a:ext uri="{FF2B5EF4-FFF2-40B4-BE49-F238E27FC236}">
                <a16:creationId xmlns:a16="http://schemas.microsoft.com/office/drawing/2014/main" id="{A0F827EA-7992-EAF4-91E4-76DDED0AFDA4}"/>
              </a:ext>
            </a:extLst>
          </p:cNvPr>
          <p:cNvSpPr>
            <a:spLocks noChangeArrowheads="1"/>
          </p:cNvSpPr>
          <p:nvPr>
            <p:custDataLst>
              <p:tags r:id="rId21"/>
            </p:custDataLst>
          </p:nvPr>
        </p:nvSpPr>
        <p:spPr bwMode="auto">
          <a:xfrm rot="5400000" flipH="1" flipV="1">
            <a:off x="4942999" y="1441880"/>
            <a:ext cx="242245" cy="532988"/>
          </a:xfrm>
          <a:prstGeom prst="downArrow">
            <a:avLst>
              <a:gd name="adj1" fmla="val 50000"/>
              <a:gd name="adj2" fmla="val 85239"/>
            </a:avLst>
          </a:prstGeom>
          <a:gradFill>
            <a:gsLst>
              <a:gs pos="0">
                <a:srgbClr val="0070C0">
                  <a:shade val="30000"/>
                  <a:satMod val="115000"/>
                </a:srgbClr>
              </a:gs>
              <a:gs pos="44000">
                <a:srgbClr val="0070C0">
                  <a:shade val="67500"/>
                  <a:satMod val="115000"/>
                </a:srgbClr>
              </a:gs>
              <a:gs pos="100000">
                <a:srgbClr val="00B0F0"/>
              </a:gs>
            </a:gsLst>
            <a:lin ang="3000000" scaled="0"/>
          </a:gradFill>
          <a:ln>
            <a:noFill/>
          </a:ln>
        </p:spPr>
        <p:txBody>
          <a:bodyPr anchor="ctr"/>
          <a:lstStyle/>
          <a:p>
            <a:pPr algn="ctr"/>
            <a:endParaRPr lang="zh-CN" altLang="zh-CN" sz="1009">
              <a:solidFill>
                <a:srgbClr val="FFFFFF"/>
              </a:solidFill>
              <a:cs typeface="+mn-ea"/>
              <a:sym typeface="+mn-lt"/>
            </a:endParaRPr>
          </a:p>
        </p:txBody>
      </p:sp>
      <p:grpSp>
        <p:nvGrpSpPr>
          <p:cNvPr id="82" name="组合 81">
            <a:extLst>
              <a:ext uri="{FF2B5EF4-FFF2-40B4-BE49-F238E27FC236}">
                <a16:creationId xmlns:a16="http://schemas.microsoft.com/office/drawing/2014/main" id="{1B0D62CB-EE5A-2B77-999E-08D3DDFD4587}"/>
              </a:ext>
            </a:extLst>
          </p:cNvPr>
          <p:cNvGrpSpPr/>
          <p:nvPr>
            <p:custDataLst>
              <p:tags r:id="rId22"/>
            </p:custDataLst>
          </p:nvPr>
        </p:nvGrpSpPr>
        <p:grpSpPr>
          <a:xfrm>
            <a:off x="5334804" y="1304812"/>
            <a:ext cx="99146" cy="793577"/>
            <a:chOff x="2901546" y="4138348"/>
            <a:chExt cx="243678" cy="780524"/>
          </a:xfrm>
        </p:grpSpPr>
        <p:cxnSp>
          <p:nvCxnSpPr>
            <p:cNvPr id="83" name="直接连接符 82">
              <a:extLst>
                <a:ext uri="{FF2B5EF4-FFF2-40B4-BE49-F238E27FC236}">
                  <a16:creationId xmlns:a16="http://schemas.microsoft.com/office/drawing/2014/main" id="{519A98FA-F18A-1C81-913A-50628DCDD944}"/>
                </a:ext>
              </a:extLst>
            </p:cNvPr>
            <p:cNvCxnSpPr/>
            <p:nvPr>
              <p:custDataLst>
                <p:tags r:id="rId24"/>
              </p:custDataLst>
            </p:nvPr>
          </p:nvCxnSpPr>
          <p:spPr>
            <a:xfrm flipH="1">
              <a:off x="2901546" y="4138348"/>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CF81898F-5924-28D4-55A9-D67789F8D50B}"/>
                </a:ext>
              </a:extLst>
            </p:cNvPr>
            <p:cNvCxnSpPr/>
            <p:nvPr>
              <p:custDataLst>
                <p:tags r:id="rId25"/>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C6947E20-EF73-52D6-DAD2-0502AA1AB7ED}"/>
                </a:ext>
              </a:extLst>
            </p:cNvPr>
            <p:cNvCxnSpPr/>
            <p:nvPr>
              <p:custDataLst>
                <p:tags r:id="rId26"/>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6" name="下箭头 11">
            <a:extLst>
              <a:ext uri="{FF2B5EF4-FFF2-40B4-BE49-F238E27FC236}">
                <a16:creationId xmlns:a16="http://schemas.microsoft.com/office/drawing/2014/main" id="{21B110EE-7077-A2B8-644E-1A34069A7C12}"/>
              </a:ext>
            </a:extLst>
          </p:cNvPr>
          <p:cNvSpPr>
            <a:spLocks noChangeArrowheads="1"/>
          </p:cNvSpPr>
          <p:nvPr>
            <p:custDataLst>
              <p:tags r:id="rId23"/>
            </p:custDataLst>
          </p:nvPr>
        </p:nvSpPr>
        <p:spPr bwMode="auto">
          <a:xfrm rot="5400000" flipH="1" flipV="1">
            <a:off x="7210992" y="1119387"/>
            <a:ext cx="144672" cy="370850"/>
          </a:xfrm>
          <a:prstGeom prst="downArrow">
            <a:avLst>
              <a:gd name="adj1" fmla="val 50000"/>
              <a:gd name="adj2" fmla="val 85239"/>
            </a:avLst>
          </a:prstGeom>
          <a:gradFill>
            <a:gsLst>
              <a:gs pos="0">
                <a:srgbClr val="0070C0">
                  <a:shade val="30000"/>
                  <a:satMod val="115000"/>
                </a:srgbClr>
              </a:gs>
              <a:gs pos="44000">
                <a:srgbClr val="0070C0">
                  <a:shade val="67500"/>
                  <a:satMod val="115000"/>
                </a:srgbClr>
              </a:gs>
              <a:gs pos="100000">
                <a:srgbClr val="00B0F0"/>
              </a:gs>
            </a:gsLst>
            <a:lin ang="3000000" scaled="0"/>
          </a:gradFill>
          <a:ln>
            <a:noFill/>
          </a:ln>
        </p:spPr>
        <p:txBody>
          <a:bodyPr anchor="ctr"/>
          <a:lstStyle/>
          <a:p>
            <a:pPr algn="ctr"/>
            <a:endParaRPr lang="zh-CN" altLang="zh-CN" sz="1009">
              <a:solidFill>
                <a:srgbClr val="FFFFFF"/>
              </a:solidFill>
              <a:cs typeface="+mn-ea"/>
              <a:sym typeface="+mn-lt"/>
            </a:endParaRPr>
          </a:p>
        </p:txBody>
      </p:sp>
      <p:pic>
        <p:nvPicPr>
          <p:cNvPr id="3" name="图片 2">
            <a:extLst>
              <a:ext uri="{FF2B5EF4-FFF2-40B4-BE49-F238E27FC236}">
                <a16:creationId xmlns:a16="http://schemas.microsoft.com/office/drawing/2014/main" id="{575D6481-20FB-79A7-174E-7D395C40476E}"/>
              </a:ext>
            </a:extLst>
          </p:cNvPr>
          <p:cNvPicPr>
            <a:picLocks noChangeAspect="1"/>
          </p:cNvPicPr>
          <p:nvPr/>
        </p:nvPicPr>
        <p:blipFill>
          <a:blip r:embed="rId49"/>
          <a:stretch>
            <a:fillRect/>
          </a:stretch>
        </p:blipFill>
        <p:spPr>
          <a:xfrm>
            <a:off x="7866857" y="42677"/>
            <a:ext cx="1168286" cy="445635"/>
          </a:xfrm>
          <a:prstGeom prst="rect">
            <a:avLst/>
          </a:prstGeom>
        </p:spPr>
      </p:pic>
    </p:spTree>
    <p:extLst>
      <p:ext uri="{BB962C8B-B14F-4D97-AF65-F5344CB8AC3E}">
        <p14:creationId xmlns:p14="http://schemas.microsoft.com/office/powerpoint/2010/main" val="83415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750"/>
                                        <p:tgtEl>
                                          <p:spTgt spid="26"/>
                                        </p:tgtEl>
                                      </p:cBhvr>
                                    </p:animEffect>
                                  </p:childTnLst>
                                </p:cTn>
                              </p:par>
                            </p:childTnLst>
                          </p:cTn>
                        </p:par>
                        <p:par>
                          <p:cTn id="8" fill="hold" nodeType="afterGroup">
                            <p:stCondLst>
                              <p:cond delay="750"/>
                            </p:stCondLst>
                            <p:childTnLst>
                              <p:par>
                                <p:cTn id="9" presetID="16" presetClass="entr" presetSubtype="42"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barn(outHorizontal)">
                                      <p:cBhvr>
                                        <p:cTn id="11" dur="500"/>
                                        <p:tgtEl>
                                          <p:spTgt spid="30"/>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blinds(horizontal)">
                                      <p:cBhvr>
                                        <p:cTn id="16" dur="500"/>
                                        <p:tgtEl>
                                          <p:spTgt spid="54"/>
                                        </p:tgtEl>
                                      </p:cBhvr>
                                    </p:animEffect>
                                  </p:childTnLst>
                                </p:cTn>
                              </p:par>
                            </p:childTnLst>
                          </p:cTn>
                        </p:par>
                        <p:par>
                          <p:cTn id="17" fill="hold" nodeType="afterGroup">
                            <p:stCondLst>
                              <p:cond delay="500"/>
                            </p:stCondLst>
                            <p:childTnLst>
                              <p:par>
                                <p:cTn id="18" presetID="16" presetClass="entr" presetSubtype="42" fill="hold" nodeType="after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barn(outHorizontal)">
                                      <p:cBhvr>
                                        <p:cTn id="20" dur="500"/>
                                        <p:tgtEl>
                                          <p:spTgt spid="36"/>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linds(horizontal)">
                                      <p:cBhvr>
                                        <p:cTn id="25" dur="500"/>
                                        <p:tgtEl>
                                          <p:spTgt spid="28"/>
                                        </p:tgtEl>
                                      </p:cBhvr>
                                    </p:animEffect>
                                  </p:childTnLst>
                                </p:cTn>
                              </p:par>
                            </p:childTnLst>
                          </p:cTn>
                        </p:par>
                        <p:par>
                          <p:cTn id="26" fill="hold" nodeType="afterGroup">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blinds(horizontal)">
                                      <p:cBhvr>
                                        <p:cTn id="29" dur="500"/>
                                        <p:tgtEl>
                                          <p:spTgt spid="56"/>
                                        </p:tgtEl>
                                      </p:cBhvr>
                                    </p:animEffect>
                                  </p:childTnLst>
                                </p:cTn>
                              </p:par>
                            </p:childTnLst>
                          </p:cTn>
                        </p:par>
                      </p:childTnLst>
                    </p:cTn>
                  </p:par>
                  <p:par>
                    <p:cTn id="30" fill="hold" nodeType="clickPar">
                      <p:stCondLst>
                        <p:cond delay="indefinite"/>
                      </p:stCondLst>
                      <p:childTnLst>
                        <p:par>
                          <p:cTn id="31" fill="hold" nodeType="afterGroup">
                            <p:stCondLst>
                              <p:cond delay="0"/>
                            </p:stCondLst>
                            <p:childTnLst>
                              <p:par>
                                <p:cTn id="32" presetID="16" presetClass="entr" presetSubtype="42" fill="hold" nodeType="clickEffect">
                                  <p:stCondLst>
                                    <p:cond delay="0"/>
                                  </p:stCondLst>
                                  <p:childTnLst>
                                    <p:set>
                                      <p:cBhvr>
                                        <p:cTn id="33" dur="1" fill="hold">
                                          <p:stCondLst>
                                            <p:cond delay="0"/>
                                          </p:stCondLst>
                                        </p:cTn>
                                        <p:tgtEl>
                                          <p:spTgt spid="71"/>
                                        </p:tgtEl>
                                        <p:attrNameLst>
                                          <p:attrName>style.visibility</p:attrName>
                                        </p:attrNameLst>
                                      </p:cBhvr>
                                      <p:to>
                                        <p:strVal val="visible"/>
                                      </p:to>
                                    </p:set>
                                    <p:animEffect transition="in" filter="barn(outHorizontal)">
                                      <p:cBhvr>
                                        <p:cTn id="34" dur="500"/>
                                        <p:tgtEl>
                                          <p:spTgt spid="71"/>
                                        </p:tgtEl>
                                      </p:cBhvr>
                                    </p:animEffect>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75"/>
                                        </p:tgtEl>
                                        <p:attrNameLst>
                                          <p:attrName>style.visibility</p:attrName>
                                        </p:attrNameLst>
                                      </p:cBhvr>
                                      <p:to>
                                        <p:strVal val="visible"/>
                                      </p:to>
                                    </p:set>
                                    <p:animEffect transition="in" filter="wipe(left)">
                                      <p:cBhvr>
                                        <p:cTn id="38" dur="750"/>
                                        <p:tgtEl>
                                          <p:spTgt spid="75"/>
                                        </p:tgtEl>
                                      </p:cBhvr>
                                    </p:animEffect>
                                  </p:childTnLst>
                                </p:cTn>
                              </p:par>
                              <p:par>
                                <p:cTn id="39" presetID="16" presetClass="entr" presetSubtype="42" fill="hold" nodeType="withEffect">
                                  <p:stCondLst>
                                    <p:cond delay="0"/>
                                  </p:stCondLst>
                                  <p:childTnLst>
                                    <p:set>
                                      <p:cBhvr>
                                        <p:cTn id="40" dur="1" fill="hold">
                                          <p:stCondLst>
                                            <p:cond delay="0"/>
                                          </p:stCondLst>
                                        </p:cTn>
                                        <p:tgtEl>
                                          <p:spTgt spid="82"/>
                                        </p:tgtEl>
                                        <p:attrNameLst>
                                          <p:attrName>style.visibility</p:attrName>
                                        </p:attrNameLst>
                                      </p:cBhvr>
                                      <p:to>
                                        <p:strVal val="visible"/>
                                      </p:to>
                                    </p:set>
                                    <p:animEffect transition="in" filter="barn(outHorizontal)">
                                      <p:cBhvr>
                                        <p:cTn id="41" dur="500"/>
                                        <p:tgtEl>
                                          <p:spTgt spid="82"/>
                                        </p:tgtEl>
                                      </p:cBhvr>
                                    </p:animEffect>
                                  </p:childTnLst>
                                </p:cTn>
                              </p:par>
                            </p:childTnLst>
                          </p:cTn>
                        </p:par>
                      </p:childTnLst>
                    </p:cTn>
                  </p:par>
                  <p:par>
                    <p:cTn id="42" fill="hold" nodeType="clickPar">
                      <p:stCondLst>
                        <p:cond delay="indefinite"/>
                      </p:stCondLst>
                      <p:childTnLst>
                        <p:par>
                          <p:cTn id="43" fill="hold" nodeType="after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blinds(horizontal)">
                                      <p:cBhvr>
                                        <p:cTn id="46" dur="500"/>
                                        <p:tgtEl>
                                          <p:spTgt spid="59"/>
                                        </p:tgtEl>
                                      </p:cBhvr>
                                    </p:animEffect>
                                  </p:childTnLst>
                                </p:cTn>
                              </p:par>
                            </p:childTnLst>
                          </p:cTn>
                        </p:par>
                        <p:par>
                          <p:cTn id="47" fill="hold" nodeType="afterGroup">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86"/>
                                        </p:tgtEl>
                                        <p:attrNameLst>
                                          <p:attrName>style.visibility</p:attrName>
                                        </p:attrNameLst>
                                      </p:cBhvr>
                                      <p:to>
                                        <p:strVal val="visible"/>
                                      </p:to>
                                    </p:set>
                                    <p:animEffect transition="in" filter="wipe(left)">
                                      <p:cBhvr>
                                        <p:cTn id="50" dur="750"/>
                                        <p:tgtEl>
                                          <p:spTgt spid="86"/>
                                        </p:tgtEl>
                                      </p:cBhvr>
                                    </p:animEffect>
                                  </p:childTnLst>
                                </p:cTn>
                              </p:par>
                            </p:childTnLst>
                          </p:cTn>
                        </p:par>
                      </p:childTnLst>
                    </p:cTn>
                  </p:par>
                  <p:par>
                    <p:cTn id="51" fill="hold" nodeType="clickPar">
                      <p:stCondLst>
                        <p:cond delay="indefinite"/>
                      </p:stCondLst>
                      <p:childTnLst>
                        <p:par>
                          <p:cTn id="52" fill="hold" nodeType="after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blinds(horizontal)">
                                      <p:cBhvr>
                                        <p:cTn id="55" dur="500"/>
                                        <p:tgtEl>
                                          <p:spTgt spid="62"/>
                                        </p:tgtEl>
                                      </p:cBhvr>
                                    </p:animEffect>
                                  </p:childTnLst>
                                </p:cTn>
                              </p:par>
                            </p:childTnLst>
                          </p:cTn>
                        </p:par>
                      </p:childTnLst>
                    </p:cTn>
                  </p:par>
                  <p:par>
                    <p:cTn id="56" fill="hold" nodeType="clickPar">
                      <p:stCondLst>
                        <p:cond delay="indefinite"/>
                      </p:stCondLst>
                      <p:childTnLst>
                        <p:par>
                          <p:cTn id="57" fill="hold" nodeType="afterGroup">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61"/>
                                        </p:tgtEl>
                                        <p:attrNameLst>
                                          <p:attrName>style.visibility</p:attrName>
                                        </p:attrNameLst>
                                      </p:cBhvr>
                                      <p:to>
                                        <p:strVal val="visible"/>
                                      </p:to>
                                    </p:set>
                                    <p:animEffect transition="in" filter="blinds(horizontal)">
                                      <p:cBhvr>
                                        <p:cTn id="60" dur="500"/>
                                        <p:tgtEl>
                                          <p:spTgt spid="61"/>
                                        </p:tgtEl>
                                      </p:cBhvr>
                                    </p:animEffect>
                                  </p:childTnLst>
                                </p:cTn>
                              </p:par>
                            </p:childTnLst>
                          </p:cTn>
                        </p:par>
                      </p:childTnLst>
                    </p:cTn>
                  </p:par>
                  <p:par>
                    <p:cTn id="61" fill="hold" nodeType="clickPar">
                      <p:stCondLst>
                        <p:cond delay="indefinite"/>
                      </p:stCondLst>
                      <p:childTnLst>
                        <p:par>
                          <p:cTn id="62" fill="hold" nodeType="afterGroup">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blinds(horizontal)">
                                      <p:cBhvr>
                                        <p:cTn id="65" dur="500"/>
                                        <p:tgtEl>
                                          <p:spTgt spid="55"/>
                                        </p:tgtEl>
                                      </p:cBhvr>
                                    </p:animEffect>
                                  </p:childTnLst>
                                </p:cTn>
                              </p:par>
                            </p:childTnLst>
                          </p:cTn>
                        </p:par>
                      </p:childTnLst>
                    </p:cTn>
                  </p:par>
                  <p:par>
                    <p:cTn id="66" fill="hold" nodeType="clickPar">
                      <p:stCondLst>
                        <p:cond delay="indefinite"/>
                      </p:stCondLst>
                      <p:childTnLst>
                        <p:par>
                          <p:cTn id="67" fill="hold" nodeType="afterGroup">
                            <p:stCondLst>
                              <p:cond delay="0"/>
                            </p:stCondLst>
                            <p:childTnLst>
                              <p:par>
                                <p:cTn id="68" presetID="16" presetClass="entr" presetSubtype="42" fill="hold" nodeType="click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barn(outHorizontal)">
                                      <p:cBhvr>
                                        <p:cTn id="70" dur="500"/>
                                        <p:tgtEl>
                                          <p:spTgt spid="42"/>
                                        </p:tgtEl>
                                      </p:cBhvr>
                                    </p:animEffect>
                                  </p:childTnLst>
                                </p:cTn>
                              </p:par>
                            </p:childTnLst>
                          </p:cTn>
                        </p:par>
                      </p:childTnLst>
                    </p:cTn>
                  </p:par>
                  <p:par>
                    <p:cTn id="71" fill="hold" nodeType="clickPar">
                      <p:stCondLst>
                        <p:cond delay="indefinite"/>
                      </p:stCondLst>
                      <p:childTnLst>
                        <p:par>
                          <p:cTn id="72" fill="hold" nodeType="afterGroup">
                            <p:stCondLst>
                              <p:cond delay="0"/>
                            </p:stCondLst>
                            <p:childTnLst>
                              <p:par>
                                <p:cTn id="73" presetID="16" presetClass="entr" presetSubtype="21"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barn(inVertical)">
                                      <p:cBhvr>
                                        <p:cTn id="75" dur="500"/>
                                        <p:tgtEl>
                                          <p:spTgt spid="27"/>
                                        </p:tgtEl>
                                      </p:cBhvr>
                                    </p:animEffect>
                                  </p:childTnLst>
                                </p:cTn>
                              </p:par>
                            </p:childTnLst>
                          </p:cTn>
                        </p:par>
                      </p:childTnLst>
                    </p:cTn>
                  </p:par>
                  <p:par>
                    <p:cTn id="76" fill="hold" nodeType="clickPar">
                      <p:stCondLst>
                        <p:cond delay="indefinite"/>
                      </p:stCondLst>
                      <p:childTnLst>
                        <p:par>
                          <p:cTn id="77" fill="hold" nodeType="afterGroup">
                            <p:stCondLst>
                              <p:cond delay="0"/>
                            </p:stCondLst>
                            <p:childTnLst>
                              <p:par>
                                <p:cTn id="78" presetID="16" presetClass="entr" presetSubtype="21" fill="hold" grpId="0" nodeType="click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barn(inVertical)">
                                      <p:cBhvr>
                                        <p:cTn id="80" dur="500"/>
                                        <p:tgtEl>
                                          <p:spTgt spid="57"/>
                                        </p:tgtEl>
                                      </p:cBhvr>
                                    </p:animEffect>
                                  </p:childTnLst>
                                </p:cTn>
                              </p:par>
                            </p:childTnLst>
                          </p:cTn>
                        </p:par>
                      </p:childTnLst>
                    </p:cTn>
                  </p:par>
                  <p:par>
                    <p:cTn id="81" fill="hold" nodeType="clickPar">
                      <p:stCondLst>
                        <p:cond delay="indefinite"/>
                      </p:stCondLst>
                      <p:childTnLst>
                        <p:par>
                          <p:cTn id="82" fill="hold" nodeType="afterGroup">
                            <p:stCondLst>
                              <p:cond delay="0"/>
                            </p:stCondLst>
                            <p:childTnLst>
                              <p:par>
                                <p:cTn id="83" presetID="16" presetClass="entr" presetSubtype="21" fill="hold" grpId="0" nodeType="click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barn(inVertical)">
                                      <p:cBhvr>
                                        <p:cTn id="85" dur="500"/>
                                        <p:tgtEl>
                                          <p:spTgt spid="58"/>
                                        </p:tgtEl>
                                      </p:cBhvr>
                                    </p:animEffect>
                                  </p:childTnLst>
                                </p:cTn>
                              </p:par>
                            </p:childTnLst>
                          </p:cTn>
                        </p:par>
                      </p:childTnLst>
                    </p:cTn>
                  </p:par>
                  <p:par>
                    <p:cTn id="86" fill="hold" nodeType="clickPar">
                      <p:stCondLst>
                        <p:cond delay="indefinite"/>
                      </p:stCondLst>
                      <p:childTnLst>
                        <p:par>
                          <p:cTn id="87" fill="hold" nodeType="afterGroup">
                            <p:stCondLst>
                              <p:cond delay="0"/>
                            </p:stCondLst>
                            <p:childTnLst>
                              <p:par>
                                <p:cTn id="88" presetID="16" presetClass="entr" presetSubtype="42" fill="hold" nodeType="clickEffect">
                                  <p:stCondLst>
                                    <p:cond delay="0"/>
                                  </p:stCondLst>
                                  <p:childTnLst>
                                    <p:set>
                                      <p:cBhvr>
                                        <p:cTn id="89" dur="1" fill="hold">
                                          <p:stCondLst>
                                            <p:cond delay="0"/>
                                          </p:stCondLst>
                                        </p:cTn>
                                        <p:tgtEl>
                                          <p:spTgt spid="64"/>
                                        </p:tgtEl>
                                        <p:attrNameLst>
                                          <p:attrName>style.visibility</p:attrName>
                                        </p:attrNameLst>
                                      </p:cBhvr>
                                      <p:to>
                                        <p:strVal val="visible"/>
                                      </p:to>
                                    </p:set>
                                    <p:animEffect transition="in" filter="barn(outHorizontal)">
                                      <p:cBhvr>
                                        <p:cTn id="90" dur="500"/>
                                        <p:tgtEl>
                                          <p:spTgt spid="64"/>
                                        </p:tgtEl>
                                      </p:cBhvr>
                                    </p:animEffect>
                                  </p:childTnLst>
                                </p:cTn>
                              </p:par>
                            </p:childTnLst>
                          </p:cTn>
                        </p:par>
                        <p:par>
                          <p:cTn id="91" fill="hold" nodeType="afterGroup">
                            <p:stCondLst>
                              <p:cond delay="500"/>
                            </p:stCondLst>
                            <p:childTnLst>
                              <p:par>
                                <p:cTn id="92" presetID="22" presetClass="entr" presetSubtype="8" fill="hold" grpId="0" nodeType="afterEffect">
                                  <p:stCondLst>
                                    <p:cond delay="0"/>
                                  </p:stCondLst>
                                  <p:childTnLst>
                                    <p:set>
                                      <p:cBhvr>
                                        <p:cTn id="93" dur="1" fill="hold">
                                          <p:stCondLst>
                                            <p:cond delay="0"/>
                                          </p:stCondLst>
                                        </p:cTn>
                                        <p:tgtEl>
                                          <p:spTgt spid="70"/>
                                        </p:tgtEl>
                                        <p:attrNameLst>
                                          <p:attrName>style.visibility</p:attrName>
                                        </p:attrNameLst>
                                      </p:cBhvr>
                                      <p:to>
                                        <p:strVal val="visible"/>
                                      </p:to>
                                    </p:set>
                                    <p:animEffect transition="in" filter="wipe(left)">
                                      <p:cBhvr>
                                        <p:cTn id="94" dur="500"/>
                                        <p:tgtEl>
                                          <p:spTgt spid="70"/>
                                        </p:tgtEl>
                                      </p:cBhvr>
                                    </p:animEffect>
                                  </p:childTnLst>
                                </p:cTn>
                              </p:par>
                            </p:childTnLst>
                          </p:cTn>
                        </p:par>
                      </p:childTnLst>
                    </p:cTn>
                  </p:par>
                  <p:par>
                    <p:cTn id="95" fill="hold" nodeType="clickPar">
                      <p:stCondLst>
                        <p:cond delay="indefinite"/>
                      </p:stCondLst>
                      <p:childTnLst>
                        <p:par>
                          <p:cTn id="96" fill="hold" nodeType="afterGroup">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60"/>
                                        </p:tgtEl>
                                        <p:attrNameLst>
                                          <p:attrName>style.visibility</p:attrName>
                                        </p:attrNameLst>
                                      </p:cBhvr>
                                      <p:to>
                                        <p:strVal val="visible"/>
                                      </p:to>
                                    </p:set>
                                    <p:animEffect transition="in" filter="blinds(horizontal)">
                                      <p:cBhvr>
                                        <p:cTn id="9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54" grpId="0" animBg="1"/>
      <p:bldP spid="55" grpId="0" animBg="1"/>
      <p:bldP spid="56" grpId="0" animBg="1"/>
      <p:bldP spid="57" grpId="0" animBg="1"/>
      <p:bldP spid="58" grpId="0" animBg="1"/>
      <p:bldP spid="59" grpId="0" animBg="1"/>
      <p:bldP spid="60" grpId="0" animBg="1"/>
      <p:bldP spid="61" grpId="0" animBg="1"/>
      <p:bldP spid="62" grpId="0" animBg="1"/>
      <p:bldP spid="70" grpId="0" animBg="1"/>
      <p:bldP spid="75" grpId="0" animBg="1"/>
      <p:bldP spid="8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FED32F67-810F-11E1-FE89-51BC62C8C1BE}"/>
              </a:ext>
            </a:extLst>
          </p:cNvPr>
          <p:cNvGrpSpPr/>
          <p:nvPr>
            <p:custDataLst>
              <p:tags r:id="rId1"/>
            </p:custDataLst>
          </p:nvPr>
        </p:nvGrpSpPr>
        <p:grpSpPr>
          <a:xfrm>
            <a:off x="693085" y="1816567"/>
            <a:ext cx="2723274" cy="2030229"/>
            <a:chOff x="693085" y="1816567"/>
            <a:chExt cx="2723274" cy="2030229"/>
          </a:xfrm>
        </p:grpSpPr>
        <p:grpSp>
          <p:nvGrpSpPr>
            <p:cNvPr id="19" name="组合 18">
              <a:extLst>
                <a:ext uri="{FF2B5EF4-FFF2-40B4-BE49-F238E27FC236}">
                  <a16:creationId xmlns:a16="http://schemas.microsoft.com/office/drawing/2014/main" id="{A0D84D34-A8C1-78F9-98AC-611E86F9910D}"/>
                </a:ext>
              </a:extLst>
            </p:cNvPr>
            <p:cNvGrpSpPr/>
            <p:nvPr>
              <p:custDataLst>
                <p:tags r:id="rId12"/>
              </p:custDataLst>
            </p:nvPr>
          </p:nvGrpSpPr>
          <p:grpSpPr>
            <a:xfrm>
              <a:off x="693085" y="1816567"/>
              <a:ext cx="2723274" cy="2030229"/>
              <a:chOff x="693085" y="1816567"/>
              <a:chExt cx="2723274" cy="2030229"/>
            </a:xfrm>
          </p:grpSpPr>
          <p:sp>
            <p:nvSpPr>
              <p:cNvPr id="10" name="L 形 9">
                <a:extLst>
                  <a:ext uri="{FF2B5EF4-FFF2-40B4-BE49-F238E27FC236}">
                    <a16:creationId xmlns:a16="http://schemas.microsoft.com/office/drawing/2014/main" id="{80715524-4DAD-B950-85FF-6C6D94576E29}"/>
                  </a:ext>
                </a:extLst>
              </p:cNvPr>
              <p:cNvSpPr/>
              <p:nvPr>
                <p:custDataLst>
                  <p:tags r:id="rId14"/>
                </p:custDataLst>
              </p:nvPr>
            </p:nvSpPr>
            <p:spPr>
              <a:xfrm rot="5400000">
                <a:off x="40681" y="2468972"/>
                <a:ext cx="1522671" cy="217861"/>
              </a:xfrm>
              <a:prstGeom prst="corner">
                <a:avLst>
                  <a:gd name="adj1" fmla="val 1000"/>
                  <a:gd name="adj2" fmla="val 1000"/>
                </a:avLst>
              </a:prstGeom>
              <a:ln>
                <a:solidFill>
                  <a:srgbClr val="2EA2CF"/>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1" name="任意多边形: 形状 10">
                <a:extLst>
                  <a:ext uri="{FF2B5EF4-FFF2-40B4-BE49-F238E27FC236}">
                    <a16:creationId xmlns:a16="http://schemas.microsoft.com/office/drawing/2014/main" id="{BF354845-70BD-F820-BE7E-F2A83ED08EF2}"/>
                  </a:ext>
                </a:extLst>
              </p:cNvPr>
              <p:cNvSpPr/>
              <p:nvPr>
                <p:custDataLst>
                  <p:tags r:id="rId15"/>
                </p:custDataLst>
              </p:nvPr>
            </p:nvSpPr>
            <p:spPr>
              <a:xfrm>
                <a:off x="693085"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0 w 2723274"/>
                  <a:gd name="connsiteY5"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3274" h="507557">
                    <a:moveTo>
                      <a:pt x="0" y="0"/>
                    </a:moveTo>
                    <a:lnTo>
                      <a:pt x="2596385" y="0"/>
                    </a:lnTo>
                    <a:lnTo>
                      <a:pt x="2723274" y="253779"/>
                    </a:lnTo>
                    <a:lnTo>
                      <a:pt x="2596385" y="507557"/>
                    </a:lnTo>
                    <a:lnTo>
                      <a:pt x="0" y="507557"/>
                    </a:lnTo>
                    <a:lnTo>
                      <a:pt x="0" y="0"/>
                    </a:lnTo>
                    <a:close/>
                  </a:path>
                </a:pathLst>
              </a:custGeom>
              <a:solidFill>
                <a:srgbClr val="2EA2CF"/>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52400" tIns="304800" rIns="215845" bIns="304800" numCol="1" spcCol="1270" anchor="ctr" anchorCtr="0">
                <a:noAutofit/>
              </a:bodyPr>
              <a:lstStyle/>
              <a:p>
                <a:pPr marL="0" lvl="0" indent="0" algn="ctr" defTabSz="1066800">
                  <a:lnSpc>
                    <a:spcPct val="90000"/>
                  </a:lnSpc>
                  <a:spcBef>
                    <a:spcPct val="0"/>
                  </a:spcBef>
                  <a:spcAft>
                    <a:spcPct val="35000"/>
                  </a:spcAft>
                  <a:buNone/>
                </a:pPr>
                <a:r>
                  <a:rPr lang="en-US" sz="2800" b="1" kern="1200">
                    <a:effectLst>
                      <a:outerShdw blurRad="50800" dist="38100" dir="2700000" algn="tl" rotWithShape="0">
                        <a:schemeClr val="tx1">
                          <a:alpha val="50000"/>
                        </a:schemeClr>
                      </a:outerShdw>
                    </a:effectLst>
                    <a:latin typeface="+mj-lt"/>
                  </a:rPr>
                  <a:t>01</a:t>
                </a:r>
              </a:p>
            </p:txBody>
          </p:sp>
        </p:grpSp>
        <p:sp>
          <p:nvSpPr>
            <p:cNvPr id="12" name="任意多边形: 形状 11">
              <a:extLst>
                <a:ext uri="{FF2B5EF4-FFF2-40B4-BE49-F238E27FC236}">
                  <a16:creationId xmlns:a16="http://schemas.microsoft.com/office/drawing/2014/main" id="{BF42CA25-163B-74EA-943A-F1E44077B5CF}"/>
                </a:ext>
              </a:extLst>
            </p:cNvPr>
            <p:cNvSpPr/>
            <p:nvPr>
              <p:custDataLst>
                <p:tags r:id="rId13"/>
              </p:custDataLst>
            </p:nvPr>
          </p:nvSpPr>
          <p:spPr>
            <a:xfrm>
              <a:off x="949073" y="1947285"/>
              <a:ext cx="2211298" cy="100731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lvl="0" indent="0" algn="ctr" defTabSz="1244600">
                <a:lnSpc>
                  <a:spcPts val="1500"/>
                </a:lnSpc>
                <a:spcBef>
                  <a:spcPct val="0"/>
                </a:spcBef>
                <a:spcAft>
                  <a:spcPct val="35000"/>
                </a:spcAft>
                <a:buNone/>
              </a:pPr>
              <a:r>
                <a:rPr lang="zh-CN" altLang="en-US" sz="2600" b="1" kern="1200">
                  <a:solidFill>
                    <a:srgbClr val="002060"/>
                  </a:solidFill>
                </a:rPr>
                <a:t>二力平衡</a:t>
              </a:r>
            </a:p>
          </p:txBody>
        </p:sp>
      </p:grpSp>
      <p:grpSp>
        <p:nvGrpSpPr>
          <p:cNvPr id="21" name="组合 20">
            <a:extLst>
              <a:ext uri="{FF2B5EF4-FFF2-40B4-BE49-F238E27FC236}">
                <a16:creationId xmlns:a16="http://schemas.microsoft.com/office/drawing/2014/main" id="{0C92CA93-FD50-595B-B8AC-6FDF8B734476}"/>
              </a:ext>
            </a:extLst>
          </p:cNvPr>
          <p:cNvGrpSpPr/>
          <p:nvPr>
            <p:custDataLst>
              <p:tags r:id="rId2"/>
            </p:custDataLst>
          </p:nvPr>
        </p:nvGrpSpPr>
        <p:grpSpPr>
          <a:xfrm>
            <a:off x="3334661" y="1645920"/>
            <a:ext cx="2723274" cy="2200876"/>
            <a:chOff x="3334661" y="1645920"/>
            <a:chExt cx="2723274" cy="2200876"/>
          </a:xfrm>
        </p:grpSpPr>
        <p:sp>
          <p:nvSpPr>
            <p:cNvPr id="13" name="L 形 12">
              <a:extLst>
                <a:ext uri="{FF2B5EF4-FFF2-40B4-BE49-F238E27FC236}">
                  <a16:creationId xmlns:a16="http://schemas.microsoft.com/office/drawing/2014/main" id="{6D655BED-CDB4-953A-0335-AC578434D53D}"/>
                </a:ext>
              </a:extLst>
            </p:cNvPr>
            <p:cNvSpPr/>
            <p:nvPr>
              <p:custDataLst>
                <p:tags r:id="rId9"/>
              </p:custDataLst>
            </p:nvPr>
          </p:nvSpPr>
          <p:spPr>
            <a:xfrm rot="5400000">
              <a:off x="2682256" y="2468972"/>
              <a:ext cx="1522671" cy="217861"/>
            </a:xfrm>
            <a:prstGeom prst="corner">
              <a:avLst>
                <a:gd name="adj1" fmla="val 1000"/>
                <a:gd name="adj2" fmla="val 1000"/>
              </a:avLst>
            </a:prstGeom>
            <a:ln>
              <a:solidFill>
                <a:srgbClr val="30CED4"/>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4" name="任意多边形: 形状 13">
              <a:extLst>
                <a:ext uri="{FF2B5EF4-FFF2-40B4-BE49-F238E27FC236}">
                  <a16:creationId xmlns:a16="http://schemas.microsoft.com/office/drawing/2014/main" id="{B6DE6EBF-C507-00EE-04E8-4AC06CE00B25}"/>
                </a:ext>
              </a:extLst>
            </p:cNvPr>
            <p:cNvSpPr/>
            <p:nvPr>
              <p:custDataLst>
                <p:tags r:id="rId10"/>
              </p:custDataLst>
            </p:nvPr>
          </p:nvSpPr>
          <p:spPr>
            <a:xfrm>
              <a:off x="3334661"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rgbClr val="30CED4"/>
            </a:solid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lvl="0" indent="0" algn="ctr" defTabSz="1066800">
                <a:lnSpc>
                  <a:spcPts val="3360"/>
                </a:lnSpc>
                <a:spcBef>
                  <a:spcPct val="0"/>
                </a:spcBef>
                <a:spcAft>
                  <a:spcPct val="35000"/>
                </a:spcAft>
                <a:buNone/>
              </a:pPr>
              <a:r>
                <a:rPr lang="en-US" sz="2800" b="1" kern="1200">
                  <a:effectLst>
                    <a:outerShdw blurRad="50800" dist="38100" dir="2700000" algn="tl" rotWithShape="0">
                      <a:schemeClr val="tx1">
                        <a:alpha val="50000"/>
                      </a:schemeClr>
                    </a:outerShdw>
                  </a:effectLst>
                  <a:latin typeface="+mj-lt"/>
                </a:rPr>
                <a:t>02</a:t>
              </a:r>
              <a:endParaRPr lang="ru-RU" sz="2800" b="1" kern="1200">
                <a:effectLst>
                  <a:outerShdw blurRad="50800" dist="38100" dir="2700000" algn="tl" rotWithShape="0">
                    <a:schemeClr val="tx1">
                      <a:alpha val="50000"/>
                    </a:schemeClr>
                  </a:outerShdw>
                </a:effectLst>
                <a:latin typeface="+mj-lt"/>
              </a:endParaRPr>
            </a:p>
          </p:txBody>
        </p:sp>
        <p:sp>
          <p:nvSpPr>
            <p:cNvPr id="15" name="任意多边形: 形状 14">
              <a:extLst>
                <a:ext uri="{FF2B5EF4-FFF2-40B4-BE49-F238E27FC236}">
                  <a16:creationId xmlns:a16="http://schemas.microsoft.com/office/drawing/2014/main" id="{D409B9FC-6DFF-8BE6-D806-FA36B9882149}"/>
                </a:ext>
              </a:extLst>
            </p:cNvPr>
            <p:cNvSpPr/>
            <p:nvPr>
              <p:custDataLst>
                <p:tags r:id="rId11"/>
              </p:custDataLst>
            </p:nvPr>
          </p:nvSpPr>
          <p:spPr>
            <a:xfrm>
              <a:off x="3552522" y="1645920"/>
              <a:ext cx="2211298" cy="1414271"/>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lvl="0" indent="0" algn="ctr" defTabSz="533400">
                <a:lnSpc>
                  <a:spcPts val="3360"/>
                </a:lnSpc>
                <a:spcBef>
                  <a:spcPct val="0"/>
                </a:spcBef>
                <a:spcAft>
                  <a:spcPct val="0"/>
                </a:spcAft>
                <a:buNone/>
              </a:pPr>
              <a:r>
                <a:rPr lang="zh-CN" altLang="en-US" sz="2600" b="1" kern="1200">
                  <a:solidFill>
                    <a:srgbClr val="002060"/>
                  </a:solidFill>
                  <a:latin typeface="+mn-lt"/>
                  <a:ea typeface="+mn-ea"/>
                  <a:cs typeface="+mn-cs"/>
                </a:rPr>
                <a:t>探究二力</a:t>
              </a:r>
            </a:p>
            <a:p>
              <a:pPr marL="0" lvl="0" indent="0" algn="ctr" defTabSz="533400">
                <a:lnSpc>
                  <a:spcPts val="3360"/>
                </a:lnSpc>
                <a:spcBef>
                  <a:spcPct val="0"/>
                </a:spcBef>
                <a:spcAft>
                  <a:spcPct val="0"/>
                </a:spcAft>
                <a:buNone/>
              </a:pPr>
              <a:r>
                <a:rPr lang="zh-CN" altLang="en-US" sz="2600" b="1" kern="1200">
                  <a:solidFill>
                    <a:srgbClr val="002060"/>
                  </a:solidFill>
                  <a:latin typeface="+mn-lt"/>
                  <a:ea typeface="+mn-ea"/>
                  <a:cs typeface="+mn-cs"/>
                </a:rPr>
                <a:t>平衡的条件</a:t>
              </a:r>
            </a:p>
          </p:txBody>
        </p:sp>
      </p:grpSp>
      <p:grpSp>
        <p:nvGrpSpPr>
          <p:cNvPr id="22" name="组合 21">
            <a:extLst>
              <a:ext uri="{FF2B5EF4-FFF2-40B4-BE49-F238E27FC236}">
                <a16:creationId xmlns:a16="http://schemas.microsoft.com/office/drawing/2014/main" id="{BB0D28AF-F859-B4FB-1D3F-030B6BED1894}"/>
              </a:ext>
            </a:extLst>
          </p:cNvPr>
          <p:cNvGrpSpPr/>
          <p:nvPr>
            <p:custDataLst>
              <p:tags r:id="rId3"/>
            </p:custDataLst>
          </p:nvPr>
        </p:nvGrpSpPr>
        <p:grpSpPr>
          <a:xfrm>
            <a:off x="5976236" y="1645920"/>
            <a:ext cx="2723274" cy="2200876"/>
            <a:chOff x="5976236" y="1645920"/>
            <a:chExt cx="2723274" cy="2200876"/>
          </a:xfrm>
        </p:grpSpPr>
        <p:sp>
          <p:nvSpPr>
            <p:cNvPr id="16" name="L 形 15">
              <a:extLst>
                <a:ext uri="{FF2B5EF4-FFF2-40B4-BE49-F238E27FC236}">
                  <a16:creationId xmlns:a16="http://schemas.microsoft.com/office/drawing/2014/main" id="{A7B39701-181C-1CDD-5CAB-9158740D2DB8}"/>
                </a:ext>
              </a:extLst>
            </p:cNvPr>
            <p:cNvSpPr/>
            <p:nvPr>
              <p:custDataLst>
                <p:tags r:id="rId6"/>
              </p:custDataLst>
            </p:nvPr>
          </p:nvSpPr>
          <p:spPr>
            <a:xfrm rot="5400000">
              <a:off x="5323831" y="2468972"/>
              <a:ext cx="1522671" cy="217861"/>
            </a:xfrm>
            <a:prstGeom prst="corner">
              <a:avLst>
                <a:gd name="adj1" fmla="val 1000"/>
                <a:gd name="adj2" fmla="val 1000"/>
              </a:avLst>
            </a:prstGeom>
            <a:ln>
              <a:solidFill>
                <a:schemeClr val="accent5"/>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7" name="任意多边形: 形状 16">
              <a:extLst>
                <a:ext uri="{FF2B5EF4-FFF2-40B4-BE49-F238E27FC236}">
                  <a16:creationId xmlns:a16="http://schemas.microsoft.com/office/drawing/2014/main" id="{C2FAD615-E2C7-4849-1B8D-00877A790117}"/>
                </a:ext>
              </a:extLst>
            </p:cNvPr>
            <p:cNvSpPr/>
            <p:nvPr>
              <p:custDataLst>
                <p:tags r:id="rId7"/>
              </p:custDataLst>
            </p:nvPr>
          </p:nvSpPr>
          <p:spPr>
            <a:xfrm>
              <a:off x="5976236"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chemeClr val="accent5"/>
            </a:solidFill>
            <a:ln>
              <a:solidFill>
                <a:schemeClr val="accent5"/>
              </a:solid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lvl="0" indent="0" algn="ctr" defTabSz="1066800">
                <a:lnSpc>
                  <a:spcPts val="3360"/>
                </a:lnSpc>
                <a:spcBef>
                  <a:spcPct val="0"/>
                </a:spcBef>
                <a:spcAft>
                  <a:spcPct val="35000"/>
                </a:spcAft>
                <a:buNone/>
              </a:pPr>
              <a:r>
                <a:rPr lang="en-US" sz="2800" b="1" kern="1200">
                  <a:effectLst>
                    <a:outerShdw blurRad="50800" dist="38100" dir="2700000" algn="tl" rotWithShape="0">
                      <a:schemeClr val="tx1">
                        <a:alpha val="50000"/>
                      </a:schemeClr>
                    </a:outerShdw>
                  </a:effectLst>
                  <a:latin typeface="+mj-lt"/>
                </a:rPr>
                <a:t>03</a:t>
              </a:r>
              <a:endParaRPr lang="ru-RU" sz="2800" b="1" kern="1200">
                <a:effectLst>
                  <a:outerShdw blurRad="50800" dist="38100" dir="2700000" algn="tl" rotWithShape="0">
                    <a:schemeClr val="tx1">
                      <a:alpha val="50000"/>
                    </a:schemeClr>
                  </a:outerShdw>
                </a:effectLst>
                <a:latin typeface="+mj-lt"/>
              </a:endParaRPr>
            </a:p>
          </p:txBody>
        </p:sp>
        <p:sp>
          <p:nvSpPr>
            <p:cNvPr id="18" name="任意多边形: 形状 17">
              <a:extLst>
                <a:ext uri="{FF2B5EF4-FFF2-40B4-BE49-F238E27FC236}">
                  <a16:creationId xmlns:a16="http://schemas.microsoft.com/office/drawing/2014/main" id="{0C3927E7-D405-48E6-8B4D-799ADABB973E}"/>
                </a:ext>
              </a:extLst>
            </p:cNvPr>
            <p:cNvSpPr/>
            <p:nvPr>
              <p:custDataLst>
                <p:tags r:id="rId8"/>
              </p:custDataLst>
            </p:nvPr>
          </p:nvSpPr>
          <p:spPr>
            <a:xfrm>
              <a:off x="6341154" y="1645920"/>
              <a:ext cx="2211298" cy="1308680"/>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lvl="0" indent="0" algn="ctr" defTabSz="533400">
                <a:lnSpc>
                  <a:spcPts val="3360"/>
                </a:lnSpc>
                <a:spcBef>
                  <a:spcPct val="0"/>
                </a:spcBef>
                <a:spcAft>
                  <a:spcPct val="0"/>
                </a:spcAft>
                <a:buNone/>
              </a:pPr>
              <a:r>
                <a:rPr lang="zh-CN" altLang="en-US" sz="2600" b="1" kern="1200">
                  <a:solidFill>
                    <a:srgbClr val="002060"/>
                  </a:solidFill>
                  <a:latin typeface="+mn-lt"/>
                  <a:ea typeface="+mn-ea"/>
                  <a:cs typeface="+mn-cs"/>
                </a:rPr>
                <a:t>二力平衡</a:t>
              </a:r>
            </a:p>
            <a:p>
              <a:pPr marL="0" lvl="0" indent="0" algn="ctr" defTabSz="533400">
                <a:lnSpc>
                  <a:spcPts val="3360"/>
                </a:lnSpc>
                <a:spcBef>
                  <a:spcPct val="0"/>
                </a:spcBef>
                <a:spcAft>
                  <a:spcPct val="0"/>
                </a:spcAft>
                <a:buNone/>
              </a:pPr>
              <a:r>
                <a:rPr lang="zh-CN" altLang="en-US" sz="2600" b="1" kern="1200">
                  <a:solidFill>
                    <a:srgbClr val="002060"/>
                  </a:solidFill>
                  <a:latin typeface="+mn-lt"/>
                  <a:ea typeface="+mn-ea"/>
                  <a:cs typeface="+mn-cs"/>
                </a:rPr>
                <a:t>条件的应用</a:t>
              </a:r>
              <a:endParaRPr lang="en-US" sz="2600" b="1" kern="1200">
                <a:solidFill>
                  <a:srgbClr val="002060"/>
                </a:solidFill>
                <a:latin typeface="+mn-lt"/>
                <a:ea typeface="+mn-ea"/>
                <a:cs typeface="+mn-cs"/>
              </a:endParaRPr>
            </a:p>
          </p:txBody>
        </p:sp>
      </p:grpSp>
      <p:sp>
        <p:nvSpPr>
          <p:cNvPr id="7" name="文本框 6">
            <a:extLst>
              <a:ext uri="{FF2B5EF4-FFF2-40B4-BE49-F238E27FC236}">
                <a16:creationId xmlns:a16="http://schemas.microsoft.com/office/drawing/2014/main" id="{B41E3B70-811F-0DC4-0328-C4582BF56289}"/>
              </a:ext>
            </a:extLst>
          </p:cNvPr>
          <p:cNvSpPr txBox="1"/>
          <p:nvPr>
            <p:custDataLst>
              <p:tags r:id="rId4"/>
            </p:custDataLst>
          </p:nvPr>
        </p:nvSpPr>
        <p:spPr>
          <a:xfrm>
            <a:off x="721994" y="885428"/>
            <a:ext cx="2211297" cy="508794"/>
          </a:xfrm>
          <a:prstGeom prst="rect">
            <a:avLst/>
          </a:prstGeom>
          <a:noFill/>
        </p:spPr>
        <p:txBody>
          <a:bodyPr wrap="square">
            <a:spAutoFit/>
          </a:bodyPr>
          <a:lstStyle/>
          <a:p>
            <a:pPr lvl="0">
              <a:lnSpc>
                <a:spcPts val="3600"/>
              </a:lnSpc>
              <a:defRPr/>
            </a:pPr>
            <a:r>
              <a:rPr kumimoji="0" lang="zh-CN" altLang="en-US"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本节知识点</a:t>
            </a:r>
            <a:endParaRPr lang="zh-CN" altLang="en-US" sz="24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7B94095E-64E0-CD10-04C1-5F08705EF1E6}"/>
              </a:ext>
            </a:extLst>
          </p:cNvPr>
          <p:cNvSpPr txBox="1"/>
          <p:nvPr>
            <p:custDataLst>
              <p:tags r:id="rId5"/>
            </p:custDataLst>
          </p:nvPr>
        </p:nvSpPr>
        <p:spPr>
          <a:xfrm>
            <a:off x="2245233" y="-36576"/>
            <a:ext cx="4509136" cy="508794"/>
          </a:xfrm>
          <a:prstGeom prst="rect">
            <a:avLst/>
          </a:prstGeom>
          <a:noFill/>
        </p:spPr>
        <p:txBody>
          <a:bodyPr wrap="square">
            <a:spAutoFit/>
          </a:bodyPr>
          <a:lstStyle/>
          <a:p>
            <a:pPr lvl="0" algn="ctr">
              <a:lnSpc>
                <a:spcPts val="3600"/>
              </a:lnSpc>
              <a:defRPr/>
            </a:pPr>
            <a:r>
              <a:rPr kumimoji="0" lang="zh-CN" altLang="en-US" sz="2300" b="1" i="0" u="none" strike="noStrike" kern="1200" cap="none" spc="0" normalizeH="0" baseline="0" noProof="0">
                <a:ln>
                  <a:noFill/>
                </a:ln>
                <a:solidFill>
                  <a:schemeClr val="bg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300" b="1" i="0" u="none" strike="noStrike" kern="1200" cap="none" spc="0" normalizeH="0" baseline="0" noProof="0">
                <a:ln>
                  <a:noFill/>
                </a:ln>
                <a:solidFill>
                  <a:schemeClr val="bg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3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8511642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750"/>
                                        <p:tgtEl>
                                          <p:spTgt spid="20"/>
                                        </p:tgtEl>
                                      </p:cBhvr>
                                    </p:animEffect>
                                  </p:childTnLst>
                                </p:cTn>
                              </p:par>
                            </p:childTnLst>
                          </p:cTn>
                        </p:par>
                        <p:par>
                          <p:cTn id="8" fill="hold" nodeType="afterGroup">
                            <p:stCondLst>
                              <p:cond delay="750"/>
                            </p:stCondLst>
                            <p:childTnLst>
                              <p:par>
                                <p:cTn id="9" presetID="2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down)">
                                      <p:cBhvr>
                                        <p:cTn id="11" dur="750"/>
                                        <p:tgtEl>
                                          <p:spTgt spid="21"/>
                                        </p:tgtEl>
                                      </p:cBhvr>
                                    </p:animEffect>
                                  </p:childTnLst>
                                </p:cTn>
                              </p:par>
                            </p:childTnLst>
                          </p:cTn>
                        </p:par>
                        <p:par>
                          <p:cTn id="12" fill="hold" nodeType="afterGroup">
                            <p:stCondLst>
                              <p:cond delay="1500"/>
                            </p:stCondLst>
                            <p:childTnLst>
                              <p:par>
                                <p:cTn id="13" presetID="22" presetClass="entr" presetSubtype="4"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down)">
                                      <p:cBhvr>
                                        <p:cTn id="15"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2F16638-1F34-25CD-5AA7-8B9E2A72108A}"/>
              </a:ext>
            </a:extLst>
          </p:cNvPr>
          <p:cNvSpPr txBox="1"/>
          <p:nvPr>
            <p:custDataLst>
              <p:tags r:id="rId1"/>
            </p:custDataLst>
          </p:nvPr>
        </p:nvSpPr>
        <p:spPr>
          <a:xfrm>
            <a:off x="401947" y="28391"/>
            <a:ext cx="1909719" cy="430887"/>
          </a:xfrm>
          <a:prstGeom prst="rect">
            <a:avLst/>
          </a:prstGeom>
          <a:noFill/>
        </p:spPr>
        <p:txBody>
          <a:bodyPr wrap="square">
            <a:spAutoFit/>
          </a:bodyPr>
          <a:lstStyle/>
          <a:p>
            <a:r>
              <a:rPr lang="zh-CN" altLang="en-US" sz="2200" b="1">
                <a:solidFill>
                  <a:schemeClr val="bg1"/>
                </a:solidFill>
                <a:latin typeface="微软雅黑" panose="020B0503020204020204" pitchFamily="34" charset="-122"/>
                <a:ea typeface="微软雅黑" panose="020B0503020204020204" pitchFamily="34" charset="-122"/>
              </a:rPr>
              <a:t>知识结构</a:t>
            </a:r>
          </a:p>
        </p:txBody>
      </p:sp>
      <p:sp>
        <p:nvSpPr>
          <p:cNvPr id="3" name="文本框 2">
            <a:extLst>
              <a:ext uri="{FF2B5EF4-FFF2-40B4-BE49-F238E27FC236}">
                <a16:creationId xmlns:a16="http://schemas.microsoft.com/office/drawing/2014/main" id="{A4C0399E-4FF3-B773-D56B-3E4421AB769B}"/>
              </a:ext>
            </a:extLst>
          </p:cNvPr>
          <p:cNvSpPr txBox="1"/>
          <p:nvPr>
            <p:custDataLst>
              <p:tags r:id="rId2"/>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grpSp>
        <p:nvGrpSpPr>
          <p:cNvPr id="31" name="组合 30">
            <a:extLst>
              <a:ext uri="{FF2B5EF4-FFF2-40B4-BE49-F238E27FC236}">
                <a16:creationId xmlns:a16="http://schemas.microsoft.com/office/drawing/2014/main" id="{026AD4FE-5363-1E97-CC93-9424BA0E80CD}"/>
              </a:ext>
            </a:extLst>
          </p:cNvPr>
          <p:cNvGrpSpPr/>
          <p:nvPr>
            <p:custDataLst>
              <p:tags r:id="rId3"/>
            </p:custDataLst>
          </p:nvPr>
        </p:nvGrpSpPr>
        <p:grpSpPr>
          <a:xfrm>
            <a:off x="2827228" y="908969"/>
            <a:ext cx="479777" cy="1040923"/>
            <a:chOff x="2703689" y="2466310"/>
            <a:chExt cx="549467" cy="793577"/>
          </a:xfrm>
        </p:grpSpPr>
        <p:grpSp>
          <p:nvGrpSpPr>
            <p:cNvPr id="32" name="组合 31">
              <a:extLst>
                <a:ext uri="{FF2B5EF4-FFF2-40B4-BE49-F238E27FC236}">
                  <a16:creationId xmlns:a16="http://schemas.microsoft.com/office/drawing/2014/main" id="{67A3B3A4-12AE-B517-E3A4-CDF53FEB8C71}"/>
                </a:ext>
              </a:extLst>
            </p:cNvPr>
            <p:cNvGrpSpPr/>
            <p:nvPr>
              <p:custDataLst>
                <p:tags r:id="rId25"/>
              </p:custDataLst>
            </p:nvPr>
          </p:nvGrpSpPr>
          <p:grpSpPr>
            <a:xfrm>
              <a:off x="2955631" y="2466310"/>
              <a:ext cx="297525" cy="793577"/>
              <a:chOff x="2901546" y="4138348"/>
              <a:chExt cx="243678" cy="780524"/>
            </a:xfrm>
          </p:grpSpPr>
          <p:cxnSp>
            <p:nvCxnSpPr>
              <p:cNvPr id="34" name="直接连接符 33">
                <a:extLst>
                  <a:ext uri="{FF2B5EF4-FFF2-40B4-BE49-F238E27FC236}">
                    <a16:creationId xmlns:a16="http://schemas.microsoft.com/office/drawing/2014/main" id="{EEBDC38E-2C1E-7AF8-736B-2FBE596FFA80}"/>
                  </a:ext>
                </a:extLst>
              </p:cNvPr>
              <p:cNvCxnSpPr/>
              <p:nvPr>
                <p:custDataLst>
                  <p:tags r:id="rId27"/>
                </p:custDataLst>
              </p:nvPr>
            </p:nvCxnSpPr>
            <p:spPr>
              <a:xfrm flipH="1">
                <a:off x="2901546" y="4138348"/>
                <a:ext cx="0" cy="780524"/>
              </a:xfrm>
              <a:prstGeom prst="line">
                <a:avLst/>
              </a:prstGeom>
              <a:noFill/>
              <a:ln w="12700" cap="flat" cmpd="sng" algn="ctr">
                <a:solidFill>
                  <a:srgbClr val="000000"/>
                </a:solidFill>
                <a:prstDash val="solid"/>
                <a:miter lim="800000"/>
              </a:ln>
              <a:effectLst/>
            </p:spPr>
          </p:cxnSp>
          <p:cxnSp>
            <p:nvCxnSpPr>
              <p:cNvPr id="35" name="直接连接符 34">
                <a:extLst>
                  <a:ext uri="{FF2B5EF4-FFF2-40B4-BE49-F238E27FC236}">
                    <a16:creationId xmlns:a16="http://schemas.microsoft.com/office/drawing/2014/main" id="{BA37B233-BF76-AA2F-F3A9-B322BAE465BE}"/>
                  </a:ext>
                </a:extLst>
              </p:cNvPr>
              <p:cNvCxnSpPr/>
              <p:nvPr>
                <p:custDataLst>
                  <p:tags r:id="rId28"/>
                </p:custDataLst>
              </p:nvPr>
            </p:nvCxnSpPr>
            <p:spPr>
              <a:xfrm>
                <a:off x="2901546" y="4915217"/>
                <a:ext cx="243678" cy="0"/>
              </a:xfrm>
              <a:prstGeom prst="line">
                <a:avLst/>
              </a:prstGeom>
              <a:noFill/>
              <a:ln w="12700" cap="flat" cmpd="sng" algn="ctr">
                <a:solidFill>
                  <a:srgbClr val="000000"/>
                </a:solidFill>
                <a:prstDash val="solid"/>
                <a:miter lim="800000"/>
              </a:ln>
              <a:effectLst/>
            </p:spPr>
          </p:cxnSp>
          <p:cxnSp>
            <p:nvCxnSpPr>
              <p:cNvPr id="36" name="直接连接符 35">
                <a:extLst>
                  <a:ext uri="{FF2B5EF4-FFF2-40B4-BE49-F238E27FC236}">
                    <a16:creationId xmlns:a16="http://schemas.microsoft.com/office/drawing/2014/main" id="{77D5161F-D776-05B3-53C4-E7E500689401}"/>
                  </a:ext>
                </a:extLst>
              </p:cNvPr>
              <p:cNvCxnSpPr/>
              <p:nvPr>
                <p:custDataLst>
                  <p:tags r:id="rId29"/>
                </p:custDataLst>
              </p:nvPr>
            </p:nvCxnSpPr>
            <p:spPr>
              <a:xfrm>
                <a:off x="2901546" y="4141268"/>
                <a:ext cx="243678" cy="0"/>
              </a:xfrm>
              <a:prstGeom prst="line">
                <a:avLst/>
              </a:prstGeom>
              <a:noFill/>
              <a:ln w="12700" cap="flat" cmpd="sng" algn="ctr">
                <a:solidFill>
                  <a:srgbClr val="000000"/>
                </a:solidFill>
                <a:prstDash val="solid"/>
                <a:miter lim="800000"/>
              </a:ln>
              <a:effectLst/>
            </p:spPr>
          </p:cxnSp>
        </p:grpSp>
        <p:cxnSp>
          <p:nvCxnSpPr>
            <p:cNvPr id="33" name="直接连接符 32">
              <a:extLst>
                <a:ext uri="{FF2B5EF4-FFF2-40B4-BE49-F238E27FC236}">
                  <a16:creationId xmlns:a16="http://schemas.microsoft.com/office/drawing/2014/main" id="{4857A296-5C5C-ED3B-945E-24EEB83ADFF8}"/>
                </a:ext>
              </a:extLst>
            </p:cNvPr>
            <p:cNvCxnSpPr/>
            <p:nvPr>
              <p:custDataLst>
                <p:tags r:id="rId26"/>
              </p:custDataLst>
            </p:nvPr>
          </p:nvCxnSpPr>
          <p:spPr>
            <a:xfrm>
              <a:off x="2703689" y="2863098"/>
              <a:ext cx="254336" cy="0"/>
            </a:xfrm>
            <a:prstGeom prst="line">
              <a:avLst/>
            </a:prstGeom>
            <a:noFill/>
            <a:ln w="12700" cap="flat" cmpd="sng" algn="ctr">
              <a:solidFill>
                <a:srgbClr val="000000"/>
              </a:solidFill>
              <a:prstDash val="solid"/>
              <a:miter lim="800000"/>
            </a:ln>
            <a:effectLst/>
          </p:spPr>
        </p:cxnSp>
      </p:grpSp>
      <p:sp>
        <p:nvSpPr>
          <p:cNvPr id="37" name="AutoShape 9">
            <a:extLst>
              <a:ext uri="{FF2B5EF4-FFF2-40B4-BE49-F238E27FC236}">
                <a16:creationId xmlns:a16="http://schemas.microsoft.com/office/drawing/2014/main" id="{E67E25FA-CC9F-5D99-1E85-CF2907B373CD}"/>
              </a:ext>
            </a:extLst>
          </p:cNvPr>
          <p:cNvSpPr/>
          <p:nvPr>
            <p:custDataLst>
              <p:tags r:id="rId4"/>
            </p:custDataLst>
          </p:nvPr>
        </p:nvSpPr>
        <p:spPr bwMode="auto">
          <a:xfrm>
            <a:off x="3894409" y="3982815"/>
            <a:ext cx="215375" cy="345480"/>
          </a:xfrm>
          <a:prstGeom prst="leftBrace">
            <a:avLst>
              <a:gd name="adj1" fmla="val 38823"/>
              <a:gd name="adj2" fmla="val 50000"/>
            </a:avLst>
          </a:prstGeom>
          <a:noFill/>
          <a:ln w="9525">
            <a:noFill/>
            <a:round/>
          </a:ln>
        </p:spPr>
        <p:txBody>
          <a:bodyPr>
            <a:spAutoFit/>
          </a:bodyPr>
          <a:lstStyle/>
          <a:p>
            <a:endParaRPr lang="zh-CN" altLang="en-US" sz="1344">
              <a:solidFill>
                <a:srgbClr val="000000"/>
              </a:solidFill>
              <a:latin typeface="Century Gothic" panose="020F0302020204030204"/>
              <a:ea typeface="宋体" panose="02010600030101010101" pitchFamily="2" charset="-122"/>
            </a:endParaRPr>
          </a:p>
        </p:txBody>
      </p:sp>
      <p:sp>
        <p:nvSpPr>
          <p:cNvPr id="38" name="AutoShape 17">
            <a:extLst>
              <a:ext uri="{FF2B5EF4-FFF2-40B4-BE49-F238E27FC236}">
                <a16:creationId xmlns:a16="http://schemas.microsoft.com/office/drawing/2014/main" id="{406B784B-B7AF-5206-CA7E-822E602957C2}"/>
              </a:ext>
            </a:extLst>
          </p:cNvPr>
          <p:cNvSpPr/>
          <p:nvPr>
            <p:custDataLst>
              <p:tags r:id="rId5"/>
            </p:custDataLst>
          </p:nvPr>
        </p:nvSpPr>
        <p:spPr bwMode="auto">
          <a:xfrm>
            <a:off x="976574" y="1421956"/>
            <a:ext cx="318937" cy="2912485"/>
          </a:xfrm>
          <a:prstGeom prst="leftBrace">
            <a:avLst>
              <a:gd name="adj1" fmla="val 62761"/>
              <a:gd name="adj2" fmla="val 50000"/>
            </a:avLst>
          </a:prstGeom>
          <a:noFill/>
          <a:ln w="19050" cap="flat" cmpd="sng" algn="ctr">
            <a:solidFill>
              <a:srgbClr val="002060"/>
            </a:solidFill>
            <a:prstDash val="solid"/>
            <a:miter lim="800000"/>
          </a:ln>
          <a:effectLst/>
        </p:spPr>
        <p:txBody>
          <a:bodyPr wrap="none"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344" b="0" i="0" u="none" strike="noStrike" kern="0" cap="none" spc="0" normalizeH="0" baseline="0" noProof="0">
              <a:ln>
                <a:noFill/>
              </a:ln>
              <a:solidFill>
                <a:srgbClr val="000000"/>
              </a:solidFill>
              <a:effectLst/>
              <a:uLnTx/>
              <a:uFillTx/>
              <a:latin typeface="Calibri" pitchFamily="34" charset="0"/>
              <a:ea typeface="宋体" panose="02010600030101010101" pitchFamily="2" charset="-122"/>
              <a:cs typeface="+mn-cs"/>
              <a:sym typeface="Arial"/>
            </a:endParaRPr>
          </a:p>
        </p:txBody>
      </p:sp>
      <p:sp>
        <p:nvSpPr>
          <p:cNvPr id="39" name="矩形 38">
            <a:extLst>
              <a:ext uri="{FF2B5EF4-FFF2-40B4-BE49-F238E27FC236}">
                <a16:creationId xmlns:a16="http://schemas.microsoft.com/office/drawing/2014/main" id="{190F4C21-06F8-26AB-C983-A30EC34E513C}"/>
              </a:ext>
            </a:extLst>
          </p:cNvPr>
          <p:cNvSpPr/>
          <p:nvPr>
            <p:custDataLst>
              <p:tags r:id="rId6"/>
            </p:custDataLst>
          </p:nvPr>
        </p:nvSpPr>
        <p:spPr>
          <a:xfrm>
            <a:off x="3335857" y="2388715"/>
            <a:ext cx="4799746" cy="1040924"/>
          </a:xfrm>
          <a:prstGeom prst="rect">
            <a:avLst/>
          </a:prstGeom>
          <a:noFill/>
          <a:ln w="12700" cap="flat" cmpd="sng" algn="ctr">
            <a:noFill/>
            <a:prstDash val="solid"/>
            <a:miter lim="800000"/>
          </a:ln>
          <a:effectLst/>
        </p:spPr>
        <p:txBody>
          <a:bodyPr lIns="51308" tIns="25654" rIns="51308" bIns="25654" rtlCol="0" anchor="ctr"/>
          <a:lstStyle/>
          <a:p>
            <a:pPr marL="0" marR="0" lvl="0" indent="0" defTabSz="914400" eaLnBrk="1" fontAlgn="auto" latinLnBrk="0" hangingPunct="1">
              <a:lnSpc>
                <a:spcPts val="2800"/>
              </a:lnSpc>
              <a:spcBef>
                <a:spcPct val="0"/>
              </a:spcBef>
              <a:spcAft>
                <a:spcPct val="0"/>
              </a:spcAft>
              <a:buClrTx/>
              <a:buSzTx/>
              <a:buFontTx/>
              <a:buNone/>
              <a:defRPr/>
            </a:pPr>
            <a:r>
              <a:rPr kumimoji="0" lang="zh-CN" altLang="en-US" sz="2000" b="0" i="0" u="none" strike="noStrike" kern="0" cap="none" spc="0" normalizeH="0" baseline="0" noProof="0">
                <a:ln>
                  <a:noFill/>
                </a:ln>
                <a:solidFill>
                  <a:srgbClr val="000000"/>
                </a:solidFill>
                <a:effectLst/>
                <a:uLnTx/>
                <a:uFillTx/>
                <a:latin typeface="+mn-ea"/>
                <a:cs typeface="+mn-ea"/>
                <a:sym typeface="+mn-lt"/>
              </a:rPr>
              <a:t>当作用在</a:t>
            </a:r>
            <a:r>
              <a:rPr kumimoji="0" lang="zh-CN" altLang="en-US" sz="2000" b="0" i="0" u="none" strike="noStrike" kern="0" cap="none" spc="0" normalizeH="0" baseline="0" noProof="0">
                <a:ln>
                  <a:noFill/>
                </a:ln>
                <a:solidFill>
                  <a:srgbClr val="C00000"/>
                </a:solidFill>
                <a:effectLst/>
                <a:uLnTx/>
                <a:uFillTx/>
                <a:latin typeface="+mn-ea"/>
                <a:cs typeface="+mn-ea"/>
                <a:sym typeface="+mn-lt"/>
              </a:rPr>
              <a:t>同一个物体</a:t>
            </a:r>
            <a:r>
              <a:rPr kumimoji="0" lang="zh-CN" altLang="en-US" sz="2000" b="0" i="0" u="none" strike="noStrike" kern="0" cap="none" spc="0" normalizeH="0" baseline="0" noProof="0">
                <a:ln>
                  <a:noFill/>
                </a:ln>
                <a:solidFill>
                  <a:srgbClr val="000000"/>
                </a:solidFill>
                <a:effectLst/>
                <a:uLnTx/>
                <a:uFillTx/>
                <a:latin typeface="+mn-ea"/>
                <a:cs typeface="+mn-ea"/>
                <a:sym typeface="+mn-lt"/>
              </a:rPr>
              <a:t>上的两个力</a:t>
            </a:r>
            <a:r>
              <a:rPr kumimoji="0" lang="zh-CN" altLang="en-US" sz="2000" b="0" i="0" u="none" strike="noStrike" kern="0" cap="none" spc="0" normalizeH="0" baseline="0" noProof="0">
                <a:ln>
                  <a:noFill/>
                </a:ln>
                <a:solidFill>
                  <a:srgbClr val="C00000"/>
                </a:solidFill>
                <a:effectLst/>
                <a:uLnTx/>
                <a:uFillTx/>
                <a:latin typeface="+mn-ea"/>
                <a:cs typeface="+mn-ea"/>
                <a:sym typeface="+mn-lt"/>
              </a:rPr>
              <a:t>大小相等</a:t>
            </a:r>
            <a:r>
              <a:rPr kumimoji="0" lang="zh-CN" altLang="en-US" sz="2000" b="0" i="0" u="none" strike="noStrike" kern="0" cap="none" spc="0" normalizeH="0" baseline="0" noProof="0">
                <a:ln>
                  <a:noFill/>
                </a:ln>
                <a:solidFill>
                  <a:srgbClr val="000000"/>
                </a:solidFill>
                <a:effectLst/>
                <a:uLnTx/>
                <a:uFillTx/>
                <a:latin typeface="+mn-ea"/>
                <a:cs typeface="+mn-ea"/>
                <a:sym typeface="+mn-lt"/>
              </a:rPr>
              <a:t>、</a:t>
            </a:r>
            <a:r>
              <a:rPr kumimoji="0" lang="zh-CN" altLang="en-US" sz="2000" b="0" i="0" u="none" strike="noStrike" kern="0" cap="none" spc="0" normalizeH="0" baseline="0" noProof="0">
                <a:ln>
                  <a:noFill/>
                </a:ln>
                <a:solidFill>
                  <a:srgbClr val="C00000"/>
                </a:solidFill>
                <a:effectLst/>
                <a:uLnTx/>
                <a:uFillTx/>
                <a:latin typeface="+mn-ea"/>
                <a:cs typeface="+mn-ea"/>
                <a:sym typeface="+mn-lt"/>
              </a:rPr>
              <a:t>方向相反</a:t>
            </a:r>
            <a:r>
              <a:rPr kumimoji="0" lang="zh-CN" altLang="en-US" sz="2000" b="0" i="0" u="none" strike="noStrike" kern="0" cap="none" spc="0" normalizeH="0" baseline="0" noProof="0">
                <a:ln>
                  <a:noFill/>
                </a:ln>
                <a:solidFill>
                  <a:srgbClr val="000000"/>
                </a:solidFill>
                <a:effectLst/>
                <a:uLnTx/>
                <a:uFillTx/>
                <a:latin typeface="+mn-ea"/>
                <a:cs typeface="+mn-ea"/>
                <a:sym typeface="+mn-lt"/>
              </a:rPr>
              <a:t>且作用在</a:t>
            </a:r>
            <a:r>
              <a:rPr kumimoji="0" lang="zh-CN" altLang="en-US" sz="2000" b="0" i="0" u="none" strike="noStrike" kern="0" cap="none" spc="0" normalizeH="0" baseline="0" noProof="0">
                <a:ln>
                  <a:noFill/>
                </a:ln>
                <a:solidFill>
                  <a:srgbClr val="C00000"/>
                </a:solidFill>
                <a:effectLst/>
                <a:uLnTx/>
                <a:uFillTx/>
                <a:latin typeface="+mn-ea"/>
                <a:cs typeface="+mn-ea"/>
                <a:sym typeface="+mn-lt"/>
              </a:rPr>
              <a:t>同一直线</a:t>
            </a:r>
            <a:r>
              <a:rPr kumimoji="0" lang="zh-CN" altLang="en-US" sz="2000" b="0" i="0" u="none" strike="noStrike" kern="0" cap="none" spc="0" normalizeH="0" baseline="0" noProof="0">
                <a:ln>
                  <a:noFill/>
                </a:ln>
                <a:solidFill>
                  <a:srgbClr val="000000"/>
                </a:solidFill>
                <a:effectLst/>
                <a:uLnTx/>
                <a:uFillTx/>
                <a:latin typeface="+mn-ea"/>
                <a:cs typeface="+mn-ea"/>
                <a:sym typeface="+mn-lt"/>
              </a:rPr>
              <a:t>上时，这两个力才能平衡，这就是二力平衡的条件。</a:t>
            </a:r>
          </a:p>
        </p:txBody>
      </p:sp>
      <p:sp>
        <p:nvSpPr>
          <p:cNvPr id="40" name="Rectangle 12">
            <a:extLst>
              <a:ext uri="{FF2B5EF4-FFF2-40B4-BE49-F238E27FC236}">
                <a16:creationId xmlns:a16="http://schemas.microsoft.com/office/drawing/2014/main" id="{7B9134DC-8BE9-7317-90B8-C913BF150C58}"/>
              </a:ext>
            </a:extLst>
          </p:cNvPr>
          <p:cNvSpPr>
            <a:spLocks noChangeArrowheads="1"/>
          </p:cNvSpPr>
          <p:nvPr>
            <p:custDataLst>
              <p:tags r:id="rId7"/>
            </p:custDataLst>
          </p:nvPr>
        </p:nvSpPr>
        <p:spPr bwMode="auto">
          <a:xfrm>
            <a:off x="1315658" y="3922269"/>
            <a:ext cx="1555091" cy="707886"/>
          </a:xfrm>
          <a:prstGeom prst="rect">
            <a:avLst/>
          </a:prstGeom>
          <a:solidFill>
            <a:srgbClr val="FFC000"/>
          </a:solidFill>
          <a:ln w="9525">
            <a:solidFill>
              <a:srgbClr val="000000"/>
            </a:solidFill>
            <a:miter lim="800000"/>
          </a:ln>
        </p:spPr>
        <p:txBody>
          <a:bodyPr wrap="square">
            <a:spAutoFit/>
          </a:bodyPr>
          <a:lstStyle/>
          <a:p>
            <a:pPr marL="0" marR="0" lvl="0" indent="0" algn="ctr" defTabSz="914400" eaLnBrk="0" fontAlgn="auto" latinLnBrk="0" hangingPunct="0">
              <a:lnSpc>
                <a:spcPct val="100000"/>
              </a:lnSpc>
              <a:spcBef>
                <a:spcPct val="0"/>
              </a:spcBef>
              <a:spcAft>
                <a:spcPct val="0"/>
              </a:spcAft>
              <a:buClrTx/>
              <a:buSzTx/>
              <a:buFontTx/>
              <a:buNone/>
              <a:defRPr/>
            </a:pPr>
            <a:r>
              <a:rPr kumimoji="0" lang="zh-CN" altLang="en-US" sz="2000" b="0" i="0" u="none" strike="noStrike" kern="0" cap="none" spc="0" normalizeH="0" baseline="0" noProof="0">
                <a:ln>
                  <a:noFill/>
                </a:ln>
                <a:solidFill>
                  <a:srgbClr val="000000"/>
                </a:solidFill>
                <a:effectLst/>
                <a:uLnTx/>
                <a:uFillTx/>
                <a:latin typeface="微软雅黑" panose="020B0503020204020204" pitchFamily="34" charset="-122"/>
              </a:rPr>
              <a:t>二力平衡</a:t>
            </a:r>
            <a:endParaRPr kumimoji="0" lang="en-US" altLang="zh-CN" sz="2000" b="0" i="0" u="none" strike="noStrike" kern="0" cap="none" spc="0" normalizeH="0" baseline="0" noProof="0">
              <a:ln>
                <a:noFill/>
              </a:ln>
              <a:solidFill>
                <a:srgbClr val="000000"/>
              </a:solidFill>
              <a:effectLst/>
              <a:uLnTx/>
              <a:uFillTx/>
              <a:latin typeface="微软雅黑" panose="020B0503020204020204" pitchFamily="34" charset="-122"/>
            </a:endParaRPr>
          </a:p>
          <a:p>
            <a:pPr marL="0" marR="0" lvl="0" indent="0" algn="ctr" defTabSz="914400" eaLnBrk="0" fontAlgn="auto" latinLnBrk="0" hangingPunct="0">
              <a:lnSpc>
                <a:spcPct val="100000"/>
              </a:lnSpc>
              <a:spcBef>
                <a:spcPct val="0"/>
              </a:spcBef>
              <a:spcAft>
                <a:spcPct val="0"/>
              </a:spcAft>
              <a:buClrTx/>
              <a:buSzTx/>
              <a:buFontTx/>
              <a:buNone/>
              <a:defRPr/>
            </a:pPr>
            <a:r>
              <a:rPr kumimoji="0" lang="zh-CN" altLang="en-US" sz="2000" b="0" i="0" u="none" strike="noStrike" kern="0" cap="none" spc="0" normalizeH="0" baseline="0" noProof="0">
                <a:ln>
                  <a:noFill/>
                </a:ln>
                <a:solidFill>
                  <a:srgbClr val="000000"/>
                </a:solidFill>
                <a:effectLst/>
                <a:uLnTx/>
                <a:uFillTx/>
                <a:latin typeface="微软雅黑" panose="020B0503020204020204" pitchFamily="34" charset="-122"/>
              </a:rPr>
              <a:t>条件的应用</a:t>
            </a:r>
          </a:p>
        </p:txBody>
      </p:sp>
      <p:sp>
        <p:nvSpPr>
          <p:cNvPr id="41" name="Rectangle 12">
            <a:extLst>
              <a:ext uri="{FF2B5EF4-FFF2-40B4-BE49-F238E27FC236}">
                <a16:creationId xmlns:a16="http://schemas.microsoft.com/office/drawing/2014/main" id="{E2F9A21F-17CD-E75C-45A1-56E963B4C692}"/>
              </a:ext>
            </a:extLst>
          </p:cNvPr>
          <p:cNvSpPr>
            <a:spLocks noChangeArrowheads="1"/>
          </p:cNvSpPr>
          <p:nvPr>
            <p:custDataLst>
              <p:tags r:id="rId8"/>
            </p:custDataLst>
          </p:nvPr>
        </p:nvSpPr>
        <p:spPr bwMode="auto">
          <a:xfrm>
            <a:off x="3349622" y="3656824"/>
            <a:ext cx="3992671" cy="1140825"/>
          </a:xfrm>
          <a:prstGeom prst="rect">
            <a:avLst/>
          </a:prstGeom>
          <a:noFill/>
          <a:ln w="9525">
            <a:noFill/>
            <a:miter lim="800000"/>
          </a:ln>
        </p:spPr>
        <p:txBody>
          <a:bodyPr wrap="square">
            <a:spAutoFit/>
          </a:bodyPr>
          <a:lstStyle/>
          <a:p>
            <a:pPr eaLnBrk="0" hangingPunct="0">
              <a:lnSpc>
                <a:spcPts val="2800"/>
              </a:lnSpc>
            </a:pPr>
            <a:r>
              <a:rPr lang="en-US" altLang="zh-CN" sz="2000">
                <a:solidFill>
                  <a:srgbClr val="000000"/>
                </a:solidFill>
                <a:latin typeface="+mn-ea"/>
              </a:rPr>
              <a:t>①</a:t>
            </a:r>
            <a:r>
              <a:rPr lang="zh-CN" altLang="en-US" sz="2000">
                <a:solidFill>
                  <a:srgbClr val="000000"/>
                </a:solidFill>
                <a:latin typeface="+mn-ea"/>
              </a:rPr>
              <a:t>判断一对力是不是平衡力；</a:t>
            </a:r>
            <a:endParaRPr lang="en-US" altLang="zh-CN" sz="2000">
              <a:solidFill>
                <a:srgbClr val="000000"/>
              </a:solidFill>
              <a:latin typeface="+mn-ea"/>
            </a:endParaRPr>
          </a:p>
          <a:p>
            <a:pPr eaLnBrk="0" hangingPunct="0">
              <a:lnSpc>
                <a:spcPts val="2800"/>
              </a:lnSpc>
            </a:pPr>
            <a:r>
              <a:rPr lang="en-US" altLang="zh-CN" sz="2000">
                <a:solidFill>
                  <a:srgbClr val="000000"/>
                </a:solidFill>
                <a:latin typeface="+mn-ea"/>
              </a:rPr>
              <a:t>②</a:t>
            </a:r>
            <a:r>
              <a:rPr lang="zh-CN" altLang="en-US" sz="2000">
                <a:solidFill>
                  <a:srgbClr val="000000"/>
                </a:solidFill>
                <a:latin typeface="+mn-ea"/>
              </a:rPr>
              <a:t>确定另一个力的大小和方向；</a:t>
            </a:r>
            <a:endParaRPr lang="en-US" altLang="zh-CN" sz="2000">
              <a:solidFill>
                <a:srgbClr val="000000"/>
              </a:solidFill>
              <a:latin typeface="+mn-ea"/>
            </a:endParaRPr>
          </a:p>
          <a:p>
            <a:pPr eaLnBrk="0" hangingPunct="0">
              <a:lnSpc>
                <a:spcPts val="2800"/>
              </a:lnSpc>
            </a:pPr>
            <a:r>
              <a:rPr lang="zh-CN" altLang="en-US" sz="2000">
                <a:solidFill>
                  <a:srgbClr val="000000"/>
                </a:solidFill>
                <a:latin typeface="+mn-ea"/>
              </a:rPr>
              <a:t>③判断物体的运动状态。</a:t>
            </a:r>
          </a:p>
        </p:txBody>
      </p:sp>
      <p:sp>
        <p:nvSpPr>
          <p:cNvPr id="42" name="Text Box 14">
            <a:extLst>
              <a:ext uri="{FF2B5EF4-FFF2-40B4-BE49-F238E27FC236}">
                <a16:creationId xmlns:a16="http://schemas.microsoft.com/office/drawing/2014/main" id="{671826F7-1715-0000-2FFC-C0A5902FC004}"/>
              </a:ext>
            </a:extLst>
          </p:cNvPr>
          <p:cNvSpPr txBox="1">
            <a:spLocks noChangeArrowheads="1"/>
          </p:cNvSpPr>
          <p:nvPr>
            <p:custDataLst>
              <p:tags r:id="rId9"/>
            </p:custDataLst>
          </p:nvPr>
        </p:nvSpPr>
        <p:spPr bwMode="auto">
          <a:xfrm>
            <a:off x="417640" y="2226896"/>
            <a:ext cx="523220" cy="1429928"/>
          </a:xfrm>
          <a:prstGeom prst="rect">
            <a:avLst/>
          </a:prstGeom>
          <a:solidFill>
            <a:srgbClr val="FFFDFD">
              <a:lumMod val="90000"/>
            </a:srgbClr>
          </a:solidFill>
          <a:ln w="9525">
            <a:solidFill>
              <a:srgbClr val="000000"/>
            </a:solidFill>
            <a:miter lim="800000"/>
          </a:ln>
        </p:spPr>
        <p:txBody>
          <a:bodyPr vert="eaVert" wrap="square">
            <a:spAutoFit/>
          </a:bodyPr>
          <a:lstStyle/>
          <a:p>
            <a:pPr marL="0" marR="0" lvl="0" indent="0" defTabSz="914400" eaLnBrk="1" fontAlgn="auto" latinLnBrk="0" hangingPunct="1">
              <a:lnSpc>
                <a:spcPct val="100000"/>
              </a:lnSpc>
              <a:spcBef>
                <a:spcPct val="0"/>
              </a:spcBef>
              <a:spcAft>
                <a:spcPct val="0"/>
              </a:spcAft>
              <a:buClrTx/>
              <a:buSzTx/>
              <a:buFontTx/>
              <a:buNone/>
              <a:defRPr/>
            </a:pPr>
            <a:r>
              <a:rPr kumimoji="0" lang="zh-CN" altLang="en-US" sz="2200" b="1" i="0" u="none" strike="noStrike" kern="0" cap="none" spc="0" normalizeH="0" baseline="0" noProof="0">
                <a:ln>
                  <a:noFill/>
                </a:ln>
                <a:solidFill>
                  <a:srgbClr val="000000"/>
                </a:solidFill>
                <a:effectLst/>
                <a:uLnTx/>
                <a:uFillTx/>
                <a:latin typeface="微软雅黑" panose="020B0503020204020204" pitchFamily="34" charset="-122"/>
              </a:rPr>
              <a:t> 二力平衡</a:t>
            </a:r>
          </a:p>
        </p:txBody>
      </p:sp>
      <p:sp>
        <p:nvSpPr>
          <p:cNvPr id="43" name="文本框 42">
            <a:extLst>
              <a:ext uri="{FF2B5EF4-FFF2-40B4-BE49-F238E27FC236}">
                <a16:creationId xmlns:a16="http://schemas.microsoft.com/office/drawing/2014/main" id="{27686975-7A0E-FE6A-A4D7-9EABD47ECFE3}"/>
              </a:ext>
            </a:extLst>
          </p:cNvPr>
          <p:cNvSpPr txBox="1"/>
          <p:nvPr>
            <p:custDataLst>
              <p:tags r:id="rId10"/>
            </p:custDataLst>
          </p:nvPr>
        </p:nvSpPr>
        <p:spPr>
          <a:xfrm>
            <a:off x="3248751" y="661244"/>
            <a:ext cx="5389033" cy="1499898"/>
          </a:xfrm>
          <a:prstGeom prst="rect">
            <a:avLst/>
          </a:prstGeom>
          <a:noFill/>
          <a:ln>
            <a:noFill/>
          </a:ln>
        </p:spPr>
        <p:txBody>
          <a:bodyPr wrap="square" rtlCol="0">
            <a:spAutoFit/>
          </a:bodyPr>
          <a:lstStyle/>
          <a:p>
            <a:pPr>
              <a:lnSpc>
                <a:spcPts val="2800"/>
              </a:lnSpc>
            </a:pPr>
            <a:r>
              <a:rPr lang="zh-CN" altLang="en-US" sz="2000">
                <a:solidFill>
                  <a:srgbClr val="000000"/>
                </a:solidFill>
                <a:latin typeface="+mn-ea"/>
                <a:cs typeface="Times New Roman" panose="02020603050405020304" charset="0"/>
              </a:rPr>
              <a:t>①物体在几个力的作用下，保持</a:t>
            </a:r>
            <a:r>
              <a:rPr lang="zh-CN" altLang="en-US" sz="2000">
                <a:solidFill>
                  <a:srgbClr val="C00000"/>
                </a:solidFill>
                <a:latin typeface="+mn-ea"/>
                <a:cs typeface="Times New Roman" panose="02020603050405020304" charset="0"/>
              </a:rPr>
              <a:t>静止</a:t>
            </a:r>
            <a:r>
              <a:rPr lang="zh-CN" altLang="en-US" sz="2000">
                <a:solidFill>
                  <a:srgbClr val="000000"/>
                </a:solidFill>
                <a:latin typeface="+mn-ea"/>
                <a:cs typeface="Times New Roman" panose="02020603050405020304" charset="0"/>
              </a:rPr>
              <a:t>或做</a:t>
            </a:r>
            <a:r>
              <a:rPr lang="zh-CN" altLang="en-US" sz="2000">
                <a:solidFill>
                  <a:srgbClr val="C00000"/>
                </a:solidFill>
                <a:latin typeface="+mn-ea"/>
                <a:cs typeface="Times New Roman" panose="02020603050405020304" charset="0"/>
              </a:rPr>
              <a:t>匀速直线运动</a:t>
            </a:r>
            <a:r>
              <a:rPr lang="zh-CN" altLang="en-US" sz="2000">
                <a:solidFill>
                  <a:srgbClr val="000000"/>
                </a:solidFill>
                <a:latin typeface="+mn-ea"/>
                <a:cs typeface="Times New Roman" panose="02020603050405020304" charset="0"/>
              </a:rPr>
              <a:t>，该物体处于平衡状态。</a:t>
            </a:r>
            <a:endParaRPr lang="en-US" altLang="zh-CN" sz="2000">
              <a:solidFill>
                <a:srgbClr val="000000"/>
              </a:solidFill>
              <a:latin typeface="+mn-ea"/>
              <a:cs typeface="Times New Roman" panose="02020603050405020304" charset="0"/>
            </a:endParaRPr>
          </a:p>
          <a:p>
            <a:pPr>
              <a:lnSpc>
                <a:spcPts val="2800"/>
              </a:lnSpc>
            </a:pPr>
            <a:r>
              <a:rPr lang="zh-CN" altLang="en-US" sz="2000">
                <a:solidFill>
                  <a:srgbClr val="000000"/>
                </a:solidFill>
                <a:latin typeface="+mn-ea"/>
                <a:cs typeface="Times New Roman" panose="02020603050405020304" charset="0"/>
              </a:rPr>
              <a:t>②当物体在两个力的作用下处于平衡状态，我们就说这两个力相互平衡，简称二力平衡。</a:t>
            </a:r>
          </a:p>
        </p:txBody>
      </p:sp>
      <p:sp>
        <p:nvSpPr>
          <p:cNvPr id="44" name="Text Box 25">
            <a:extLst>
              <a:ext uri="{FF2B5EF4-FFF2-40B4-BE49-F238E27FC236}">
                <a16:creationId xmlns:a16="http://schemas.microsoft.com/office/drawing/2014/main" id="{D1EB5233-6534-564C-E26A-C91686633B50}"/>
              </a:ext>
            </a:extLst>
          </p:cNvPr>
          <p:cNvSpPr txBox="1">
            <a:spLocks noChangeArrowheads="1"/>
          </p:cNvSpPr>
          <p:nvPr>
            <p:custDataLst>
              <p:tags r:id="rId11"/>
            </p:custDataLst>
          </p:nvPr>
        </p:nvSpPr>
        <p:spPr bwMode="auto">
          <a:xfrm>
            <a:off x="1315658" y="1064023"/>
            <a:ext cx="1554913" cy="707886"/>
          </a:xfrm>
          <a:prstGeom prst="rect">
            <a:avLst/>
          </a:prstGeom>
          <a:solidFill>
            <a:srgbClr val="1973BF">
              <a:lumMod val="20000"/>
              <a:lumOff val="80000"/>
            </a:srgbClr>
          </a:solidFill>
          <a:ln w="9525">
            <a:solidFill>
              <a:srgbClr val="000000"/>
            </a:solidFill>
            <a:miter lim="800000"/>
          </a:ln>
        </p:spPr>
        <p:txBody>
          <a:bodyPr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a:noFill/>
                </a:ln>
                <a:effectLst/>
                <a:uLnTx/>
                <a:uFillTx/>
                <a:latin typeface="微软雅黑" panose="020B0503020204020204" pitchFamily="34" charset="-122"/>
              </a:rPr>
              <a:t>平衡力与</a:t>
            </a:r>
            <a:endParaRPr kumimoji="0" lang="en-US" altLang="zh-CN" sz="2000" b="0" i="0" u="none" strike="noStrike" kern="0" cap="none" spc="0" normalizeH="0" baseline="0" noProof="0">
              <a:ln>
                <a:noFill/>
              </a:ln>
              <a:effectLst/>
              <a:uLnTx/>
              <a:uFillTx/>
              <a:latin typeface="微软雅黑" panose="020B0503020204020204" pitchFamily="34" charset="-122"/>
            </a:endParaRPr>
          </a:p>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a:noFill/>
                </a:ln>
                <a:effectLst/>
                <a:uLnTx/>
                <a:uFillTx/>
                <a:latin typeface="微软雅黑" panose="020B0503020204020204" pitchFamily="34" charset="-122"/>
              </a:rPr>
              <a:t>平衡状态 </a:t>
            </a:r>
          </a:p>
        </p:txBody>
      </p:sp>
      <p:sp>
        <p:nvSpPr>
          <p:cNvPr id="45" name="Text Box 25">
            <a:extLst>
              <a:ext uri="{FF2B5EF4-FFF2-40B4-BE49-F238E27FC236}">
                <a16:creationId xmlns:a16="http://schemas.microsoft.com/office/drawing/2014/main" id="{92AFDC8E-BA8E-3B35-FCF9-DE9848FEF6EE}"/>
              </a:ext>
            </a:extLst>
          </p:cNvPr>
          <p:cNvSpPr txBox="1">
            <a:spLocks noChangeArrowheads="1"/>
          </p:cNvSpPr>
          <p:nvPr>
            <p:custDataLst>
              <p:tags r:id="rId12"/>
            </p:custDataLst>
          </p:nvPr>
        </p:nvSpPr>
        <p:spPr bwMode="auto">
          <a:xfrm>
            <a:off x="1315658" y="2554154"/>
            <a:ext cx="1554913" cy="707886"/>
          </a:xfrm>
          <a:prstGeom prst="rect">
            <a:avLst/>
          </a:prstGeom>
          <a:solidFill>
            <a:srgbClr val="B9EBDC"/>
          </a:solidFill>
          <a:ln w="9525">
            <a:solidFill>
              <a:srgbClr val="000000"/>
            </a:solidFill>
            <a:miter lim="800000"/>
          </a:ln>
        </p:spPr>
        <p:txBody>
          <a:bodyPr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a:noFill/>
                </a:ln>
                <a:effectLst/>
                <a:uLnTx/>
                <a:uFillTx/>
                <a:latin typeface="微软雅黑" panose="020B0503020204020204" pitchFamily="34" charset="-122"/>
              </a:rPr>
              <a:t>二力的</a:t>
            </a:r>
            <a:endParaRPr kumimoji="0" lang="en-US" altLang="zh-CN" sz="2000" b="0" i="0" u="none" strike="noStrike" kern="0" cap="none" spc="0" normalizeH="0" baseline="0" noProof="0">
              <a:ln>
                <a:noFill/>
              </a:ln>
              <a:effectLst/>
              <a:uLnTx/>
              <a:uFillTx/>
              <a:latin typeface="微软雅黑" panose="020B0503020204020204" pitchFamily="34" charset="-122"/>
            </a:endParaRPr>
          </a:p>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a:noFill/>
                </a:ln>
                <a:effectLst/>
                <a:uLnTx/>
                <a:uFillTx/>
                <a:latin typeface="微软雅黑" panose="020B0503020204020204" pitchFamily="34" charset="-122"/>
              </a:rPr>
              <a:t>平衡条件</a:t>
            </a:r>
          </a:p>
        </p:txBody>
      </p:sp>
      <p:grpSp>
        <p:nvGrpSpPr>
          <p:cNvPr id="46" name="组合 45">
            <a:extLst>
              <a:ext uri="{FF2B5EF4-FFF2-40B4-BE49-F238E27FC236}">
                <a16:creationId xmlns:a16="http://schemas.microsoft.com/office/drawing/2014/main" id="{664F2FFB-AD11-4BD0-0E66-B56182A95ED2}"/>
              </a:ext>
            </a:extLst>
          </p:cNvPr>
          <p:cNvGrpSpPr/>
          <p:nvPr>
            <p:custDataLst>
              <p:tags r:id="rId13"/>
            </p:custDataLst>
          </p:nvPr>
        </p:nvGrpSpPr>
        <p:grpSpPr>
          <a:xfrm>
            <a:off x="2861093" y="2527062"/>
            <a:ext cx="479777" cy="793577"/>
            <a:chOff x="2703689" y="2466310"/>
            <a:chExt cx="549467" cy="793577"/>
          </a:xfrm>
        </p:grpSpPr>
        <p:grpSp>
          <p:nvGrpSpPr>
            <p:cNvPr id="47" name="组合 46">
              <a:extLst>
                <a:ext uri="{FF2B5EF4-FFF2-40B4-BE49-F238E27FC236}">
                  <a16:creationId xmlns:a16="http://schemas.microsoft.com/office/drawing/2014/main" id="{105C411F-B2D5-BF21-2A1B-223C0222E563}"/>
                </a:ext>
              </a:extLst>
            </p:cNvPr>
            <p:cNvGrpSpPr/>
            <p:nvPr>
              <p:custDataLst>
                <p:tags r:id="rId20"/>
              </p:custDataLst>
            </p:nvPr>
          </p:nvGrpSpPr>
          <p:grpSpPr>
            <a:xfrm>
              <a:off x="2955631" y="2466310"/>
              <a:ext cx="297525" cy="793577"/>
              <a:chOff x="2901546" y="4138348"/>
              <a:chExt cx="243678" cy="780524"/>
            </a:xfrm>
          </p:grpSpPr>
          <p:cxnSp>
            <p:nvCxnSpPr>
              <p:cNvPr id="49" name="直接连接符 48">
                <a:extLst>
                  <a:ext uri="{FF2B5EF4-FFF2-40B4-BE49-F238E27FC236}">
                    <a16:creationId xmlns:a16="http://schemas.microsoft.com/office/drawing/2014/main" id="{78D62DBE-6F3F-4D3B-6944-DC5FAD85D961}"/>
                  </a:ext>
                </a:extLst>
              </p:cNvPr>
              <p:cNvCxnSpPr/>
              <p:nvPr>
                <p:custDataLst>
                  <p:tags r:id="rId22"/>
                </p:custDataLst>
              </p:nvPr>
            </p:nvCxnSpPr>
            <p:spPr>
              <a:xfrm flipH="1">
                <a:off x="2901546" y="4138348"/>
                <a:ext cx="0" cy="780524"/>
              </a:xfrm>
              <a:prstGeom prst="line">
                <a:avLst/>
              </a:prstGeom>
              <a:noFill/>
              <a:ln w="12700" cap="flat" cmpd="sng" algn="ctr">
                <a:solidFill>
                  <a:srgbClr val="000000"/>
                </a:solidFill>
                <a:prstDash val="solid"/>
                <a:miter lim="800000"/>
              </a:ln>
              <a:effectLst/>
            </p:spPr>
          </p:cxnSp>
          <p:cxnSp>
            <p:nvCxnSpPr>
              <p:cNvPr id="50" name="直接连接符 49">
                <a:extLst>
                  <a:ext uri="{FF2B5EF4-FFF2-40B4-BE49-F238E27FC236}">
                    <a16:creationId xmlns:a16="http://schemas.microsoft.com/office/drawing/2014/main" id="{6679859B-70DB-2EA2-F163-E3DCAB1A742F}"/>
                  </a:ext>
                </a:extLst>
              </p:cNvPr>
              <p:cNvCxnSpPr/>
              <p:nvPr>
                <p:custDataLst>
                  <p:tags r:id="rId23"/>
                </p:custDataLst>
              </p:nvPr>
            </p:nvCxnSpPr>
            <p:spPr>
              <a:xfrm>
                <a:off x="2901546" y="4915217"/>
                <a:ext cx="243678" cy="0"/>
              </a:xfrm>
              <a:prstGeom prst="line">
                <a:avLst/>
              </a:prstGeom>
              <a:noFill/>
              <a:ln w="12700" cap="flat" cmpd="sng" algn="ctr">
                <a:solidFill>
                  <a:srgbClr val="000000"/>
                </a:solidFill>
                <a:prstDash val="solid"/>
                <a:miter lim="800000"/>
              </a:ln>
              <a:effectLst/>
            </p:spPr>
          </p:cxnSp>
          <p:cxnSp>
            <p:nvCxnSpPr>
              <p:cNvPr id="51" name="直接连接符 50">
                <a:extLst>
                  <a:ext uri="{FF2B5EF4-FFF2-40B4-BE49-F238E27FC236}">
                    <a16:creationId xmlns:a16="http://schemas.microsoft.com/office/drawing/2014/main" id="{A13FD7F5-24CD-994E-8BD6-232F1D54D3C2}"/>
                  </a:ext>
                </a:extLst>
              </p:cNvPr>
              <p:cNvCxnSpPr/>
              <p:nvPr>
                <p:custDataLst>
                  <p:tags r:id="rId24"/>
                </p:custDataLst>
              </p:nvPr>
            </p:nvCxnSpPr>
            <p:spPr>
              <a:xfrm>
                <a:off x="2901546" y="4141268"/>
                <a:ext cx="243678" cy="0"/>
              </a:xfrm>
              <a:prstGeom prst="line">
                <a:avLst/>
              </a:prstGeom>
              <a:noFill/>
              <a:ln w="12700" cap="flat" cmpd="sng" algn="ctr">
                <a:solidFill>
                  <a:srgbClr val="000000"/>
                </a:solidFill>
                <a:prstDash val="solid"/>
                <a:miter lim="800000"/>
              </a:ln>
              <a:effectLst/>
            </p:spPr>
          </p:cxnSp>
        </p:grpSp>
        <p:cxnSp>
          <p:nvCxnSpPr>
            <p:cNvPr id="48" name="直接连接符 47">
              <a:extLst>
                <a:ext uri="{FF2B5EF4-FFF2-40B4-BE49-F238E27FC236}">
                  <a16:creationId xmlns:a16="http://schemas.microsoft.com/office/drawing/2014/main" id="{FC826C28-06A9-746D-0C6B-7AED01FB1242}"/>
                </a:ext>
              </a:extLst>
            </p:cNvPr>
            <p:cNvCxnSpPr/>
            <p:nvPr>
              <p:custDataLst>
                <p:tags r:id="rId21"/>
              </p:custDataLst>
            </p:nvPr>
          </p:nvCxnSpPr>
          <p:spPr>
            <a:xfrm>
              <a:off x="2703689" y="2863098"/>
              <a:ext cx="254336" cy="0"/>
            </a:xfrm>
            <a:prstGeom prst="line">
              <a:avLst/>
            </a:prstGeom>
            <a:noFill/>
            <a:ln w="12700" cap="flat" cmpd="sng" algn="ctr">
              <a:solidFill>
                <a:srgbClr val="000000"/>
              </a:solidFill>
              <a:prstDash val="solid"/>
              <a:miter lim="800000"/>
            </a:ln>
            <a:effectLst/>
          </p:spPr>
        </p:cxnSp>
      </p:grpSp>
      <p:grpSp>
        <p:nvGrpSpPr>
          <p:cNvPr id="52" name="组合 51">
            <a:extLst>
              <a:ext uri="{FF2B5EF4-FFF2-40B4-BE49-F238E27FC236}">
                <a16:creationId xmlns:a16="http://schemas.microsoft.com/office/drawing/2014/main" id="{D9E73ED0-F6E7-E9B7-A5F8-0C6DBAD295D6}"/>
              </a:ext>
            </a:extLst>
          </p:cNvPr>
          <p:cNvGrpSpPr/>
          <p:nvPr>
            <p:custDataLst>
              <p:tags r:id="rId14"/>
            </p:custDataLst>
          </p:nvPr>
        </p:nvGrpSpPr>
        <p:grpSpPr>
          <a:xfrm>
            <a:off x="2911043" y="3881701"/>
            <a:ext cx="479777" cy="793577"/>
            <a:chOff x="2703689" y="2466310"/>
            <a:chExt cx="549467" cy="793577"/>
          </a:xfrm>
        </p:grpSpPr>
        <p:grpSp>
          <p:nvGrpSpPr>
            <p:cNvPr id="53" name="组合 52">
              <a:extLst>
                <a:ext uri="{FF2B5EF4-FFF2-40B4-BE49-F238E27FC236}">
                  <a16:creationId xmlns:a16="http://schemas.microsoft.com/office/drawing/2014/main" id="{278B5696-D1BD-F980-4EFF-92E3BB37C62A}"/>
                </a:ext>
              </a:extLst>
            </p:cNvPr>
            <p:cNvGrpSpPr/>
            <p:nvPr>
              <p:custDataLst>
                <p:tags r:id="rId15"/>
              </p:custDataLst>
            </p:nvPr>
          </p:nvGrpSpPr>
          <p:grpSpPr>
            <a:xfrm>
              <a:off x="2955631" y="2466310"/>
              <a:ext cx="297525" cy="793577"/>
              <a:chOff x="2901546" y="4138348"/>
              <a:chExt cx="243678" cy="780524"/>
            </a:xfrm>
          </p:grpSpPr>
          <p:cxnSp>
            <p:nvCxnSpPr>
              <p:cNvPr id="55" name="直接连接符 54">
                <a:extLst>
                  <a:ext uri="{FF2B5EF4-FFF2-40B4-BE49-F238E27FC236}">
                    <a16:creationId xmlns:a16="http://schemas.microsoft.com/office/drawing/2014/main" id="{B3E3BF01-371B-7475-6E97-8F5F3EE82202}"/>
                  </a:ext>
                </a:extLst>
              </p:cNvPr>
              <p:cNvCxnSpPr/>
              <p:nvPr>
                <p:custDataLst>
                  <p:tags r:id="rId17"/>
                </p:custDataLst>
              </p:nvPr>
            </p:nvCxnSpPr>
            <p:spPr>
              <a:xfrm flipH="1">
                <a:off x="2901546" y="4138348"/>
                <a:ext cx="0" cy="780524"/>
              </a:xfrm>
              <a:prstGeom prst="line">
                <a:avLst/>
              </a:prstGeom>
              <a:noFill/>
              <a:ln w="12700" cap="flat" cmpd="sng" algn="ctr">
                <a:solidFill>
                  <a:srgbClr val="000000"/>
                </a:solidFill>
                <a:prstDash val="solid"/>
                <a:miter lim="800000"/>
              </a:ln>
              <a:effectLst/>
            </p:spPr>
          </p:cxnSp>
          <p:cxnSp>
            <p:nvCxnSpPr>
              <p:cNvPr id="56" name="直接连接符 55">
                <a:extLst>
                  <a:ext uri="{FF2B5EF4-FFF2-40B4-BE49-F238E27FC236}">
                    <a16:creationId xmlns:a16="http://schemas.microsoft.com/office/drawing/2014/main" id="{0886A3D2-D7DA-CEED-3D23-04B003A87E46}"/>
                  </a:ext>
                </a:extLst>
              </p:cNvPr>
              <p:cNvCxnSpPr/>
              <p:nvPr>
                <p:custDataLst>
                  <p:tags r:id="rId18"/>
                </p:custDataLst>
              </p:nvPr>
            </p:nvCxnSpPr>
            <p:spPr>
              <a:xfrm>
                <a:off x="2901546" y="4915217"/>
                <a:ext cx="243678" cy="0"/>
              </a:xfrm>
              <a:prstGeom prst="line">
                <a:avLst/>
              </a:prstGeom>
              <a:noFill/>
              <a:ln w="12700" cap="flat" cmpd="sng" algn="ctr">
                <a:solidFill>
                  <a:srgbClr val="000000"/>
                </a:solidFill>
                <a:prstDash val="solid"/>
                <a:miter lim="800000"/>
              </a:ln>
              <a:effectLst/>
            </p:spPr>
          </p:cxnSp>
          <p:cxnSp>
            <p:nvCxnSpPr>
              <p:cNvPr id="57" name="直接连接符 56">
                <a:extLst>
                  <a:ext uri="{FF2B5EF4-FFF2-40B4-BE49-F238E27FC236}">
                    <a16:creationId xmlns:a16="http://schemas.microsoft.com/office/drawing/2014/main" id="{5060CC4A-C7ED-8F34-091A-0D4949AD4660}"/>
                  </a:ext>
                </a:extLst>
              </p:cNvPr>
              <p:cNvCxnSpPr/>
              <p:nvPr>
                <p:custDataLst>
                  <p:tags r:id="rId19"/>
                </p:custDataLst>
              </p:nvPr>
            </p:nvCxnSpPr>
            <p:spPr>
              <a:xfrm>
                <a:off x="2901546" y="4141268"/>
                <a:ext cx="243678" cy="0"/>
              </a:xfrm>
              <a:prstGeom prst="line">
                <a:avLst/>
              </a:prstGeom>
              <a:noFill/>
              <a:ln w="12700" cap="flat" cmpd="sng" algn="ctr">
                <a:solidFill>
                  <a:srgbClr val="000000"/>
                </a:solidFill>
                <a:prstDash val="solid"/>
                <a:miter lim="800000"/>
              </a:ln>
              <a:effectLst/>
            </p:spPr>
          </p:cxnSp>
        </p:grpSp>
        <p:cxnSp>
          <p:nvCxnSpPr>
            <p:cNvPr id="54" name="直接连接符 53">
              <a:extLst>
                <a:ext uri="{FF2B5EF4-FFF2-40B4-BE49-F238E27FC236}">
                  <a16:creationId xmlns:a16="http://schemas.microsoft.com/office/drawing/2014/main" id="{2A28000B-0032-8260-E714-A60C6E60E376}"/>
                </a:ext>
              </a:extLst>
            </p:cNvPr>
            <p:cNvCxnSpPr/>
            <p:nvPr>
              <p:custDataLst>
                <p:tags r:id="rId16"/>
              </p:custDataLst>
            </p:nvPr>
          </p:nvCxnSpPr>
          <p:spPr>
            <a:xfrm>
              <a:off x="2703689" y="2863098"/>
              <a:ext cx="254336" cy="0"/>
            </a:xfrm>
            <a:prstGeom prst="line">
              <a:avLst/>
            </a:prstGeom>
            <a:noFill/>
            <a:ln w="12700" cap="flat" cmpd="sng" algn="ctr">
              <a:solidFill>
                <a:srgbClr val="000000"/>
              </a:solidFill>
              <a:prstDash val="solid"/>
              <a:miter lim="800000"/>
            </a:ln>
            <a:effectLst/>
          </p:spPr>
        </p:cxnSp>
      </p:grpSp>
    </p:spTree>
    <p:extLst>
      <p:ext uri="{BB962C8B-B14F-4D97-AF65-F5344CB8AC3E}">
        <p14:creationId xmlns:p14="http://schemas.microsoft.com/office/powerpoint/2010/main" val="7485474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750"/>
                                        <p:tgtEl>
                                          <p:spTgt spid="44"/>
                                        </p:tgtEl>
                                      </p:cBhvr>
                                    </p:animEffect>
                                  </p:childTnLst>
                                </p:cTn>
                              </p:par>
                            </p:childTnLst>
                          </p:cTn>
                        </p:par>
                        <p:par>
                          <p:cTn id="8" fill="hold" nodeType="afterGroup">
                            <p:stCondLst>
                              <p:cond delay="750"/>
                            </p:stCondLst>
                            <p:childTnLst>
                              <p:par>
                                <p:cTn id="9" presetID="16" presetClass="entr" presetSubtype="42"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barn(outHorizontal)">
                                      <p:cBhvr>
                                        <p:cTn id="11" dur="500"/>
                                        <p:tgtEl>
                                          <p:spTgt spid="31"/>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3">
                                            <p:txEl>
                                              <p:pRg st="0" end="0"/>
                                            </p:txEl>
                                          </p:spTgt>
                                        </p:tgtEl>
                                        <p:attrNameLst>
                                          <p:attrName>style.visibility</p:attrName>
                                        </p:attrNameLst>
                                      </p:cBhvr>
                                      <p:to>
                                        <p:strVal val="visible"/>
                                      </p:to>
                                    </p:set>
                                    <p:animEffect transition="in" filter="wipe(left)">
                                      <p:cBhvr>
                                        <p:cTn id="16" dur="1500"/>
                                        <p:tgtEl>
                                          <p:spTgt spid="43">
                                            <p:txEl>
                                              <p:pRg st="0" end="0"/>
                                            </p:txEl>
                                          </p:spTgt>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3">
                                            <p:txEl>
                                              <p:pRg st="1" end="1"/>
                                            </p:txEl>
                                          </p:spTgt>
                                        </p:tgtEl>
                                        <p:attrNameLst>
                                          <p:attrName>style.visibility</p:attrName>
                                        </p:attrNameLst>
                                      </p:cBhvr>
                                      <p:to>
                                        <p:strVal val="visible"/>
                                      </p:to>
                                    </p:set>
                                    <p:animEffect transition="in" filter="wipe(left)">
                                      <p:cBhvr>
                                        <p:cTn id="21" dur="1500"/>
                                        <p:tgtEl>
                                          <p:spTgt spid="43">
                                            <p:txEl>
                                              <p:pRg st="1" end="1"/>
                                            </p:txEl>
                                          </p:spTgt>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wipe(left)">
                                      <p:cBhvr>
                                        <p:cTn id="26" dur="750"/>
                                        <p:tgtEl>
                                          <p:spTgt spid="45"/>
                                        </p:tgtEl>
                                      </p:cBhvr>
                                    </p:animEffect>
                                  </p:childTnLst>
                                </p:cTn>
                              </p:par>
                            </p:childTnLst>
                          </p:cTn>
                        </p:par>
                        <p:par>
                          <p:cTn id="27" fill="hold" nodeType="afterGroup">
                            <p:stCondLst>
                              <p:cond delay="750"/>
                            </p:stCondLst>
                            <p:childTnLst>
                              <p:par>
                                <p:cTn id="28" presetID="16" presetClass="entr" presetSubtype="42" fill="hold" nodeType="after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barn(outHorizontal)">
                                      <p:cBhvr>
                                        <p:cTn id="30" dur="500"/>
                                        <p:tgtEl>
                                          <p:spTgt spid="46"/>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blinds(horizontal)">
                                      <p:cBhvr>
                                        <p:cTn id="35" dur="500"/>
                                        <p:tgtEl>
                                          <p:spTgt spid="39"/>
                                        </p:tgtEl>
                                      </p:cBhvr>
                                    </p:animEffect>
                                  </p:childTnLst>
                                </p:cTn>
                              </p:par>
                            </p:childTnLst>
                          </p:cTn>
                        </p:par>
                      </p:childTnLst>
                    </p:cTn>
                  </p:par>
                  <p:par>
                    <p:cTn id="36" fill="hold" nodeType="clickPar">
                      <p:stCondLst>
                        <p:cond delay="indefinite"/>
                      </p:stCondLst>
                      <p:childTnLst>
                        <p:par>
                          <p:cTn id="37" fill="hold" nodeType="after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blinds(horizontal)">
                                      <p:cBhvr>
                                        <p:cTn id="40" dur="500"/>
                                        <p:tgtEl>
                                          <p:spTgt spid="40"/>
                                        </p:tgtEl>
                                      </p:cBhvr>
                                    </p:animEffect>
                                  </p:childTnLst>
                                </p:cTn>
                              </p:par>
                            </p:childTnLst>
                          </p:cTn>
                        </p:par>
                        <p:par>
                          <p:cTn id="41" fill="hold" nodeType="afterGroup">
                            <p:stCondLst>
                              <p:cond delay="500"/>
                            </p:stCondLst>
                            <p:childTnLst>
                              <p:par>
                                <p:cTn id="42" presetID="16" presetClass="entr" presetSubtype="42" fill="hold" nodeType="after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barn(outHorizontal)">
                                      <p:cBhvr>
                                        <p:cTn id="44" dur="500"/>
                                        <p:tgtEl>
                                          <p:spTgt spid="52"/>
                                        </p:tgtEl>
                                      </p:cBhvr>
                                    </p:animEffect>
                                  </p:childTnLst>
                                </p:cTn>
                              </p:par>
                            </p:childTnLst>
                          </p:cTn>
                        </p:par>
                      </p:childTnLst>
                    </p:cTn>
                  </p:par>
                  <p:par>
                    <p:cTn id="45" fill="hold" nodeType="clickPar">
                      <p:stCondLst>
                        <p:cond delay="indefinite"/>
                      </p:stCondLst>
                      <p:childTnLst>
                        <p:par>
                          <p:cTn id="46" fill="hold" nodeType="afterGroup">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blinds(horizontal)">
                                      <p:cBhvr>
                                        <p:cTn id="49" dur="500"/>
                                        <p:tgtEl>
                                          <p:spTgt spid="41"/>
                                        </p:tgtEl>
                                      </p:cBhvr>
                                    </p:animEffect>
                                  </p:childTnLst>
                                </p:cTn>
                              </p:par>
                            </p:childTnLst>
                          </p:cTn>
                        </p:par>
                      </p:childTnLst>
                    </p:cTn>
                  </p:par>
                  <p:par>
                    <p:cTn id="50" fill="hold" nodeType="clickPar">
                      <p:stCondLst>
                        <p:cond delay="indefinite"/>
                      </p:stCondLst>
                      <p:childTnLst>
                        <p:par>
                          <p:cTn id="51" fill="hold" nodeType="afterGroup">
                            <p:stCondLst>
                              <p:cond delay="0"/>
                            </p:stCondLst>
                            <p:childTnLst>
                              <p:par>
                                <p:cTn id="52" presetID="16" presetClass="entr" presetSubtype="42" fill="hold" grpId="0" nodeType="click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barn(outHorizontal)">
                                      <p:cBhvr>
                                        <p:cTn id="54" dur="500"/>
                                        <p:tgtEl>
                                          <p:spTgt spid="38"/>
                                        </p:tgtEl>
                                      </p:cBhvr>
                                    </p:animEffect>
                                  </p:childTnLst>
                                </p:cTn>
                              </p:par>
                            </p:childTnLst>
                          </p:cTn>
                        </p:par>
                        <p:par>
                          <p:cTn id="55" fill="hold" nodeType="afterGroup">
                            <p:stCondLst>
                              <p:cond delay="500"/>
                            </p:stCondLst>
                            <p:childTnLst>
                              <p:par>
                                <p:cTn id="56" presetID="16" presetClass="entr" presetSubtype="42" fill="hold" grpId="0" nodeType="after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barn(outHorizontal)">
                                      <p:cBhvr>
                                        <p:cTn id="5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p:bldP spid="40" grpId="0" animBg="1"/>
      <p:bldP spid="41" grpId="0"/>
      <p:bldP spid="42" grpId="0" animBg="1"/>
      <p:bldP spid="44" grpId="0" animBg="1"/>
      <p:bldP spid="4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3DD8451-AC19-3CE7-8BE3-3FFB60168BCF}"/>
              </a:ext>
            </a:extLst>
          </p:cNvPr>
          <p:cNvSpPr txBox="1"/>
          <p:nvPr>
            <p:custDataLst>
              <p:tags r:id="rId1"/>
            </p:custDataLst>
          </p:nvPr>
        </p:nvSpPr>
        <p:spPr>
          <a:xfrm>
            <a:off x="168446" y="47174"/>
            <a:ext cx="4013410"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rPr>
              <a:t>知识点一、</a:t>
            </a:r>
            <a:r>
              <a:rPr lang="zh-CN" altLang="en-US" sz="2000">
                <a:solidFill>
                  <a:schemeClr val="bg1"/>
                </a:solidFill>
                <a:latin typeface="微软雅黑" panose="020B0503020204020204" pitchFamily="34" charset="-122"/>
                <a:ea typeface="微软雅黑" panose="020B0503020204020204" pitchFamily="34" charset="-122"/>
              </a:rPr>
              <a:t>平衡力和平衡状态</a:t>
            </a:r>
            <a:endPar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82698A2A-37FD-A169-2270-8DB6497223A5}"/>
              </a:ext>
            </a:extLst>
          </p:cNvPr>
          <p:cNvSpPr txBox="1"/>
          <p:nvPr>
            <p:custDataLst>
              <p:tags r:id="rId2"/>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
        <p:nvSpPr>
          <p:cNvPr id="5" name="文本框 4">
            <a:extLst>
              <a:ext uri="{FF2B5EF4-FFF2-40B4-BE49-F238E27FC236}">
                <a16:creationId xmlns:a16="http://schemas.microsoft.com/office/drawing/2014/main" id="{490A0548-D8C5-D4FE-56F0-5B652F924782}"/>
              </a:ext>
            </a:extLst>
          </p:cNvPr>
          <p:cNvSpPr txBox="1"/>
          <p:nvPr>
            <p:custDataLst>
              <p:tags r:id="rId3"/>
            </p:custDataLst>
          </p:nvPr>
        </p:nvSpPr>
        <p:spPr>
          <a:xfrm>
            <a:off x="834895" y="505859"/>
            <a:ext cx="7224219" cy="1958165"/>
          </a:xfrm>
          <a:prstGeom prst="rect">
            <a:avLst/>
          </a:prstGeom>
          <a:noFill/>
          <a:ln>
            <a:solidFill>
              <a:schemeClr val="bg1"/>
            </a:solidFill>
          </a:ln>
        </p:spPr>
        <p:txBody>
          <a:bodyPr wrap="square" rtlCol="0">
            <a:spAutoFit/>
          </a:bodyPr>
          <a:lstStyle/>
          <a:p>
            <a:pPr>
              <a:lnSpc>
                <a:spcPts val="3200"/>
              </a:lnSpc>
            </a:pPr>
            <a:r>
              <a:rPr lang="en-US" altLang="zh-CN" sz="2200">
                <a:solidFill>
                  <a:srgbClr val="002060"/>
                </a:solidFill>
                <a:cs typeface="Times New Roman" panose="02020603050405020304" charset="0"/>
              </a:rPr>
              <a:t>1.  </a:t>
            </a:r>
            <a:r>
              <a:rPr lang="zh-CN" altLang="en-US" sz="2200">
                <a:solidFill>
                  <a:srgbClr val="002060"/>
                </a:solidFill>
                <a:cs typeface="Times New Roman" panose="02020603050405020304" charset="0"/>
              </a:rPr>
              <a:t>平衡力与平衡状态</a:t>
            </a:r>
            <a:endParaRPr lang="en-US" altLang="zh-CN" sz="2200">
              <a:solidFill>
                <a:srgbClr val="002060"/>
              </a:solidFill>
              <a:latin typeface="Times New Roman"/>
              <a:ea typeface="微软雅黑"/>
              <a:cs typeface="Times New Roman" panose="02020603050405020304" charset="0"/>
            </a:endParaRPr>
          </a:p>
          <a:p>
            <a:pPr indent="457200">
              <a:lnSpc>
                <a:spcPts val="2900"/>
              </a:lnSpc>
            </a:pPr>
            <a:r>
              <a:rPr lang="zh-CN" altLang="en-US" sz="2000">
                <a:solidFill>
                  <a:srgbClr val="002060"/>
                </a:solidFill>
                <a:latin typeface="Times New Roman"/>
                <a:ea typeface="微软雅黑"/>
                <a:cs typeface="Times New Roman" panose="02020603050405020304" charset="0"/>
              </a:rPr>
              <a:t>  物体在几个力的作用下，保持静止或做匀速直线运动，该物体处于平衡状态。</a:t>
            </a:r>
            <a:endParaRPr lang="en-US" altLang="zh-CN" sz="2000">
              <a:solidFill>
                <a:srgbClr val="002060"/>
              </a:solidFill>
              <a:latin typeface="Times New Roman"/>
              <a:ea typeface="微软雅黑"/>
              <a:cs typeface="Times New Roman" panose="02020603050405020304" charset="0"/>
            </a:endParaRPr>
          </a:p>
          <a:p>
            <a:pPr indent="457200">
              <a:lnSpc>
                <a:spcPts val="2900"/>
              </a:lnSpc>
            </a:pPr>
            <a:r>
              <a:rPr lang="zh-CN" altLang="en-US" sz="2000">
                <a:solidFill>
                  <a:srgbClr val="002060"/>
                </a:solidFill>
                <a:latin typeface="Times New Roman"/>
                <a:ea typeface="微软雅黑"/>
                <a:cs typeface="Times New Roman" panose="02020603050405020304" charset="0"/>
              </a:rPr>
              <a:t>  当物体在两个力的作用下处于平衡状态，我们就说这两个力相互平衡，简称</a:t>
            </a:r>
            <a:r>
              <a:rPr lang="zh-CN" altLang="en-US" sz="2000">
                <a:solidFill>
                  <a:srgbClr val="FF0000"/>
                </a:solidFill>
                <a:latin typeface="Times New Roman"/>
                <a:ea typeface="微软雅黑"/>
                <a:cs typeface="Times New Roman" panose="02020603050405020304" charset="0"/>
              </a:rPr>
              <a:t>二力平衡</a:t>
            </a:r>
            <a:r>
              <a:rPr lang="zh-CN" altLang="en-US" sz="2000">
                <a:solidFill>
                  <a:srgbClr val="002060"/>
                </a:solidFill>
                <a:latin typeface="Times New Roman"/>
                <a:ea typeface="微软雅黑"/>
                <a:cs typeface="Times New Roman" panose="02020603050405020304" charset="0"/>
              </a:rPr>
              <a:t>。</a:t>
            </a:r>
          </a:p>
        </p:txBody>
      </p:sp>
      <p:sp>
        <p:nvSpPr>
          <p:cNvPr id="11" name="文本框 10">
            <a:extLst>
              <a:ext uri="{FF2B5EF4-FFF2-40B4-BE49-F238E27FC236}">
                <a16:creationId xmlns:a16="http://schemas.microsoft.com/office/drawing/2014/main" id="{4F882537-BD3D-CF36-6E05-BF729C794DFC}"/>
              </a:ext>
            </a:extLst>
          </p:cNvPr>
          <p:cNvSpPr txBox="1"/>
          <p:nvPr>
            <p:custDataLst>
              <p:tags r:id="rId4"/>
            </p:custDataLst>
          </p:nvPr>
        </p:nvSpPr>
        <p:spPr>
          <a:xfrm>
            <a:off x="875634" y="2465226"/>
            <a:ext cx="7213308" cy="457433"/>
          </a:xfrm>
          <a:prstGeom prst="rect">
            <a:avLst/>
          </a:prstGeom>
          <a:noFill/>
          <a:ln>
            <a:noFill/>
          </a:ln>
        </p:spPr>
        <p:txBody>
          <a:bodyPr wrap="square" rtlCol="0">
            <a:spAutoFit/>
          </a:bodyPr>
          <a:lstStyle/>
          <a:p>
            <a:pPr>
              <a:lnSpc>
                <a:spcPts val="3100"/>
              </a:lnSpc>
            </a:pPr>
            <a:r>
              <a:rPr lang="en-US" altLang="zh-CN" sz="2200">
                <a:solidFill>
                  <a:srgbClr val="002060"/>
                </a:solidFill>
                <a:latin typeface="Times New Roman"/>
                <a:cs typeface="Times New Roman" panose="02020603050405020304" charset="0"/>
              </a:rPr>
              <a:t>2.  </a:t>
            </a:r>
            <a:r>
              <a:rPr lang="zh-CN" altLang="en-US" sz="2200">
                <a:solidFill>
                  <a:srgbClr val="002060"/>
                </a:solidFill>
                <a:latin typeface="Times New Roman"/>
                <a:ea typeface="微软雅黑"/>
                <a:cs typeface="Times New Roman" panose="02020603050405020304" charset="0"/>
              </a:rPr>
              <a:t>平衡状态的两种情况</a:t>
            </a:r>
            <a:r>
              <a:rPr lang="zh-CN" altLang="en-US" sz="2200">
                <a:solidFill>
                  <a:srgbClr val="002060"/>
                </a:solidFill>
                <a:latin typeface="Times New Roman"/>
                <a:ea typeface="微软雅黑"/>
                <a:cs typeface="Times New Roman" panose="02020603050405020304" charset="0"/>
                <a:sym typeface="Wingdings" panose="05000000000000000000" pitchFamily="2" charset="2"/>
              </a:rPr>
              <a:t>：</a:t>
            </a:r>
            <a:r>
              <a:rPr lang="zh-CN" altLang="en-US" sz="2000">
                <a:solidFill>
                  <a:srgbClr val="002060"/>
                </a:solidFill>
                <a:latin typeface="Times New Roman"/>
                <a:ea typeface="微软雅黑"/>
                <a:cs typeface="Times New Roman" panose="02020603050405020304" charset="0"/>
              </a:rPr>
              <a:t>静止、匀速直线运动。</a:t>
            </a:r>
          </a:p>
        </p:txBody>
      </p:sp>
      <p:pic>
        <p:nvPicPr>
          <p:cNvPr id="12" name="图片 11">
            <a:extLst>
              <a:ext uri="{FF2B5EF4-FFF2-40B4-BE49-F238E27FC236}">
                <a16:creationId xmlns:a16="http://schemas.microsoft.com/office/drawing/2014/main" id="{C326CB43-E07F-2134-5918-231DCC3A0962}"/>
              </a:ext>
            </a:extLst>
          </p:cNvPr>
          <p:cNvPicPr>
            <a:picLocks noChangeAspect="1"/>
          </p:cNvPicPr>
          <p:nvPr>
            <p:custDataLst>
              <p:tags r:id="rId5"/>
            </p:custDataLst>
          </p:nvPr>
        </p:nvPicPr>
        <p:blipFill>
          <a:blip r:embed="rId16">
            <a:extLst>
              <a:ext uri="{BEBA8EAE-BF5A-486C-A8C5-ECC9F3942E4B}">
                <a14:imgProps xmlns:a14="http://schemas.microsoft.com/office/drawing/2010/main">
                  <a14:imgLayer r:embed="rId17">
                    <a14:imgEffect>
                      <a14:brightnessContrast bright="20000" contrast="-40000"/>
                    </a14:imgEffect>
                  </a14:imgLayer>
                </a14:imgProps>
              </a:ext>
            </a:extLst>
          </a:blip>
          <a:stretch>
            <a:fillRect/>
          </a:stretch>
        </p:blipFill>
        <p:spPr>
          <a:xfrm>
            <a:off x="5327835" y="3207161"/>
            <a:ext cx="2834353" cy="1001988"/>
          </a:xfrm>
          <a:prstGeom prst="rect">
            <a:avLst/>
          </a:prstGeom>
          <a:effectLst>
            <a:softEdge rad="31750"/>
          </a:effectLst>
        </p:spPr>
      </p:pic>
      <p:pic>
        <p:nvPicPr>
          <p:cNvPr id="13" name="图片 12">
            <a:extLst>
              <a:ext uri="{FF2B5EF4-FFF2-40B4-BE49-F238E27FC236}">
                <a16:creationId xmlns:a16="http://schemas.microsoft.com/office/drawing/2014/main" id="{CA08F71D-A54C-31FE-F0F7-87F253A1A2BC}"/>
              </a:ext>
            </a:extLst>
          </p:cNvPr>
          <p:cNvPicPr>
            <a:picLocks noChangeAspect="1"/>
          </p:cNvPicPr>
          <p:nvPr>
            <p:custDataLst>
              <p:tags r:id="rId6"/>
            </p:custDataLst>
          </p:nvPr>
        </p:nvPicPr>
        <p:blipFill>
          <a:blip r:embed="rId18"/>
          <a:stretch>
            <a:fillRect/>
          </a:stretch>
        </p:blipFill>
        <p:spPr>
          <a:xfrm>
            <a:off x="1954235" y="2874657"/>
            <a:ext cx="1192851" cy="2256143"/>
          </a:xfrm>
          <a:prstGeom prst="rect">
            <a:avLst/>
          </a:prstGeom>
        </p:spPr>
      </p:pic>
      <p:grpSp>
        <p:nvGrpSpPr>
          <p:cNvPr id="20" name="组合 19">
            <a:extLst>
              <a:ext uri="{FF2B5EF4-FFF2-40B4-BE49-F238E27FC236}">
                <a16:creationId xmlns:a16="http://schemas.microsoft.com/office/drawing/2014/main" id="{88FD2A90-B5D2-58DF-A8BD-BCD62FAB9894}"/>
              </a:ext>
            </a:extLst>
          </p:cNvPr>
          <p:cNvGrpSpPr/>
          <p:nvPr>
            <p:custDataLst>
              <p:tags r:id="rId7"/>
            </p:custDataLst>
          </p:nvPr>
        </p:nvGrpSpPr>
        <p:grpSpPr>
          <a:xfrm>
            <a:off x="4764137" y="3300715"/>
            <a:ext cx="3594075" cy="909292"/>
            <a:chOff x="1666864" y="3686368"/>
            <a:chExt cx="3594075" cy="909292"/>
          </a:xfrm>
        </p:grpSpPr>
        <p:sp>
          <p:nvSpPr>
            <p:cNvPr id="23" name="Line 19">
              <a:extLst>
                <a:ext uri="{FF2B5EF4-FFF2-40B4-BE49-F238E27FC236}">
                  <a16:creationId xmlns:a16="http://schemas.microsoft.com/office/drawing/2014/main" id="{801AC23E-6FEF-5565-E341-E56A15B355A3}"/>
                </a:ext>
              </a:extLst>
            </p:cNvPr>
            <p:cNvSpPr>
              <a:spLocks noChangeShapeType="1"/>
            </p:cNvSpPr>
            <p:nvPr>
              <p:custDataLst>
                <p:tags r:id="rId11"/>
              </p:custDataLst>
            </p:nvPr>
          </p:nvSpPr>
          <p:spPr bwMode="auto">
            <a:xfrm flipV="1">
              <a:off x="3579355" y="4174918"/>
              <a:ext cx="1382486" cy="14676"/>
            </a:xfrm>
            <a:prstGeom prst="line">
              <a:avLst/>
            </a:prstGeom>
            <a:noFill/>
            <a:ln w="76200">
              <a:solidFill>
                <a:srgbClr val="00B0F0"/>
              </a:solidFill>
              <a:round/>
              <a:tailEnd type="stealth" w="med" len="med"/>
            </a:ln>
            <a:effectLst/>
          </p:spPr>
          <p:txBody>
            <a:bodyPr wrap="none" anchor="ctr"/>
            <a:lstStyle/>
            <a:p>
              <a:endParaRPr lang="zh-CN" altLang="en-US" sz="1800"/>
            </a:p>
          </p:txBody>
        </p:sp>
        <p:sp>
          <p:nvSpPr>
            <p:cNvPr id="24" name="Text Box 20">
              <a:extLst>
                <a:ext uri="{FF2B5EF4-FFF2-40B4-BE49-F238E27FC236}">
                  <a16:creationId xmlns:a16="http://schemas.microsoft.com/office/drawing/2014/main" id="{CD5F9962-5897-D33F-CEB7-E6FC72C79184}"/>
                </a:ext>
              </a:extLst>
            </p:cNvPr>
            <p:cNvSpPr txBox="1">
              <a:spLocks noChangeArrowheads="1"/>
            </p:cNvSpPr>
            <p:nvPr>
              <p:custDataLst>
                <p:tags r:id="rId12"/>
              </p:custDataLst>
            </p:nvPr>
          </p:nvSpPr>
          <p:spPr bwMode="auto">
            <a:xfrm>
              <a:off x="4550488" y="4226328"/>
              <a:ext cx="710451" cy="369332"/>
            </a:xfrm>
            <a:prstGeom prst="rect">
              <a:avLst/>
            </a:prstGeom>
            <a:noFill/>
            <a:ln w="9525">
              <a:noFill/>
              <a:miter lim="800000"/>
            </a:ln>
            <a:effectLst/>
          </p:spPr>
          <p:txBody>
            <a:bodyPr wrap="none">
              <a:spAutoFit/>
            </a:bodyPr>
            <a:lstStyle/>
            <a:p>
              <a:r>
                <a:rPr kumimoji="1" lang="zh-CN" altLang="en-US" sz="1800">
                  <a:solidFill>
                    <a:srgbClr val="002060"/>
                  </a:solidFill>
                  <a:cs typeface="Times New Roman" panose="02020603050405020304" pitchFamily="18" charset="0"/>
                </a:rPr>
                <a:t>阻力</a:t>
              </a:r>
              <a:r>
                <a:rPr kumimoji="1" lang="en-US" altLang="zh-CN" sz="1800" i="1">
                  <a:solidFill>
                    <a:srgbClr val="002060"/>
                  </a:solidFill>
                  <a:cs typeface="Times New Roman" panose="02020603050405020304" pitchFamily="18" charset="0"/>
                </a:rPr>
                <a:t>f</a:t>
              </a:r>
              <a:endParaRPr kumimoji="1" lang="zh-CN" altLang="en-US" sz="1800" i="1">
                <a:solidFill>
                  <a:srgbClr val="002060"/>
                </a:solidFill>
                <a:cs typeface="Times New Roman" panose="02020603050405020304" pitchFamily="18" charset="0"/>
              </a:endParaRPr>
            </a:p>
          </p:txBody>
        </p:sp>
        <p:sp>
          <p:nvSpPr>
            <p:cNvPr id="25" name="Line 22">
              <a:extLst>
                <a:ext uri="{FF2B5EF4-FFF2-40B4-BE49-F238E27FC236}">
                  <a16:creationId xmlns:a16="http://schemas.microsoft.com/office/drawing/2014/main" id="{70DA2BF6-B74A-C27A-202C-3AF75001A155}"/>
                </a:ext>
              </a:extLst>
            </p:cNvPr>
            <p:cNvSpPr>
              <a:spLocks noChangeShapeType="1"/>
            </p:cNvSpPr>
            <p:nvPr>
              <p:custDataLst>
                <p:tags r:id="rId13"/>
              </p:custDataLst>
            </p:nvPr>
          </p:nvSpPr>
          <p:spPr bwMode="auto">
            <a:xfrm>
              <a:off x="2033582" y="4186328"/>
              <a:ext cx="1524000" cy="0"/>
            </a:xfrm>
            <a:prstGeom prst="line">
              <a:avLst/>
            </a:prstGeom>
            <a:noFill/>
            <a:ln w="76200">
              <a:solidFill>
                <a:srgbClr val="C00000"/>
              </a:solidFill>
              <a:round/>
              <a:headEnd type="stealth" w="med" len="med"/>
            </a:ln>
            <a:effectLst/>
          </p:spPr>
          <p:txBody>
            <a:bodyPr wrap="none" anchor="ctr"/>
            <a:lstStyle/>
            <a:p>
              <a:endParaRPr lang="zh-CN" altLang="en-US" sz="1800"/>
            </a:p>
          </p:txBody>
        </p:sp>
        <p:sp>
          <p:nvSpPr>
            <p:cNvPr id="26" name="Text Box 23">
              <a:extLst>
                <a:ext uri="{FF2B5EF4-FFF2-40B4-BE49-F238E27FC236}">
                  <a16:creationId xmlns:a16="http://schemas.microsoft.com/office/drawing/2014/main" id="{40C484AB-C0B3-B4CB-9F77-0C3B2BBF82EE}"/>
                </a:ext>
              </a:extLst>
            </p:cNvPr>
            <p:cNvSpPr txBox="1">
              <a:spLocks noChangeArrowheads="1"/>
            </p:cNvSpPr>
            <p:nvPr>
              <p:custDataLst>
                <p:tags r:id="rId14"/>
              </p:custDataLst>
            </p:nvPr>
          </p:nvSpPr>
          <p:spPr bwMode="auto">
            <a:xfrm>
              <a:off x="1666864" y="3686368"/>
              <a:ext cx="1018227" cy="369332"/>
            </a:xfrm>
            <a:prstGeom prst="rect">
              <a:avLst/>
            </a:prstGeom>
            <a:noFill/>
            <a:ln w="9525">
              <a:noFill/>
              <a:miter lim="800000"/>
            </a:ln>
            <a:effectLst/>
          </p:spPr>
          <p:txBody>
            <a:bodyPr wrap="none">
              <a:spAutoFit/>
            </a:bodyPr>
            <a:lstStyle/>
            <a:p>
              <a:r>
                <a:rPr kumimoji="1" lang="zh-CN" altLang="en-US" sz="1800">
                  <a:solidFill>
                    <a:srgbClr val="002060"/>
                  </a:solidFill>
                  <a:ea typeface="+mj-ea"/>
                  <a:cs typeface="Times New Roman" panose="02020603050405020304" pitchFamily="18" charset="0"/>
                </a:rPr>
                <a:t>牵引力</a:t>
              </a:r>
              <a:r>
                <a:rPr kumimoji="1" lang="en-US" altLang="zh-CN" sz="1800" i="1">
                  <a:solidFill>
                    <a:srgbClr val="002060"/>
                  </a:solidFill>
                  <a:ea typeface="+mj-ea"/>
                  <a:cs typeface="Times New Roman" panose="02020603050405020304" pitchFamily="18" charset="0"/>
                </a:rPr>
                <a:t>F</a:t>
              </a:r>
              <a:endParaRPr kumimoji="1" lang="zh-CN" altLang="en-US" sz="1800" i="1">
                <a:solidFill>
                  <a:srgbClr val="002060"/>
                </a:solidFill>
                <a:ea typeface="+mj-ea"/>
                <a:cs typeface="Times New Roman" panose="02020603050405020304" pitchFamily="18" charset="0"/>
              </a:endParaRPr>
            </a:p>
          </p:txBody>
        </p:sp>
      </p:grpSp>
      <p:sp>
        <p:nvSpPr>
          <p:cNvPr id="27" name="Oval 37">
            <a:extLst>
              <a:ext uri="{FF2B5EF4-FFF2-40B4-BE49-F238E27FC236}">
                <a16:creationId xmlns:a16="http://schemas.microsoft.com/office/drawing/2014/main" id="{09BB6C90-B781-22DC-8A76-E6AD0DE74176}"/>
              </a:ext>
            </a:extLst>
          </p:cNvPr>
          <p:cNvSpPr>
            <a:spLocks noChangeArrowheads="1"/>
          </p:cNvSpPr>
          <p:nvPr>
            <p:custDataLst>
              <p:tags r:id="rId8"/>
            </p:custDataLst>
          </p:nvPr>
        </p:nvSpPr>
        <p:spPr bwMode="auto">
          <a:xfrm>
            <a:off x="6600777" y="3729782"/>
            <a:ext cx="129268" cy="148317"/>
          </a:xfrm>
          <a:prstGeom prst="ellipse">
            <a:avLst/>
          </a:prstGeom>
          <a:solidFill>
            <a:srgbClr val="FFFF00"/>
          </a:solidFill>
          <a:ln w="9525">
            <a:solidFill>
              <a:srgbClr val="FFFF00"/>
            </a:solidFill>
            <a:miter lim="800000"/>
          </a:ln>
        </p:spPr>
        <p:txBody>
          <a:bodyPr wrap="none" anchor="ctr"/>
          <a:lstStyle/>
          <a:p>
            <a:endParaRPr lang="zh-CN" altLang="en-US">
              <a:latin typeface="Calibri" pitchFamily="34" charset="0"/>
            </a:endParaRPr>
          </a:p>
        </p:txBody>
      </p:sp>
      <p:sp>
        <p:nvSpPr>
          <p:cNvPr id="28" name="文本框 27">
            <a:extLst>
              <a:ext uri="{FF2B5EF4-FFF2-40B4-BE49-F238E27FC236}">
                <a16:creationId xmlns:a16="http://schemas.microsoft.com/office/drawing/2014/main" id="{9C490A99-DEC1-290A-51B5-271DFD3BD688}"/>
              </a:ext>
            </a:extLst>
          </p:cNvPr>
          <p:cNvSpPr txBox="1"/>
          <p:nvPr>
            <p:custDataLst>
              <p:tags r:id="rId9"/>
            </p:custDataLst>
          </p:nvPr>
        </p:nvSpPr>
        <p:spPr>
          <a:xfrm>
            <a:off x="5606509" y="4280042"/>
            <a:ext cx="2277003" cy="646331"/>
          </a:xfrm>
          <a:prstGeom prst="rect">
            <a:avLst/>
          </a:prstGeom>
          <a:noFill/>
          <a:ln>
            <a:noFill/>
          </a:ln>
        </p:spPr>
        <p:txBody>
          <a:bodyPr wrap="square" rtlCol="0">
            <a:spAutoFit/>
          </a:bodyPr>
          <a:lstStyle/>
          <a:p>
            <a:pPr algn="ctr"/>
            <a:r>
              <a:rPr lang="zh-CN" altLang="en-US" sz="1800">
                <a:solidFill>
                  <a:srgbClr val="002060"/>
                </a:solidFill>
                <a:latin typeface="Times New Roman"/>
                <a:ea typeface="微软雅黑"/>
                <a:cs typeface="Times New Roman" panose="02020603050405020304" charset="0"/>
              </a:rPr>
              <a:t>匀速直线飞行的</a:t>
            </a:r>
            <a:endParaRPr lang="en-US" altLang="zh-CN" sz="1800">
              <a:solidFill>
                <a:srgbClr val="002060"/>
              </a:solidFill>
              <a:latin typeface="Times New Roman"/>
              <a:ea typeface="微软雅黑"/>
              <a:cs typeface="Times New Roman" panose="02020603050405020304" charset="0"/>
            </a:endParaRPr>
          </a:p>
          <a:p>
            <a:pPr algn="ctr"/>
            <a:r>
              <a:rPr lang="zh-CN" altLang="en-US" sz="1800">
                <a:solidFill>
                  <a:srgbClr val="002060"/>
                </a:solidFill>
                <a:latin typeface="Times New Roman"/>
                <a:ea typeface="微软雅黑"/>
                <a:cs typeface="Times New Roman" panose="02020603050405020304" charset="0"/>
              </a:rPr>
              <a:t>飞机处于</a:t>
            </a:r>
            <a:r>
              <a:rPr lang="zh-CN" altLang="en-US" sz="1800">
                <a:solidFill>
                  <a:srgbClr val="C00000"/>
                </a:solidFill>
                <a:latin typeface="Times New Roman"/>
                <a:ea typeface="微软雅黑"/>
                <a:cs typeface="Times New Roman" panose="02020603050405020304" charset="0"/>
              </a:rPr>
              <a:t>平衡状态 </a:t>
            </a:r>
          </a:p>
        </p:txBody>
      </p:sp>
      <p:sp>
        <p:nvSpPr>
          <p:cNvPr id="29" name="文本框 28">
            <a:extLst>
              <a:ext uri="{FF2B5EF4-FFF2-40B4-BE49-F238E27FC236}">
                <a16:creationId xmlns:a16="http://schemas.microsoft.com/office/drawing/2014/main" id="{61CAF353-E685-5208-DCD3-16DA120D509B}"/>
              </a:ext>
            </a:extLst>
          </p:cNvPr>
          <p:cNvSpPr txBox="1"/>
          <p:nvPr>
            <p:custDataLst>
              <p:tags r:id="rId10"/>
            </p:custDataLst>
          </p:nvPr>
        </p:nvSpPr>
        <p:spPr>
          <a:xfrm>
            <a:off x="2665734" y="3562818"/>
            <a:ext cx="1816554" cy="646331"/>
          </a:xfrm>
          <a:prstGeom prst="rect">
            <a:avLst/>
          </a:prstGeom>
          <a:noFill/>
          <a:ln>
            <a:noFill/>
          </a:ln>
        </p:spPr>
        <p:txBody>
          <a:bodyPr wrap="square" rtlCol="0">
            <a:spAutoFit/>
          </a:bodyPr>
          <a:lstStyle/>
          <a:p>
            <a:pPr algn="ctr"/>
            <a:r>
              <a:rPr lang="zh-CN" altLang="en-US" sz="1800">
                <a:solidFill>
                  <a:srgbClr val="002060"/>
                </a:solidFill>
                <a:latin typeface="Times New Roman"/>
                <a:ea typeface="微软雅黑"/>
                <a:cs typeface="Times New Roman" panose="02020603050405020304" charset="0"/>
              </a:rPr>
              <a:t>静止的茶杯</a:t>
            </a:r>
            <a:endParaRPr lang="en-US" altLang="zh-CN" sz="1800">
              <a:solidFill>
                <a:srgbClr val="002060"/>
              </a:solidFill>
              <a:latin typeface="Times New Roman"/>
              <a:ea typeface="微软雅黑"/>
              <a:cs typeface="Times New Roman" panose="02020603050405020304" charset="0"/>
            </a:endParaRPr>
          </a:p>
          <a:p>
            <a:pPr algn="ctr"/>
            <a:r>
              <a:rPr lang="zh-CN" altLang="en-US" sz="1800">
                <a:solidFill>
                  <a:srgbClr val="002060"/>
                </a:solidFill>
                <a:latin typeface="Times New Roman"/>
                <a:ea typeface="微软雅黑"/>
                <a:cs typeface="Times New Roman" panose="02020603050405020304" charset="0"/>
              </a:rPr>
              <a:t>处于</a:t>
            </a:r>
            <a:r>
              <a:rPr lang="zh-CN" altLang="en-US" sz="1800">
                <a:solidFill>
                  <a:srgbClr val="C00000"/>
                </a:solidFill>
                <a:latin typeface="Times New Roman"/>
                <a:ea typeface="微软雅黑"/>
                <a:cs typeface="Times New Roman" panose="02020603050405020304" charset="0"/>
              </a:rPr>
              <a:t>平衡状态 </a:t>
            </a:r>
          </a:p>
        </p:txBody>
      </p:sp>
    </p:spTree>
    <p:extLst>
      <p:ext uri="{BB962C8B-B14F-4D97-AF65-F5344CB8AC3E}">
        <p14:creationId xmlns:p14="http://schemas.microsoft.com/office/powerpoint/2010/main" val="19642276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1250"/>
                                        <p:tgtEl>
                                          <p:spTgt spid="5">
                                            <p:txEl>
                                              <p:pRg st="0" end="0"/>
                                            </p:txEl>
                                          </p:spTgt>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1500"/>
                                        <p:tgtEl>
                                          <p:spTgt spid="5">
                                            <p:txEl>
                                              <p:pRg st="1" end="1"/>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1500"/>
                                        <p:tgtEl>
                                          <p:spTgt spid="5">
                                            <p:txEl>
                                              <p:pRg st="2" end="2"/>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outHorizontal)">
                                      <p:cBhvr>
                                        <p:cTn id="27" dur="500"/>
                                        <p:tgtEl>
                                          <p:spTgt spid="13"/>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barn(inVertical)">
                                      <p:cBhvr>
                                        <p:cTn id="32" dur="500"/>
                                        <p:tgtEl>
                                          <p:spTgt spid="29"/>
                                        </p:tgtEl>
                                      </p:cBhvr>
                                    </p:animEffect>
                                  </p:childTnLst>
                                </p:cTn>
                              </p:par>
                            </p:childTnLst>
                          </p:cTn>
                        </p:par>
                      </p:childTnLst>
                    </p:cTn>
                  </p:par>
                  <p:par>
                    <p:cTn id="33" fill="hold" nodeType="clickPar">
                      <p:stCondLst>
                        <p:cond delay="indefinite"/>
                      </p:stCondLst>
                      <p:childTnLst>
                        <p:par>
                          <p:cTn id="34" fill="hold" nodeType="after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barn(inVertical)">
                                      <p:cBhvr>
                                        <p:cTn id="40" dur="500"/>
                                        <p:tgtEl>
                                          <p:spTgt spid="27"/>
                                        </p:tgtEl>
                                      </p:cBhvr>
                                    </p:animEffect>
                                  </p:childTnLst>
                                </p:cTn>
                              </p:par>
                            </p:childTnLst>
                          </p:cTn>
                        </p:par>
                      </p:childTnLst>
                    </p:cTn>
                  </p:par>
                  <p:par>
                    <p:cTn id="41" fill="hold" nodeType="clickPar">
                      <p:stCondLst>
                        <p:cond delay="indefinite"/>
                      </p:stCondLst>
                      <p:childTnLst>
                        <p:par>
                          <p:cTn id="42" fill="hold" nodeType="afterGroup">
                            <p:stCondLst>
                              <p:cond delay="0"/>
                            </p:stCondLst>
                            <p:childTnLst>
                              <p:par>
                                <p:cTn id="43" presetID="16" presetClass="entr" presetSubtype="37"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barn(outVertical)">
                                      <p:cBhvr>
                                        <p:cTn id="45" dur="500"/>
                                        <p:tgtEl>
                                          <p:spTgt spid="20"/>
                                        </p:tgtEl>
                                      </p:cBhvr>
                                    </p:animEffect>
                                  </p:childTnLst>
                                </p:cTn>
                              </p:par>
                            </p:childTnLst>
                          </p:cTn>
                        </p:par>
                      </p:childTnLst>
                    </p:cTn>
                  </p:par>
                  <p:par>
                    <p:cTn id="46" fill="hold" nodeType="clickPar">
                      <p:stCondLst>
                        <p:cond delay="indefinite"/>
                      </p:stCondLst>
                      <p:childTnLst>
                        <p:par>
                          <p:cTn id="47" fill="hold" nodeType="afterGroup">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7" grpId="0" animBg="1"/>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B9C77BA-CFE9-2B9B-5DBC-EE0DEE22F36C}"/>
              </a:ext>
            </a:extLst>
          </p:cNvPr>
          <p:cNvPicPr>
            <a:picLocks noChangeAspect="1"/>
          </p:cNvPicPr>
          <p:nvPr>
            <p:custDataLst>
              <p:tags r:id="rId1"/>
            </p:custDataLst>
          </p:nvPr>
        </p:nvPicPr>
        <p:blipFill>
          <a:blip r:embed="rId7">
            <a:extLst>
              <a:ext uri="{BEBA8EAE-BF5A-486C-A8C5-ECC9F3942E4B}">
                <a14:imgProps xmlns:a14="http://schemas.microsoft.com/office/drawing/2010/main">
                  <a14:imgLayer r:embed="rId8">
                    <a14:imgEffect>
                      <a14:saturation sat="300000"/>
                    </a14:imgEffect>
                  </a14:imgLayer>
                </a14:imgProps>
              </a:ext>
            </a:extLst>
          </a:blip>
          <a:srcRect r="15687"/>
          <a:stretch>
            <a:fillRect/>
          </a:stretch>
        </p:blipFill>
        <p:spPr>
          <a:xfrm>
            <a:off x="6537113" y="1419835"/>
            <a:ext cx="2439043" cy="2454414"/>
          </a:xfrm>
          <a:prstGeom prst="rect">
            <a:avLst/>
          </a:prstGeom>
        </p:spPr>
      </p:pic>
      <p:sp>
        <p:nvSpPr>
          <p:cNvPr id="19" name="文本框 18">
            <a:extLst>
              <a:ext uri="{FF2B5EF4-FFF2-40B4-BE49-F238E27FC236}">
                <a16:creationId xmlns:a16="http://schemas.microsoft.com/office/drawing/2014/main" id="{5E5BF78C-AA39-5CD4-191E-6F6E49DAFBAF}"/>
              </a:ext>
            </a:extLst>
          </p:cNvPr>
          <p:cNvSpPr txBox="1"/>
          <p:nvPr>
            <p:custDataLst>
              <p:tags r:id="rId2"/>
            </p:custDataLst>
          </p:nvPr>
        </p:nvSpPr>
        <p:spPr>
          <a:xfrm>
            <a:off x="733915" y="670140"/>
            <a:ext cx="1416382" cy="400110"/>
          </a:xfrm>
          <a:prstGeom prst="rect">
            <a:avLst/>
          </a:prstGeom>
          <a:solidFill>
            <a:srgbClr val="B9EBDC"/>
          </a:solidFill>
          <a:ln>
            <a:solidFill>
              <a:srgbClr val="000000"/>
            </a:solidFill>
          </a:ln>
        </p:spPr>
        <p:txBody>
          <a:bodyPr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lang="zh-CN" altLang="en-US" sz="2000" kern="0">
                <a:solidFill>
                  <a:srgbClr val="000000"/>
                </a:solidFill>
                <a:latin typeface="微软雅黑" panose="020B0503020204020204" pitchFamily="34" charset="-122"/>
              </a:rPr>
              <a:t>设计实验</a:t>
            </a:r>
            <a:endParaRPr kumimoji="0" lang="zh-CN" altLang="en-US" sz="2000" b="0" i="0" u="none" strike="noStrike" kern="0" cap="none" spc="0" normalizeH="0" baseline="0" noProof="0">
              <a:ln>
                <a:noFill/>
              </a:ln>
              <a:solidFill>
                <a:srgbClr val="000000"/>
              </a:solidFill>
              <a:effectLst/>
              <a:uLnTx/>
              <a:uFillTx/>
              <a:latin typeface="Century Gothic" panose="020F0302020204030204"/>
              <a:ea typeface="宋体" panose="02010600030101010101" pitchFamily="2" charset="-122"/>
            </a:endParaRPr>
          </a:p>
        </p:txBody>
      </p:sp>
      <p:sp>
        <p:nvSpPr>
          <p:cNvPr id="12" name="Text Box 7">
            <a:extLst>
              <a:ext uri="{FF2B5EF4-FFF2-40B4-BE49-F238E27FC236}">
                <a16:creationId xmlns:a16="http://schemas.microsoft.com/office/drawing/2014/main" id="{CF15AF44-2890-9367-17AC-2347C9A2F594}"/>
              </a:ext>
            </a:extLst>
          </p:cNvPr>
          <p:cNvSpPr/>
          <p:nvPr>
            <p:custDataLst>
              <p:tags r:id="rId3"/>
            </p:custDataLst>
          </p:nvPr>
        </p:nvSpPr>
        <p:spPr>
          <a:xfrm>
            <a:off x="662272" y="1144756"/>
            <a:ext cx="6002688" cy="3336554"/>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indent="457200">
              <a:lnSpc>
                <a:spcPts val="3200"/>
              </a:lnSpc>
            </a:pPr>
            <a:r>
              <a:rPr lang="zh-CN" altLang="en-US" sz="2100" spc="-4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如图所示，将系于卡片两个对角的线分别跨过支架上的滑轮。</a:t>
            </a:r>
            <a:endParaRPr lang="en-US" altLang="zh-CN" sz="2100" spc="-4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ts val="3200"/>
              </a:lnSpc>
            </a:pPr>
            <a:r>
              <a:rPr lang="zh-CN" altLang="en-US" sz="2100" spc="-4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以小卡片为研究对象，其重力可忽略不计。用钩码通过两根细线对小卡片施加拉力。</a:t>
            </a:r>
            <a:endParaRPr lang="en-US" altLang="zh-CN" sz="2100" spc="-4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ts val="3200"/>
              </a:lnSpc>
            </a:pPr>
            <a:r>
              <a:rPr lang="zh-CN" altLang="en-US" sz="2100" spc="-4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en-US" sz="2100" spc="-4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控制变量法</a:t>
            </a:r>
            <a:r>
              <a:rPr lang="zh-CN" altLang="en-US" sz="2100" spc="-4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2100" spc="-4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反证法</a:t>
            </a:r>
            <a:r>
              <a:rPr lang="zh-CN" altLang="en-US" sz="2100" spc="-4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，分别观察这两个拉力在什么情况下能使小卡片处于平衡状态，在什么情况下不能使小卡片处于平衡状态，从而分析、归纳出二力平衡的条件。</a:t>
            </a:r>
          </a:p>
        </p:txBody>
      </p:sp>
      <p:sp>
        <p:nvSpPr>
          <p:cNvPr id="2" name="文本框 1">
            <a:extLst>
              <a:ext uri="{FF2B5EF4-FFF2-40B4-BE49-F238E27FC236}">
                <a16:creationId xmlns:a16="http://schemas.microsoft.com/office/drawing/2014/main" id="{3F9A3D5E-EB32-1259-DA21-A8A7EAF9459C}"/>
              </a:ext>
            </a:extLst>
          </p:cNvPr>
          <p:cNvSpPr txBox="1"/>
          <p:nvPr>
            <p:custDataLst>
              <p:tags r:id="rId4"/>
            </p:custDataLst>
          </p:nvPr>
        </p:nvSpPr>
        <p:spPr>
          <a:xfrm>
            <a:off x="168446" y="47174"/>
            <a:ext cx="4842466"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知识点二、</a:t>
            </a:r>
            <a:r>
              <a:rPr lang="zh-CN" altLang="en-US" sz="2000">
                <a:solidFill>
                  <a:srgbClr val="FFFF00"/>
                </a:solidFill>
                <a:latin typeface="微软雅黑" panose="020B0503020204020204" pitchFamily="34" charset="-122"/>
                <a:ea typeface="微软雅黑" panose="020B0503020204020204" pitchFamily="34" charset="-122"/>
              </a:rPr>
              <a:t>探究二力平衡的条件 </a:t>
            </a:r>
            <a:endPar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B920BBA2-0B58-C617-50F8-10FCDDA054CF}"/>
              </a:ext>
            </a:extLst>
          </p:cNvPr>
          <p:cNvSpPr txBox="1"/>
          <p:nvPr>
            <p:custDataLst>
              <p:tags r:id="rId5"/>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894693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1250"/>
                                        <p:tgtEl>
                                          <p:spTgt spid="12">
                                            <p:txEl>
                                              <p:pRg st="0" end="0"/>
                                            </p:txEl>
                                          </p:spTgt>
                                        </p:tgtEl>
                                      </p:cBhvr>
                                    </p:animEffect>
                                  </p:childTnLst>
                                </p:cTn>
                              </p:par>
                            </p:childTnLst>
                          </p:cTn>
                        </p:par>
                        <p:par>
                          <p:cTn id="13" fill="hold" nodeType="afterGroup">
                            <p:stCondLst>
                              <p:cond delay="1250"/>
                            </p:stCondLst>
                            <p:childTnLst>
                              <p:par>
                                <p:cTn id="14" presetID="16" presetClass="entr" presetSubtype="21"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arn(inVertical)">
                                      <p:cBhvr>
                                        <p:cTn id="16" dur="750"/>
                                        <p:tgtEl>
                                          <p:spTgt spid="3"/>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animEffect transition="in" filter="wipe(left)">
                                      <p:cBhvr>
                                        <p:cTn id="21" dur="1250"/>
                                        <p:tgtEl>
                                          <p:spTgt spid="12">
                                            <p:txEl>
                                              <p:pRg st="1" end="1"/>
                                            </p:txEl>
                                          </p:spTgt>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2">
                                            <p:txEl>
                                              <p:pRg st="2" end="2"/>
                                            </p:txEl>
                                          </p:spTgt>
                                        </p:tgtEl>
                                        <p:attrNameLst>
                                          <p:attrName>style.visibility</p:attrName>
                                        </p:attrNameLst>
                                      </p:cBhvr>
                                      <p:to>
                                        <p:strVal val="visible"/>
                                      </p:to>
                                    </p:set>
                                    <p:animEffect transition="in" filter="blinds(horizontal)">
                                      <p:cBhvr>
                                        <p:cTn id="26"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21F690D-5FB7-58A3-204E-C9FED9CBF010}"/>
              </a:ext>
            </a:extLst>
          </p:cNvPr>
          <p:cNvPicPr>
            <a:picLocks noChangeAspect="1"/>
          </p:cNvPicPr>
          <p:nvPr>
            <p:custDataLst>
              <p:tags r:id="rId1"/>
            </p:custDataLst>
          </p:nvPr>
        </p:nvPicPr>
        <p:blipFill>
          <a:blip r:embed="rId7"/>
          <a:stretch>
            <a:fillRect/>
          </a:stretch>
        </p:blipFill>
        <p:spPr>
          <a:xfrm>
            <a:off x="4782481" y="2986620"/>
            <a:ext cx="3696020" cy="1813717"/>
          </a:xfrm>
          <a:prstGeom prst="rect">
            <a:avLst/>
          </a:prstGeom>
        </p:spPr>
      </p:pic>
      <p:sp>
        <p:nvSpPr>
          <p:cNvPr id="19" name="文本框 18">
            <a:extLst>
              <a:ext uri="{FF2B5EF4-FFF2-40B4-BE49-F238E27FC236}">
                <a16:creationId xmlns:a16="http://schemas.microsoft.com/office/drawing/2014/main" id="{5E5BF78C-AA39-5CD4-191E-6F6E49DAFBAF}"/>
              </a:ext>
            </a:extLst>
          </p:cNvPr>
          <p:cNvSpPr txBox="1"/>
          <p:nvPr>
            <p:custDataLst>
              <p:tags r:id="rId2"/>
            </p:custDataLst>
          </p:nvPr>
        </p:nvSpPr>
        <p:spPr>
          <a:xfrm>
            <a:off x="903248" y="656593"/>
            <a:ext cx="1416382" cy="400110"/>
          </a:xfrm>
          <a:prstGeom prst="rect">
            <a:avLst/>
          </a:prstGeom>
          <a:solidFill>
            <a:srgbClr val="FFC000"/>
          </a:solidFill>
          <a:ln>
            <a:solidFill>
              <a:srgbClr val="000000"/>
            </a:solidFill>
          </a:ln>
        </p:spPr>
        <p:txBody>
          <a:bodyPr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lang="zh-CN" altLang="en-US" sz="2000" kern="0">
                <a:solidFill>
                  <a:srgbClr val="000000"/>
                </a:solidFill>
                <a:latin typeface="微软雅黑" panose="020B0503020204020204" pitchFamily="34" charset="-122"/>
              </a:rPr>
              <a:t>进行实验</a:t>
            </a:r>
            <a:endParaRPr kumimoji="0" lang="zh-CN" altLang="en-US" sz="2000" b="0" i="0" u="none" strike="noStrike" kern="0" cap="none" spc="0" normalizeH="0" baseline="0" noProof="0">
              <a:ln>
                <a:noFill/>
              </a:ln>
              <a:solidFill>
                <a:srgbClr val="000000"/>
              </a:solidFill>
              <a:effectLst/>
              <a:uLnTx/>
              <a:uFillTx/>
              <a:latin typeface="Century Gothic" panose="020F0302020204030204"/>
              <a:ea typeface="宋体" panose="02010600030101010101" pitchFamily="2" charset="-122"/>
            </a:endParaRPr>
          </a:p>
        </p:txBody>
      </p:sp>
      <p:sp>
        <p:nvSpPr>
          <p:cNvPr id="12" name="Text Box 7">
            <a:extLst>
              <a:ext uri="{FF2B5EF4-FFF2-40B4-BE49-F238E27FC236}">
                <a16:creationId xmlns:a16="http://schemas.microsoft.com/office/drawing/2014/main" id="{CF15AF44-2890-9367-17AC-2347C9A2F594}"/>
              </a:ext>
            </a:extLst>
          </p:cNvPr>
          <p:cNvSpPr/>
          <p:nvPr>
            <p:custDataLst>
              <p:tags r:id="rId3"/>
            </p:custDataLst>
          </p:nvPr>
        </p:nvSpPr>
        <p:spPr>
          <a:xfrm>
            <a:off x="799969" y="1069789"/>
            <a:ext cx="7551552" cy="2595711"/>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indent="457200">
              <a:lnSpc>
                <a:spcPts val="3300"/>
              </a:lnSpc>
            </a:pP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① 如图甲所示，将系于小卡片两对角的细线分别跨过左、石支架上的滑轮，在细线的一端挂钩码，使两个拉力的方向相反，作用在一条直线上。当两个拉力大小相等时，小卡片处于静止状态；当两个拉力大小不等时，小卡片由静止变为运动，表明：</a:t>
            </a:r>
            <a:endPar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ts val="3300"/>
              </a:lnSpc>
            </a:pP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两个力要平衡，</a:t>
            </a:r>
            <a:r>
              <a:rPr lang="zh-CN" altLang="en-US" sz="23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大小必须相等。</a:t>
            </a:r>
          </a:p>
        </p:txBody>
      </p:sp>
      <p:sp>
        <p:nvSpPr>
          <p:cNvPr id="3" name="文本框 2">
            <a:extLst>
              <a:ext uri="{FF2B5EF4-FFF2-40B4-BE49-F238E27FC236}">
                <a16:creationId xmlns:a16="http://schemas.microsoft.com/office/drawing/2014/main" id="{B14C81F7-597D-FF4F-F191-BD1AFD138FB2}"/>
              </a:ext>
            </a:extLst>
          </p:cNvPr>
          <p:cNvSpPr txBox="1"/>
          <p:nvPr>
            <p:custDataLst>
              <p:tags r:id="rId4"/>
            </p:custDataLst>
          </p:nvPr>
        </p:nvSpPr>
        <p:spPr>
          <a:xfrm>
            <a:off x="168446" y="47174"/>
            <a:ext cx="4842466"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知识点二、</a:t>
            </a:r>
            <a:r>
              <a:rPr lang="zh-CN" altLang="en-US" sz="2000">
                <a:solidFill>
                  <a:srgbClr val="FFFF00"/>
                </a:solidFill>
                <a:latin typeface="微软雅黑" panose="020B0503020204020204" pitchFamily="34" charset="-122"/>
                <a:ea typeface="微软雅黑" panose="020B0503020204020204" pitchFamily="34" charset="-122"/>
              </a:rPr>
              <a:t>探究二力平衡的条件 </a:t>
            </a:r>
            <a:endPar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DCAFF3F-8CCD-C5B3-CD59-C5750DCDCF74}"/>
              </a:ext>
            </a:extLst>
          </p:cNvPr>
          <p:cNvSpPr txBox="1"/>
          <p:nvPr>
            <p:custDataLst>
              <p:tags r:id="rId5"/>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2254410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1000"/>
                                        <p:tgtEl>
                                          <p:spTgt spid="12">
                                            <p:txEl>
                                              <p:pRg st="0" end="0"/>
                                            </p:txEl>
                                          </p:spTgt>
                                        </p:tgtEl>
                                      </p:cBhvr>
                                    </p:animEffect>
                                  </p:childTnLst>
                                </p:cTn>
                              </p:par>
                              <p:par>
                                <p:cTn id="13" presetID="16" presetClass="entr" presetSubtype="37"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outVertical)">
                                      <p:cBhvr>
                                        <p:cTn id="15" dur="750"/>
                                        <p:tgtEl>
                                          <p:spTgt spid="2"/>
                                        </p:tgtEl>
                                      </p:cBhvr>
                                    </p:animEffect>
                                  </p:childTnLst>
                                </p:cTn>
                              </p:par>
                            </p:childTnLst>
                          </p:cTn>
                        </p:par>
                      </p:childTnLst>
                    </p:cTn>
                  </p:par>
                  <p:par>
                    <p:cTn id="16" fill="hold" nodeType="clickPar">
                      <p:stCondLst>
                        <p:cond delay="indefinite"/>
                      </p:stCondLst>
                      <p:childTnLst>
                        <p:par>
                          <p:cTn id="17" fill="hold" nodeType="after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2">
                                            <p:txEl>
                                              <p:pRg st="1" end="1"/>
                                            </p:txEl>
                                          </p:spTgt>
                                        </p:tgtEl>
                                        <p:attrNameLst>
                                          <p:attrName>style.visibility</p:attrName>
                                        </p:attrNameLst>
                                      </p:cBhvr>
                                      <p:to>
                                        <p:strVal val="visible"/>
                                      </p:to>
                                    </p:set>
                                    <p:animEffect transition="in" filter="wipe(left)">
                                      <p:cBhvr>
                                        <p:cTn id="20" dur="10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2BE3603-E647-D944-5E58-3C44D4D91C51}"/>
              </a:ext>
            </a:extLst>
          </p:cNvPr>
          <p:cNvPicPr>
            <a:picLocks noChangeAspect="1"/>
          </p:cNvPicPr>
          <p:nvPr>
            <p:custDataLst>
              <p:tags r:id="rId1"/>
            </p:custDataLst>
          </p:nvPr>
        </p:nvPicPr>
        <p:blipFill>
          <a:blip r:embed="rId7"/>
          <a:stretch>
            <a:fillRect/>
          </a:stretch>
        </p:blipFill>
        <p:spPr>
          <a:xfrm>
            <a:off x="5242715" y="2827701"/>
            <a:ext cx="2871738" cy="1833761"/>
          </a:xfrm>
          <a:prstGeom prst="rect">
            <a:avLst/>
          </a:prstGeom>
        </p:spPr>
      </p:pic>
      <p:sp>
        <p:nvSpPr>
          <p:cNvPr id="19" name="文本框 18">
            <a:extLst>
              <a:ext uri="{FF2B5EF4-FFF2-40B4-BE49-F238E27FC236}">
                <a16:creationId xmlns:a16="http://schemas.microsoft.com/office/drawing/2014/main" id="{5E5BF78C-AA39-5CD4-191E-6F6E49DAFBAF}"/>
              </a:ext>
            </a:extLst>
          </p:cNvPr>
          <p:cNvSpPr txBox="1"/>
          <p:nvPr>
            <p:custDataLst>
              <p:tags r:id="rId2"/>
            </p:custDataLst>
          </p:nvPr>
        </p:nvSpPr>
        <p:spPr>
          <a:xfrm>
            <a:off x="903248" y="690460"/>
            <a:ext cx="1416382" cy="400110"/>
          </a:xfrm>
          <a:prstGeom prst="rect">
            <a:avLst/>
          </a:prstGeom>
          <a:solidFill>
            <a:srgbClr val="FFC000"/>
          </a:solidFill>
          <a:ln>
            <a:solidFill>
              <a:srgbClr val="000000"/>
            </a:solidFill>
          </a:ln>
        </p:spPr>
        <p:txBody>
          <a:bodyPr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lang="zh-CN" altLang="en-US" sz="2000" kern="0">
                <a:solidFill>
                  <a:srgbClr val="000000"/>
                </a:solidFill>
                <a:latin typeface="微软雅黑" panose="020B0503020204020204" pitchFamily="34" charset="-122"/>
              </a:rPr>
              <a:t>进行实验</a:t>
            </a:r>
            <a:endParaRPr kumimoji="0" lang="zh-CN" altLang="en-US" sz="2000" b="0" i="0" u="none" strike="noStrike" kern="0" cap="none" spc="0" normalizeH="0" baseline="0" noProof="0">
              <a:ln>
                <a:noFill/>
              </a:ln>
              <a:solidFill>
                <a:srgbClr val="000000"/>
              </a:solidFill>
              <a:effectLst/>
              <a:uLnTx/>
              <a:uFillTx/>
              <a:latin typeface="Century Gothic" panose="020F0302020204030204"/>
              <a:ea typeface="宋体" panose="02010600030101010101" pitchFamily="2" charset="-122"/>
            </a:endParaRPr>
          </a:p>
        </p:txBody>
      </p:sp>
      <p:sp>
        <p:nvSpPr>
          <p:cNvPr id="12" name="Text Box 7">
            <a:extLst>
              <a:ext uri="{FF2B5EF4-FFF2-40B4-BE49-F238E27FC236}">
                <a16:creationId xmlns:a16="http://schemas.microsoft.com/office/drawing/2014/main" id="{CF15AF44-2890-9367-17AC-2347C9A2F594}"/>
              </a:ext>
            </a:extLst>
          </p:cNvPr>
          <p:cNvSpPr/>
          <p:nvPr>
            <p:custDataLst>
              <p:tags r:id="rId3"/>
            </p:custDataLst>
          </p:nvPr>
        </p:nvSpPr>
        <p:spPr>
          <a:xfrm>
            <a:off x="765743" y="1151069"/>
            <a:ext cx="7612513" cy="2172518"/>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indent="457200">
              <a:lnSpc>
                <a:spcPts val="3300"/>
              </a:lnSpc>
            </a:pP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② 如图所示，用手向右拉住小卡片，把两根细线都挂到左支架的滑轮上，此时两个拉力的大小相等、作用在一条直线上、方向相同，一松手小卡片将向左做加速运动，与①相比较可知：</a:t>
            </a:r>
            <a:endPar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ts val="3300"/>
              </a:lnSpc>
            </a:pP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两个力要平衡，</a:t>
            </a:r>
            <a:r>
              <a:rPr lang="zh-CN" altLang="en-US" sz="23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方向必须相反</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 name="文本框 1">
            <a:extLst>
              <a:ext uri="{FF2B5EF4-FFF2-40B4-BE49-F238E27FC236}">
                <a16:creationId xmlns:a16="http://schemas.microsoft.com/office/drawing/2014/main" id="{7D3359EC-E42C-F1CC-8700-E9628563CE25}"/>
              </a:ext>
            </a:extLst>
          </p:cNvPr>
          <p:cNvSpPr txBox="1"/>
          <p:nvPr>
            <p:custDataLst>
              <p:tags r:id="rId4"/>
            </p:custDataLst>
          </p:nvPr>
        </p:nvSpPr>
        <p:spPr>
          <a:xfrm>
            <a:off x="168446" y="47174"/>
            <a:ext cx="4842466"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知识点二、</a:t>
            </a:r>
            <a:r>
              <a:rPr lang="zh-CN" altLang="en-US" sz="2000">
                <a:solidFill>
                  <a:srgbClr val="FFFF00"/>
                </a:solidFill>
                <a:latin typeface="微软雅黑" panose="020B0503020204020204" pitchFamily="34" charset="-122"/>
                <a:ea typeface="微软雅黑" panose="020B0503020204020204" pitchFamily="34" charset="-122"/>
              </a:rPr>
              <a:t>探究二力平衡的条件 </a:t>
            </a:r>
            <a:endPar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71B67C28-2741-287F-36C2-6D06C12A8234}"/>
              </a:ext>
            </a:extLst>
          </p:cNvPr>
          <p:cNvSpPr txBox="1"/>
          <p:nvPr>
            <p:custDataLst>
              <p:tags r:id="rId5"/>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82813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1000"/>
                                        <p:tgtEl>
                                          <p:spTgt spid="12">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par>
                    <p:cTn id="16" fill="hold" nodeType="clickPar">
                      <p:stCondLst>
                        <p:cond delay="indefinite"/>
                      </p:stCondLst>
                      <p:childTnLst>
                        <p:par>
                          <p:cTn id="17" fill="hold" nodeType="after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2">
                                            <p:txEl>
                                              <p:pRg st="1" end="1"/>
                                            </p:txEl>
                                          </p:spTgt>
                                        </p:tgtEl>
                                        <p:attrNameLst>
                                          <p:attrName>style.visibility</p:attrName>
                                        </p:attrNameLst>
                                      </p:cBhvr>
                                      <p:to>
                                        <p:strVal val="visible"/>
                                      </p:to>
                                    </p:set>
                                    <p:animEffect transition="in" filter="wipe(left)">
                                      <p:cBhvr>
                                        <p:cTn id="20" dur="10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379C593-A345-5122-F722-AA19B8339822}"/>
              </a:ext>
            </a:extLst>
          </p:cNvPr>
          <p:cNvPicPr>
            <a:picLocks noChangeAspect="1"/>
          </p:cNvPicPr>
          <p:nvPr>
            <p:custDataLst>
              <p:tags r:id="rId1"/>
            </p:custDataLst>
          </p:nvPr>
        </p:nvPicPr>
        <p:blipFill>
          <a:blip r:embed="rId7"/>
          <a:stretch>
            <a:fillRect/>
          </a:stretch>
        </p:blipFill>
        <p:spPr>
          <a:xfrm>
            <a:off x="2554684" y="2832660"/>
            <a:ext cx="3730970" cy="2149262"/>
          </a:xfrm>
          <a:prstGeom prst="rect">
            <a:avLst/>
          </a:prstGeom>
        </p:spPr>
      </p:pic>
      <p:sp>
        <p:nvSpPr>
          <p:cNvPr id="19" name="文本框 18">
            <a:extLst>
              <a:ext uri="{FF2B5EF4-FFF2-40B4-BE49-F238E27FC236}">
                <a16:creationId xmlns:a16="http://schemas.microsoft.com/office/drawing/2014/main" id="{5E5BF78C-AA39-5CD4-191E-6F6E49DAFBAF}"/>
              </a:ext>
            </a:extLst>
          </p:cNvPr>
          <p:cNvSpPr txBox="1"/>
          <p:nvPr>
            <p:custDataLst>
              <p:tags r:id="rId2"/>
            </p:custDataLst>
          </p:nvPr>
        </p:nvSpPr>
        <p:spPr>
          <a:xfrm>
            <a:off x="903248" y="609179"/>
            <a:ext cx="1416382" cy="400110"/>
          </a:xfrm>
          <a:prstGeom prst="rect">
            <a:avLst/>
          </a:prstGeom>
          <a:solidFill>
            <a:srgbClr val="FFC000"/>
          </a:solidFill>
          <a:ln>
            <a:solidFill>
              <a:srgbClr val="000000"/>
            </a:solidFill>
          </a:ln>
        </p:spPr>
        <p:txBody>
          <a:bodyPr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lang="zh-CN" altLang="en-US" sz="2000" kern="0">
                <a:solidFill>
                  <a:srgbClr val="000000"/>
                </a:solidFill>
                <a:latin typeface="微软雅黑" panose="020B0503020204020204" pitchFamily="34" charset="-122"/>
              </a:rPr>
              <a:t>进行实验</a:t>
            </a:r>
            <a:endParaRPr kumimoji="0" lang="zh-CN" altLang="en-US" sz="2000" b="0" i="0" u="none" strike="noStrike" kern="0" cap="none" spc="0" normalizeH="0" baseline="0" noProof="0">
              <a:ln>
                <a:noFill/>
              </a:ln>
              <a:solidFill>
                <a:srgbClr val="000000"/>
              </a:solidFill>
              <a:effectLst/>
              <a:uLnTx/>
              <a:uFillTx/>
              <a:latin typeface="Century Gothic" panose="020F0302020204030204"/>
              <a:ea typeface="宋体" panose="02010600030101010101" pitchFamily="2" charset="-122"/>
            </a:endParaRPr>
          </a:p>
        </p:txBody>
      </p:sp>
      <p:sp>
        <p:nvSpPr>
          <p:cNvPr id="12" name="Text Box 7">
            <a:extLst>
              <a:ext uri="{FF2B5EF4-FFF2-40B4-BE49-F238E27FC236}">
                <a16:creationId xmlns:a16="http://schemas.microsoft.com/office/drawing/2014/main" id="{CF15AF44-2890-9367-17AC-2347C9A2F594}"/>
              </a:ext>
            </a:extLst>
          </p:cNvPr>
          <p:cNvSpPr/>
          <p:nvPr>
            <p:custDataLst>
              <p:tags r:id="rId3"/>
            </p:custDataLst>
          </p:nvPr>
        </p:nvSpPr>
        <p:spPr>
          <a:xfrm>
            <a:off x="701397" y="1083335"/>
            <a:ext cx="7741205" cy="1749325"/>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indent="457200">
              <a:lnSpc>
                <a:spcPts val="3300"/>
              </a:lnSpc>
            </a:pP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③ </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如图丙所示，用手使小卡片旋转一个角度后再用手捏住，此时两个拉力的大小相等、方向相反，但不在同一条直线上，一松手小卡片会发生转动，与①相比较可知：</a:t>
            </a:r>
            <a:endPar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ts val="3300"/>
              </a:lnSpc>
            </a:pP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两个力要平衡，必须作用在</a:t>
            </a:r>
            <a:r>
              <a:rPr lang="zh-CN" altLang="en-US" sz="23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同一条直线上</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9BD363F0-DCC9-C3A6-510C-82CD43C38553}"/>
              </a:ext>
            </a:extLst>
          </p:cNvPr>
          <p:cNvSpPr txBox="1"/>
          <p:nvPr>
            <p:custDataLst>
              <p:tags r:id="rId4"/>
            </p:custDataLst>
          </p:nvPr>
        </p:nvSpPr>
        <p:spPr>
          <a:xfrm>
            <a:off x="168446" y="47174"/>
            <a:ext cx="4842466"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知识点二、</a:t>
            </a:r>
            <a:r>
              <a:rPr lang="zh-CN" altLang="en-US" sz="2000">
                <a:solidFill>
                  <a:srgbClr val="FFFF00"/>
                </a:solidFill>
                <a:latin typeface="微软雅黑" panose="020B0503020204020204" pitchFamily="34" charset="-122"/>
                <a:ea typeface="微软雅黑" panose="020B0503020204020204" pitchFamily="34" charset="-122"/>
              </a:rPr>
              <a:t>探究二力平衡的条件 </a:t>
            </a:r>
            <a:endPar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A6435FDD-E8FB-C1CE-812B-DDC2E9235B2B}"/>
              </a:ext>
            </a:extLst>
          </p:cNvPr>
          <p:cNvSpPr txBox="1"/>
          <p:nvPr>
            <p:custDataLst>
              <p:tags r:id="rId5"/>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247491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1000"/>
                                        <p:tgtEl>
                                          <p:spTgt spid="12">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outVertical)">
                                      <p:cBhvr>
                                        <p:cTn id="17" dur="750"/>
                                        <p:tgtEl>
                                          <p:spTgt spid="4"/>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xEl>
                                              <p:pRg st="1" end="1"/>
                                            </p:txEl>
                                          </p:spTgt>
                                        </p:tgtEl>
                                        <p:attrNameLst>
                                          <p:attrName>style.visibility</p:attrName>
                                        </p:attrNameLst>
                                      </p:cBhvr>
                                      <p:to>
                                        <p:strVal val="visible"/>
                                      </p:to>
                                    </p:set>
                                    <p:animEffect transition="in" filter="wipe(left)">
                                      <p:cBhvr>
                                        <p:cTn id="22" dur="10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a:extLst>
              <a:ext uri="{FF2B5EF4-FFF2-40B4-BE49-F238E27FC236}">
                <a16:creationId xmlns:a16="http://schemas.microsoft.com/office/drawing/2014/main" id="{5E5BF78C-AA39-5CD4-191E-6F6E49DAFBAF}"/>
              </a:ext>
            </a:extLst>
          </p:cNvPr>
          <p:cNvSpPr txBox="1"/>
          <p:nvPr>
            <p:custDataLst>
              <p:tags r:id="rId1"/>
            </p:custDataLst>
          </p:nvPr>
        </p:nvSpPr>
        <p:spPr>
          <a:xfrm>
            <a:off x="903248" y="609179"/>
            <a:ext cx="1416382" cy="400110"/>
          </a:xfrm>
          <a:prstGeom prst="rect">
            <a:avLst/>
          </a:prstGeom>
          <a:solidFill>
            <a:srgbClr val="FFC000"/>
          </a:solidFill>
          <a:ln>
            <a:solidFill>
              <a:srgbClr val="000000"/>
            </a:solidFill>
          </a:ln>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a:noFill/>
                </a:ln>
                <a:solidFill>
                  <a:srgbClr val="000000"/>
                </a:solidFill>
                <a:effectLst/>
                <a:uLnTx/>
                <a:uFillTx/>
                <a:latin typeface="微软雅黑" panose="020B0503020204020204" pitchFamily="34" charset="-122"/>
                <a:ea typeface="微软雅黑"/>
                <a:cs typeface="+mn-cs"/>
              </a:rPr>
              <a:t>进行实验</a:t>
            </a:r>
            <a:endParaRPr kumimoji="0" lang="zh-CN" altLang="en-US" sz="2000" b="0" i="0" u="none" strike="noStrike" kern="0" cap="none" spc="0" normalizeH="0" baseline="0" noProof="0">
              <a:ln>
                <a:noFill/>
              </a:ln>
              <a:solidFill>
                <a:srgbClr val="000000"/>
              </a:solidFill>
              <a:effectLst/>
              <a:uLnTx/>
              <a:uFillTx/>
              <a:latin typeface="Century Gothic" panose="020F0302020204030204"/>
              <a:ea typeface="宋体" panose="02010600030101010101" pitchFamily="2" charset="-122"/>
              <a:cs typeface="+mn-cs"/>
            </a:endParaRPr>
          </a:p>
        </p:txBody>
      </p:sp>
      <p:sp>
        <p:nvSpPr>
          <p:cNvPr id="12" name="Text Box 7">
            <a:extLst>
              <a:ext uri="{FF2B5EF4-FFF2-40B4-BE49-F238E27FC236}">
                <a16:creationId xmlns:a16="http://schemas.microsoft.com/office/drawing/2014/main" id="{CF15AF44-2890-9367-17AC-2347C9A2F594}"/>
              </a:ext>
            </a:extLst>
          </p:cNvPr>
          <p:cNvSpPr/>
          <p:nvPr>
            <p:custDataLst>
              <p:tags r:id="rId2"/>
            </p:custDataLst>
          </p:nvPr>
        </p:nvSpPr>
        <p:spPr>
          <a:xfrm>
            <a:off x="793194" y="1151069"/>
            <a:ext cx="7544779" cy="1396664"/>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marL="0" marR="0" lvl="0" indent="457200" algn="l" defTabSz="914400" rtl="0" eaLnBrk="0" fontAlgn="base" latinLnBrk="0" hangingPunct="0">
              <a:lnSpc>
                <a:spcPts val="3500"/>
              </a:lnSpc>
              <a:spcBef>
                <a:spcPct val="0"/>
              </a:spcBef>
              <a:spcAft>
                <a:spcPct val="0"/>
              </a:spcAft>
              <a:buClrTx/>
              <a:buSzTx/>
              <a:buFontTx/>
              <a:buNone/>
              <a:defRPr/>
            </a:pP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④ </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在小卡片处于平衡状态时，用剪刀将小卡片剪成两半，钩码和半张卡片会向两侧掉下去，表明：</a:t>
            </a:r>
            <a:endPar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ts val="3500"/>
              </a:lnSpc>
              <a:spcBef>
                <a:spcPct val="0"/>
              </a:spcBef>
              <a:spcAft>
                <a:spcPct val="0"/>
              </a:spcAft>
              <a:buClrTx/>
              <a:buSzTx/>
              <a:buFontTx/>
              <a:buNone/>
              <a:defRPr/>
            </a:pP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两个力要平衡，必须作用在</a:t>
            </a:r>
            <a:r>
              <a:rPr kumimoji="0" lang="zh-CN" altLang="en-US" sz="23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同一物体上</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91F9D242-5361-8EF6-BECA-CE8E01B32A90}"/>
              </a:ext>
            </a:extLst>
          </p:cNvPr>
          <p:cNvPicPr>
            <a:picLocks noChangeAspect="1"/>
          </p:cNvPicPr>
          <p:nvPr>
            <p:custDataLst>
              <p:tags r:id="rId3"/>
            </p:custDataLst>
          </p:nvPr>
        </p:nvPicPr>
        <p:blipFill>
          <a:blip r:embed="rId7"/>
          <a:stretch>
            <a:fillRect/>
          </a:stretch>
        </p:blipFill>
        <p:spPr>
          <a:xfrm>
            <a:off x="2800233" y="2646073"/>
            <a:ext cx="3404140" cy="2064913"/>
          </a:xfrm>
          <a:prstGeom prst="rect">
            <a:avLst/>
          </a:prstGeom>
        </p:spPr>
      </p:pic>
      <p:sp>
        <p:nvSpPr>
          <p:cNvPr id="2" name="文本框 1">
            <a:extLst>
              <a:ext uri="{FF2B5EF4-FFF2-40B4-BE49-F238E27FC236}">
                <a16:creationId xmlns:a16="http://schemas.microsoft.com/office/drawing/2014/main" id="{A6A10AEB-EAD3-BB43-F4C7-54F34F1606BE}"/>
              </a:ext>
            </a:extLst>
          </p:cNvPr>
          <p:cNvSpPr txBox="1"/>
          <p:nvPr>
            <p:custDataLst>
              <p:tags r:id="rId4"/>
            </p:custDataLst>
          </p:nvPr>
        </p:nvSpPr>
        <p:spPr>
          <a:xfrm>
            <a:off x="168446" y="47174"/>
            <a:ext cx="4842466"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知识点二、</a:t>
            </a:r>
            <a:r>
              <a:rPr lang="zh-CN" altLang="en-US" sz="2000">
                <a:solidFill>
                  <a:srgbClr val="FFFF00"/>
                </a:solidFill>
                <a:latin typeface="微软雅黑" panose="020B0503020204020204" pitchFamily="34" charset="-122"/>
                <a:ea typeface="微软雅黑" panose="020B0503020204020204" pitchFamily="34" charset="-122"/>
              </a:rPr>
              <a:t>探究二力平衡的条件 </a:t>
            </a:r>
            <a:endPar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6ED0B63F-D510-546C-FD1B-7BB54E856499}"/>
              </a:ext>
            </a:extLst>
          </p:cNvPr>
          <p:cNvSpPr txBox="1"/>
          <p:nvPr>
            <p:custDataLst>
              <p:tags r:id="rId5"/>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1143966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1000"/>
                                        <p:tgtEl>
                                          <p:spTgt spid="12">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750"/>
                                        <p:tgtEl>
                                          <p:spTgt spid="5"/>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xEl>
                                              <p:pRg st="1" end="1"/>
                                            </p:txEl>
                                          </p:spTgt>
                                        </p:tgtEl>
                                        <p:attrNameLst>
                                          <p:attrName>style.visibility</p:attrName>
                                        </p:attrNameLst>
                                      </p:cBhvr>
                                      <p:to>
                                        <p:strVal val="visible"/>
                                      </p:to>
                                    </p:set>
                                    <p:animEffect transition="in" filter="wipe(left)">
                                      <p:cBhvr>
                                        <p:cTn id="22" dur="10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a:extLst>
              <a:ext uri="{FF2B5EF4-FFF2-40B4-BE49-F238E27FC236}">
                <a16:creationId xmlns:a16="http://schemas.microsoft.com/office/drawing/2014/main" id="{5E5BF78C-AA39-5CD4-191E-6F6E49DAFBAF}"/>
              </a:ext>
            </a:extLst>
          </p:cNvPr>
          <p:cNvSpPr txBox="1"/>
          <p:nvPr>
            <p:custDataLst>
              <p:tags r:id="rId1"/>
            </p:custDataLst>
          </p:nvPr>
        </p:nvSpPr>
        <p:spPr>
          <a:xfrm>
            <a:off x="903248" y="582087"/>
            <a:ext cx="1416382" cy="400110"/>
          </a:xfrm>
          <a:prstGeom prst="rect">
            <a:avLst/>
          </a:prstGeom>
          <a:solidFill>
            <a:srgbClr val="FFC000"/>
          </a:solidFill>
          <a:ln>
            <a:solidFill>
              <a:srgbClr val="000000"/>
            </a:solidFill>
          </a:ln>
        </p:spPr>
        <p:txBody>
          <a:bodyPr wrap="square">
            <a:spAutoFit/>
          </a:bodyPr>
          <a:lstStyle/>
          <a:p>
            <a:pPr lvl="0" algn="ctr" defTabSz="914400">
              <a:defRPr/>
            </a:pPr>
            <a:r>
              <a:rPr lang="zh-CN" altLang="en-US" sz="2000" kern="0">
                <a:solidFill>
                  <a:srgbClr val="000000"/>
                </a:solidFill>
                <a:latin typeface="微软雅黑" panose="020B0503020204020204" pitchFamily="34" charset="-122"/>
              </a:rPr>
              <a:t>实验结论</a:t>
            </a:r>
            <a:endParaRPr kumimoji="0" lang="zh-CN" altLang="en-US" sz="2000" b="0" i="0" u="none" strike="noStrike" kern="0" cap="none" spc="0" normalizeH="0" baseline="0" noProof="0">
              <a:ln>
                <a:noFill/>
              </a:ln>
              <a:solidFill>
                <a:srgbClr val="000000"/>
              </a:solidFill>
              <a:effectLst/>
              <a:uLnTx/>
              <a:uFillTx/>
              <a:latin typeface="Century Gothic" panose="020F0302020204030204"/>
              <a:ea typeface="宋体" panose="02010600030101010101" pitchFamily="2" charset="-122"/>
              <a:cs typeface="+mn-cs"/>
            </a:endParaRPr>
          </a:p>
        </p:txBody>
      </p:sp>
      <p:sp>
        <p:nvSpPr>
          <p:cNvPr id="12" name="Text Box 7">
            <a:extLst>
              <a:ext uri="{FF2B5EF4-FFF2-40B4-BE49-F238E27FC236}">
                <a16:creationId xmlns:a16="http://schemas.microsoft.com/office/drawing/2014/main" id="{CF15AF44-2890-9367-17AC-2347C9A2F594}"/>
              </a:ext>
            </a:extLst>
          </p:cNvPr>
          <p:cNvSpPr/>
          <p:nvPr>
            <p:custDataLst>
              <p:tags r:id="rId2"/>
            </p:custDataLst>
          </p:nvPr>
        </p:nvSpPr>
        <p:spPr>
          <a:xfrm>
            <a:off x="957929" y="1027520"/>
            <a:ext cx="7312805" cy="1252522"/>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marL="0" marR="0" lvl="0" indent="457200" algn="l" defTabSz="914400" rtl="0" eaLnBrk="0" fontAlgn="base" latinLnBrk="0" hangingPunct="0">
              <a:lnSpc>
                <a:spcPts val="3100"/>
              </a:lnSpc>
              <a:spcBef>
                <a:spcPct val="0"/>
              </a:spcBef>
              <a:spcAft>
                <a:spcPct val="0"/>
              </a:spcAft>
              <a:buClrTx/>
              <a:buSzTx/>
              <a:buFontTx/>
              <a:buNone/>
              <a:defRPr/>
            </a:pP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当作用在</a:t>
            </a:r>
            <a:r>
              <a:rPr kumimoji="0" lang="zh-CN" altLang="en-US" sz="22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同一个物体</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上的两个力</a:t>
            </a:r>
            <a:r>
              <a:rPr lang="zh-CN" altLang="en-US"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大小相等</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方向相反</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且作用在</a:t>
            </a:r>
            <a:r>
              <a:rPr lang="zh-CN" altLang="en-US"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同一直线</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上时，这两个力才能平衡，这就是二力平衡的条件。</a:t>
            </a:r>
          </a:p>
        </p:txBody>
      </p:sp>
      <p:sp>
        <p:nvSpPr>
          <p:cNvPr id="2" name="文本框 1">
            <a:extLst>
              <a:ext uri="{FF2B5EF4-FFF2-40B4-BE49-F238E27FC236}">
                <a16:creationId xmlns:a16="http://schemas.microsoft.com/office/drawing/2014/main" id="{A1FABA5E-4D9E-1B3A-3388-FE9725A67344}"/>
              </a:ext>
            </a:extLst>
          </p:cNvPr>
          <p:cNvSpPr txBox="1"/>
          <p:nvPr>
            <p:custDataLst>
              <p:tags r:id="rId3"/>
            </p:custDataLst>
          </p:nvPr>
        </p:nvSpPr>
        <p:spPr>
          <a:xfrm>
            <a:off x="985269" y="2842986"/>
            <a:ext cx="7258124" cy="2047612"/>
          </a:xfrm>
          <a:prstGeom prst="rect">
            <a:avLst/>
          </a:prstGeom>
          <a:noFill/>
        </p:spPr>
        <p:txBody>
          <a:bodyPr wrap="square">
            <a:spAutoFit/>
          </a:bodyPr>
          <a:lstStyle/>
          <a:p>
            <a:pPr lvl="0" indent="432000">
              <a:lnSpc>
                <a:spcPts val="3100"/>
              </a:lnSpc>
              <a:defRPr/>
            </a:pPr>
            <a:r>
              <a:rPr lang="en-US" altLang="zh-CN" sz="2200" kern="100">
                <a:solidFill>
                  <a:srgbClr val="002060"/>
                </a:solidFill>
              </a:rPr>
              <a:t>①</a:t>
            </a:r>
            <a:r>
              <a:rPr lang="zh-CN" altLang="en-US" sz="2200" kern="100">
                <a:solidFill>
                  <a:srgbClr val="002060"/>
                </a:solidFill>
              </a:rPr>
              <a:t>该方案以小卡片为研究对象，钩码通过定滑轮对卡片施加力的作用。</a:t>
            </a:r>
            <a:endParaRPr lang="en-US" altLang="zh-CN" sz="2200" kern="100">
              <a:solidFill>
                <a:srgbClr val="002060"/>
              </a:solidFill>
            </a:endParaRPr>
          </a:p>
          <a:p>
            <a:pPr lvl="0" indent="432000">
              <a:lnSpc>
                <a:spcPts val="3100"/>
              </a:lnSpc>
              <a:defRPr/>
            </a:pPr>
            <a:r>
              <a:rPr lang="en-US" altLang="zh-CN" sz="2200" kern="100">
                <a:solidFill>
                  <a:srgbClr val="002060"/>
                </a:solidFill>
              </a:rPr>
              <a:t>②</a:t>
            </a:r>
            <a:r>
              <a:rPr lang="zh-CN" altLang="en-US" sz="2200" kern="100">
                <a:solidFill>
                  <a:srgbClr val="002060"/>
                </a:solidFill>
              </a:rPr>
              <a:t>本方案选用硬纸片的原因是减小摩擦对实验的影响，但是还受重力，因此对实验结论也有影响。</a:t>
            </a:r>
          </a:p>
          <a:p>
            <a:pPr lvl="0" indent="432000">
              <a:lnSpc>
                <a:spcPts val="3100"/>
              </a:lnSpc>
              <a:defRPr/>
            </a:pPr>
            <a:r>
              <a:rPr lang="en-US" altLang="zh-CN" sz="2200" kern="100">
                <a:solidFill>
                  <a:srgbClr val="002060"/>
                </a:solidFill>
              </a:rPr>
              <a:t>③</a:t>
            </a:r>
            <a:r>
              <a:rPr lang="zh-CN" altLang="en-US" sz="2200" kern="100">
                <a:solidFill>
                  <a:srgbClr val="002060"/>
                </a:solidFill>
              </a:rPr>
              <a:t>定滑轮的作用是改变力的方向。</a:t>
            </a:r>
          </a:p>
        </p:txBody>
      </p:sp>
      <p:sp>
        <p:nvSpPr>
          <p:cNvPr id="4" name="矩形: 圆角 3">
            <a:extLst>
              <a:ext uri="{FF2B5EF4-FFF2-40B4-BE49-F238E27FC236}">
                <a16:creationId xmlns:a16="http://schemas.microsoft.com/office/drawing/2014/main" id="{4B4A5A5A-F4FC-E344-C31D-DF2E8BDF6D8A}"/>
              </a:ext>
            </a:extLst>
          </p:cNvPr>
          <p:cNvSpPr/>
          <p:nvPr>
            <p:custDataLst>
              <p:tags r:id="rId4"/>
            </p:custDataLst>
          </p:nvPr>
        </p:nvSpPr>
        <p:spPr>
          <a:xfrm>
            <a:off x="903248" y="2365425"/>
            <a:ext cx="1646887" cy="430887"/>
          </a:xfrm>
          <a:prstGeom prst="roundRect">
            <a:avLst>
              <a:gd name="adj" fmla="val 0"/>
            </a:avLst>
          </a:prstGeom>
          <a:solidFill>
            <a:srgbClr val="00B050">
              <a:alpha val="4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spcBef>
                <a:spcPct val="0"/>
              </a:spcBef>
              <a:spcAft>
                <a:spcPct val="0"/>
              </a:spcAft>
              <a:buClrTx/>
              <a:buSzTx/>
              <a:buFontTx/>
              <a:buNone/>
              <a:defRPr/>
            </a:pPr>
            <a:r>
              <a:rPr lang="zh-CN" altLang="en-US" sz="2000">
                <a:solidFill>
                  <a:schemeClr val="tx1"/>
                </a:solidFill>
                <a:latin typeface="微软雅黑" panose="020B0503020204020204" pitchFamily="34" charset="-122"/>
                <a:ea typeface="微软雅黑" panose="020B0503020204020204" pitchFamily="34" charset="-122"/>
              </a:rPr>
              <a:t>交流与评估</a:t>
            </a:r>
            <a:endParaRPr kumimoji="0" lang="zh-CN" altLang="en-US" sz="2000" i="0" u="none" strike="noStrike" kern="1200" cap="none" spc="0" normalizeH="0" baseline="-25000" noProof="0">
              <a:ln>
                <a:noFill/>
              </a:ln>
              <a:solidFill>
                <a:schemeClr val="tx1"/>
              </a:solidFill>
              <a:effectLst/>
              <a:uLnTx/>
              <a:uFillTx/>
              <a:latin typeface="Times New Roman"/>
              <a:ea typeface="微软雅黑"/>
            </a:endParaRPr>
          </a:p>
        </p:txBody>
      </p:sp>
      <p:sp>
        <p:nvSpPr>
          <p:cNvPr id="3" name="文本框 2">
            <a:extLst>
              <a:ext uri="{FF2B5EF4-FFF2-40B4-BE49-F238E27FC236}">
                <a16:creationId xmlns:a16="http://schemas.microsoft.com/office/drawing/2014/main" id="{2F08BD9F-0C62-ED9C-ED01-18D87BF97D4C}"/>
              </a:ext>
            </a:extLst>
          </p:cNvPr>
          <p:cNvSpPr txBox="1"/>
          <p:nvPr>
            <p:custDataLst>
              <p:tags r:id="rId5"/>
            </p:custDataLst>
          </p:nvPr>
        </p:nvSpPr>
        <p:spPr>
          <a:xfrm>
            <a:off x="168446" y="47174"/>
            <a:ext cx="4842466"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知识点二、</a:t>
            </a:r>
            <a:r>
              <a:rPr lang="zh-CN" altLang="en-US" sz="2000">
                <a:solidFill>
                  <a:srgbClr val="FFFF00"/>
                </a:solidFill>
                <a:latin typeface="微软雅黑" panose="020B0503020204020204" pitchFamily="34" charset="-122"/>
                <a:ea typeface="微软雅黑" panose="020B0503020204020204" pitchFamily="34" charset="-122"/>
              </a:rPr>
              <a:t>探究二力平衡的条件 </a:t>
            </a:r>
            <a:endPar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097AD371-44BC-681B-68A8-5DD6F2C12953}"/>
              </a:ext>
            </a:extLst>
          </p:cNvPr>
          <p:cNvSpPr txBox="1"/>
          <p:nvPr>
            <p:custDataLst>
              <p:tags r:id="rId6"/>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1995801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afterGroup">
                            <p:stCondLst>
                              <p:cond delay="0"/>
                            </p:stCondLst>
                            <p:childTnLst>
                              <p:par>
                                <p:cTn id="19" presetID="9"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dissolve">
                                      <p:cBhvr>
                                        <p:cTn id="21" dur="500"/>
                                        <p:tgtEl>
                                          <p:spTgt spid="2">
                                            <p:txEl>
                                              <p:pRg st="0" end="0"/>
                                            </p:txEl>
                                          </p:spTgt>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9" presetClass="entr" presetSubtype="0" fill="hold"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dissolve">
                                      <p:cBhvr>
                                        <p:cTn id="26" dur="500"/>
                                        <p:tgtEl>
                                          <p:spTgt spid="2">
                                            <p:txEl>
                                              <p:pRg st="1" end="1"/>
                                            </p:txEl>
                                          </p:spTgt>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9" presetClass="entr" presetSubtype="0" fill="hold" nodeType="click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dissolve">
                                      <p:cBhvr>
                                        <p:cTn id="31"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2" grpId="0"/>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7">
            <a:extLst>
              <a:ext uri="{FF2B5EF4-FFF2-40B4-BE49-F238E27FC236}">
                <a16:creationId xmlns:a16="http://schemas.microsoft.com/office/drawing/2014/main" id="{596D2618-7806-446A-A030-03FD1E32CA94}"/>
              </a:ext>
            </a:extLst>
          </p:cNvPr>
          <p:cNvSpPr>
            <a:spLocks noChangeArrowheads="1"/>
          </p:cNvSpPr>
          <p:nvPr>
            <p:custDataLst>
              <p:tags r:id="rId1"/>
            </p:custDataLst>
          </p:nvPr>
        </p:nvSpPr>
        <p:spPr bwMode="auto">
          <a:xfrm>
            <a:off x="802408" y="1607668"/>
            <a:ext cx="7833592" cy="2612119"/>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sp>
        <p:nvSpPr>
          <p:cNvPr id="3" name="文本框 2">
            <a:extLst>
              <a:ext uri="{FF2B5EF4-FFF2-40B4-BE49-F238E27FC236}">
                <a16:creationId xmlns:a16="http://schemas.microsoft.com/office/drawing/2014/main" id="{9726F85C-D0DB-7DC1-2C05-6FFF4781B541}"/>
              </a:ext>
            </a:extLst>
          </p:cNvPr>
          <p:cNvSpPr txBox="1"/>
          <p:nvPr>
            <p:custDataLst>
              <p:tags r:id="rId2"/>
            </p:custDataLst>
          </p:nvPr>
        </p:nvSpPr>
        <p:spPr>
          <a:xfrm>
            <a:off x="1163323" y="1954432"/>
            <a:ext cx="7124084" cy="1729512"/>
          </a:xfrm>
          <a:prstGeom prst="rect">
            <a:avLst/>
          </a:prstGeom>
          <a:noFill/>
        </p:spPr>
        <p:txBody>
          <a:bodyPr wrap="square">
            <a:spAutoFit/>
          </a:bodyPr>
          <a:lstStyle/>
          <a:p>
            <a:pPr lvl="0" indent="457200">
              <a:lnSpc>
                <a:spcPts val="4400"/>
              </a:lnSpc>
              <a:defRPr/>
            </a:pPr>
            <a:r>
              <a:rPr lang="zh-CN" altLang="en-US" sz="2800">
                <a:solidFill>
                  <a:prstClr val="white"/>
                </a:solidFill>
                <a:latin typeface="微软雅黑" panose="020B0503020204020204" pitchFamily="34" charset="-122"/>
                <a:ea typeface="微软雅黑" panose="020B0503020204020204" pitchFamily="34" charset="-122"/>
              </a:rPr>
              <a:t>当作用在</a:t>
            </a:r>
            <a:r>
              <a:rPr lang="zh-CN" altLang="en-US" sz="2800">
                <a:solidFill>
                  <a:srgbClr val="FFFF00"/>
                </a:solidFill>
                <a:latin typeface="微软雅黑" panose="020B0503020204020204" pitchFamily="34" charset="-122"/>
                <a:ea typeface="微软雅黑" panose="020B0503020204020204" pitchFamily="34" charset="-122"/>
              </a:rPr>
              <a:t>同一个物体</a:t>
            </a:r>
            <a:r>
              <a:rPr lang="zh-CN" altLang="en-US" sz="2800">
                <a:solidFill>
                  <a:prstClr val="white"/>
                </a:solidFill>
                <a:latin typeface="微软雅黑" panose="020B0503020204020204" pitchFamily="34" charset="-122"/>
                <a:ea typeface="微软雅黑" panose="020B0503020204020204" pitchFamily="34" charset="-122"/>
              </a:rPr>
              <a:t>上的两个力</a:t>
            </a:r>
            <a:r>
              <a:rPr lang="zh-CN" altLang="en-US" sz="2800">
                <a:solidFill>
                  <a:srgbClr val="FFFF00"/>
                </a:solidFill>
                <a:latin typeface="微软雅黑" panose="020B0503020204020204" pitchFamily="34" charset="-122"/>
                <a:ea typeface="微软雅黑" panose="020B0503020204020204" pitchFamily="34" charset="-122"/>
              </a:rPr>
              <a:t>大小相等</a:t>
            </a:r>
            <a:r>
              <a:rPr lang="zh-CN" altLang="en-US" sz="2800">
                <a:solidFill>
                  <a:prstClr val="white"/>
                </a:solidFill>
                <a:latin typeface="微软雅黑" panose="020B0503020204020204" pitchFamily="34" charset="-122"/>
                <a:ea typeface="微软雅黑" panose="020B0503020204020204" pitchFamily="34" charset="-122"/>
              </a:rPr>
              <a:t>、</a:t>
            </a:r>
            <a:r>
              <a:rPr lang="zh-CN" altLang="en-US" sz="2800">
                <a:solidFill>
                  <a:srgbClr val="FFFF00"/>
                </a:solidFill>
                <a:latin typeface="微软雅黑" panose="020B0503020204020204" pitchFamily="34" charset="-122"/>
                <a:ea typeface="微软雅黑" panose="020B0503020204020204" pitchFamily="34" charset="-122"/>
              </a:rPr>
              <a:t>方向相反</a:t>
            </a:r>
            <a:r>
              <a:rPr lang="zh-CN" altLang="en-US" sz="2800">
                <a:solidFill>
                  <a:prstClr val="white"/>
                </a:solidFill>
                <a:latin typeface="微软雅黑" panose="020B0503020204020204" pitchFamily="34" charset="-122"/>
                <a:ea typeface="微软雅黑" panose="020B0503020204020204" pitchFamily="34" charset="-122"/>
              </a:rPr>
              <a:t>且作用在</a:t>
            </a:r>
            <a:r>
              <a:rPr lang="zh-CN" altLang="en-US" sz="2800">
                <a:solidFill>
                  <a:srgbClr val="FFFF00"/>
                </a:solidFill>
                <a:latin typeface="微软雅黑" panose="020B0503020204020204" pitchFamily="34" charset="-122"/>
                <a:ea typeface="微软雅黑" panose="020B0503020204020204" pitchFamily="34" charset="-122"/>
              </a:rPr>
              <a:t>同一直线</a:t>
            </a:r>
            <a:r>
              <a:rPr lang="zh-CN" altLang="en-US" sz="2800">
                <a:solidFill>
                  <a:prstClr val="white"/>
                </a:solidFill>
                <a:latin typeface="微软雅黑" panose="020B0503020204020204" pitchFamily="34" charset="-122"/>
                <a:ea typeface="微软雅黑" panose="020B0503020204020204" pitchFamily="34" charset="-122"/>
              </a:rPr>
              <a:t>上时，这两个力才能平衡，这就是二力平衡的条件。</a:t>
            </a:r>
          </a:p>
        </p:txBody>
      </p:sp>
      <p:sp>
        <p:nvSpPr>
          <p:cNvPr id="4" name="文本框 3">
            <a:extLst>
              <a:ext uri="{FF2B5EF4-FFF2-40B4-BE49-F238E27FC236}">
                <a16:creationId xmlns:a16="http://schemas.microsoft.com/office/drawing/2014/main" id="{31812D1F-4D0B-8B96-FD0C-2544CCCA84E8}"/>
              </a:ext>
            </a:extLst>
          </p:cNvPr>
          <p:cNvSpPr txBox="1"/>
          <p:nvPr>
            <p:custDataLst>
              <p:tags r:id="rId3"/>
            </p:custDataLst>
          </p:nvPr>
        </p:nvSpPr>
        <p:spPr>
          <a:xfrm>
            <a:off x="673946" y="728749"/>
            <a:ext cx="3898054" cy="520976"/>
          </a:xfrm>
          <a:prstGeom prst="rect">
            <a:avLst/>
          </a:prstGeom>
          <a:noFill/>
        </p:spPr>
        <p:txBody>
          <a:bodyPr wrap="square">
            <a:spAutoFit/>
          </a:bodyPr>
          <a:lstStyle/>
          <a:p>
            <a:pPr marL="0" marR="0" lvl="0" indent="266700" algn="l" defTabSz="685160" rtl="0" eaLnBrk="1" fontAlgn="base" latinLnBrk="0" hangingPunct="1">
              <a:lnSpc>
                <a:spcPts val="3640"/>
              </a:lnSpc>
              <a:spcBef>
                <a:spcPct val="0"/>
              </a:spcBef>
              <a:spcAft>
                <a:spcPct val="0"/>
              </a:spcAft>
              <a:buClrTx/>
              <a:buSzTx/>
              <a:buFontTx/>
              <a:buNone/>
              <a:defRPr/>
            </a:pPr>
            <a:r>
              <a:rPr kumimoji="0" lang="zh-CN" altLang="en-US" sz="2700" b="0" i="0" u="none" strike="noStrike" kern="0" cap="none" spc="0" normalizeH="0" baseline="0" noProof="0">
                <a:ln>
                  <a:noFill/>
                </a:ln>
                <a:solidFill>
                  <a:srgbClr val="002060"/>
                </a:solidFill>
                <a:effectLst/>
                <a:uLnTx/>
                <a:uFillTx/>
                <a:latin typeface="微软雅黑"/>
                <a:ea typeface="微软雅黑"/>
                <a:cs typeface="宋体" panose="02010600030101010101" pitchFamily="2" charset="-122"/>
              </a:rPr>
              <a:t>二力平衡的条件：</a:t>
            </a:r>
          </a:p>
        </p:txBody>
      </p:sp>
      <p:sp>
        <p:nvSpPr>
          <p:cNvPr id="6" name="文本框 5">
            <a:extLst>
              <a:ext uri="{FF2B5EF4-FFF2-40B4-BE49-F238E27FC236}">
                <a16:creationId xmlns:a16="http://schemas.microsoft.com/office/drawing/2014/main" id="{B66C5B42-780B-2882-C385-019EA4303CD9}"/>
              </a:ext>
            </a:extLst>
          </p:cNvPr>
          <p:cNvSpPr txBox="1"/>
          <p:nvPr>
            <p:custDataLst>
              <p:tags r:id="rId4"/>
            </p:custDataLst>
          </p:nvPr>
        </p:nvSpPr>
        <p:spPr>
          <a:xfrm>
            <a:off x="168446" y="47174"/>
            <a:ext cx="3692354"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rPr>
              <a:t>知识点三、</a:t>
            </a:r>
            <a:r>
              <a:rPr lang="zh-CN" altLang="en-US" sz="2000">
                <a:solidFill>
                  <a:schemeClr val="bg1"/>
                </a:solidFill>
                <a:latin typeface="微软雅黑" panose="020B0503020204020204" pitchFamily="34" charset="-122"/>
                <a:ea typeface="微软雅黑" panose="020B0503020204020204" pitchFamily="34" charset="-122"/>
              </a:rPr>
              <a:t>二力平衡的条件 </a:t>
            </a:r>
            <a:endPar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71654ED4-4FCD-530E-84C5-18693C9617F5}"/>
              </a:ext>
            </a:extLst>
          </p:cNvPr>
          <p:cNvSpPr txBox="1"/>
          <p:nvPr>
            <p:custDataLst>
              <p:tags r:id="rId5"/>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448151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EF12784-34FA-925F-549E-952004F2904D}"/>
              </a:ext>
            </a:extLst>
          </p:cNvPr>
          <p:cNvSpPr txBox="1"/>
          <p:nvPr>
            <p:custDataLst>
              <p:tags r:id="rId1"/>
            </p:custDataLst>
          </p:nvPr>
        </p:nvSpPr>
        <p:spPr>
          <a:xfrm>
            <a:off x="956257" y="1033464"/>
            <a:ext cx="7171743" cy="877420"/>
          </a:xfrm>
          <a:prstGeom prst="rect">
            <a:avLst/>
          </a:prstGeom>
          <a:noFill/>
        </p:spPr>
        <p:txBody>
          <a:bodyPr wrap="square">
            <a:spAutoFit/>
          </a:bodyPr>
          <a:lstStyle/>
          <a:p>
            <a:pPr lvl="0" indent="457200" fontAlgn="base">
              <a:lnSpc>
                <a:spcPts val="3200"/>
              </a:lnSpc>
            </a:pPr>
            <a:r>
              <a:rPr lang="zh-CN" altLang="en-US" sz="2200" kern="100">
                <a:solidFill>
                  <a:srgbClr val="002060"/>
                </a:solidFill>
                <a:latin typeface="Times New Roman" panose="02020603050405020304" pitchFamily="18" charset="0"/>
                <a:cs typeface="Times New Roman" panose="02020603050405020304" pitchFamily="18" charset="0"/>
              </a:rPr>
              <a:t>作用在物体上的一对力是不是平衡力，看是否符合二力平衡的四个条件。</a:t>
            </a:r>
            <a:endParaRPr lang="en-US" altLang="zh-CN" sz="2200" kern="100">
              <a:solidFill>
                <a:srgbClr val="002060"/>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9CB38A7D-F3A3-321C-4D36-C7D4C4191F97}"/>
              </a:ext>
            </a:extLst>
          </p:cNvPr>
          <p:cNvSpPr txBox="1"/>
          <p:nvPr>
            <p:custDataLst>
              <p:tags r:id="rId2"/>
            </p:custDataLst>
          </p:nvPr>
        </p:nvSpPr>
        <p:spPr>
          <a:xfrm>
            <a:off x="956257" y="534653"/>
            <a:ext cx="4177930" cy="470129"/>
          </a:xfrm>
          <a:prstGeom prst="rect">
            <a:avLst/>
          </a:prstGeom>
          <a:noFill/>
        </p:spPr>
        <p:txBody>
          <a:bodyPr wrap="square">
            <a:spAutoFit/>
          </a:bodyPr>
          <a:lstStyle/>
          <a:p>
            <a:pPr>
              <a:lnSpc>
                <a:spcPts val="3200"/>
              </a:lnSpc>
            </a:pPr>
            <a:r>
              <a:rPr kumimoji="0" lang="en-US" altLang="zh-CN" sz="23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1. </a:t>
            </a:r>
            <a:r>
              <a:rPr kumimoji="0" lang="zh-CN" altLang="en-US" sz="23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判断一对力是不是平衡力</a:t>
            </a:r>
            <a:endParaRPr lang="zh-CN" altLang="en-US" sz="2300">
              <a:solidFill>
                <a:srgbClr val="002060"/>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EBA6195D-7A8F-127A-A9CF-6DBFF3858E2A}"/>
              </a:ext>
            </a:extLst>
          </p:cNvPr>
          <p:cNvSpPr txBox="1"/>
          <p:nvPr>
            <p:custDataLst>
              <p:tags r:id="rId3"/>
            </p:custDataLst>
          </p:nvPr>
        </p:nvSpPr>
        <p:spPr>
          <a:xfrm>
            <a:off x="956257" y="2438377"/>
            <a:ext cx="7293661" cy="877420"/>
          </a:xfrm>
          <a:prstGeom prst="rect">
            <a:avLst/>
          </a:prstGeom>
          <a:noFill/>
        </p:spPr>
        <p:txBody>
          <a:bodyPr wrap="square">
            <a:spAutoFit/>
          </a:bodyPr>
          <a:lstStyle/>
          <a:p>
            <a:pPr lvl="0" indent="457200" fontAlgn="base">
              <a:lnSpc>
                <a:spcPts val="3200"/>
              </a:lnSpc>
            </a:pPr>
            <a:r>
              <a:rPr lang="zh-CN" altLang="en-US" sz="2200" kern="100">
                <a:solidFill>
                  <a:srgbClr val="002060"/>
                </a:solidFill>
                <a:latin typeface="Times New Roman" panose="02020603050405020304" pitchFamily="18" charset="0"/>
                <a:cs typeface="Times New Roman" panose="02020603050405020304" pitchFamily="18" charset="0"/>
              </a:rPr>
              <a:t>若二力平衡，利用二力平衡的条件，由已知的一个力的大小和方向可以确定另一个力的大小方向</a:t>
            </a:r>
            <a:r>
              <a:rPr lang="en-US" altLang="zh-CN" sz="2200" kern="100">
                <a:solidFill>
                  <a:srgbClr val="002060"/>
                </a:solidFill>
                <a:latin typeface="Times New Roman" panose="02020603050405020304" pitchFamily="18" charset="0"/>
                <a:cs typeface="Times New Roman" panose="02020603050405020304" pitchFamily="18" charset="0"/>
              </a:rPr>
              <a:t>.</a:t>
            </a:r>
          </a:p>
        </p:txBody>
      </p:sp>
      <p:sp>
        <p:nvSpPr>
          <p:cNvPr id="5" name="文本框 4">
            <a:extLst>
              <a:ext uri="{FF2B5EF4-FFF2-40B4-BE49-F238E27FC236}">
                <a16:creationId xmlns:a16="http://schemas.microsoft.com/office/drawing/2014/main" id="{AAD8D499-9009-0616-38D1-22D72C3BAF68}"/>
              </a:ext>
            </a:extLst>
          </p:cNvPr>
          <p:cNvSpPr txBox="1"/>
          <p:nvPr>
            <p:custDataLst>
              <p:tags r:id="rId4"/>
            </p:custDataLst>
          </p:nvPr>
        </p:nvSpPr>
        <p:spPr>
          <a:xfrm>
            <a:off x="956256" y="1939566"/>
            <a:ext cx="4848487" cy="470129"/>
          </a:xfrm>
          <a:prstGeom prst="rect">
            <a:avLst/>
          </a:prstGeom>
          <a:noFill/>
        </p:spPr>
        <p:txBody>
          <a:bodyPr wrap="square">
            <a:spAutoFit/>
          </a:bodyPr>
          <a:lstStyle/>
          <a:p>
            <a:pPr>
              <a:lnSpc>
                <a:spcPts val="3200"/>
              </a:lnSpc>
            </a:pPr>
            <a:r>
              <a:rPr kumimoji="0" lang="en-US" altLang="zh-CN" sz="23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2. </a:t>
            </a:r>
            <a:r>
              <a:rPr kumimoji="0" lang="zh-CN" altLang="en-US" sz="23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确定另一个力的大小和方向</a:t>
            </a:r>
            <a:endParaRPr lang="zh-CN" altLang="en-US" sz="2300">
              <a:solidFill>
                <a:srgbClr val="002060"/>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8CE8E9CE-551E-45F2-5AD2-862266214262}"/>
              </a:ext>
            </a:extLst>
          </p:cNvPr>
          <p:cNvSpPr txBox="1"/>
          <p:nvPr>
            <p:custDataLst>
              <p:tags r:id="rId5"/>
            </p:custDataLst>
          </p:nvPr>
        </p:nvSpPr>
        <p:spPr>
          <a:xfrm>
            <a:off x="1047085" y="3843290"/>
            <a:ext cx="7293661" cy="877420"/>
          </a:xfrm>
          <a:prstGeom prst="rect">
            <a:avLst/>
          </a:prstGeom>
          <a:noFill/>
        </p:spPr>
        <p:txBody>
          <a:bodyPr wrap="square">
            <a:spAutoFit/>
          </a:bodyPr>
          <a:lstStyle/>
          <a:p>
            <a:pPr lvl="0" fontAlgn="base">
              <a:lnSpc>
                <a:spcPts val="3200"/>
              </a:lnSpc>
            </a:pPr>
            <a:r>
              <a:rPr lang="zh-CN" altLang="en-US" sz="2200" kern="100">
                <a:solidFill>
                  <a:srgbClr val="002060"/>
                </a:solidFill>
                <a:latin typeface="Times New Roman" panose="02020603050405020304" pitchFamily="18" charset="0"/>
                <a:cs typeface="Times New Roman" panose="02020603050405020304" pitchFamily="18" charset="0"/>
              </a:rPr>
              <a:t>      若物体受到的两个力平衡，则物体保持静止或匀速直线运动状态。</a:t>
            </a:r>
            <a:endParaRPr lang="en-US" altLang="zh-CN" sz="2200" kern="100">
              <a:solidFill>
                <a:srgbClr val="002060"/>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0F9DDC55-E4BC-82B5-C839-7E3E1312BC48}"/>
              </a:ext>
            </a:extLst>
          </p:cNvPr>
          <p:cNvSpPr txBox="1"/>
          <p:nvPr>
            <p:custDataLst>
              <p:tags r:id="rId6"/>
            </p:custDataLst>
          </p:nvPr>
        </p:nvSpPr>
        <p:spPr>
          <a:xfrm>
            <a:off x="956256" y="3344479"/>
            <a:ext cx="3737660" cy="470129"/>
          </a:xfrm>
          <a:prstGeom prst="rect">
            <a:avLst/>
          </a:prstGeom>
          <a:noFill/>
        </p:spPr>
        <p:txBody>
          <a:bodyPr wrap="square">
            <a:spAutoFit/>
          </a:bodyPr>
          <a:lstStyle/>
          <a:p>
            <a:pPr>
              <a:lnSpc>
                <a:spcPts val="3200"/>
              </a:lnSpc>
            </a:pPr>
            <a:r>
              <a:rPr kumimoji="0" lang="en-US" altLang="zh-CN" sz="23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3.  </a:t>
            </a:r>
            <a:r>
              <a:rPr kumimoji="0" lang="zh-CN" altLang="en-US" sz="23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判断物体的运动状态</a:t>
            </a:r>
            <a:endParaRPr lang="zh-CN" altLang="en-US" sz="2300">
              <a:solidFill>
                <a:srgbClr val="002060"/>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B0865CE8-4205-01B9-82F0-9927D72BF72D}"/>
              </a:ext>
            </a:extLst>
          </p:cNvPr>
          <p:cNvSpPr txBox="1"/>
          <p:nvPr>
            <p:custDataLst>
              <p:tags r:id="rId7"/>
            </p:custDataLst>
          </p:nvPr>
        </p:nvSpPr>
        <p:spPr>
          <a:xfrm>
            <a:off x="275569" y="76417"/>
            <a:ext cx="3874556" cy="349583"/>
          </a:xfrm>
          <a:prstGeom prst="rect">
            <a:avLst/>
          </a:prstGeom>
          <a:noFill/>
        </p:spPr>
        <p:txBody>
          <a:bodyPr wrap="square" lIns="0" tIns="0" rIns="0" bIns="0" rtlCol="0">
            <a:spAutoFit/>
          </a:bodyPr>
          <a:lstStyle/>
          <a:p>
            <a:pPr fontAlgn="base">
              <a:lnSpc>
                <a:spcPct val="125000"/>
              </a:lnSpc>
            </a:pPr>
            <a:r>
              <a:rPr lang="zh-CN" altLang="en-US" sz="2000">
                <a:solidFill>
                  <a:srgbClr val="FFFF00"/>
                </a:solidFill>
                <a:latin typeface="微软雅黑" panose="020B0503020204020204" pitchFamily="34" charset="-122"/>
                <a:ea typeface="微软雅黑" panose="020B0503020204020204" pitchFamily="34" charset="-122"/>
              </a:rPr>
              <a:t>知识点四、二力平衡条件的应用 </a:t>
            </a:r>
          </a:p>
        </p:txBody>
      </p:sp>
      <p:sp>
        <p:nvSpPr>
          <p:cNvPr id="9" name="文本框 8">
            <a:extLst>
              <a:ext uri="{FF2B5EF4-FFF2-40B4-BE49-F238E27FC236}">
                <a16:creationId xmlns:a16="http://schemas.microsoft.com/office/drawing/2014/main" id="{3752BEF4-315E-B501-E601-7C1A428AF939}"/>
              </a:ext>
            </a:extLst>
          </p:cNvPr>
          <p:cNvSpPr txBox="1"/>
          <p:nvPr>
            <p:custDataLst>
              <p:tags r:id="rId8"/>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1112057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25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1250"/>
                                        <p:tgtEl>
                                          <p:spTgt spid="5">
                                            <p:txEl>
                                              <p:pRg st="0" end="0"/>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blinds(horizontal)">
                                      <p:cBhvr>
                                        <p:cTn id="22" dur="500"/>
                                        <p:tgtEl>
                                          <p:spTgt spid="4">
                                            <p:txEl>
                                              <p:pRg st="0" end="0"/>
                                            </p:txEl>
                                          </p:spTgt>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left)">
                                      <p:cBhvr>
                                        <p:cTn id="27" dur="1250"/>
                                        <p:tgtEl>
                                          <p:spTgt spid="7">
                                            <p:txEl>
                                              <p:pRg st="0" end="0"/>
                                            </p:txEl>
                                          </p:spTgt>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blinds(horizontal)">
                                      <p:cBhvr>
                                        <p:cTn id="3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DACE9C43-5781-CB33-8BC0-66AF2FD845FB}"/>
              </a:ext>
            </a:extLst>
          </p:cNvPr>
          <p:cNvGraphicFramePr>
            <a:graphicFrameLocks noGrp="1"/>
          </p:cNvGraphicFramePr>
          <p:nvPr>
            <p:custDataLst>
              <p:tags r:id="rId1"/>
            </p:custDataLst>
          </p:nvPr>
        </p:nvGraphicFramePr>
        <p:xfrm>
          <a:off x="1442687" y="1338400"/>
          <a:ext cx="6786914" cy="2393995"/>
        </p:xfrm>
        <a:graphic>
          <a:graphicData uri="http://schemas.openxmlformats.org/drawingml/2006/table">
            <a:tbl>
              <a:tblPr firstRow="1" bandRow="1">
                <a:tableStyleId>{5C22544A-7EE6-4342-B048-85BDC9FD1C3A}</a:tableStyleId>
              </a:tblPr>
              <a:tblGrid>
                <a:gridCol w="3393457">
                  <a:extLst>
                    <a:ext uri="{9D8B030D-6E8A-4147-A177-3AD203B41FA5}">
                      <a16:colId xmlns:a16="http://schemas.microsoft.com/office/drawing/2014/main" val="649689166"/>
                    </a:ext>
                  </a:extLst>
                </a:gridCol>
                <a:gridCol w="3393457">
                  <a:extLst>
                    <a:ext uri="{9D8B030D-6E8A-4147-A177-3AD203B41FA5}">
                      <a16:colId xmlns:a16="http://schemas.microsoft.com/office/drawing/2014/main" val="3576804953"/>
                    </a:ext>
                  </a:extLst>
                </a:gridCol>
              </a:tblGrid>
              <a:tr h="478799">
                <a:tc>
                  <a:txBody>
                    <a:bodyPr/>
                    <a:lstStyle/>
                    <a:p>
                      <a:endParaRPr lang="zh-CN" altLang="en-US"/>
                    </a:p>
                  </a:txBody>
                  <a:tcPr>
                    <a:solidFill>
                      <a:srgbClr val="00B050">
                        <a:alpha val="43000"/>
                      </a:srgbClr>
                    </a:solidFill>
                  </a:tcPr>
                </a:tc>
                <a:tc>
                  <a:txBody>
                    <a:bodyPr/>
                    <a:lstStyle/>
                    <a:p>
                      <a:endParaRPr lang="zh-CN" altLang="en-US"/>
                    </a:p>
                  </a:txBody>
                  <a:tcPr>
                    <a:solidFill>
                      <a:srgbClr val="00B050">
                        <a:alpha val="43000"/>
                      </a:srgbClr>
                    </a:solidFill>
                  </a:tcPr>
                </a:tc>
                <a:extLst>
                  <a:ext uri="{0D108BD9-81ED-4DB2-BD59-A6C34878D82A}">
                    <a16:rowId xmlns:a16="http://schemas.microsoft.com/office/drawing/2014/main" val="581993435"/>
                  </a:ext>
                </a:extLst>
              </a:tr>
              <a:tr h="478799">
                <a:tc>
                  <a:txBody>
                    <a:bodyPr/>
                    <a:lstStyle/>
                    <a:p>
                      <a:endParaRPr lang="zh-CN" altLang="en-US"/>
                    </a:p>
                  </a:txBody>
                  <a:tcPr>
                    <a:solidFill>
                      <a:schemeClr val="bg1">
                        <a:lumMod val="95000"/>
                      </a:schemeClr>
                    </a:solidFill>
                  </a:tcPr>
                </a:tc>
                <a:tc>
                  <a:txBody>
                    <a:bodyPr/>
                    <a:lstStyle/>
                    <a:p>
                      <a:endParaRPr lang="zh-CN" altLang="en-US"/>
                    </a:p>
                  </a:txBody>
                  <a:tcPr>
                    <a:solidFill>
                      <a:schemeClr val="bg1">
                        <a:lumMod val="95000"/>
                      </a:schemeClr>
                    </a:solidFill>
                  </a:tcPr>
                </a:tc>
                <a:extLst>
                  <a:ext uri="{0D108BD9-81ED-4DB2-BD59-A6C34878D82A}">
                    <a16:rowId xmlns:a16="http://schemas.microsoft.com/office/drawing/2014/main" val="340055042"/>
                  </a:ext>
                </a:extLst>
              </a:tr>
              <a:tr h="478799">
                <a:tc>
                  <a:txBody>
                    <a:bodyPr/>
                    <a:lstStyle/>
                    <a:p>
                      <a:endParaRPr lang="zh-CN" altLang="en-US"/>
                    </a:p>
                  </a:txBody>
                  <a:tcPr>
                    <a:solidFill>
                      <a:schemeClr val="accent5">
                        <a:lumMod val="20000"/>
                        <a:lumOff val="80000"/>
                      </a:schemeClr>
                    </a:solidFill>
                  </a:tcPr>
                </a:tc>
                <a:tc>
                  <a:txBody>
                    <a:bodyPr/>
                    <a:lstStyle/>
                    <a:p>
                      <a:endParaRPr lang="zh-CN" altLang="en-US"/>
                    </a:p>
                  </a:txBody>
                  <a:tcPr>
                    <a:solidFill>
                      <a:schemeClr val="accent5">
                        <a:lumMod val="20000"/>
                        <a:lumOff val="80000"/>
                      </a:schemeClr>
                    </a:solidFill>
                  </a:tcPr>
                </a:tc>
                <a:extLst>
                  <a:ext uri="{0D108BD9-81ED-4DB2-BD59-A6C34878D82A}">
                    <a16:rowId xmlns:a16="http://schemas.microsoft.com/office/drawing/2014/main" val="2426356184"/>
                  </a:ext>
                </a:extLst>
              </a:tr>
              <a:tr h="478799">
                <a:tc>
                  <a:txBody>
                    <a:bodyPr/>
                    <a:lstStyle/>
                    <a:p>
                      <a:endParaRPr lang="zh-CN" altLang="en-US"/>
                    </a:p>
                  </a:txBody>
                  <a:tcPr>
                    <a:solidFill>
                      <a:schemeClr val="bg1">
                        <a:lumMod val="95000"/>
                      </a:schemeClr>
                    </a:solidFill>
                  </a:tcPr>
                </a:tc>
                <a:tc>
                  <a:txBody>
                    <a:bodyPr/>
                    <a:lstStyle/>
                    <a:p>
                      <a:endParaRPr lang="zh-CN" altLang="en-US"/>
                    </a:p>
                  </a:txBody>
                  <a:tcPr>
                    <a:solidFill>
                      <a:schemeClr val="bg1">
                        <a:lumMod val="95000"/>
                      </a:schemeClr>
                    </a:solidFill>
                  </a:tcPr>
                </a:tc>
                <a:extLst>
                  <a:ext uri="{0D108BD9-81ED-4DB2-BD59-A6C34878D82A}">
                    <a16:rowId xmlns:a16="http://schemas.microsoft.com/office/drawing/2014/main" val="1530341815"/>
                  </a:ext>
                </a:extLst>
              </a:tr>
              <a:tr h="478799">
                <a:tc>
                  <a:txBody>
                    <a:bodyPr/>
                    <a:lstStyle/>
                    <a:p>
                      <a:endParaRPr lang="zh-CN" altLang="en-US"/>
                    </a:p>
                  </a:txBody>
                  <a:tcPr>
                    <a:solidFill>
                      <a:schemeClr val="accent5">
                        <a:lumMod val="20000"/>
                        <a:lumOff val="80000"/>
                      </a:schemeClr>
                    </a:solidFill>
                  </a:tcPr>
                </a:tc>
                <a:tc>
                  <a:txBody>
                    <a:bodyPr/>
                    <a:lstStyle/>
                    <a:p>
                      <a:endParaRPr lang="zh-CN" altLang="en-US"/>
                    </a:p>
                  </a:txBody>
                  <a:tcPr>
                    <a:solidFill>
                      <a:schemeClr val="accent5">
                        <a:lumMod val="20000"/>
                        <a:lumOff val="80000"/>
                      </a:schemeClr>
                    </a:solidFill>
                  </a:tcPr>
                </a:tc>
                <a:extLst>
                  <a:ext uri="{0D108BD9-81ED-4DB2-BD59-A6C34878D82A}">
                    <a16:rowId xmlns:a16="http://schemas.microsoft.com/office/drawing/2014/main" val="2091399357"/>
                  </a:ext>
                </a:extLst>
              </a:tr>
            </a:tbl>
          </a:graphicData>
        </a:graphic>
      </p:graphicFrame>
      <p:sp>
        <p:nvSpPr>
          <p:cNvPr id="5" name="文本框 4">
            <a:extLst>
              <a:ext uri="{FF2B5EF4-FFF2-40B4-BE49-F238E27FC236}">
                <a16:creationId xmlns:a16="http://schemas.microsoft.com/office/drawing/2014/main" id="{98914337-8B8A-C175-F7E6-FED7059AB7F9}"/>
              </a:ext>
            </a:extLst>
          </p:cNvPr>
          <p:cNvSpPr txBox="1"/>
          <p:nvPr>
            <p:custDataLst>
              <p:tags r:id="rId2"/>
            </p:custDataLst>
          </p:nvPr>
        </p:nvSpPr>
        <p:spPr>
          <a:xfrm>
            <a:off x="2239610" y="3328363"/>
            <a:ext cx="2692800" cy="369332"/>
          </a:xfrm>
          <a:prstGeom prst="rect">
            <a:avLst/>
          </a:prstGeom>
          <a:noFill/>
          <a:ln>
            <a:noFill/>
          </a:ln>
        </p:spPr>
        <p:txBody>
          <a:bodyPr vert="horz" wrap="square" lIns="91440" tIns="45720" rIns="91440" bIns="45720" anchor="t">
            <a:spAutoFit/>
          </a:bodyPr>
          <a:lstStyle>
            <a:lvl1pPr marL="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1pPr>
            <a:lvl2pPr marL="4572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2pPr>
            <a:lvl3pPr marL="9144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3pPr>
            <a:lvl4pPr marL="13716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4pPr>
            <a:lvl5pPr marL="18288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5pPr>
          </a:lstStyle>
          <a:p>
            <a:pPr marL="0" marR="0" lvl="0" indent="0" algn="l" defTabSz="685160" rtl="0" eaLnBrk="1" fontAlgn="base" latinLnBrk="1" hangingPunct="1">
              <a:lnSpc>
                <a:spcPct val="100000"/>
              </a:lnSpc>
              <a:spcBef>
                <a:spcPct val="50000"/>
              </a:spcBef>
              <a:spcAft>
                <a:spcPct val="0"/>
              </a:spcAft>
              <a:buClrTx/>
              <a:buSzTx/>
              <a:buFont typeface="Arial"/>
              <a:buNone/>
              <a:defRPr/>
            </a:pPr>
            <a:r>
              <a:rPr lang="en-US" altLang="en-US" sz="1800">
                <a:solidFill>
                  <a:schemeClr val="tx1"/>
                </a:solidFill>
                <a:latin typeface="微软雅黑" panose="020B0503020204020204" pitchFamily="34" charset="-122"/>
                <a:ea typeface="微软雅黑" panose="020B0503020204020204" pitchFamily="34" charset="-122"/>
              </a:rPr>
              <a:t>作用在</a:t>
            </a:r>
            <a:r>
              <a:rPr lang="en-US" altLang="en-US" sz="1800" b="1">
                <a:solidFill>
                  <a:srgbClr val="FF0000"/>
                </a:solidFill>
                <a:latin typeface="微软雅黑" panose="020B0503020204020204" pitchFamily="34" charset="-122"/>
                <a:ea typeface="微软雅黑" panose="020B0503020204020204" pitchFamily="34" charset="-122"/>
              </a:rPr>
              <a:t>同一物体上</a:t>
            </a:r>
          </a:p>
        </p:txBody>
      </p:sp>
      <p:sp>
        <p:nvSpPr>
          <p:cNvPr id="6" name="文本框 5">
            <a:extLst>
              <a:ext uri="{FF2B5EF4-FFF2-40B4-BE49-F238E27FC236}">
                <a16:creationId xmlns:a16="http://schemas.microsoft.com/office/drawing/2014/main" id="{A10774CF-56FC-9CA2-ED82-DAB53E6D4343}"/>
              </a:ext>
            </a:extLst>
          </p:cNvPr>
          <p:cNvSpPr txBox="1"/>
          <p:nvPr>
            <p:custDataLst>
              <p:tags r:id="rId3"/>
            </p:custDataLst>
          </p:nvPr>
        </p:nvSpPr>
        <p:spPr>
          <a:xfrm>
            <a:off x="5455955" y="3292696"/>
            <a:ext cx="2550271" cy="369332"/>
          </a:xfrm>
          <a:prstGeom prst="rect">
            <a:avLst/>
          </a:prstGeom>
          <a:noFill/>
          <a:ln>
            <a:noFill/>
          </a:ln>
        </p:spPr>
        <p:txBody>
          <a:bodyPr vert="horz" wrap="square" lIns="91440" tIns="45720" rIns="91440" bIns="45720" anchor="t">
            <a:spAutoFit/>
          </a:bodyPr>
          <a:lstStyle>
            <a:lvl1pPr marL="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1pPr>
            <a:lvl2pPr marL="4572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2pPr>
            <a:lvl3pPr marL="9144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3pPr>
            <a:lvl4pPr marL="13716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4pPr>
            <a:lvl5pPr marL="18288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5pPr>
          </a:lstStyle>
          <a:p>
            <a:pPr marL="0" marR="0" lvl="0" indent="0" algn="l" defTabSz="685160" rtl="0" eaLnBrk="1" fontAlgn="base" latinLnBrk="1" hangingPunct="1">
              <a:lnSpc>
                <a:spcPct val="100000"/>
              </a:lnSpc>
              <a:spcBef>
                <a:spcPct val="50000"/>
              </a:spcBef>
              <a:spcAft>
                <a:spcPct val="0"/>
              </a:spcAft>
              <a:buClrTx/>
              <a:buSzTx/>
              <a:buFont typeface="Arial"/>
              <a:buNone/>
              <a:defRPr/>
            </a:pPr>
            <a:r>
              <a:rPr kumimoji="0" lang="en-US"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   </a:t>
            </a:r>
            <a:r>
              <a:rPr lang="en-US" altLang="en-US" sz="1800">
                <a:solidFill>
                  <a:schemeClr val="tx1"/>
                </a:solidFill>
                <a:latin typeface="微软雅黑" panose="020B0503020204020204" pitchFamily="34" charset="-122"/>
                <a:ea typeface="微软雅黑" panose="020B0503020204020204" pitchFamily="34" charset="-122"/>
              </a:rPr>
              <a:t>作用在</a:t>
            </a:r>
            <a:r>
              <a:rPr lang="en-US" altLang="en-US" sz="1800" b="1">
                <a:solidFill>
                  <a:srgbClr val="FF0000"/>
                </a:solidFill>
                <a:latin typeface="微软雅黑" panose="020B0503020204020204" pitchFamily="34" charset="-122"/>
                <a:ea typeface="微软雅黑" panose="020B0503020204020204" pitchFamily="34" charset="-122"/>
              </a:rPr>
              <a:t>两个物体上</a:t>
            </a:r>
          </a:p>
        </p:txBody>
      </p:sp>
      <p:sp>
        <p:nvSpPr>
          <p:cNvPr id="7" name="文本框 6">
            <a:extLst>
              <a:ext uri="{FF2B5EF4-FFF2-40B4-BE49-F238E27FC236}">
                <a16:creationId xmlns:a16="http://schemas.microsoft.com/office/drawing/2014/main" id="{1A73BEBE-322C-034D-1684-0F80BADBFFE7}"/>
              </a:ext>
            </a:extLst>
          </p:cNvPr>
          <p:cNvSpPr txBox="1"/>
          <p:nvPr>
            <p:custDataLst>
              <p:tags r:id="rId4"/>
            </p:custDataLst>
          </p:nvPr>
        </p:nvSpPr>
        <p:spPr>
          <a:xfrm>
            <a:off x="2239610" y="1363515"/>
            <a:ext cx="1388256" cy="400110"/>
          </a:xfrm>
          <a:prstGeom prst="rect">
            <a:avLst/>
          </a:prstGeom>
          <a:noFill/>
          <a:ln>
            <a:noFill/>
          </a:ln>
        </p:spPr>
        <p:txBody>
          <a:bodyPr vert="horz" wrap="square" lIns="91440" tIns="45720" rIns="91440" bIns="45720" anchor="t">
            <a:spAutoFit/>
          </a:bodyPr>
          <a:lstStyle>
            <a:defPPr>
              <a:defRPr lang="zh-CN"/>
            </a:defPPr>
            <a:lvl1pPr lvl="0" indent="0" fontAlgn="base" latinLnBrk="1">
              <a:lnSpc>
                <a:spcPct val="100000"/>
              </a:lnSpc>
              <a:spcBef>
                <a:spcPct val="50000"/>
              </a:spcBef>
              <a:spcAft>
                <a:spcPct val="0"/>
              </a:spcAft>
              <a:buFont typeface="Arial"/>
              <a:buNone/>
              <a:defRPr sz="1800" b="0" i="0" u="none" baseline="0">
                <a:solidFill>
                  <a:schemeClr val="bg1"/>
                </a:solidFill>
                <a:latin typeface="微软雅黑" panose="020B0503020204020204" pitchFamily="34" charset="-122"/>
                <a:ea typeface="微软雅黑" panose="020B0503020204020204" pitchFamily="34" charset="-122"/>
              </a:defRPr>
            </a:lvl1pPr>
            <a:lvl2pPr marL="457200" indent="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defRPr>
            </a:lvl2pPr>
            <a:lvl3pPr marL="914400" indent="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defRPr>
            </a:lvl3pPr>
            <a:lvl4pPr marL="1371600" indent="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defRPr>
            </a:lvl4pPr>
            <a:lvl5pPr marL="1828800" indent="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defRPr>
            </a:lvl5pPr>
          </a:lstStyle>
          <a:p>
            <a:pPr marL="0" marR="0" lvl="0" indent="0" algn="l" defTabSz="685160" rtl="0" eaLnBrk="1" fontAlgn="base" latinLnBrk="1" hangingPunct="1">
              <a:lnSpc>
                <a:spcPct val="100000"/>
              </a:lnSpc>
              <a:spcBef>
                <a:spcPct val="50000"/>
              </a:spcBef>
              <a:spcAft>
                <a:spcPct val="0"/>
              </a:spcAft>
              <a:buClrTx/>
              <a:buSzTx/>
              <a:buFont typeface="Arial"/>
              <a:buNone/>
              <a:defRPr/>
            </a:pPr>
            <a:r>
              <a:rPr kumimoji="0" lang="zh-CN" altLang="zh-CN" sz="20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20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en-US" sz="20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平衡力</a:t>
            </a:r>
          </a:p>
        </p:txBody>
      </p:sp>
      <p:sp>
        <p:nvSpPr>
          <p:cNvPr id="8" name="文本框 7">
            <a:extLst>
              <a:ext uri="{FF2B5EF4-FFF2-40B4-BE49-F238E27FC236}">
                <a16:creationId xmlns:a16="http://schemas.microsoft.com/office/drawing/2014/main" id="{B7499EBF-E434-3206-7AE3-AC4EE97AC404}"/>
              </a:ext>
            </a:extLst>
          </p:cNvPr>
          <p:cNvSpPr txBox="1"/>
          <p:nvPr>
            <p:custDataLst>
              <p:tags r:id="rId5"/>
            </p:custDataLst>
          </p:nvPr>
        </p:nvSpPr>
        <p:spPr>
          <a:xfrm>
            <a:off x="5432427" y="1379495"/>
            <a:ext cx="1855680" cy="400110"/>
          </a:xfrm>
          <a:prstGeom prst="rect">
            <a:avLst/>
          </a:prstGeom>
          <a:noFill/>
          <a:ln>
            <a:noFill/>
          </a:ln>
        </p:spPr>
        <p:txBody>
          <a:bodyPr vert="horz" wrap="square" lIns="91440" tIns="45720" rIns="91440" bIns="45720" anchor="t">
            <a:spAutoFit/>
          </a:bodyPr>
          <a:lstStyle>
            <a:lvl1pPr marL="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1pPr>
            <a:lvl2pPr marL="4572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2pPr>
            <a:lvl3pPr marL="9144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3pPr>
            <a:lvl4pPr marL="13716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4pPr>
            <a:lvl5pPr marL="18288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5pPr>
          </a:lstStyle>
          <a:p>
            <a:pPr marL="0" marR="0" lvl="0" indent="0" algn="l" defTabSz="685160" rtl="0" eaLnBrk="1" fontAlgn="base" latinLnBrk="1" hangingPunct="1">
              <a:lnSpc>
                <a:spcPct val="100000"/>
              </a:lnSpc>
              <a:spcBef>
                <a:spcPct val="50000"/>
              </a:spcBef>
              <a:spcAft>
                <a:spcPct val="0"/>
              </a:spcAft>
              <a:buClrTx/>
              <a:buSzTx/>
              <a:buFont typeface="Arial"/>
              <a:buNone/>
              <a:defRPr/>
            </a:pPr>
            <a:r>
              <a:rPr kumimoji="0" lang="en-US" altLang="zh-CN" sz="20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  </a:t>
            </a:r>
            <a:r>
              <a:rPr kumimoji="0" lang="zh-CN" altLang="zh-CN" sz="20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 </a:t>
            </a:r>
            <a:r>
              <a:rPr kumimoji="0" lang="en-US" altLang="en-US" sz="200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相互作用力</a:t>
            </a:r>
          </a:p>
        </p:txBody>
      </p:sp>
      <p:sp>
        <p:nvSpPr>
          <p:cNvPr id="9" name="矩形 8">
            <a:extLst>
              <a:ext uri="{FF2B5EF4-FFF2-40B4-BE49-F238E27FC236}">
                <a16:creationId xmlns:a16="http://schemas.microsoft.com/office/drawing/2014/main" id="{ADA59002-DB43-D78A-5EBA-3EF1571F3713}"/>
              </a:ext>
            </a:extLst>
          </p:cNvPr>
          <p:cNvSpPr/>
          <p:nvPr>
            <p:custDataLst>
              <p:tags r:id="rId6"/>
            </p:custDataLst>
          </p:nvPr>
        </p:nvSpPr>
        <p:spPr>
          <a:xfrm>
            <a:off x="2504068" y="3960740"/>
            <a:ext cx="5030418" cy="723109"/>
          </a:xfrm>
          <a:prstGeom prst="rect">
            <a:avLst/>
          </a:prstGeom>
          <a:noFill/>
          <a:ln w="9525" cap="flat" cmpd="sng">
            <a:noFill/>
            <a:prstDash val="solid"/>
            <a:round/>
          </a:ln>
        </p:spPr>
        <p:txBody>
          <a:bodyPr vert="horz" wrap="none" lIns="91440" tIns="45720" rIns="91440" bIns="45720" anchor="ctr"/>
          <a:lstStyle>
            <a:lvl1pPr marL="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1pPr>
            <a:lvl2pPr marL="4572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2pPr>
            <a:lvl3pPr marL="9144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3pPr>
            <a:lvl4pPr marL="13716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4pPr>
            <a:lvl5pPr marL="18288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5pPr>
          </a:lstStyle>
          <a:p>
            <a:pPr marL="108000" marR="0" lvl="0" indent="0" algn="l" defTabSz="685160" rtl="0" eaLnBrk="1" fontAlgn="base" latinLnBrk="1" hangingPunct="1">
              <a:lnSpc>
                <a:spcPts val="2900"/>
              </a:lnSpc>
              <a:spcBef>
                <a:spcPct val="0"/>
              </a:spcBef>
              <a:spcAft>
                <a:spcPct val="0"/>
              </a:spcAft>
              <a:buClrTx/>
              <a:buSzTx/>
              <a:buFont typeface="Arial"/>
              <a:buNone/>
              <a:defRPr/>
            </a:pPr>
            <a:r>
              <a:rPr kumimoji="0" lang="en-US"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平衡的两个力，</a:t>
            </a:r>
            <a:r>
              <a:rPr kumimoji="0" lang="zh-CN"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作用在</a:t>
            </a:r>
            <a:r>
              <a:rPr kumimoji="0" lang="zh-CN" altLang="en-US" sz="2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同一物体</a:t>
            </a:r>
            <a:r>
              <a:rPr kumimoji="0" lang="zh-CN"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上</a:t>
            </a:r>
            <a:r>
              <a:rPr kumimoji="0" lang="en-US"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a:t>
            </a:r>
          </a:p>
          <a:p>
            <a:pPr marL="108000" marR="0" lvl="0" indent="0" algn="l" defTabSz="685160" rtl="0" eaLnBrk="1" fontAlgn="base" latinLnBrk="1" hangingPunct="1">
              <a:lnSpc>
                <a:spcPts val="2900"/>
              </a:lnSpc>
              <a:spcBef>
                <a:spcPct val="0"/>
              </a:spcBef>
              <a:spcAft>
                <a:spcPct val="0"/>
              </a:spcAft>
              <a:buClrTx/>
              <a:buSzTx/>
              <a:buFont typeface="Arial"/>
              <a:buNone/>
              <a:defRPr/>
            </a:pPr>
            <a:r>
              <a:rPr kumimoji="0" lang="zh-CN"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而相互的作用力作用在</a:t>
            </a:r>
            <a:r>
              <a:rPr kumimoji="0" lang="zh-CN" altLang="en-US" sz="2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两个物体</a:t>
            </a:r>
            <a:r>
              <a:rPr kumimoji="0" lang="zh-CN"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上。</a:t>
            </a:r>
            <a:endParaRPr kumimoji="0" lang="en-US"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endParaRPr>
          </a:p>
        </p:txBody>
      </p:sp>
      <p:sp>
        <p:nvSpPr>
          <p:cNvPr id="10" name="矩形 9">
            <a:extLst>
              <a:ext uri="{FF2B5EF4-FFF2-40B4-BE49-F238E27FC236}">
                <a16:creationId xmlns:a16="http://schemas.microsoft.com/office/drawing/2014/main" id="{47E25AD2-5762-8B58-B51B-B0FE63A8A5C6}"/>
              </a:ext>
            </a:extLst>
          </p:cNvPr>
          <p:cNvSpPr/>
          <p:nvPr>
            <p:custDataLst>
              <p:tags r:id="rId7"/>
            </p:custDataLst>
          </p:nvPr>
        </p:nvSpPr>
        <p:spPr>
          <a:xfrm>
            <a:off x="2483223" y="1861035"/>
            <a:ext cx="1268753" cy="369332"/>
          </a:xfrm>
          <a:prstGeom prst="rect">
            <a:avLst/>
          </a:prstGeom>
        </p:spPr>
        <p:txBody>
          <a:bodyPr wrap="square">
            <a:spAutoFit/>
          </a:bodyPr>
          <a:lstStyle/>
          <a:p>
            <a:pPr marL="0" marR="0" lvl="0" indent="0" algn="l" defTabSz="685160" rtl="0" eaLnBrk="1" fontAlgn="base" latinLnBrk="1" hangingPunct="1">
              <a:lnSpc>
                <a:spcPct val="100000"/>
              </a:lnSpc>
              <a:spcBef>
                <a:spcPct val="50000"/>
              </a:spcBef>
              <a:spcAft>
                <a:spcPct val="0"/>
              </a:spcAft>
              <a:buClrTx/>
              <a:buSzTx/>
              <a:buFontTx/>
              <a:buNone/>
              <a:defRPr/>
            </a:pPr>
            <a:r>
              <a:rPr kumimoji="0" lang="en-US"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大小相等</a:t>
            </a:r>
          </a:p>
        </p:txBody>
      </p:sp>
      <p:sp>
        <p:nvSpPr>
          <p:cNvPr id="11" name="矩形 10">
            <a:extLst>
              <a:ext uri="{FF2B5EF4-FFF2-40B4-BE49-F238E27FC236}">
                <a16:creationId xmlns:a16="http://schemas.microsoft.com/office/drawing/2014/main" id="{4F746352-A27D-8A45-7723-6B2F93D7C729}"/>
              </a:ext>
            </a:extLst>
          </p:cNvPr>
          <p:cNvSpPr/>
          <p:nvPr>
            <p:custDataLst>
              <p:tags r:id="rId8"/>
            </p:custDataLst>
          </p:nvPr>
        </p:nvSpPr>
        <p:spPr>
          <a:xfrm>
            <a:off x="2504068" y="2365184"/>
            <a:ext cx="1268752" cy="369332"/>
          </a:xfrm>
          <a:prstGeom prst="rect">
            <a:avLst/>
          </a:prstGeom>
        </p:spPr>
        <p:txBody>
          <a:bodyPr wrap="square">
            <a:spAutoFit/>
          </a:bodyPr>
          <a:lstStyle/>
          <a:p>
            <a:pPr marL="0" marR="0" lvl="0" indent="0" algn="l" defTabSz="685160" rtl="0" eaLnBrk="1" fontAlgn="base" latinLnBrk="1" hangingPunct="1">
              <a:lnSpc>
                <a:spcPct val="100000"/>
              </a:lnSpc>
              <a:spcBef>
                <a:spcPct val="50000"/>
              </a:spcBef>
              <a:spcAft>
                <a:spcPct val="0"/>
              </a:spcAft>
              <a:buClrTx/>
              <a:buSzTx/>
              <a:buFontTx/>
              <a:buNone/>
              <a:defRPr/>
            </a:pPr>
            <a:r>
              <a:rPr kumimoji="0" lang="en-US"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方向相反</a:t>
            </a:r>
          </a:p>
        </p:txBody>
      </p:sp>
      <p:sp>
        <p:nvSpPr>
          <p:cNvPr id="12" name="矩形 11">
            <a:extLst>
              <a:ext uri="{FF2B5EF4-FFF2-40B4-BE49-F238E27FC236}">
                <a16:creationId xmlns:a16="http://schemas.microsoft.com/office/drawing/2014/main" id="{1BCAD5D5-FBD1-5B76-FB3B-A23A305F4620}"/>
              </a:ext>
            </a:extLst>
          </p:cNvPr>
          <p:cNvSpPr/>
          <p:nvPr>
            <p:custDataLst>
              <p:tags r:id="rId9"/>
            </p:custDataLst>
          </p:nvPr>
        </p:nvSpPr>
        <p:spPr>
          <a:xfrm>
            <a:off x="5851448" y="1885512"/>
            <a:ext cx="1268752" cy="369332"/>
          </a:xfrm>
          <a:prstGeom prst="rect">
            <a:avLst/>
          </a:prstGeom>
        </p:spPr>
        <p:txBody>
          <a:bodyPr wrap="square">
            <a:spAutoFit/>
          </a:bodyPr>
          <a:lstStyle/>
          <a:p>
            <a:pPr marL="0" marR="0" lvl="0" indent="0" algn="l" defTabSz="685160" rtl="0" eaLnBrk="1" fontAlgn="base" latinLnBrk="1" hangingPunct="1">
              <a:lnSpc>
                <a:spcPct val="100000"/>
              </a:lnSpc>
              <a:spcBef>
                <a:spcPct val="50000"/>
              </a:spcBef>
              <a:spcAft>
                <a:spcPct val="0"/>
              </a:spcAft>
              <a:buClrTx/>
              <a:buSzTx/>
              <a:buFontTx/>
              <a:buNone/>
              <a:defRPr/>
            </a:pPr>
            <a:r>
              <a:rPr kumimoji="0" lang="en-US"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大小相等</a:t>
            </a:r>
          </a:p>
        </p:txBody>
      </p:sp>
      <p:sp>
        <p:nvSpPr>
          <p:cNvPr id="13" name="矩形 12">
            <a:extLst>
              <a:ext uri="{FF2B5EF4-FFF2-40B4-BE49-F238E27FC236}">
                <a16:creationId xmlns:a16="http://schemas.microsoft.com/office/drawing/2014/main" id="{00D4D1C7-6692-B766-C1AC-3D99852699C9}"/>
              </a:ext>
            </a:extLst>
          </p:cNvPr>
          <p:cNvSpPr/>
          <p:nvPr>
            <p:custDataLst>
              <p:tags r:id="rId10"/>
            </p:custDataLst>
          </p:nvPr>
        </p:nvSpPr>
        <p:spPr>
          <a:xfrm>
            <a:off x="5907573" y="2327869"/>
            <a:ext cx="1380533" cy="369332"/>
          </a:xfrm>
          <a:prstGeom prst="rect">
            <a:avLst/>
          </a:prstGeom>
        </p:spPr>
        <p:txBody>
          <a:bodyPr wrap="square">
            <a:spAutoFit/>
          </a:bodyPr>
          <a:lstStyle/>
          <a:p>
            <a:pPr marL="0" marR="0" lvl="0" indent="0" algn="l" defTabSz="685160" rtl="0" eaLnBrk="1" fontAlgn="base" latinLnBrk="1" hangingPunct="1">
              <a:lnSpc>
                <a:spcPct val="100000"/>
              </a:lnSpc>
              <a:spcBef>
                <a:spcPct val="50000"/>
              </a:spcBef>
              <a:spcAft>
                <a:spcPct val="0"/>
              </a:spcAft>
              <a:buClrTx/>
              <a:buSzTx/>
              <a:buFontTx/>
              <a:buNone/>
              <a:defRPr/>
            </a:pPr>
            <a:r>
              <a:rPr kumimoji="0" lang="en-US"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方向相反</a:t>
            </a:r>
          </a:p>
        </p:txBody>
      </p:sp>
      <p:sp>
        <p:nvSpPr>
          <p:cNvPr id="14" name="文本框 13">
            <a:extLst>
              <a:ext uri="{FF2B5EF4-FFF2-40B4-BE49-F238E27FC236}">
                <a16:creationId xmlns:a16="http://schemas.microsoft.com/office/drawing/2014/main" id="{75B850FE-5EC8-C165-F822-5F720B2D1918}"/>
              </a:ext>
            </a:extLst>
          </p:cNvPr>
          <p:cNvSpPr txBox="1"/>
          <p:nvPr>
            <p:custDataLst>
              <p:tags r:id="rId11"/>
            </p:custDataLst>
          </p:nvPr>
        </p:nvSpPr>
        <p:spPr>
          <a:xfrm>
            <a:off x="2210491" y="2801426"/>
            <a:ext cx="2266202" cy="369332"/>
          </a:xfrm>
          <a:prstGeom prst="rect">
            <a:avLst/>
          </a:prstGeom>
          <a:noFill/>
          <a:ln>
            <a:noFill/>
          </a:ln>
        </p:spPr>
        <p:txBody>
          <a:bodyPr vert="horz" wrap="square" lIns="91440" tIns="45720" rIns="91440" bIns="45720" anchor="t">
            <a:spAutoFit/>
          </a:bodyPr>
          <a:lstStyle>
            <a:lvl1pPr marL="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1pPr>
            <a:lvl2pPr marL="4572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2pPr>
            <a:lvl3pPr marL="9144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3pPr>
            <a:lvl4pPr marL="13716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4pPr>
            <a:lvl5pPr marL="18288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5pPr>
          </a:lstStyle>
          <a:p>
            <a:pPr marL="0" marR="0" lvl="0" indent="0" algn="l" defTabSz="685160" rtl="0" eaLnBrk="1" fontAlgn="base" latinLnBrk="1" hangingPunct="1">
              <a:lnSpc>
                <a:spcPct val="100000"/>
              </a:lnSpc>
              <a:spcBef>
                <a:spcPct val="50000"/>
              </a:spcBef>
              <a:spcAft>
                <a:spcPct val="0"/>
              </a:spcAft>
              <a:buClrTx/>
              <a:buSzTx/>
              <a:buFont typeface="Arial"/>
              <a:buNone/>
              <a:defRPr/>
            </a:pPr>
            <a:r>
              <a:rPr kumimoji="0" lang="en-US"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作用在同一</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直线</a:t>
            </a:r>
            <a:r>
              <a:rPr kumimoji="0" lang="en-US"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上</a:t>
            </a:r>
          </a:p>
        </p:txBody>
      </p:sp>
      <p:sp>
        <p:nvSpPr>
          <p:cNvPr id="15" name="文本框 14">
            <a:extLst>
              <a:ext uri="{FF2B5EF4-FFF2-40B4-BE49-F238E27FC236}">
                <a16:creationId xmlns:a16="http://schemas.microsoft.com/office/drawing/2014/main" id="{F6061CA7-9E04-39A2-84D9-49F499B6B629}"/>
              </a:ext>
            </a:extLst>
          </p:cNvPr>
          <p:cNvSpPr txBox="1"/>
          <p:nvPr>
            <p:custDataLst>
              <p:tags r:id="rId12"/>
            </p:custDataLst>
          </p:nvPr>
        </p:nvSpPr>
        <p:spPr>
          <a:xfrm>
            <a:off x="5654040" y="2803015"/>
            <a:ext cx="2331752" cy="369332"/>
          </a:xfrm>
          <a:prstGeom prst="rect">
            <a:avLst/>
          </a:prstGeom>
          <a:noFill/>
          <a:ln>
            <a:noFill/>
          </a:ln>
        </p:spPr>
        <p:txBody>
          <a:bodyPr vert="horz" wrap="square" lIns="91440" tIns="45720" rIns="91440" bIns="45720" anchor="t">
            <a:spAutoFit/>
          </a:bodyPr>
          <a:lstStyle>
            <a:lvl1pPr marL="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1pPr>
            <a:lvl2pPr marL="4572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2pPr>
            <a:lvl3pPr marL="9144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3pPr>
            <a:lvl4pPr marL="13716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4pPr>
            <a:lvl5pPr marL="1828800" indent="0" algn="l" rtl="0" fontAlgn="base" latinLnBrk="1">
              <a:lnSpc>
                <a:spcPct val="100000"/>
              </a:lnSpc>
              <a:spcBef>
                <a:spcPct val="0"/>
              </a:spcBef>
              <a:spcAft>
                <a:spcPct val="0"/>
              </a:spcAft>
              <a:buFont typeface="Arial"/>
              <a:buNone/>
              <a:defRPr sz="2400" b="0" i="0" u="none" baseline="0">
                <a:solidFill>
                  <a:schemeClr val="dk1"/>
                </a:solidFill>
                <a:latin typeface="Times New Roman" panose="02020603050405020304" pitchFamily="18" charset="0"/>
                <a:ea typeface="宋体" panose="02010600030101010101" pitchFamily="2" charset="-122"/>
                <a:sym typeface="Times New Roman" panose="02020603050405020304" pitchFamily="18" charset="0"/>
              </a:defRPr>
            </a:lvl5pPr>
          </a:lstStyle>
          <a:p>
            <a:pPr marL="0" marR="0" lvl="0" indent="0" algn="l" defTabSz="685160" rtl="0" eaLnBrk="1" fontAlgn="base" latinLnBrk="1" hangingPunct="1">
              <a:lnSpc>
                <a:spcPct val="100000"/>
              </a:lnSpc>
              <a:spcBef>
                <a:spcPct val="50000"/>
              </a:spcBef>
              <a:spcAft>
                <a:spcPct val="0"/>
              </a:spcAft>
              <a:buClrTx/>
              <a:buSzTx/>
              <a:buFont typeface="Arial"/>
              <a:buNone/>
              <a:defRPr/>
            </a:pPr>
            <a:r>
              <a:rPr kumimoji="0" lang="en-US"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作用在同一</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直线</a:t>
            </a:r>
            <a:r>
              <a:rPr kumimoji="0" lang="en-US"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Times New Roman" panose="02020603050405020304" pitchFamily="18" charset="0"/>
              </a:rPr>
              <a:t>上</a:t>
            </a:r>
          </a:p>
        </p:txBody>
      </p:sp>
      <p:sp>
        <p:nvSpPr>
          <p:cNvPr id="16" name="文本框 15">
            <a:extLst>
              <a:ext uri="{FF2B5EF4-FFF2-40B4-BE49-F238E27FC236}">
                <a16:creationId xmlns:a16="http://schemas.microsoft.com/office/drawing/2014/main" id="{C4FD3FC1-6D21-51DC-ABF8-39804F64528E}"/>
              </a:ext>
            </a:extLst>
          </p:cNvPr>
          <p:cNvSpPr txBox="1"/>
          <p:nvPr>
            <p:custDataLst>
              <p:tags r:id="rId13"/>
            </p:custDataLst>
          </p:nvPr>
        </p:nvSpPr>
        <p:spPr>
          <a:xfrm>
            <a:off x="681515" y="667857"/>
            <a:ext cx="4913257" cy="461665"/>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en-US" sz="24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 1. 平衡力</a:t>
            </a:r>
            <a:r>
              <a:rPr kumimoji="0" lang="zh-CN" altLang="en-US" sz="24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与相互作用力的区别</a:t>
            </a:r>
            <a:endParaRPr kumimoji="0" lang="zh-CN" altLang="en-US" sz="24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 name="文本框 2">
            <a:extLst>
              <a:ext uri="{FF2B5EF4-FFF2-40B4-BE49-F238E27FC236}">
                <a16:creationId xmlns:a16="http://schemas.microsoft.com/office/drawing/2014/main" id="{637599E8-CB5D-F457-58EF-E3446A6F4B0A}"/>
              </a:ext>
            </a:extLst>
          </p:cNvPr>
          <p:cNvSpPr txBox="1"/>
          <p:nvPr>
            <p:custDataLst>
              <p:tags r:id="rId14"/>
            </p:custDataLst>
          </p:nvPr>
        </p:nvSpPr>
        <p:spPr>
          <a:xfrm>
            <a:off x="271462" y="67697"/>
            <a:ext cx="5211956" cy="349583"/>
          </a:xfrm>
          <a:prstGeom prst="rect">
            <a:avLst/>
          </a:prstGeom>
          <a:noFill/>
        </p:spPr>
        <p:txBody>
          <a:bodyPr wrap="square" lIns="0" tIns="0" rIns="0" bIns="0" rtlCol="0">
            <a:spAutoFit/>
          </a:bodyPr>
          <a:lstStyle/>
          <a:p>
            <a:pPr marL="0" marR="0" lvl="0" indent="0" algn="l" defTabSz="685160" rtl="0" eaLnBrk="1" fontAlgn="base" latinLnBrk="0" hangingPunct="1">
              <a:lnSpc>
                <a:spcPct val="125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知识点五、“平衡的力”与“相互的力”</a:t>
            </a:r>
          </a:p>
        </p:txBody>
      </p:sp>
      <p:sp>
        <p:nvSpPr>
          <p:cNvPr id="17" name="文本框 16">
            <a:extLst>
              <a:ext uri="{FF2B5EF4-FFF2-40B4-BE49-F238E27FC236}">
                <a16:creationId xmlns:a16="http://schemas.microsoft.com/office/drawing/2014/main" id="{71CF4830-A262-2B20-A03F-A8B4A0CE2457}"/>
              </a:ext>
            </a:extLst>
          </p:cNvPr>
          <p:cNvSpPr txBox="1"/>
          <p:nvPr>
            <p:custDataLst>
              <p:tags r:id="rId15"/>
            </p:custDataLst>
          </p:nvPr>
        </p:nvSpPr>
        <p:spPr>
          <a:xfrm>
            <a:off x="6924051" y="51063"/>
            <a:ext cx="1909718"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1711380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nodeType="clickPar">
                      <p:stCondLst>
                        <p:cond delay="indefinite"/>
                      </p:stCondLst>
                      <p:childTnLst>
                        <p:par>
                          <p:cTn id="34" fill="hold" nodeType="after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nodeType="clickPar">
                      <p:stCondLst>
                        <p:cond delay="indefinite"/>
                      </p:stCondLst>
                      <p:childTnLst>
                        <p:par>
                          <p:cTn id="39" fill="hold" nodeType="after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nodeType="clickPar">
                      <p:stCondLst>
                        <p:cond delay="indefinite"/>
                      </p:stCondLst>
                      <p:childTnLst>
                        <p:par>
                          <p:cTn id="44" fill="hold" nodeType="after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nodeType="clickPar">
                      <p:stCondLst>
                        <p:cond delay="indefinite"/>
                      </p:stCondLst>
                      <p:childTnLst>
                        <p:par>
                          <p:cTn id="49" fill="hold" nodeType="after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blinds(horizontal)">
                                      <p:cBhvr>
                                        <p:cTn id="52" dur="500"/>
                                        <p:tgtEl>
                                          <p:spTgt spid="15"/>
                                        </p:tgtEl>
                                      </p:cBhvr>
                                    </p:animEffect>
                                  </p:childTnLst>
                                </p:cTn>
                              </p:par>
                            </p:childTnLst>
                          </p:cTn>
                        </p:par>
                      </p:childTnLst>
                    </p:cTn>
                  </p:par>
                  <p:par>
                    <p:cTn id="53" fill="hold" nodeType="clickPar">
                      <p:stCondLst>
                        <p:cond delay="indefinite"/>
                      </p:stCondLst>
                      <p:childTnLst>
                        <p:par>
                          <p:cTn id="54" fill="hold" nodeType="after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blinds(horizontal)">
                                      <p:cBhvr>
                                        <p:cTn id="57" dur="500"/>
                                        <p:tgtEl>
                                          <p:spTgt spid="6"/>
                                        </p:tgtEl>
                                      </p:cBhvr>
                                    </p:animEffect>
                                  </p:childTnLst>
                                </p:cTn>
                              </p:par>
                            </p:childTnLst>
                          </p:cTn>
                        </p:par>
                      </p:childTnLst>
                    </p:cTn>
                  </p:par>
                  <p:par>
                    <p:cTn id="58" fill="hold" nodeType="clickPar">
                      <p:stCondLst>
                        <p:cond delay="indefinite"/>
                      </p:stCondLst>
                      <p:childTnLst>
                        <p:par>
                          <p:cTn id="59" fill="hold" nodeType="after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blinds(horizontal)">
                                      <p:cBhvr>
                                        <p:cTn id="6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a:extLst>
              <a:ext uri="{FF2B5EF4-FFF2-40B4-BE49-F238E27FC236}">
                <a16:creationId xmlns:a16="http://schemas.microsoft.com/office/drawing/2014/main" id="{CDBEF99F-8FB9-42C7-8973-6993A68066F3}"/>
              </a:ext>
            </a:extLst>
          </p:cNvPr>
          <p:cNvGraphicFramePr>
            <a:graphicFrameLocks noGrp="1"/>
          </p:cNvGraphicFramePr>
          <p:nvPr>
            <p:custDataLst>
              <p:tags r:id="rId1"/>
            </p:custDataLst>
          </p:nvPr>
        </p:nvGraphicFramePr>
        <p:xfrm>
          <a:off x="322455" y="2608276"/>
          <a:ext cx="8409010" cy="1395490"/>
        </p:xfrm>
        <a:graphic>
          <a:graphicData uri="http://schemas.openxmlformats.org/drawingml/2006/table">
            <a:tbl>
              <a:tblPr firstRow="1" bandRow="1">
                <a:tableStyleId>{5C22544A-7EE6-4342-B048-85BDC9FD1C3A}</a:tableStyleId>
              </a:tblPr>
              <a:tblGrid>
                <a:gridCol w="1468210">
                  <a:extLst>
                    <a:ext uri="{9D8B030D-6E8A-4147-A177-3AD203B41FA5}">
                      <a16:colId xmlns:a16="http://schemas.microsoft.com/office/drawing/2014/main" val="4177858669"/>
                    </a:ext>
                  </a:extLst>
                </a:gridCol>
                <a:gridCol w="3269013">
                  <a:extLst>
                    <a:ext uri="{9D8B030D-6E8A-4147-A177-3AD203B41FA5}">
                      <a16:colId xmlns:a16="http://schemas.microsoft.com/office/drawing/2014/main" val="196880994"/>
                    </a:ext>
                  </a:extLst>
                </a:gridCol>
                <a:gridCol w="3671787">
                  <a:extLst>
                    <a:ext uri="{9D8B030D-6E8A-4147-A177-3AD203B41FA5}">
                      <a16:colId xmlns:a16="http://schemas.microsoft.com/office/drawing/2014/main" val="2820297510"/>
                    </a:ext>
                  </a:extLst>
                </a:gridCol>
              </a:tblGrid>
              <a:tr h="1395490">
                <a:tc>
                  <a:txBody>
                    <a:bodyPr/>
                    <a:lstStyle/>
                    <a:p>
                      <a:pPr algn="ctr"/>
                      <a:r>
                        <a:rPr lang="zh-CN" altLang="en-US" sz="2000" b="0">
                          <a:solidFill>
                            <a:schemeClr val="tx1"/>
                          </a:solidFill>
                        </a:rPr>
                        <a:t>受力情况</a:t>
                      </a:r>
                    </a:p>
                  </a:txBody>
                  <a:tcPr anchor="ctr">
                    <a:solidFill>
                      <a:schemeClr val="bg1">
                        <a:lumMod val="95000"/>
                      </a:schemeClr>
                    </a:solidFill>
                  </a:tcPr>
                </a:tc>
                <a:tc>
                  <a:txBody>
                    <a:bodyPr/>
                    <a:lstStyle/>
                    <a:p>
                      <a:pPr algn="ctr"/>
                      <a:r>
                        <a:rPr lang="zh-CN" altLang="en-US" sz="1800" b="0">
                          <a:solidFill>
                            <a:schemeClr val="tx1"/>
                          </a:solidFill>
                        </a:rPr>
                        <a:t>                        </a:t>
                      </a:r>
                      <a:endParaRPr lang="zh-CN" altLang="en-US" sz="1800" b="0" i="1">
                        <a:solidFill>
                          <a:schemeClr val="tx1"/>
                        </a:solidFill>
                      </a:endParaRPr>
                    </a:p>
                  </a:txBody>
                  <a:tcPr anchor="ctr">
                    <a:solidFill>
                      <a:schemeClr val="bg1">
                        <a:lumMod val="95000"/>
                      </a:schemeClr>
                    </a:solidFill>
                  </a:tcPr>
                </a:tc>
                <a:tc>
                  <a:txBody>
                    <a:bodyPr/>
                    <a:lstStyle/>
                    <a:p>
                      <a:pPr algn="ctr"/>
                      <a:endParaRPr lang="zh-CN" altLang="en-US" sz="1800" b="0" kern="1200">
                        <a:solidFill>
                          <a:schemeClr val="tx1"/>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595016490"/>
                  </a:ext>
                </a:extLst>
              </a:tr>
            </a:tbl>
          </a:graphicData>
        </a:graphic>
      </p:graphicFrame>
      <p:graphicFrame>
        <p:nvGraphicFramePr>
          <p:cNvPr id="9" name="表格 8">
            <a:extLst>
              <a:ext uri="{FF2B5EF4-FFF2-40B4-BE49-F238E27FC236}">
                <a16:creationId xmlns:a16="http://schemas.microsoft.com/office/drawing/2014/main" id="{32E94844-3EAF-4075-A01D-A72E957A73E4}"/>
              </a:ext>
            </a:extLst>
          </p:cNvPr>
          <p:cNvGraphicFramePr>
            <a:graphicFrameLocks noGrp="1"/>
          </p:cNvGraphicFramePr>
          <p:nvPr>
            <p:custDataLst>
              <p:tags r:id="rId2"/>
            </p:custDataLst>
          </p:nvPr>
        </p:nvGraphicFramePr>
        <p:xfrm>
          <a:off x="328295" y="4003766"/>
          <a:ext cx="8409010" cy="870484"/>
        </p:xfrm>
        <a:graphic>
          <a:graphicData uri="http://schemas.openxmlformats.org/drawingml/2006/table">
            <a:tbl>
              <a:tblPr firstRow="1" bandRow="1">
                <a:tableStyleId>{5C22544A-7EE6-4342-B048-85BDC9FD1C3A}</a:tableStyleId>
              </a:tblPr>
              <a:tblGrid>
                <a:gridCol w="1468210">
                  <a:extLst>
                    <a:ext uri="{9D8B030D-6E8A-4147-A177-3AD203B41FA5}">
                      <a16:colId xmlns:a16="http://schemas.microsoft.com/office/drawing/2014/main" val="1772973411"/>
                    </a:ext>
                  </a:extLst>
                </a:gridCol>
                <a:gridCol w="3263173">
                  <a:extLst>
                    <a:ext uri="{9D8B030D-6E8A-4147-A177-3AD203B41FA5}">
                      <a16:colId xmlns:a16="http://schemas.microsoft.com/office/drawing/2014/main" val="2451023729"/>
                    </a:ext>
                  </a:extLst>
                </a:gridCol>
                <a:gridCol w="3677627">
                  <a:extLst>
                    <a:ext uri="{9D8B030D-6E8A-4147-A177-3AD203B41FA5}">
                      <a16:colId xmlns:a16="http://schemas.microsoft.com/office/drawing/2014/main" val="2618570164"/>
                    </a:ext>
                  </a:extLst>
                </a:gridCol>
              </a:tblGrid>
              <a:tr h="870484">
                <a:tc>
                  <a:txBody>
                    <a:bodyPr/>
                    <a:lstStyle/>
                    <a:p>
                      <a:pPr algn="ctr"/>
                      <a:r>
                        <a:rPr lang="zh-CN" altLang="en-US" sz="2000" b="0">
                          <a:solidFill>
                            <a:schemeClr val="tx1"/>
                          </a:solidFill>
                        </a:rPr>
                        <a:t>二力间的</a:t>
                      </a:r>
                      <a:endParaRPr lang="en-US" altLang="zh-CN" sz="2000" b="0">
                        <a:solidFill>
                          <a:schemeClr val="tx1"/>
                        </a:solidFill>
                      </a:endParaRPr>
                    </a:p>
                    <a:p>
                      <a:pPr algn="ctr"/>
                      <a:r>
                        <a:rPr lang="zh-CN" altLang="en-US" sz="2000" b="0">
                          <a:solidFill>
                            <a:schemeClr val="tx1"/>
                          </a:solidFill>
                        </a:rPr>
                        <a:t>关系</a:t>
                      </a:r>
                    </a:p>
                  </a:txBody>
                  <a:tcPr anchor="ctr">
                    <a:solidFill>
                      <a:schemeClr val="accent3">
                        <a:lumMod val="20000"/>
                        <a:lumOff val="80000"/>
                      </a:schemeClr>
                    </a:solidFill>
                  </a:tcPr>
                </a:tc>
                <a:tc>
                  <a:txBody>
                    <a:bodyPr/>
                    <a:lstStyle/>
                    <a:p>
                      <a:pPr algn="ctr"/>
                      <a:endParaRPr lang="zh-CN" altLang="en-US" b="1">
                        <a:solidFill>
                          <a:schemeClr val="tx1"/>
                        </a:solidFill>
                      </a:endParaRPr>
                    </a:p>
                  </a:txBody>
                  <a:tcPr anchor="ctr">
                    <a:solidFill>
                      <a:schemeClr val="accent3">
                        <a:lumMod val="20000"/>
                        <a:lumOff val="80000"/>
                      </a:schemeClr>
                    </a:solidFill>
                  </a:tcPr>
                </a:tc>
                <a:tc>
                  <a:txBody>
                    <a:bodyPr/>
                    <a:lstStyle/>
                    <a:p>
                      <a:pPr algn="ctr"/>
                      <a:endParaRPr lang="zh-CN" altLang="en-US" sz="1800" b="0" kern="1200">
                        <a:solidFill>
                          <a:schemeClr val="tx1"/>
                        </a:solidFill>
                        <a:latin typeface="+mn-lt"/>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256392687"/>
                  </a:ext>
                </a:extLst>
              </a:tr>
            </a:tbl>
          </a:graphicData>
        </a:graphic>
      </p:graphicFrame>
      <p:sp>
        <p:nvSpPr>
          <p:cNvPr id="3" name="文本框 2">
            <a:extLst>
              <a:ext uri="{FF2B5EF4-FFF2-40B4-BE49-F238E27FC236}">
                <a16:creationId xmlns:a16="http://schemas.microsoft.com/office/drawing/2014/main" id="{0360B8A2-EC5F-46B8-9FA6-E3D25A5E4E76}"/>
              </a:ext>
            </a:extLst>
          </p:cNvPr>
          <p:cNvSpPr txBox="1"/>
          <p:nvPr>
            <p:custDataLst>
              <p:tags r:id="rId3"/>
            </p:custDataLst>
          </p:nvPr>
        </p:nvSpPr>
        <p:spPr>
          <a:xfrm>
            <a:off x="2555822" y="641477"/>
            <a:ext cx="4532429" cy="1143839"/>
          </a:xfrm>
          <a:prstGeom prst="rect">
            <a:avLst/>
          </a:prstGeom>
          <a:noFill/>
        </p:spPr>
        <p:txBody>
          <a:bodyPr wrap="square">
            <a:spAutoFit/>
          </a:bodyPr>
          <a:lstStyle/>
          <a:p>
            <a:pPr marL="0" marR="0" lvl="0" indent="0" algn="l" defTabSz="685160" rtl="0" eaLnBrk="1" fontAlgn="auto" latinLnBrk="1" hangingPunct="1">
              <a:lnSpc>
                <a:spcPts val="2800"/>
              </a:lnSpc>
              <a:spcBef>
                <a:spcPct val="0"/>
              </a:spcBef>
              <a:spcAft>
                <a:spcPct val="0"/>
              </a:spcAft>
              <a:buClrTx/>
              <a:buSzTx/>
              <a:buFontTx/>
              <a:buNone/>
              <a:defRPr/>
            </a:pPr>
            <a:r>
              <a:rPr kumimoji="0" lang="zh-CN" altLang="en-US"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 </a:t>
            </a:r>
            <a:r>
              <a:rPr kumimoji="0" lang="zh-CN" altLang="en-US" sz="21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分析</a:t>
            </a:r>
            <a:r>
              <a:rPr kumimoji="0" lang="zh-CN" altLang="en-US"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杯子静止在桌面上，杯子与桌面间有力的作用，想一想哪些是平衡力？哪些力是相互的力？</a:t>
            </a:r>
          </a:p>
        </p:txBody>
      </p:sp>
      <p:cxnSp>
        <p:nvCxnSpPr>
          <p:cNvPr id="5" name="直接连接符 4">
            <a:extLst>
              <a:ext uri="{FF2B5EF4-FFF2-40B4-BE49-F238E27FC236}">
                <a16:creationId xmlns:a16="http://schemas.microsoft.com/office/drawing/2014/main" id="{A223AFFF-4588-485F-8752-1C6BF8E87B03}"/>
              </a:ext>
            </a:extLst>
          </p:cNvPr>
          <p:cNvCxnSpPr/>
          <p:nvPr>
            <p:custDataLst>
              <p:tags r:id="rId4"/>
            </p:custDataLst>
          </p:nvPr>
        </p:nvCxnSpPr>
        <p:spPr>
          <a:xfrm flipH="1">
            <a:off x="190219" y="1875278"/>
            <a:ext cx="8673482" cy="13868"/>
          </a:xfrm>
          <a:prstGeom prst="line">
            <a:avLst/>
          </a:prstGeom>
          <a:ln>
            <a:solidFill>
              <a:srgbClr val="131426"/>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6" name="表格 5">
            <a:extLst>
              <a:ext uri="{FF2B5EF4-FFF2-40B4-BE49-F238E27FC236}">
                <a16:creationId xmlns:a16="http://schemas.microsoft.com/office/drawing/2014/main" id="{0C2D4AF5-FDBA-4FEB-BB30-4EC4E405E020}"/>
              </a:ext>
            </a:extLst>
          </p:cNvPr>
          <p:cNvGraphicFramePr>
            <a:graphicFrameLocks noGrp="1"/>
          </p:cNvGraphicFramePr>
          <p:nvPr>
            <p:custDataLst>
              <p:tags r:id="rId5"/>
            </p:custDataLst>
          </p:nvPr>
        </p:nvGraphicFramePr>
        <p:xfrm>
          <a:off x="322455" y="1942392"/>
          <a:ext cx="8409010" cy="631981"/>
        </p:xfrm>
        <a:graphic>
          <a:graphicData uri="http://schemas.openxmlformats.org/drawingml/2006/table">
            <a:tbl>
              <a:tblPr firstRow="1" bandRow="1">
                <a:tableStyleId>{5C22544A-7EE6-4342-B048-85BDC9FD1C3A}</a:tableStyleId>
              </a:tblPr>
              <a:tblGrid>
                <a:gridCol w="1468210">
                  <a:extLst>
                    <a:ext uri="{9D8B030D-6E8A-4147-A177-3AD203B41FA5}">
                      <a16:colId xmlns:a16="http://schemas.microsoft.com/office/drawing/2014/main" val="649689166"/>
                    </a:ext>
                  </a:extLst>
                </a:gridCol>
                <a:gridCol w="3269013">
                  <a:extLst>
                    <a:ext uri="{9D8B030D-6E8A-4147-A177-3AD203B41FA5}">
                      <a16:colId xmlns:a16="http://schemas.microsoft.com/office/drawing/2014/main" val="2026464580"/>
                    </a:ext>
                  </a:extLst>
                </a:gridCol>
                <a:gridCol w="3671787">
                  <a:extLst>
                    <a:ext uri="{9D8B030D-6E8A-4147-A177-3AD203B41FA5}">
                      <a16:colId xmlns:a16="http://schemas.microsoft.com/office/drawing/2014/main" val="3576804953"/>
                    </a:ext>
                  </a:extLst>
                </a:gridCol>
              </a:tblGrid>
              <a:tr h="631981">
                <a:tc>
                  <a:txBody>
                    <a:bodyPr/>
                    <a:lstStyle/>
                    <a:p>
                      <a:pPr algn="ctr"/>
                      <a:r>
                        <a:rPr lang="zh-CN" altLang="en-US" sz="2000" b="0">
                          <a:solidFill>
                            <a:schemeClr val="tx1"/>
                          </a:solidFill>
                          <a:latin typeface="微软雅黑" panose="020B0503020204020204" pitchFamily="34" charset="-122"/>
                          <a:ea typeface="微软雅黑" panose="020B0503020204020204" pitchFamily="34" charset="-122"/>
                        </a:rPr>
                        <a:t>研究对象</a:t>
                      </a:r>
                      <a:endParaRPr lang="zh-CN" altLang="en-US" sz="2000" b="0">
                        <a:solidFill>
                          <a:schemeClr val="tx1"/>
                        </a:solidFill>
                      </a:endParaRPr>
                    </a:p>
                  </a:txBody>
                  <a:tcPr anchor="ctr">
                    <a:solidFill>
                      <a:schemeClr val="accent5">
                        <a:lumMod val="20000"/>
                        <a:lumOff val="80000"/>
                      </a:schemeClr>
                    </a:solidFill>
                  </a:tcPr>
                </a:tc>
                <a:tc>
                  <a:txBody>
                    <a:bodyPr/>
                    <a:lstStyle/>
                    <a:p>
                      <a:pPr marL="0" marR="0" lvl="0" indent="0" algn="ctr" defTabSz="684063" rtl="0" eaLnBrk="1" fontAlgn="auto" latinLnBrk="0" hangingPunct="1">
                        <a:lnSpc>
                          <a:spcPct val="100000"/>
                        </a:lnSpc>
                        <a:spcBef>
                          <a:spcPct val="0"/>
                        </a:spcBef>
                        <a:spcAft>
                          <a:spcPct val="0"/>
                        </a:spcAft>
                        <a:buClrTx/>
                        <a:buSzTx/>
                        <a:buFontTx/>
                        <a:buNone/>
                        <a:defRPr/>
                      </a:pPr>
                      <a:r>
                        <a:rPr lang="zh-CN" altLang="en-US" sz="2000" b="0">
                          <a:solidFill>
                            <a:schemeClr val="tx1"/>
                          </a:solidFill>
                        </a:rPr>
                        <a:t>杯子</a:t>
                      </a:r>
                    </a:p>
                  </a:txBody>
                  <a:tcPr anchor="ctr">
                    <a:solidFill>
                      <a:schemeClr val="accent5">
                        <a:lumMod val="20000"/>
                        <a:lumOff val="80000"/>
                      </a:schemeClr>
                    </a:solidFill>
                  </a:tcPr>
                </a:tc>
                <a:tc>
                  <a:txBody>
                    <a:bodyPr/>
                    <a:lstStyle/>
                    <a:p>
                      <a:pPr algn="ctr"/>
                      <a:r>
                        <a:rPr lang="zh-CN" altLang="en-US" sz="2000" b="0" kern="1200">
                          <a:solidFill>
                            <a:schemeClr val="tx1"/>
                          </a:solidFill>
                          <a:latin typeface="微软雅黑" panose="020B0503020204020204" pitchFamily="34" charset="-122"/>
                          <a:ea typeface="微软雅黑" panose="020B0503020204020204" pitchFamily="34" charset="-122"/>
                          <a:cs typeface="+mn-cs"/>
                        </a:rPr>
                        <a:t>          杯子、桌面</a:t>
                      </a:r>
                    </a:p>
                  </a:txBody>
                  <a:tcPr anchor="ctr">
                    <a:solidFill>
                      <a:schemeClr val="accent5">
                        <a:lumMod val="20000"/>
                        <a:lumOff val="80000"/>
                      </a:schemeClr>
                    </a:solidFill>
                  </a:tcPr>
                </a:tc>
                <a:extLst>
                  <a:ext uri="{0D108BD9-81ED-4DB2-BD59-A6C34878D82A}">
                    <a16:rowId xmlns:a16="http://schemas.microsoft.com/office/drawing/2014/main" val="581993435"/>
                  </a:ext>
                </a:extLst>
              </a:tr>
            </a:tbl>
          </a:graphicData>
        </a:graphic>
      </p:graphicFrame>
      <p:sp>
        <p:nvSpPr>
          <p:cNvPr id="12" name="文本框 11">
            <a:extLst>
              <a:ext uri="{FF2B5EF4-FFF2-40B4-BE49-F238E27FC236}">
                <a16:creationId xmlns:a16="http://schemas.microsoft.com/office/drawing/2014/main" id="{41C5860C-66D0-46E9-81F7-0D9D99256F6E}"/>
              </a:ext>
            </a:extLst>
          </p:cNvPr>
          <p:cNvSpPr txBox="1"/>
          <p:nvPr>
            <p:custDataLst>
              <p:tags r:id="rId6"/>
            </p:custDataLst>
          </p:nvPr>
        </p:nvSpPr>
        <p:spPr>
          <a:xfrm>
            <a:off x="3208602" y="2924045"/>
            <a:ext cx="1916700" cy="646331"/>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rPr>
              <a:t>重力</a:t>
            </a:r>
            <a:r>
              <a:rPr kumimoji="0" lang="en-US" altLang="zh-CN" sz="1800" b="0" i="1" u="none" strike="noStrike" kern="1200" cap="none" spc="0" normalizeH="0" baseline="0" noProof="0">
                <a:ln>
                  <a:noFill/>
                </a:ln>
                <a:solidFill>
                  <a:prstClr val="black"/>
                </a:solidFill>
                <a:effectLst/>
                <a:uLnTx/>
                <a:uFillTx/>
                <a:latin typeface="Times New Roman"/>
                <a:ea typeface="微软雅黑"/>
                <a:cs typeface="+mn-cs"/>
              </a:rPr>
              <a:t>G</a:t>
            </a:r>
            <a:r>
              <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rPr>
              <a:t>与桌面对</a:t>
            </a:r>
            <a:endParaRPr kumimoji="0" lang="en-US" altLang="zh-CN" sz="1800" b="0" i="0" u="none" strike="noStrike" kern="1200" cap="none" spc="0" normalizeH="0" baseline="0" noProof="0">
              <a:ln>
                <a:noFill/>
              </a:ln>
              <a:solidFill>
                <a:prstClr val="black"/>
              </a:solidFill>
              <a:effectLst/>
              <a:uLnTx/>
              <a:uFillTx/>
              <a:latin typeface="Times New Roman"/>
              <a:ea typeface="微软雅黑"/>
              <a:cs typeface="+mn-cs"/>
            </a:endParaRPr>
          </a:p>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rPr>
              <a:t>杯子的支持力</a:t>
            </a:r>
            <a:r>
              <a:rPr kumimoji="0" lang="en-US" altLang="zh-CN" sz="1800" b="0" i="1" u="none" strike="noStrike" kern="1200" cap="none" spc="0" normalizeH="0" baseline="0" noProof="0">
                <a:ln>
                  <a:noFill/>
                </a:ln>
                <a:solidFill>
                  <a:prstClr val="black"/>
                </a:solidFill>
                <a:effectLst/>
                <a:uLnTx/>
                <a:uFillTx/>
                <a:latin typeface="Times New Roman"/>
                <a:ea typeface="微软雅黑"/>
                <a:cs typeface="+mn-cs"/>
              </a:rPr>
              <a:t>N</a:t>
            </a:r>
            <a:endParaRPr kumimoji="0" lang="zh-CN" altLang="en-US" sz="1349"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14" name="文本框 13">
            <a:extLst>
              <a:ext uri="{FF2B5EF4-FFF2-40B4-BE49-F238E27FC236}">
                <a16:creationId xmlns:a16="http://schemas.microsoft.com/office/drawing/2014/main" id="{14651C18-1143-4C8C-BB4D-9EC2A14D2CF2}"/>
              </a:ext>
            </a:extLst>
          </p:cNvPr>
          <p:cNvSpPr txBox="1"/>
          <p:nvPr>
            <p:custDataLst>
              <p:tags r:id="rId7"/>
            </p:custDataLst>
          </p:nvPr>
        </p:nvSpPr>
        <p:spPr>
          <a:xfrm>
            <a:off x="2488563" y="4224216"/>
            <a:ext cx="1920240" cy="400110"/>
          </a:xfrm>
          <a:prstGeom prst="rect">
            <a:avLst/>
          </a:prstGeom>
          <a:noFill/>
        </p:spPr>
        <p:txBody>
          <a:bodyPr wrap="square">
            <a:spAutoFit/>
          </a:body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Times New Roman"/>
                <a:ea typeface="微软雅黑"/>
                <a:cs typeface="+mn-cs"/>
              </a:rPr>
              <a:t>平衡的二力</a:t>
            </a:r>
          </a:p>
        </p:txBody>
      </p:sp>
      <p:sp>
        <p:nvSpPr>
          <p:cNvPr id="16" name="文本框 15">
            <a:extLst>
              <a:ext uri="{FF2B5EF4-FFF2-40B4-BE49-F238E27FC236}">
                <a16:creationId xmlns:a16="http://schemas.microsoft.com/office/drawing/2014/main" id="{BDD766D9-D49E-4DE4-B1AD-B6C41AF29CD5}"/>
              </a:ext>
            </a:extLst>
          </p:cNvPr>
          <p:cNvSpPr txBox="1"/>
          <p:nvPr>
            <p:custDataLst>
              <p:tags r:id="rId8"/>
            </p:custDataLst>
          </p:nvPr>
        </p:nvSpPr>
        <p:spPr>
          <a:xfrm>
            <a:off x="6763274" y="2750863"/>
            <a:ext cx="1687126" cy="1102866"/>
          </a:xfrm>
          <a:prstGeom prst="rect">
            <a:avLst/>
          </a:prstGeom>
          <a:noFill/>
        </p:spPr>
        <p:txBody>
          <a:bodyPr wrap="square">
            <a:spAutoFit/>
          </a:bodyPr>
          <a:lstStyle/>
          <a:p>
            <a:pPr marL="0" marR="0" lvl="0" indent="0" algn="l" defTabSz="685160" rtl="0" eaLnBrk="1" fontAlgn="auto" latinLnBrk="0" hangingPunct="1">
              <a:lnSpc>
                <a:spcPts val="2000"/>
              </a:lnSpc>
              <a:spcBef>
                <a:spcPct val="0"/>
              </a:spcBef>
              <a:spcAft>
                <a:spcPct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Times New Roman"/>
                <a:ea typeface="微软雅黑"/>
                <a:cs typeface="+mn-ea"/>
                <a:sym typeface="+mn-lt"/>
              </a:rPr>
              <a:t>杯子对桌面</a:t>
            </a:r>
            <a:endParaRPr kumimoji="0" lang="en-US" altLang="zh-CN" sz="1600" b="0" i="0" u="none" strike="noStrike" kern="1200" cap="none" spc="0" normalizeH="0" baseline="0" noProof="0">
              <a:ln>
                <a:noFill/>
              </a:ln>
              <a:solidFill>
                <a:prstClr val="black"/>
              </a:solidFill>
              <a:effectLst/>
              <a:uLnTx/>
              <a:uFillTx/>
              <a:latin typeface="Times New Roman"/>
              <a:ea typeface="微软雅黑"/>
              <a:cs typeface="+mn-ea"/>
              <a:sym typeface="+mn-lt"/>
            </a:endParaRPr>
          </a:p>
          <a:p>
            <a:pPr marL="0" marR="0" lvl="0" indent="0" algn="l" defTabSz="685160" rtl="0" eaLnBrk="1" fontAlgn="auto" latinLnBrk="0" hangingPunct="1">
              <a:lnSpc>
                <a:spcPts val="2000"/>
              </a:lnSpc>
              <a:spcBef>
                <a:spcPct val="0"/>
              </a:spcBef>
              <a:spcAft>
                <a:spcPct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Times New Roman"/>
                <a:ea typeface="微软雅黑"/>
                <a:cs typeface="+mn-ea"/>
                <a:sym typeface="+mn-lt"/>
              </a:rPr>
              <a:t>有一个压力</a:t>
            </a:r>
            <a:r>
              <a:rPr kumimoji="0" lang="en-US" altLang="zh-CN" sz="1600" b="1" i="1" u="none" strike="noStrike" kern="1200" cap="none" spc="0" normalizeH="0" baseline="0" noProof="0">
                <a:ln>
                  <a:noFill/>
                </a:ln>
                <a:solidFill>
                  <a:prstClr val="black"/>
                </a:solidFill>
                <a:effectLst/>
                <a:uLnTx/>
                <a:uFillTx/>
                <a:latin typeface="Times New Roman"/>
                <a:ea typeface="微软雅黑"/>
                <a:cs typeface="+mn-ea"/>
                <a:sym typeface="+mn-lt"/>
              </a:rPr>
              <a:t>F</a:t>
            </a:r>
            <a:r>
              <a:rPr kumimoji="0" lang="zh-CN" altLang="en-US" sz="1600" b="0" i="0" u="none" strike="noStrike" kern="1200" cap="none" spc="0" normalizeH="0" baseline="0" noProof="0">
                <a:ln>
                  <a:noFill/>
                </a:ln>
                <a:solidFill>
                  <a:prstClr val="black"/>
                </a:solidFill>
                <a:effectLst/>
                <a:uLnTx/>
                <a:uFillTx/>
                <a:latin typeface="Times New Roman"/>
                <a:ea typeface="微软雅黑"/>
                <a:cs typeface="+mn-ea"/>
                <a:sym typeface="+mn-lt"/>
              </a:rPr>
              <a:t>；桌面对杯子</a:t>
            </a:r>
            <a:endParaRPr kumimoji="0" lang="en-US" altLang="zh-CN" sz="1600" b="0" i="0" u="none" strike="noStrike" kern="1200" cap="none" spc="0" normalizeH="0" baseline="0" noProof="0">
              <a:ln>
                <a:noFill/>
              </a:ln>
              <a:solidFill>
                <a:prstClr val="black"/>
              </a:solidFill>
              <a:effectLst/>
              <a:uLnTx/>
              <a:uFillTx/>
              <a:latin typeface="Times New Roman"/>
              <a:ea typeface="微软雅黑"/>
              <a:cs typeface="+mn-ea"/>
              <a:sym typeface="+mn-lt"/>
            </a:endParaRPr>
          </a:p>
          <a:p>
            <a:pPr marL="0" marR="0" lvl="0" indent="0" algn="l" defTabSz="685160" rtl="0" eaLnBrk="1" fontAlgn="auto" latinLnBrk="0" hangingPunct="1">
              <a:lnSpc>
                <a:spcPts val="2000"/>
              </a:lnSpc>
              <a:spcBef>
                <a:spcPct val="0"/>
              </a:spcBef>
              <a:spcAft>
                <a:spcPct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Times New Roman"/>
                <a:ea typeface="微软雅黑"/>
                <a:cs typeface="+mn-ea"/>
                <a:sym typeface="+mn-lt"/>
              </a:rPr>
              <a:t>有一个支持力</a:t>
            </a:r>
            <a:r>
              <a:rPr kumimoji="0" lang="en-US" altLang="zh-CN" sz="1600" b="1" i="1" u="none" strike="noStrike" kern="1200" cap="none" spc="0" normalizeH="0" baseline="0" noProof="0">
                <a:ln>
                  <a:noFill/>
                </a:ln>
                <a:solidFill>
                  <a:prstClr val="black"/>
                </a:solidFill>
                <a:effectLst/>
                <a:uLnTx/>
                <a:uFillTx/>
                <a:latin typeface="Times New Roman"/>
                <a:ea typeface="微软雅黑"/>
                <a:cs typeface="+mn-ea"/>
                <a:sym typeface="+mn-lt"/>
              </a:rPr>
              <a:t>N</a:t>
            </a:r>
            <a:endParaRPr kumimoji="0" lang="zh-CN" altLang="en-US" sz="16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18" name="文本框 17">
            <a:extLst>
              <a:ext uri="{FF2B5EF4-FFF2-40B4-BE49-F238E27FC236}">
                <a16:creationId xmlns:a16="http://schemas.microsoft.com/office/drawing/2014/main" id="{BB69AA73-CE16-4233-A51C-D8AB6AFCA5DE}"/>
              </a:ext>
            </a:extLst>
          </p:cNvPr>
          <p:cNvSpPr txBox="1"/>
          <p:nvPr>
            <p:custDataLst>
              <p:tags r:id="rId9"/>
            </p:custDataLst>
          </p:nvPr>
        </p:nvSpPr>
        <p:spPr>
          <a:xfrm>
            <a:off x="6200521" y="4259455"/>
            <a:ext cx="1775460" cy="400110"/>
          </a:xfrm>
          <a:prstGeom prst="rect">
            <a:avLst/>
          </a:prstGeom>
          <a:noFill/>
        </p:spPr>
        <p:txBody>
          <a:bodyPr wrap="square">
            <a:spAutoFit/>
          </a:body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Times New Roman"/>
                <a:ea typeface="微软雅黑"/>
                <a:cs typeface="+mn-cs"/>
              </a:rPr>
              <a:t>相互的二力</a:t>
            </a:r>
          </a:p>
        </p:txBody>
      </p:sp>
      <p:pic>
        <p:nvPicPr>
          <p:cNvPr id="19" name="图片 18">
            <a:extLst>
              <a:ext uri="{FF2B5EF4-FFF2-40B4-BE49-F238E27FC236}">
                <a16:creationId xmlns:a16="http://schemas.microsoft.com/office/drawing/2014/main" id="{A0ED1164-506C-6D18-89E4-567B90F7E74E}"/>
              </a:ext>
            </a:extLst>
          </p:cNvPr>
          <p:cNvPicPr>
            <a:picLocks noChangeAspect="1"/>
          </p:cNvPicPr>
          <p:nvPr>
            <p:custDataLst>
              <p:tags r:id="rId10"/>
            </p:custDataLst>
          </p:nvPr>
        </p:nvPicPr>
        <p:blipFill>
          <a:blip r:embed="rId38">
            <a:extLst>
              <a:ext uri="{BEBA8EAE-BF5A-486C-A8C5-ECC9F3942E4B}">
                <a14:imgProps xmlns:a14="http://schemas.microsoft.com/office/drawing/2010/main">
                  <a14:imgLayer r:embed="rId39">
                    <a14:imgEffect>
                      <a14:saturation sat="200000"/>
                    </a14:imgEffect>
                    <a14:imgEffect>
                      <a14:brightnessContrast bright="20000" contrast="-20000"/>
                    </a14:imgEffect>
                  </a14:imgLayer>
                </a14:imgProps>
              </a:ext>
            </a:extLst>
          </a:blip>
          <a:srcRect l="16469" t="29271" r="19110" b="31432"/>
          <a:stretch>
            <a:fillRect/>
          </a:stretch>
        </p:blipFill>
        <p:spPr>
          <a:xfrm>
            <a:off x="5379505" y="3189970"/>
            <a:ext cx="972703" cy="593346"/>
          </a:xfrm>
          <a:prstGeom prst="rect">
            <a:avLst/>
          </a:prstGeom>
        </p:spPr>
      </p:pic>
      <p:pic>
        <p:nvPicPr>
          <p:cNvPr id="15" name="图片 14">
            <a:extLst>
              <a:ext uri="{FF2B5EF4-FFF2-40B4-BE49-F238E27FC236}">
                <a16:creationId xmlns:a16="http://schemas.microsoft.com/office/drawing/2014/main" id="{4B62B8C9-8AE8-EC94-D51E-8225D8FDC267}"/>
              </a:ext>
            </a:extLst>
          </p:cNvPr>
          <p:cNvPicPr>
            <a:picLocks noChangeAspect="1"/>
          </p:cNvPicPr>
          <p:nvPr>
            <p:custDataLst>
              <p:tags r:id="rId11"/>
            </p:custDataLst>
          </p:nvPr>
        </p:nvPicPr>
        <p:blipFill>
          <a:blip r:embed="rId40">
            <a:extLst>
              <a:ext uri="{BEBA8EAE-BF5A-486C-A8C5-ECC9F3942E4B}">
                <a14:imgProps xmlns:a14="http://schemas.microsoft.com/office/drawing/2010/main">
                  <a14:imgLayer r:embed="rId41">
                    <a14:imgEffect>
                      <a14:saturation sat="300000"/>
                    </a14:imgEffect>
                    <a14:imgEffect>
                      <a14:brightnessContrast bright="20000" contrast="-40000"/>
                    </a14:imgEffect>
                  </a14:imgLayer>
                </a14:imgProps>
              </a:ext>
            </a:extLst>
          </a:blip>
          <a:srcRect b="7230"/>
          <a:stretch>
            <a:fillRect/>
          </a:stretch>
        </p:blipFill>
        <p:spPr>
          <a:xfrm>
            <a:off x="5493237" y="2708172"/>
            <a:ext cx="707284" cy="409914"/>
          </a:xfrm>
          <a:prstGeom prst="rect">
            <a:avLst/>
          </a:prstGeom>
        </p:spPr>
      </p:pic>
      <p:pic>
        <p:nvPicPr>
          <p:cNvPr id="13" name="图片 12">
            <a:extLst>
              <a:ext uri="{FF2B5EF4-FFF2-40B4-BE49-F238E27FC236}">
                <a16:creationId xmlns:a16="http://schemas.microsoft.com/office/drawing/2014/main" id="{908183DE-A39B-C5D1-567A-07C11161E47E}"/>
              </a:ext>
            </a:extLst>
          </p:cNvPr>
          <p:cNvPicPr>
            <a:picLocks noChangeAspect="1"/>
          </p:cNvPicPr>
          <p:nvPr>
            <p:custDataLst>
              <p:tags r:id="rId12"/>
            </p:custDataLst>
          </p:nvPr>
        </p:nvPicPr>
        <p:blipFill>
          <a:blip r:embed="rId40">
            <a:extLst>
              <a:ext uri="{BEBA8EAE-BF5A-486C-A8C5-ECC9F3942E4B}">
                <a14:imgProps xmlns:a14="http://schemas.microsoft.com/office/drawing/2010/main">
                  <a14:imgLayer r:embed="rId41">
                    <a14:imgEffect>
                      <a14:saturation sat="300000"/>
                    </a14:imgEffect>
                    <a14:imgEffect>
                      <a14:brightnessContrast bright="20000" contrast="-40000"/>
                    </a14:imgEffect>
                  </a14:imgLayer>
                </a14:imgProps>
              </a:ext>
            </a:extLst>
          </a:blip>
          <a:srcRect b="7230"/>
          <a:stretch>
            <a:fillRect/>
          </a:stretch>
        </p:blipFill>
        <p:spPr>
          <a:xfrm>
            <a:off x="2031868" y="2834844"/>
            <a:ext cx="760919" cy="440999"/>
          </a:xfrm>
          <a:prstGeom prst="rect">
            <a:avLst/>
          </a:prstGeom>
        </p:spPr>
      </p:pic>
      <p:grpSp>
        <p:nvGrpSpPr>
          <p:cNvPr id="25" name="组合 24">
            <a:extLst>
              <a:ext uri="{FF2B5EF4-FFF2-40B4-BE49-F238E27FC236}">
                <a16:creationId xmlns:a16="http://schemas.microsoft.com/office/drawing/2014/main" id="{4FDDFA95-D188-8C9E-3F36-B37B46699825}"/>
              </a:ext>
            </a:extLst>
          </p:cNvPr>
          <p:cNvGrpSpPr/>
          <p:nvPr>
            <p:custDataLst>
              <p:tags r:id="rId13"/>
            </p:custDataLst>
          </p:nvPr>
        </p:nvGrpSpPr>
        <p:grpSpPr>
          <a:xfrm>
            <a:off x="2401279" y="2241970"/>
            <a:ext cx="942315" cy="819161"/>
            <a:chOff x="6580429" y="1262167"/>
            <a:chExt cx="942315" cy="959990"/>
          </a:xfrm>
        </p:grpSpPr>
        <p:sp>
          <p:nvSpPr>
            <p:cNvPr id="26" name="Line 13">
              <a:extLst>
                <a:ext uri="{FF2B5EF4-FFF2-40B4-BE49-F238E27FC236}">
                  <a16:creationId xmlns:a16="http://schemas.microsoft.com/office/drawing/2014/main" id="{F4CBB4BD-2519-AC9F-3F4E-ADBC99DCFB9B}"/>
                </a:ext>
              </a:extLst>
            </p:cNvPr>
            <p:cNvSpPr>
              <a:spLocks noChangeShapeType="1"/>
            </p:cNvSpPr>
            <p:nvPr>
              <p:custDataLst>
                <p:tags r:id="rId35"/>
              </p:custDataLst>
            </p:nvPr>
          </p:nvSpPr>
          <p:spPr bwMode="auto">
            <a:xfrm>
              <a:off x="6580429" y="1262167"/>
              <a:ext cx="1654" cy="959990"/>
            </a:xfrm>
            <a:prstGeom prst="line">
              <a:avLst/>
            </a:prstGeom>
            <a:noFill/>
            <a:ln w="38100">
              <a:solidFill>
                <a:srgbClr val="7030A0"/>
              </a:solidFill>
              <a:round/>
              <a:headEnd type="stealth" w="med" len="med"/>
            </a:ln>
          </p:spPr>
          <p:txBody>
            <a:bodyPr wrap="none"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C00000"/>
                </a:solidFill>
                <a:effectLst/>
                <a:uLnTx/>
                <a:uFillTx/>
                <a:latin typeface="Times New Roman"/>
                <a:ea typeface="微软雅黑"/>
                <a:cs typeface="+mn-cs"/>
              </a:endParaRPr>
            </a:p>
          </p:txBody>
        </p:sp>
        <p:sp>
          <p:nvSpPr>
            <p:cNvPr id="27" name="Text Box 14">
              <a:extLst>
                <a:ext uri="{FF2B5EF4-FFF2-40B4-BE49-F238E27FC236}">
                  <a16:creationId xmlns:a16="http://schemas.microsoft.com/office/drawing/2014/main" id="{E8FB2692-637E-0398-F6B8-71A75D3C86F4}"/>
                </a:ext>
              </a:extLst>
            </p:cNvPr>
            <p:cNvSpPr txBox="1">
              <a:spLocks noChangeArrowheads="1"/>
            </p:cNvSpPr>
            <p:nvPr>
              <p:custDataLst>
                <p:tags r:id="rId36"/>
              </p:custDataLst>
            </p:nvPr>
          </p:nvSpPr>
          <p:spPr bwMode="auto">
            <a:xfrm>
              <a:off x="6586269" y="1471453"/>
              <a:ext cx="936475" cy="396758"/>
            </a:xfrm>
            <a:prstGeom prst="rect">
              <a:avLst/>
            </a:prstGeom>
            <a:noFill/>
            <a:ln w="9525">
              <a:noFill/>
              <a:miter lim="800000"/>
            </a:ln>
          </p:spPr>
          <p:txBody>
            <a:bodyPr wrap="non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rPr>
                <a:t>支持力</a:t>
              </a:r>
              <a:r>
                <a:rPr kumimoji="0" lang="en-US" altLang="zh-CN" sz="1600" b="0" i="1"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rPr>
                <a:t>N</a:t>
              </a:r>
              <a:endParaRPr kumimoji="0" lang="zh-CN" altLang="en-US" sz="1600" b="0" i="1"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endParaRPr>
            </a:p>
          </p:txBody>
        </p:sp>
      </p:grpSp>
      <p:grpSp>
        <p:nvGrpSpPr>
          <p:cNvPr id="8" name="组合 7">
            <a:extLst>
              <a:ext uri="{FF2B5EF4-FFF2-40B4-BE49-F238E27FC236}">
                <a16:creationId xmlns:a16="http://schemas.microsoft.com/office/drawing/2014/main" id="{6145285C-6C8A-CFBE-E137-64573C9DCF3B}"/>
              </a:ext>
            </a:extLst>
          </p:cNvPr>
          <p:cNvGrpSpPr/>
          <p:nvPr>
            <p:custDataLst>
              <p:tags r:id="rId14"/>
            </p:custDataLst>
          </p:nvPr>
        </p:nvGrpSpPr>
        <p:grpSpPr>
          <a:xfrm>
            <a:off x="2340097" y="3015282"/>
            <a:ext cx="782726" cy="947479"/>
            <a:chOff x="2340097" y="3015282"/>
            <a:chExt cx="782726" cy="947479"/>
          </a:xfrm>
        </p:grpSpPr>
        <p:grpSp>
          <p:nvGrpSpPr>
            <p:cNvPr id="28" name="组合 27">
              <a:extLst>
                <a:ext uri="{FF2B5EF4-FFF2-40B4-BE49-F238E27FC236}">
                  <a16:creationId xmlns:a16="http://schemas.microsoft.com/office/drawing/2014/main" id="{021948E0-C464-2702-5ACB-4F8ACD29DE10}"/>
                </a:ext>
              </a:extLst>
            </p:cNvPr>
            <p:cNvGrpSpPr/>
            <p:nvPr>
              <p:custDataLst>
                <p:tags r:id="rId31"/>
              </p:custDataLst>
            </p:nvPr>
          </p:nvGrpSpPr>
          <p:grpSpPr>
            <a:xfrm>
              <a:off x="2380312" y="3143600"/>
              <a:ext cx="742511" cy="819161"/>
              <a:chOff x="6545916" y="2304627"/>
              <a:chExt cx="742511" cy="945877"/>
            </a:xfrm>
          </p:grpSpPr>
          <p:sp>
            <p:nvSpPr>
              <p:cNvPr id="29" name="Line 16">
                <a:extLst>
                  <a:ext uri="{FF2B5EF4-FFF2-40B4-BE49-F238E27FC236}">
                    <a16:creationId xmlns:a16="http://schemas.microsoft.com/office/drawing/2014/main" id="{A50693E6-6468-A3C0-4243-686665170688}"/>
                  </a:ext>
                </a:extLst>
              </p:cNvPr>
              <p:cNvSpPr>
                <a:spLocks noChangeShapeType="1"/>
              </p:cNvSpPr>
              <p:nvPr>
                <p:custDataLst>
                  <p:tags r:id="rId33"/>
                </p:custDataLst>
              </p:nvPr>
            </p:nvSpPr>
            <p:spPr bwMode="auto">
              <a:xfrm>
                <a:off x="6582084" y="2304627"/>
                <a:ext cx="8372" cy="945877"/>
              </a:xfrm>
              <a:prstGeom prst="line">
                <a:avLst/>
              </a:prstGeom>
              <a:noFill/>
              <a:ln w="38100">
                <a:solidFill>
                  <a:srgbClr val="00B0F0"/>
                </a:solidFill>
                <a:round/>
                <a:tailEnd type="stealth" w="med" len="med"/>
              </a:ln>
            </p:spPr>
            <p:txBody>
              <a:bodyPr wrap="none"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C00000"/>
                  </a:solidFill>
                  <a:effectLst/>
                  <a:uLnTx/>
                  <a:uFillTx/>
                  <a:latin typeface="Times New Roman"/>
                  <a:ea typeface="微软雅黑"/>
                  <a:cs typeface="+mn-cs"/>
                </a:endParaRPr>
              </a:p>
            </p:txBody>
          </p:sp>
          <p:sp>
            <p:nvSpPr>
              <p:cNvPr id="30" name="Text Box 17">
                <a:extLst>
                  <a:ext uri="{FF2B5EF4-FFF2-40B4-BE49-F238E27FC236}">
                    <a16:creationId xmlns:a16="http://schemas.microsoft.com/office/drawing/2014/main" id="{94D869EA-FC7C-8A45-BA79-0E99229636DA}"/>
                  </a:ext>
                </a:extLst>
              </p:cNvPr>
              <p:cNvSpPr txBox="1">
                <a:spLocks noChangeArrowheads="1"/>
              </p:cNvSpPr>
              <p:nvPr>
                <p:custDataLst>
                  <p:tags r:id="rId34"/>
                </p:custDataLst>
              </p:nvPr>
            </p:nvSpPr>
            <p:spPr bwMode="auto">
              <a:xfrm>
                <a:off x="6545916" y="2680526"/>
                <a:ext cx="742511" cy="390925"/>
              </a:xfrm>
              <a:prstGeom prst="rect">
                <a:avLst/>
              </a:prstGeom>
              <a:noFill/>
              <a:ln w="9525">
                <a:noFill/>
                <a:miter lim="800000"/>
              </a:ln>
            </p:spPr>
            <p:txBody>
              <a:bodyPr wrap="non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rPr>
                  <a:t>重力</a:t>
                </a:r>
                <a:r>
                  <a:rPr kumimoji="0" lang="en-US" altLang="zh-CN" sz="1600" b="0" i="1"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rPr>
                  <a:t>G</a:t>
                </a:r>
                <a:endParaRPr kumimoji="0" lang="zh-CN" altLang="en-US" sz="1600" b="0" i="1"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endParaRPr>
              </a:p>
            </p:txBody>
          </p:sp>
        </p:grpSp>
        <p:sp>
          <p:nvSpPr>
            <p:cNvPr id="31" name="Oval 11">
              <a:extLst>
                <a:ext uri="{FF2B5EF4-FFF2-40B4-BE49-F238E27FC236}">
                  <a16:creationId xmlns:a16="http://schemas.microsoft.com/office/drawing/2014/main" id="{509AA659-D717-AE12-8098-16417CB4C1C4}"/>
                </a:ext>
              </a:extLst>
            </p:cNvPr>
            <p:cNvSpPr>
              <a:spLocks noChangeArrowheads="1"/>
            </p:cNvSpPr>
            <p:nvPr>
              <p:custDataLst>
                <p:tags r:id="rId32"/>
              </p:custDataLst>
            </p:nvPr>
          </p:nvSpPr>
          <p:spPr bwMode="auto">
            <a:xfrm>
              <a:off x="2340097" y="3015282"/>
              <a:ext cx="148466" cy="150132"/>
            </a:xfrm>
            <a:prstGeom prst="ellipse">
              <a:avLst/>
            </a:prstGeom>
            <a:solidFill>
              <a:schemeClr val="accent2"/>
            </a:solidFill>
            <a:ln w="9525">
              <a:solidFill>
                <a:srgbClr val="7030A0"/>
              </a:solidFill>
              <a:round/>
            </a:ln>
          </p:spPr>
          <p:txBody>
            <a:bodyPr wrap="none"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FF0000"/>
                </a:solidFill>
                <a:effectLst/>
                <a:uLnTx/>
                <a:uFillTx/>
                <a:latin typeface="Times New Roman" panose="02020603050405020304" pitchFamily="18" charset="0"/>
                <a:ea typeface="微软雅黑"/>
                <a:cs typeface="+mn-cs"/>
              </a:endParaRPr>
            </a:p>
          </p:txBody>
        </p:sp>
      </p:grpSp>
      <p:grpSp>
        <p:nvGrpSpPr>
          <p:cNvPr id="43" name="组合 42">
            <a:extLst>
              <a:ext uri="{FF2B5EF4-FFF2-40B4-BE49-F238E27FC236}">
                <a16:creationId xmlns:a16="http://schemas.microsoft.com/office/drawing/2014/main" id="{21CEFEC3-F6C2-E350-62E5-34488A437CD2}"/>
              </a:ext>
            </a:extLst>
          </p:cNvPr>
          <p:cNvGrpSpPr/>
          <p:nvPr>
            <p:custDataLst>
              <p:tags r:id="rId15"/>
            </p:custDataLst>
          </p:nvPr>
        </p:nvGrpSpPr>
        <p:grpSpPr>
          <a:xfrm>
            <a:off x="5365101" y="1914273"/>
            <a:ext cx="936475" cy="1111227"/>
            <a:chOff x="5046757" y="1819451"/>
            <a:chExt cx="936475" cy="1111227"/>
          </a:xfrm>
        </p:grpSpPr>
        <p:grpSp>
          <p:nvGrpSpPr>
            <p:cNvPr id="32" name="组合 31">
              <a:extLst>
                <a:ext uri="{FF2B5EF4-FFF2-40B4-BE49-F238E27FC236}">
                  <a16:creationId xmlns:a16="http://schemas.microsoft.com/office/drawing/2014/main" id="{8AD74571-E037-4CB6-21EE-124783593F98}"/>
                </a:ext>
              </a:extLst>
            </p:cNvPr>
            <p:cNvGrpSpPr/>
            <p:nvPr>
              <p:custDataLst>
                <p:tags r:id="rId27"/>
              </p:custDataLst>
            </p:nvPr>
          </p:nvGrpSpPr>
          <p:grpSpPr>
            <a:xfrm>
              <a:off x="5046757" y="1819451"/>
              <a:ext cx="936475" cy="1001208"/>
              <a:chOff x="6113845" y="1048822"/>
              <a:chExt cx="936475" cy="1173335"/>
            </a:xfrm>
          </p:grpSpPr>
          <p:sp>
            <p:nvSpPr>
              <p:cNvPr id="33" name="Line 13">
                <a:extLst>
                  <a:ext uri="{FF2B5EF4-FFF2-40B4-BE49-F238E27FC236}">
                    <a16:creationId xmlns:a16="http://schemas.microsoft.com/office/drawing/2014/main" id="{4A3A779A-5FF9-7471-9184-A4C500FD886F}"/>
                  </a:ext>
                </a:extLst>
              </p:cNvPr>
              <p:cNvSpPr>
                <a:spLocks noChangeShapeType="1"/>
              </p:cNvSpPr>
              <p:nvPr>
                <p:custDataLst>
                  <p:tags r:id="rId29"/>
                </p:custDataLst>
              </p:nvPr>
            </p:nvSpPr>
            <p:spPr bwMode="auto">
              <a:xfrm flipH="1">
                <a:off x="6582083" y="1391321"/>
                <a:ext cx="0" cy="830836"/>
              </a:xfrm>
              <a:prstGeom prst="line">
                <a:avLst/>
              </a:prstGeom>
              <a:noFill/>
              <a:ln w="38100">
                <a:solidFill>
                  <a:srgbClr val="7030A0"/>
                </a:solidFill>
                <a:round/>
                <a:headEnd type="stealth" w="med" len="med"/>
              </a:ln>
            </p:spPr>
            <p:txBody>
              <a:bodyPr wrap="none"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C00000"/>
                  </a:solidFill>
                  <a:effectLst/>
                  <a:uLnTx/>
                  <a:uFillTx/>
                  <a:latin typeface="Times New Roman"/>
                  <a:ea typeface="微软雅黑"/>
                  <a:cs typeface="+mn-cs"/>
                </a:endParaRPr>
              </a:p>
            </p:txBody>
          </p:sp>
          <p:sp>
            <p:nvSpPr>
              <p:cNvPr id="34" name="Text Box 14">
                <a:extLst>
                  <a:ext uri="{FF2B5EF4-FFF2-40B4-BE49-F238E27FC236}">
                    <a16:creationId xmlns:a16="http://schemas.microsoft.com/office/drawing/2014/main" id="{C11FF7A6-ABD2-D20D-C99B-182CD3569972}"/>
                  </a:ext>
                </a:extLst>
              </p:cNvPr>
              <p:cNvSpPr txBox="1">
                <a:spLocks noChangeArrowheads="1"/>
              </p:cNvSpPr>
              <p:nvPr>
                <p:custDataLst>
                  <p:tags r:id="rId30"/>
                </p:custDataLst>
              </p:nvPr>
            </p:nvSpPr>
            <p:spPr bwMode="auto">
              <a:xfrm>
                <a:off x="6113845" y="1048822"/>
                <a:ext cx="936475" cy="396758"/>
              </a:xfrm>
              <a:prstGeom prst="rect">
                <a:avLst/>
              </a:prstGeom>
              <a:noFill/>
              <a:ln w="9525">
                <a:noFill/>
                <a:miter lim="800000"/>
              </a:ln>
            </p:spPr>
            <p:txBody>
              <a:bodyPr wrap="non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rPr>
                  <a:t>支持力</a:t>
                </a:r>
                <a:r>
                  <a:rPr kumimoji="0" lang="en-US" altLang="zh-CN" sz="1600" b="0" i="1"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rPr>
                  <a:t>N</a:t>
                </a:r>
                <a:endParaRPr kumimoji="0" lang="zh-CN" altLang="en-US" sz="1600" b="0" i="1"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endParaRPr>
              </a:p>
            </p:txBody>
          </p:sp>
        </p:grpSp>
        <p:sp>
          <p:nvSpPr>
            <p:cNvPr id="38" name="Oval 11">
              <a:extLst>
                <a:ext uri="{FF2B5EF4-FFF2-40B4-BE49-F238E27FC236}">
                  <a16:creationId xmlns:a16="http://schemas.microsoft.com/office/drawing/2014/main" id="{53C6B35A-7773-6023-8392-AB4BE450BE5A}"/>
                </a:ext>
              </a:extLst>
            </p:cNvPr>
            <p:cNvSpPr>
              <a:spLocks noChangeArrowheads="1"/>
            </p:cNvSpPr>
            <p:nvPr>
              <p:custDataLst>
                <p:tags r:id="rId28"/>
              </p:custDataLst>
            </p:nvPr>
          </p:nvSpPr>
          <p:spPr bwMode="auto">
            <a:xfrm>
              <a:off x="5442361" y="2780546"/>
              <a:ext cx="148466" cy="150132"/>
            </a:xfrm>
            <a:prstGeom prst="ellipse">
              <a:avLst/>
            </a:prstGeom>
            <a:solidFill>
              <a:schemeClr val="accent2"/>
            </a:solidFill>
            <a:ln w="9525">
              <a:solidFill>
                <a:srgbClr val="7030A0"/>
              </a:solidFill>
              <a:round/>
            </a:ln>
          </p:spPr>
          <p:txBody>
            <a:bodyPr wrap="none"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C00000"/>
                </a:solidFill>
                <a:effectLst/>
                <a:uLnTx/>
                <a:uFillTx/>
                <a:latin typeface="Times New Roman" panose="02020603050405020304" pitchFamily="18" charset="0"/>
                <a:ea typeface="微软雅黑"/>
                <a:cs typeface="+mn-cs"/>
              </a:endParaRPr>
            </a:p>
          </p:txBody>
        </p:sp>
      </p:grpSp>
      <p:grpSp>
        <p:nvGrpSpPr>
          <p:cNvPr id="39" name="组合 38">
            <a:extLst>
              <a:ext uri="{FF2B5EF4-FFF2-40B4-BE49-F238E27FC236}">
                <a16:creationId xmlns:a16="http://schemas.microsoft.com/office/drawing/2014/main" id="{2BC82438-96EF-147D-654B-5BA0EE7BD233}"/>
              </a:ext>
            </a:extLst>
          </p:cNvPr>
          <p:cNvGrpSpPr/>
          <p:nvPr>
            <p:custDataLst>
              <p:tags r:id="rId16"/>
            </p:custDataLst>
          </p:nvPr>
        </p:nvGrpSpPr>
        <p:grpSpPr>
          <a:xfrm>
            <a:off x="7426738" y="795314"/>
            <a:ext cx="1023662" cy="942478"/>
            <a:chOff x="6438892" y="871188"/>
            <a:chExt cx="1023662" cy="942478"/>
          </a:xfrm>
        </p:grpSpPr>
        <p:pic>
          <p:nvPicPr>
            <p:cNvPr id="40" name="图片 39">
              <a:extLst>
                <a:ext uri="{FF2B5EF4-FFF2-40B4-BE49-F238E27FC236}">
                  <a16:creationId xmlns:a16="http://schemas.microsoft.com/office/drawing/2014/main" id="{E9E29677-2912-FF35-B49F-823F65F46AC9}"/>
                </a:ext>
              </a:extLst>
            </p:cNvPr>
            <p:cNvPicPr>
              <a:picLocks noChangeAspect="1"/>
            </p:cNvPicPr>
            <p:nvPr>
              <p:custDataLst>
                <p:tags r:id="rId25"/>
              </p:custDataLst>
            </p:nvPr>
          </p:nvPicPr>
          <p:blipFill>
            <a:blip r:embed="rId38">
              <a:extLst>
                <a:ext uri="{BEBA8EAE-BF5A-486C-A8C5-ECC9F3942E4B}">
                  <a14:imgProps xmlns:a14="http://schemas.microsoft.com/office/drawing/2010/main">
                    <a14:imgLayer r:embed="rId39">
                      <a14:imgEffect>
                        <a14:saturation sat="200000"/>
                      </a14:imgEffect>
                      <a14:imgEffect>
                        <a14:brightnessContrast bright="20000" contrast="-20000"/>
                      </a14:imgEffect>
                    </a14:imgLayer>
                  </a14:imgProps>
                </a:ext>
              </a:extLst>
            </a:blip>
            <a:srcRect l="16469" t="29271" r="19110" b="31432"/>
            <a:stretch>
              <a:fillRect/>
            </a:stretch>
          </p:blipFill>
          <p:spPr>
            <a:xfrm>
              <a:off x="6438892" y="1189235"/>
              <a:ext cx="1023662" cy="624431"/>
            </a:xfrm>
            <a:prstGeom prst="rect">
              <a:avLst/>
            </a:prstGeom>
          </p:spPr>
        </p:pic>
        <p:pic>
          <p:nvPicPr>
            <p:cNvPr id="41" name="图片 40">
              <a:extLst>
                <a:ext uri="{FF2B5EF4-FFF2-40B4-BE49-F238E27FC236}">
                  <a16:creationId xmlns:a16="http://schemas.microsoft.com/office/drawing/2014/main" id="{D53FFE84-C1B6-D442-BFD1-2EB79AB6EC3D}"/>
                </a:ext>
              </a:extLst>
            </p:cNvPr>
            <p:cNvPicPr>
              <a:picLocks noChangeAspect="1"/>
            </p:cNvPicPr>
            <p:nvPr>
              <p:custDataLst>
                <p:tags r:id="rId26"/>
              </p:custDataLst>
            </p:nvPr>
          </p:nvPicPr>
          <p:blipFill>
            <a:blip r:embed="rId40">
              <a:extLst>
                <a:ext uri="{BEBA8EAE-BF5A-486C-A8C5-ECC9F3942E4B}">
                  <a14:imgProps xmlns:a14="http://schemas.microsoft.com/office/drawing/2010/main">
                    <a14:imgLayer r:embed="rId41">
                      <a14:imgEffect>
                        <a14:saturation sat="300000"/>
                      </a14:imgEffect>
                      <a14:imgEffect>
                        <a14:brightnessContrast bright="20000" contrast="-40000"/>
                      </a14:imgEffect>
                    </a14:imgLayer>
                  </a14:imgProps>
                </a:ext>
              </a:extLst>
            </a:blip>
            <a:srcRect b="7230"/>
            <a:stretch>
              <a:fillRect/>
            </a:stretch>
          </p:blipFill>
          <p:spPr>
            <a:xfrm>
              <a:off x="6597081" y="871188"/>
              <a:ext cx="707284" cy="409914"/>
            </a:xfrm>
            <a:prstGeom prst="rect">
              <a:avLst/>
            </a:prstGeom>
          </p:spPr>
        </p:pic>
      </p:grpSp>
      <p:grpSp>
        <p:nvGrpSpPr>
          <p:cNvPr id="45" name="组合 44">
            <a:extLst>
              <a:ext uri="{FF2B5EF4-FFF2-40B4-BE49-F238E27FC236}">
                <a16:creationId xmlns:a16="http://schemas.microsoft.com/office/drawing/2014/main" id="{AB6EB258-1B2A-3152-190F-613EA60382DB}"/>
              </a:ext>
            </a:extLst>
          </p:cNvPr>
          <p:cNvGrpSpPr/>
          <p:nvPr>
            <p:custDataLst>
              <p:tags r:id="rId17"/>
            </p:custDataLst>
          </p:nvPr>
        </p:nvGrpSpPr>
        <p:grpSpPr>
          <a:xfrm>
            <a:off x="5783586" y="3237491"/>
            <a:ext cx="864213" cy="843282"/>
            <a:chOff x="5485557" y="3142669"/>
            <a:chExt cx="864213" cy="843282"/>
          </a:xfrm>
        </p:grpSpPr>
        <p:grpSp>
          <p:nvGrpSpPr>
            <p:cNvPr id="35" name="组合 34">
              <a:extLst>
                <a:ext uri="{FF2B5EF4-FFF2-40B4-BE49-F238E27FC236}">
                  <a16:creationId xmlns:a16="http://schemas.microsoft.com/office/drawing/2014/main" id="{E61C3BB1-676A-3278-2D87-ED39BC585C84}"/>
                </a:ext>
              </a:extLst>
            </p:cNvPr>
            <p:cNvGrpSpPr/>
            <p:nvPr>
              <p:custDataLst>
                <p:tags r:id="rId21"/>
              </p:custDataLst>
            </p:nvPr>
          </p:nvGrpSpPr>
          <p:grpSpPr>
            <a:xfrm>
              <a:off x="5551418" y="3166790"/>
              <a:ext cx="798352" cy="819161"/>
              <a:chOff x="6582084" y="2304627"/>
              <a:chExt cx="798352" cy="945877"/>
            </a:xfrm>
          </p:grpSpPr>
          <p:sp>
            <p:nvSpPr>
              <p:cNvPr id="36" name="Line 16">
                <a:extLst>
                  <a:ext uri="{FF2B5EF4-FFF2-40B4-BE49-F238E27FC236}">
                    <a16:creationId xmlns:a16="http://schemas.microsoft.com/office/drawing/2014/main" id="{9967E246-C22E-8712-0BDB-10131AEA1F1F}"/>
                  </a:ext>
                </a:extLst>
              </p:cNvPr>
              <p:cNvSpPr>
                <a:spLocks noChangeShapeType="1"/>
              </p:cNvSpPr>
              <p:nvPr>
                <p:custDataLst>
                  <p:tags r:id="rId23"/>
                </p:custDataLst>
              </p:nvPr>
            </p:nvSpPr>
            <p:spPr bwMode="auto">
              <a:xfrm>
                <a:off x="6582084" y="2304627"/>
                <a:ext cx="8372" cy="945877"/>
              </a:xfrm>
              <a:prstGeom prst="line">
                <a:avLst/>
              </a:prstGeom>
              <a:noFill/>
              <a:ln w="38100">
                <a:solidFill>
                  <a:srgbClr val="00B0F0"/>
                </a:solidFill>
                <a:round/>
                <a:tailEnd type="stealth" w="med" len="med"/>
              </a:ln>
            </p:spPr>
            <p:txBody>
              <a:bodyPr wrap="none"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C00000"/>
                  </a:solidFill>
                  <a:effectLst/>
                  <a:uLnTx/>
                  <a:uFillTx/>
                  <a:latin typeface="Times New Roman"/>
                  <a:ea typeface="微软雅黑"/>
                  <a:cs typeface="+mn-cs"/>
                </a:endParaRPr>
              </a:p>
            </p:txBody>
          </p:sp>
          <p:sp>
            <p:nvSpPr>
              <p:cNvPr id="37" name="Text Box 17">
                <a:extLst>
                  <a:ext uri="{FF2B5EF4-FFF2-40B4-BE49-F238E27FC236}">
                    <a16:creationId xmlns:a16="http://schemas.microsoft.com/office/drawing/2014/main" id="{2AC8FDBB-8B90-07ED-B7EF-C056A6A0732B}"/>
                  </a:ext>
                </a:extLst>
              </p:cNvPr>
              <p:cNvSpPr txBox="1">
                <a:spLocks noChangeArrowheads="1"/>
              </p:cNvSpPr>
              <p:nvPr>
                <p:custDataLst>
                  <p:tags r:id="rId24"/>
                </p:custDataLst>
              </p:nvPr>
            </p:nvSpPr>
            <p:spPr bwMode="auto">
              <a:xfrm>
                <a:off x="6637925" y="2818008"/>
                <a:ext cx="742511" cy="390925"/>
              </a:xfrm>
              <a:prstGeom prst="rect">
                <a:avLst/>
              </a:prstGeom>
              <a:noFill/>
              <a:ln w="9525">
                <a:noFill/>
                <a:miter lim="800000"/>
              </a:ln>
            </p:spPr>
            <p:txBody>
              <a:bodyPr wrap="non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rPr>
                  <a:t>压力</a:t>
                </a:r>
                <a:r>
                  <a:rPr kumimoji="0" lang="en-US" altLang="zh-CN" sz="1600" b="0" i="1"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rPr>
                  <a:t>F</a:t>
                </a:r>
                <a:endParaRPr kumimoji="0" lang="zh-CN" altLang="en-US" sz="1600" b="0" i="1" u="none" strike="noStrike" kern="1200" cap="none" spc="0" normalizeH="0" baseline="0" noProof="0">
                  <a:ln>
                    <a:noFill/>
                  </a:ln>
                  <a:solidFill>
                    <a:srgbClr val="C00000"/>
                  </a:solidFill>
                  <a:effectLst/>
                  <a:uLnTx/>
                  <a:uFillTx/>
                  <a:latin typeface="Times New Roman"/>
                  <a:ea typeface="微软雅黑" panose="020B0503020204020204" pitchFamily="34" charset="-122"/>
                  <a:cs typeface="+mn-cs"/>
                </a:endParaRPr>
              </a:p>
            </p:txBody>
          </p:sp>
        </p:grpSp>
        <p:sp>
          <p:nvSpPr>
            <p:cNvPr id="42" name="Oval 11">
              <a:extLst>
                <a:ext uri="{FF2B5EF4-FFF2-40B4-BE49-F238E27FC236}">
                  <a16:creationId xmlns:a16="http://schemas.microsoft.com/office/drawing/2014/main" id="{19F6EA6D-0E9B-3406-0559-BD18D6E4991E}"/>
                </a:ext>
              </a:extLst>
            </p:cNvPr>
            <p:cNvSpPr>
              <a:spLocks noChangeArrowheads="1"/>
            </p:cNvSpPr>
            <p:nvPr>
              <p:custDataLst>
                <p:tags r:id="rId22"/>
              </p:custDataLst>
            </p:nvPr>
          </p:nvSpPr>
          <p:spPr bwMode="auto">
            <a:xfrm>
              <a:off x="5485557" y="3142669"/>
              <a:ext cx="148466" cy="150132"/>
            </a:xfrm>
            <a:prstGeom prst="ellipse">
              <a:avLst/>
            </a:prstGeom>
            <a:solidFill>
              <a:srgbClr val="00B0F0"/>
            </a:solidFill>
            <a:ln w="9525">
              <a:solidFill>
                <a:srgbClr val="7030A0"/>
              </a:solidFill>
              <a:round/>
            </a:ln>
          </p:spPr>
          <p:txBody>
            <a:bodyPr wrap="none"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C00000"/>
                </a:solidFill>
                <a:effectLst/>
                <a:uLnTx/>
                <a:uFillTx/>
                <a:latin typeface="Times New Roman" panose="02020603050405020304" pitchFamily="18" charset="0"/>
                <a:ea typeface="微软雅黑"/>
                <a:cs typeface="+mn-cs"/>
              </a:endParaRPr>
            </a:p>
          </p:txBody>
        </p:sp>
      </p:grpSp>
      <p:sp>
        <p:nvSpPr>
          <p:cNvPr id="2" name="文本框 1">
            <a:extLst>
              <a:ext uri="{FF2B5EF4-FFF2-40B4-BE49-F238E27FC236}">
                <a16:creationId xmlns:a16="http://schemas.microsoft.com/office/drawing/2014/main" id="{B46F897C-818A-4A79-E96D-6600F80304D2}"/>
              </a:ext>
            </a:extLst>
          </p:cNvPr>
          <p:cNvSpPr txBox="1"/>
          <p:nvPr>
            <p:custDataLst>
              <p:tags r:id="rId18"/>
            </p:custDataLst>
          </p:nvPr>
        </p:nvSpPr>
        <p:spPr>
          <a:xfrm>
            <a:off x="453584" y="641477"/>
            <a:ext cx="1853900" cy="430887"/>
          </a:xfrm>
          <a:prstGeom prst="rect">
            <a:avLst/>
          </a:prstGeom>
          <a:noFill/>
        </p:spPr>
        <p:txBody>
          <a:bodyPr wrap="square">
            <a:spAutoFit/>
          </a:bodyP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en-US"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2. </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典例分析</a:t>
            </a:r>
            <a:endParaRPr kumimoji="0" lang="zh-CN" altLang="en-US" sz="2200" b="0" i="0" u="none" strike="noStrike" kern="1200" cap="none" spc="0" normalizeH="0" baseline="0" noProof="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0" name="文本框 9">
            <a:extLst>
              <a:ext uri="{FF2B5EF4-FFF2-40B4-BE49-F238E27FC236}">
                <a16:creationId xmlns:a16="http://schemas.microsoft.com/office/drawing/2014/main" id="{6EE6004B-5B88-E572-69F4-45163374B10A}"/>
              </a:ext>
            </a:extLst>
          </p:cNvPr>
          <p:cNvSpPr txBox="1"/>
          <p:nvPr>
            <p:custDataLst>
              <p:tags r:id="rId19"/>
            </p:custDataLst>
          </p:nvPr>
        </p:nvSpPr>
        <p:spPr>
          <a:xfrm>
            <a:off x="271462" y="67697"/>
            <a:ext cx="5211956" cy="349583"/>
          </a:xfrm>
          <a:prstGeom prst="rect">
            <a:avLst/>
          </a:prstGeom>
          <a:noFill/>
        </p:spPr>
        <p:txBody>
          <a:bodyPr wrap="square" lIns="0" tIns="0" rIns="0" bIns="0" rtlCol="0">
            <a:spAutoFit/>
          </a:bodyPr>
          <a:lstStyle/>
          <a:p>
            <a:pPr marL="0" marR="0" lvl="0" indent="0" algn="l" defTabSz="685160" rtl="0" eaLnBrk="1" fontAlgn="base" latinLnBrk="0" hangingPunct="1">
              <a:lnSpc>
                <a:spcPct val="125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知识点五、“平衡的力”与“相互的力”</a:t>
            </a:r>
          </a:p>
        </p:txBody>
      </p:sp>
      <p:sp>
        <p:nvSpPr>
          <p:cNvPr id="17" name="文本框 16">
            <a:extLst>
              <a:ext uri="{FF2B5EF4-FFF2-40B4-BE49-F238E27FC236}">
                <a16:creationId xmlns:a16="http://schemas.microsoft.com/office/drawing/2014/main" id="{B74280A9-036E-32E7-6243-7DE65C369702}"/>
              </a:ext>
            </a:extLst>
          </p:cNvPr>
          <p:cNvSpPr txBox="1"/>
          <p:nvPr>
            <p:custDataLst>
              <p:tags r:id="rId20"/>
            </p:custDataLst>
          </p:nvPr>
        </p:nvSpPr>
        <p:spPr>
          <a:xfrm>
            <a:off x="6924051" y="51063"/>
            <a:ext cx="1909718"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spTree>
    <p:extLst>
      <p:ext uri="{BB962C8B-B14F-4D97-AF65-F5344CB8AC3E}">
        <p14:creationId xmlns:p14="http://schemas.microsoft.com/office/powerpoint/2010/main" val="10041145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par>
                                <p:cTn id="10" presetID="10" presetClass="entr" presetSubtype="0" fill="hold" nodeType="with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after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1500"/>
                                        <p:tgtEl>
                                          <p:spTgt spid="7"/>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1"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afterGroup">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nodeType="clickPar">
                      <p:stCondLst>
                        <p:cond delay="indefinite"/>
                      </p:stCondLst>
                      <p:childTnLst>
                        <p:par>
                          <p:cTn id="37" fill="hold" nodeType="after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down)">
                                      <p:cBhvr>
                                        <p:cTn id="40" dur="500"/>
                                        <p:tgtEl>
                                          <p:spTgt spid="25"/>
                                        </p:tgtEl>
                                      </p:cBhvr>
                                    </p:animEffect>
                                  </p:childTnLst>
                                </p:cTn>
                              </p:par>
                              <p:par>
                                <p:cTn id="41" presetID="22" presetClass="entr" presetSubtype="1" fill="hold"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up)">
                                      <p:cBhvr>
                                        <p:cTn id="43" dur="500"/>
                                        <p:tgtEl>
                                          <p:spTgt spid="8"/>
                                        </p:tgtEl>
                                      </p:cBhvr>
                                    </p:animEffect>
                                  </p:childTnLst>
                                </p:cTn>
                              </p:par>
                            </p:childTnLst>
                          </p:cTn>
                        </p:par>
                      </p:childTnLst>
                    </p:cTn>
                  </p:par>
                  <p:par>
                    <p:cTn id="44" fill="hold" nodeType="clickPar">
                      <p:stCondLst>
                        <p:cond delay="indefinite"/>
                      </p:stCondLst>
                      <p:childTnLst>
                        <p:par>
                          <p:cTn id="45" fill="hold" nodeType="afterGroup">
                            <p:stCondLst>
                              <p:cond delay="0"/>
                            </p:stCondLst>
                            <p:childTnLst>
                              <p:par>
                                <p:cTn id="46" presetID="53"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p:cTn id="48" dur="750" fill="hold"/>
                                        <p:tgtEl>
                                          <p:spTgt spid="14"/>
                                        </p:tgtEl>
                                        <p:attrNameLst>
                                          <p:attrName>ppt_w</p:attrName>
                                        </p:attrNameLst>
                                      </p:cBhvr>
                                      <p:tavLst>
                                        <p:tav tm="0">
                                          <p:val>
                                            <p:fltVal val="0"/>
                                          </p:val>
                                        </p:tav>
                                        <p:tav tm="100000">
                                          <p:val>
                                            <p:strVal val="#ppt_w"/>
                                          </p:val>
                                        </p:tav>
                                      </p:tavLst>
                                    </p:anim>
                                    <p:anim calcmode="lin" valueType="num">
                                      <p:cBhvr>
                                        <p:cTn id="49" dur="750" fill="hold"/>
                                        <p:tgtEl>
                                          <p:spTgt spid="14"/>
                                        </p:tgtEl>
                                        <p:attrNameLst>
                                          <p:attrName>ppt_h</p:attrName>
                                        </p:attrNameLst>
                                      </p:cBhvr>
                                      <p:tavLst>
                                        <p:tav tm="0">
                                          <p:val>
                                            <p:fltVal val="0"/>
                                          </p:val>
                                        </p:tav>
                                        <p:tav tm="100000">
                                          <p:val>
                                            <p:strVal val="#ppt_h"/>
                                          </p:val>
                                        </p:tav>
                                      </p:tavLst>
                                    </p:anim>
                                    <p:animEffect transition="in" filter="fade">
                                      <p:cBhvr>
                                        <p:cTn id="50" dur="750"/>
                                        <p:tgtEl>
                                          <p:spTgt spid="14"/>
                                        </p:tgtEl>
                                      </p:cBhvr>
                                    </p:animEffect>
                                  </p:childTnLst>
                                </p:cTn>
                              </p:par>
                            </p:childTnLst>
                          </p:cTn>
                        </p:par>
                      </p:childTnLst>
                    </p:cTn>
                  </p:par>
                  <p:par>
                    <p:cTn id="51" fill="hold" nodeType="clickPar">
                      <p:stCondLst>
                        <p:cond delay="indefinite"/>
                      </p:stCondLst>
                      <p:childTnLst>
                        <p:par>
                          <p:cTn id="52" fill="hold" nodeType="afterGroup">
                            <p:stCondLst>
                              <p:cond delay="0"/>
                            </p:stCondLst>
                            <p:childTnLst>
                              <p:par>
                                <p:cTn id="53" presetID="10"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childTnLst>
                    </p:cTn>
                  </p:par>
                  <p:par>
                    <p:cTn id="56" fill="hold" nodeType="clickPar">
                      <p:stCondLst>
                        <p:cond delay="indefinite"/>
                      </p:stCondLst>
                      <p:childTnLst>
                        <p:par>
                          <p:cTn id="57" fill="hold" nodeType="afterGroup">
                            <p:stCondLst>
                              <p:cond delay="0"/>
                            </p:stCondLst>
                            <p:childTnLst>
                              <p:par>
                                <p:cTn id="58" presetID="22" presetClass="entr" presetSubtype="4" fill="hold" nodeType="click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wipe(down)">
                                      <p:cBhvr>
                                        <p:cTn id="60" dur="500"/>
                                        <p:tgtEl>
                                          <p:spTgt spid="43"/>
                                        </p:tgtEl>
                                      </p:cBhvr>
                                    </p:animEffect>
                                  </p:childTnLst>
                                </p:cTn>
                              </p:par>
                            </p:childTnLst>
                          </p:cTn>
                        </p:par>
                      </p:childTnLst>
                    </p:cTn>
                  </p:par>
                  <p:par>
                    <p:cTn id="61" fill="hold" nodeType="clickPar">
                      <p:stCondLst>
                        <p:cond delay="indefinite"/>
                      </p:stCondLst>
                      <p:childTnLst>
                        <p:par>
                          <p:cTn id="62" fill="hold" nodeType="afterGroup">
                            <p:stCondLst>
                              <p:cond delay="0"/>
                            </p:stCondLst>
                            <p:childTnLst>
                              <p:par>
                                <p:cTn id="63" presetID="10" presetClass="entr" presetSubtype="0"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500"/>
                                        <p:tgtEl>
                                          <p:spTgt spid="19"/>
                                        </p:tgtEl>
                                      </p:cBhvr>
                                    </p:animEffect>
                                  </p:childTnLst>
                                </p:cTn>
                              </p:par>
                            </p:childTnLst>
                          </p:cTn>
                        </p:par>
                      </p:childTnLst>
                    </p:cTn>
                  </p:par>
                  <p:par>
                    <p:cTn id="66" fill="hold" nodeType="clickPar">
                      <p:stCondLst>
                        <p:cond delay="indefinite"/>
                      </p:stCondLst>
                      <p:childTnLst>
                        <p:par>
                          <p:cTn id="67" fill="hold" nodeType="after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wipe(up)">
                                      <p:cBhvr>
                                        <p:cTn id="70" dur="500"/>
                                        <p:tgtEl>
                                          <p:spTgt spid="45"/>
                                        </p:tgtEl>
                                      </p:cBhvr>
                                    </p:animEffect>
                                  </p:childTnLst>
                                </p:cTn>
                              </p:par>
                            </p:childTnLst>
                          </p:cTn>
                        </p:par>
                      </p:childTnLst>
                    </p:cTn>
                  </p:par>
                  <p:par>
                    <p:cTn id="71" fill="hold" nodeType="clickPar">
                      <p:stCondLst>
                        <p:cond delay="indefinite"/>
                      </p:stCondLst>
                      <p:childTnLst>
                        <p:par>
                          <p:cTn id="72" fill="hold" nodeType="afterGroup">
                            <p:stCondLst>
                              <p:cond delay="0"/>
                            </p:stCondLst>
                            <p:childTnLst>
                              <p:par>
                                <p:cTn id="73" presetID="53" presetClass="entr" presetSubtype="0"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 calcmode="lin" valueType="num">
                                      <p:cBhvr>
                                        <p:cTn id="75" dur="750" fill="hold"/>
                                        <p:tgtEl>
                                          <p:spTgt spid="16"/>
                                        </p:tgtEl>
                                        <p:attrNameLst>
                                          <p:attrName>ppt_w</p:attrName>
                                        </p:attrNameLst>
                                      </p:cBhvr>
                                      <p:tavLst>
                                        <p:tav tm="0">
                                          <p:val>
                                            <p:fltVal val="0"/>
                                          </p:val>
                                        </p:tav>
                                        <p:tav tm="100000">
                                          <p:val>
                                            <p:strVal val="#ppt_w"/>
                                          </p:val>
                                        </p:tav>
                                      </p:tavLst>
                                    </p:anim>
                                    <p:anim calcmode="lin" valueType="num">
                                      <p:cBhvr>
                                        <p:cTn id="76" dur="750" fill="hold"/>
                                        <p:tgtEl>
                                          <p:spTgt spid="16"/>
                                        </p:tgtEl>
                                        <p:attrNameLst>
                                          <p:attrName>ppt_h</p:attrName>
                                        </p:attrNameLst>
                                      </p:cBhvr>
                                      <p:tavLst>
                                        <p:tav tm="0">
                                          <p:val>
                                            <p:fltVal val="0"/>
                                          </p:val>
                                        </p:tav>
                                        <p:tav tm="100000">
                                          <p:val>
                                            <p:strVal val="#ppt_h"/>
                                          </p:val>
                                        </p:tav>
                                      </p:tavLst>
                                    </p:anim>
                                    <p:animEffect transition="in" filter="fade">
                                      <p:cBhvr>
                                        <p:cTn id="77" dur="750"/>
                                        <p:tgtEl>
                                          <p:spTgt spid="16"/>
                                        </p:tgtEl>
                                      </p:cBhvr>
                                    </p:animEffect>
                                  </p:childTnLst>
                                </p:cTn>
                              </p:par>
                            </p:childTnLst>
                          </p:cTn>
                        </p:par>
                      </p:childTnLst>
                    </p:cTn>
                  </p:par>
                  <p:par>
                    <p:cTn id="78" fill="hold" nodeType="clickPar">
                      <p:stCondLst>
                        <p:cond delay="indefinite"/>
                      </p:stCondLst>
                      <p:childTnLst>
                        <p:par>
                          <p:cTn id="79" fill="hold" nodeType="afterGroup">
                            <p:stCondLst>
                              <p:cond delay="0"/>
                            </p:stCondLst>
                            <p:childTnLst>
                              <p:par>
                                <p:cTn id="80" presetID="53" presetClass="entr" presetSubtype="0" fill="hold" grpId="0" nodeType="clickEffect">
                                  <p:stCondLst>
                                    <p:cond delay="0"/>
                                  </p:stCondLst>
                                  <p:childTnLst>
                                    <p:set>
                                      <p:cBhvr>
                                        <p:cTn id="81" dur="1" fill="hold">
                                          <p:stCondLst>
                                            <p:cond delay="0"/>
                                          </p:stCondLst>
                                        </p:cTn>
                                        <p:tgtEl>
                                          <p:spTgt spid="18"/>
                                        </p:tgtEl>
                                        <p:attrNameLst>
                                          <p:attrName>style.visibility</p:attrName>
                                        </p:attrNameLst>
                                      </p:cBhvr>
                                      <p:to>
                                        <p:strVal val="visible"/>
                                      </p:to>
                                    </p:set>
                                    <p:anim calcmode="lin" valueType="num">
                                      <p:cBhvr>
                                        <p:cTn id="82" dur="1000" fill="hold"/>
                                        <p:tgtEl>
                                          <p:spTgt spid="18"/>
                                        </p:tgtEl>
                                        <p:attrNameLst>
                                          <p:attrName>ppt_w</p:attrName>
                                        </p:attrNameLst>
                                      </p:cBhvr>
                                      <p:tavLst>
                                        <p:tav tm="0">
                                          <p:val>
                                            <p:fltVal val="0"/>
                                          </p:val>
                                        </p:tav>
                                        <p:tav tm="100000">
                                          <p:val>
                                            <p:strVal val="#ppt_w"/>
                                          </p:val>
                                        </p:tav>
                                      </p:tavLst>
                                    </p:anim>
                                    <p:anim calcmode="lin" valueType="num">
                                      <p:cBhvr>
                                        <p:cTn id="83" dur="1000" fill="hold"/>
                                        <p:tgtEl>
                                          <p:spTgt spid="18"/>
                                        </p:tgtEl>
                                        <p:attrNameLst>
                                          <p:attrName>ppt_h</p:attrName>
                                        </p:attrNameLst>
                                      </p:cBhvr>
                                      <p:tavLst>
                                        <p:tav tm="0">
                                          <p:val>
                                            <p:fltVal val="0"/>
                                          </p:val>
                                        </p:tav>
                                        <p:tav tm="100000">
                                          <p:val>
                                            <p:strVal val="#ppt_h"/>
                                          </p:val>
                                        </p:tav>
                                      </p:tavLst>
                                    </p:anim>
                                    <p:animEffect transition="in" filter="fade">
                                      <p:cBhvr>
                                        <p:cTn id="84"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4" grpId="0"/>
      <p:bldP spid="16"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330658-A84A-48B5-A27F-6D48C6704F3C}"/>
              </a:ext>
            </a:extLst>
          </p:cNvPr>
          <p:cNvSpPr txBox="1"/>
          <p:nvPr>
            <p:custDataLst>
              <p:tags r:id="rId1"/>
            </p:custDataLst>
          </p:nvPr>
        </p:nvSpPr>
        <p:spPr>
          <a:xfrm>
            <a:off x="593609" y="686779"/>
            <a:ext cx="7956782" cy="2923493"/>
          </a:xfrm>
          <a:prstGeom prst="rect">
            <a:avLst/>
          </a:prstGeom>
          <a:noFill/>
        </p:spPr>
        <p:txBody>
          <a:bodyPr wrap="square" lIns="0" tIns="0" rIns="0" bIns="0" rtlCol="0">
            <a:spAutoFit/>
          </a:bodyPr>
          <a:lstStyle/>
          <a:p>
            <a:pPr marL="0" marR="0" lvl="0" indent="457200" algn="l" defTabSz="685160" rtl="0" eaLnBrk="0" fontAlgn="auto" latinLnBrk="1" hangingPunct="0">
              <a:lnSpc>
                <a:spcPts val="3300"/>
              </a:lnSpc>
              <a:spcBef>
                <a:spcPct val="0"/>
              </a:spcBef>
              <a:spcAft>
                <a:spcPct val="0"/>
              </a:spcAft>
              <a:buClrTx/>
              <a:buSzTx/>
              <a:buFontTx/>
              <a:buNone/>
              <a:defRPr/>
            </a:pPr>
            <a:r>
              <a:rPr kumimoji="0" lang="en-US" altLang="zh-CN" sz="2200" b="1" i="0" u="none" strike="noStrike" kern="0" cap="none" spc="0" normalizeH="0" baseline="0" noProof="0">
                <a:ln>
                  <a:noFill/>
                </a:ln>
                <a:solidFill>
                  <a:srgbClr val="002060"/>
                </a:solidFill>
                <a:effectLst/>
                <a:uLnTx/>
                <a:uFillTx/>
                <a:latin typeface="Times New Roman"/>
                <a:ea typeface="微软雅黑"/>
                <a:cs typeface="+mn-cs"/>
              </a:rPr>
              <a:t>【</a:t>
            </a:r>
            <a:r>
              <a:rPr kumimoji="0" lang="zh-CN" altLang="en-US" sz="2200" b="1" i="0" u="none" strike="noStrike" kern="0" cap="none" spc="0" normalizeH="0" baseline="0" noProof="0">
                <a:ln>
                  <a:noFill/>
                </a:ln>
                <a:solidFill>
                  <a:srgbClr val="002060"/>
                </a:solidFill>
                <a:effectLst/>
                <a:uLnTx/>
                <a:uFillTx/>
                <a:latin typeface="Times New Roman"/>
                <a:ea typeface="微软雅黑"/>
                <a:cs typeface="+mn-cs"/>
              </a:rPr>
              <a:t>例题</a:t>
            </a:r>
            <a:r>
              <a:rPr kumimoji="0" lang="en-US" altLang="zh-CN" sz="2200" b="1" i="0" u="none" strike="noStrike" kern="0" cap="none" spc="0" normalizeH="0" baseline="0" noProof="0">
                <a:ln>
                  <a:noFill/>
                </a:ln>
                <a:solidFill>
                  <a:srgbClr val="002060"/>
                </a:solidFill>
                <a:effectLst/>
                <a:uLnTx/>
                <a:uFillTx/>
                <a:latin typeface="Times New Roman"/>
                <a:ea typeface="微软雅黑"/>
                <a:cs typeface="+mn-cs"/>
              </a:rPr>
              <a:t>1】</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如图所示，把一个金属小球用细线悬挂起来，把小球拉到一定高度，然后放开，能观察到小球在</a:t>
            </a: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A</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a:t>
            </a: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C</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间来回摆动</a:t>
            </a: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关于它的受力情况，下列说法正确的是（        ）</a:t>
            </a:r>
          </a:p>
          <a:p>
            <a:pPr marL="0" marR="0" lvl="0" indent="457200" algn="l" defTabSz="685160" rtl="0" eaLnBrk="0" fontAlgn="auto" latinLnBrk="1" hangingPunct="0">
              <a:lnSpc>
                <a:spcPts val="3300"/>
              </a:lnSpc>
              <a:spcBef>
                <a:spcPct val="0"/>
              </a:spcBef>
              <a:spcAft>
                <a:spcPct val="0"/>
              </a:spcAft>
              <a:buClrTx/>
              <a:buSzTx/>
              <a:buFontTx/>
              <a:buNone/>
              <a:defRPr/>
            </a:pP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A. </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在</a:t>
            </a: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A</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点所受的力可能是平衡力</a:t>
            </a:r>
          </a:p>
          <a:p>
            <a:pPr marL="0" marR="0" lvl="0" indent="457200" algn="l" defTabSz="685160" rtl="0" eaLnBrk="0" fontAlgn="auto" latinLnBrk="1" hangingPunct="0">
              <a:lnSpc>
                <a:spcPts val="3300"/>
              </a:lnSpc>
              <a:spcBef>
                <a:spcPct val="0"/>
              </a:spcBef>
              <a:spcAft>
                <a:spcPct val="0"/>
              </a:spcAft>
              <a:buClrTx/>
              <a:buSzTx/>
              <a:buFontTx/>
              <a:buNone/>
              <a:defRPr/>
            </a:pP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B. </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在</a:t>
            </a: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B</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点所受的力可能是平衡力</a:t>
            </a:r>
          </a:p>
          <a:p>
            <a:pPr marL="0" marR="0" lvl="0" indent="457200" algn="l" defTabSz="685160" rtl="0" eaLnBrk="0" fontAlgn="auto" latinLnBrk="1" hangingPunct="0">
              <a:lnSpc>
                <a:spcPts val="3300"/>
              </a:lnSpc>
              <a:spcBef>
                <a:spcPct val="0"/>
              </a:spcBef>
              <a:spcAft>
                <a:spcPct val="0"/>
              </a:spcAft>
              <a:buClrTx/>
              <a:buSzTx/>
              <a:buFontTx/>
              <a:buNone/>
              <a:defRPr/>
            </a:pP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C. </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在</a:t>
            </a: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C</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点所受的力可能是平衡力</a:t>
            </a:r>
          </a:p>
          <a:p>
            <a:pPr marL="0" marR="0" lvl="0" indent="457200" algn="l" defTabSz="685160" rtl="0" eaLnBrk="0" fontAlgn="auto" latinLnBrk="1" hangingPunct="0">
              <a:lnSpc>
                <a:spcPts val="3300"/>
              </a:lnSpc>
              <a:spcBef>
                <a:spcPct val="0"/>
              </a:spcBef>
              <a:spcAft>
                <a:spcPct val="0"/>
              </a:spcAft>
              <a:buClrTx/>
              <a:buSzTx/>
              <a:buFontTx/>
              <a:buNone/>
              <a:defRPr/>
            </a:pP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D. </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在</a:t>
            </a: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A</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a:t>
            </a: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B</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a:t>
            </a:r>
            <a:r>
              <a:rPr kumimoji="0" lang="en-US" altLang="zh-CN" sz="2200" b="0" i="0" u="none" strike="noStrike" kern="0" cap="none" spc="0" normalizeH="0" baseline="0" noProof="0">
                <a:ln>
                  <a:noFill/>
                </a:ln>
                <a:solidFill>
                  <a:srgbClr val="002060"/>
                </a:solidFill>
                <a:effectLst/>
                <a:uLnTx/>
                <a:uFillTx/>
                <a:latin typeface="Times New Roman"/>
                <a:ea typeface="微软雅黑"/>
                <a:cs typeface="+mn-cs"/>
              </a:rPr>
              <a:t>C</a:t>
            </a:r>
            <a:r>
              <a:rPr kumimoji="0" lang="zh-CN" altLang="en-US" sz="2200" b="0" i="0" u="none" strike="noStrike" kern="0" cap="none" spc="0" normalizeH="0" baseline="0" noProof="0">
                <a:ln>
                  <a:noFill/>
                </a:ln>
                <a:solidFill>
                  <a:srgbClr val="002060"/>
                </a:solidFill>
                <a:effectLst/>
                <a:uLnTx/>
                <a:uFillTx/>
                <a:latin typeface="Times New Roman"/>
                <a:ea typeface="微软雅黑"/>
                <a:cs typeface="+mn-cs"/>
              </a:rPr>
              <a:t>三点所受的力都不是平衡力</a:t>
            </a:r>
          </a:p>
        </p:txBody>
      </p:sp>
      <p:sp>
        <p:nvSpPr>
          <p:cNvPr id="9" name="文本框 8">
            <a:extLst>
              <a:ext uri="{FF2B5EF4-FFF2-40B4-BE49-F238E27FC236}">
                <a16:creationId xmlns:a16="http://schemas.microsoft.com/office/drawing/2014/main" id="{617D8430-069C-48E2-B1AF-FAE1391E5A39}"/>
              </a:ext>
            </a:extLst>
          </p:cNvPr>
          <p:cNvSpPr txBox="1"/>
          <p:nvPr>
            <p:custDataLst>
              <p:tags r:id="rId2"/>
            </p:custDataLst>
          </p:nvPr>
        </p:nvSpPr>
        <p:spPr>
          <a:xfrm>
            <a:off x="5690325" y="1537680"/>
            <a:ext cx="502195" cy="460375"/>
          </a:xfrm>
          <a:prstGeom prst="rect">
            <a:avLst/>
          </a:prstGeom>
          <a:noFill/>
        </p:spPr>
        <p:txBody>
          <a:bodyPr wrap="square" rtlCol="0" anchor="t">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C00000"/>
                </a:solidFill>
                <a:effectLst/>
                <a:uLnTx/>
                <a:uFillTx/>
                <a:latin typeface="Times New Roman"/>
                <a:ea typeface="宋体" panose="02010600030101010101" pitchFamily="2" charset="-122"/>
                <a:cs typeface="Times New Roman" panose="02020603050405020304" charset="0"/>
                <a:sym typeface="+mn-ea"/>
              </a:rPr>
              <a:t>D</a:t>
            </a:r>
          </a:p>
        </p:txBody>
      </p:sp>
      <p:pic>
        <p:nvPicPr>
          <p:cNvPr id="13" name="图片 12">
            <a:extLst>
              <a:ext uri="{FF2B5EF4-FFF2-40B4-BE49-F238E27FC236}">
                <a16:creationId xmlns:a16="http://schemas.microsoft.com/office/drawing/2014/main" id="{F22E430A-8DAB-F4A6-2A62-ACD258C8C7C5}"/>
              </a:ext>
            </a:extLst>
          </p:cNvPr>
          <p:cNvPicPr>
            <a:picLocks noChangeAspect="1"/>
          </p:cNvPicPr>
          <p:nvPr>
            <p:custDataLst>
              <p:tags r:id="rId3"/>
            </p:custDataLst>
          </p:nvPr>
        </p:nvPicPr>
        <p:blipFill>
          <a:blip r:embed="rId7"/>
          <a:srcRect t="8837" r="14175" b="24249"/>
          <a:stretch>
            <a:fillRect/>
          </a:stretch>
        </p:blipFill>
        <p:spPr>
          <a:xfrm>
            <a:off x="496338" y="64593"/>
            <a:ext cx="1281918" cy="358987"/>
          </a:xfrm>
          <a:prstGeom prst="rect">
            <a:avLst/>
          </a:prstGeom>
        </p:spPr>
      </p:pic>
      <p:sp>
        <p:nvSpPr>
          <p:cNvPr id="14" name="文本框 13">
            <a:extLst>
              <a:ext uri="{FF2B5EF4-FFF2-40B4-BE49-F238E27FC236}">
                <a16:creationId xmlns:a16="http://schemas.microsoft.com/office/drawing/2014/main" id="{C55A8FEA-3451-27D7-8330-79E9D026609A}"/>
              </a:ext>
            </a:extLst>
          </p:cNvPr>
          <p:cNvSpPr txBox="1"/>
          <p:nvPr>
            <p:custDataLst>
              <p:tags r:id="rId4"/>
            </p:custDataLst>
          </p:nvPr>
        </p:nvSpPr>
        <p:spPr>
          <a:xfrm>
            <a:off x="6924051" y="51063"/>
            <a:ext cx="1909718"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pic>
        <p:nvPicPr>
          <p:cNvPr id="2" name="图片 1">
            <a:extLst>
              <a:ext uri="{FF2B5EF4-FFF2-40B4-BE49-F238E27FC236}">
                <a16:creationId xmlns:a16="http://schemas.microsoft.com/office/drawing/2014/main" id="{ABE15033-7316-53EC-7426-BE302EC046A3}"/>
              </a:ext>
            </a:extLst>
          </p:cNvPr>
          <p:cNvPicPr>
            <a:picLocks noChangeAspect="1"/>
          </p:cNvPicPr>
          <p:nvPr>
            <p:custDataLst>
              <p:tags r:id="rId5"/>
            </p:custDataLst>
          </p:nvPr>
        </p:nvPicPr>
        <p:blipFill>
          <a:blip r:embed="rId8"/>
          <a:stretch>
            <a:fillRect/>
          </a:stretch>
        </p:blipFill>
        <p:spPr>
          <a:xfrm>
            <a:off x="6700520" y="2103856"/>
            <a:ext cx="1745827" cy="1430452"/>
          </a:xfrm>
          <a:prstGeom prst="rect">
            <a:avLst/>
          </a:prstGeom>
        </p:spPr>
      </p:pic>
    </p:spTree>
    <p:extLst>
      <p:ext uri="{BB962C8B-B14F-4D97-AF65-F5344CB8AC3E}">
        <p14:creationId xmlns:p14="http://schemas.microsoft.com/office/powerpoint/2010/main" val="22907138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7">
                                          <p:stCondLst>
                                            <p:cond delay="0"/>
                                          </p:stCondLst>
                                        </p:cTn>
                                        <p:tgtEl>
                                          <p:spTgt spid="9"/>
                                        </p:tgtEl>
                                      </p:cBhvr>
                                    </p:animEffect>
                                    <p:anim calcmode="lin" valueType="num">
                                      <p:cBhvr>
                                        <p:cTn id="8" dur="1594"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581"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581" tmFilter="0, 0; 0.125,0.2665; 0.25,0.4; 0.375,0.465; 0.5,0.5;  0.625,0.535; 0.75,0.6; 0.875,0.7335; 1,1">
                                          <p:stCondLst>
                                            <p:cond delay="581"/>
                                          </p:stCondLst>
                                        </p:cTn>
                                        <p:tgtEl>
                                          <p:spTgt spid="9"/>
                                        </p:tgtEl>
                                        <p:attrNameLst>
                                          <p:attrName>ppt_y</p:attrName>
                                        </p:attrNameLst>
                                      </p:cBhvr>
                                      <p:tavLst>
                                        <p:tav tm="0" fmla="#ppt_y-sin(pi*$)/9">
                                          <p:val>
                                            <p:fltVal val="0"/>
                                          </p:val>
                                        </p:tav>
                                        <p:tav tm="100000">
                                          <p:val>
                                            <p:fltVal val="1"/>
                                          </p:val>
                                        </p:tav>
                                      </p:tavLst>
                                    </p:anim>
                                    <p:anim calcmode="lin" valueType="num">
                                      <p:cBhvr>
                                        <p:cTn id="11" dur="290" tmFilter="0, 0; 0.125,0.2665; 0.25,0.4; 0.375,0.465; 0.5,0.5;  0.625,0.535; 0.75,0.6; 0.875,0.7335; 1,1">
                                          <p:stCondLst>
                                            <p:cond delay="1159"/>
                                          </p:stCondLst>
                                        </p:cTn>
                                        <p:tgtEl>
                                          <p:spTgt spid="9"/>
                                        </p:tgtEl>
                                        <p:attrNameLst>
                                          <p:attrName>ppt_y</p:attrName>
                                        </p:attrNameLst>
                                      </p:cBhvr>
                                      <p:tavLst>
                                        <p:tav tm="0" fmla="#ppt_y-sin(pi*$)/27">
                                          <p:val>
                                            <p:fltVal val="0"/>
                                          </p:val>
                                        </p:tav>
                                        <p:tav tm="100000">
                                          <p:val>
                                            <p:fltVal val="1"/>
                                          </p:val>
                                        </p:tav>
                                      </p:tavLst>
                                    </p:anim>
                                    <p:anim calcmode="lin" valueType="num">
                                      <p:cBhvr>
                                        <p:cTn id="12" dur="144" tmFilter="0, 0; 0.125,0.2665; 0.25,0.4; 0.375,0.465; 0.5,0.5;  0.625,0.535; 0.75,0.6; 0.875,0.7335; 1,1">
                                          <p:stCondLst>
                                            <p:cond delay="1449"/>
                                          </p:stCondLst>
                                        </p:cTn>
                                        <p:tgtEl>
                                          <p:spTgt spid="9"/>
                                        </p:tgtEl>
                                        <p:attrNameLst>
                                          <p:attrName>ppt_y</p:attrName>
                                        </p:attrNameLst>
                                      </p:cBhvr>
                                      <p:tavLst>
                                        <p:tav tm="0" fmla="#ppt_y-sin(pi*$)/81">
                                          <p:val>
                                            <p:fltVal val="0"/>
                                          </p:val>
                                        </p:tav>
                                        <p:tav tm="100000">
                                          <p:val>
                                            <p:fltVal val="1"/>
                                          </p:val>
                                        </p:tav>
                                      </p:tavLst>
                                    </p:anim>
                                    <p:animScale>
                                      <p:cBhvr>
                                        <p:cTn id="13" dur="23">
                                          <p:stCondLst>
                                            <p:cond delay="569"/>
                                          </p:stCondLst>
                                        </p:cTn>
                                        <p:tgtEl>
                                          <p:spTgt spid="9"/>
                                        </p:tgtEl>
                                      </p:cBhvr>
                                      <p:to x="100000" y="60000"/>
                                    </p:animScale>
                                    <p:animScale>
                                      <p:cBhvr>
                                        <p:cTn id="14" dur="145" decel="50000">
                                          <p:stCondLst>
                                            <p:cond delay="592"/>
                                          </p:stCondLst>
                                        </p:cTn>
                                        <p:tgtEl>
                                          <p:spTgt spid="9"/>
                                        </p:tgtEl>
                                      </p:cBhvr>
                                      <p:to x="100000" y="100000"/>
                                    </p:animScale>
                                    <p:animScale>
                                      <p:cBhvr>
                                        <p:cTn id="15" dur="23">
                                          <p:stCondLst>
                                            <p:cond delay="1148"/>
                                          </p:stCondLst>
                                        </p:cTn>
                                        <p:tgtEl>
                                          <p:spTgt spid="9"/>
                                        </p:tgtEl>
                                      </p:cBhvr>
                                      <p:to x="100000" y="80000"/>
                                    </p:animScale>
                                    <p:animScale>
                                      <p:cBhvr>
                                        <p:cTn id="16" dur="145" decel="50000">
                                          <p:stCondLst>
                                            <p:cond delay="1171"/>
                                          </p:stCondLst>
                                        </p:cTn>
                                        <p:tgtEl>
                                          <p:spTgt spid="9"/>
                                        </p:tgtEl>
                                      </p:cBhvr>
                                      <p:to x="100000" y="100000"/>
                                    </p:animScale>
                                    <p:animScale>
                                      <p:cBhvr>
                                        <p:cTn id="17" dur="23">
                                          <p:stCondLst>
                                            <p:cond delay="1437"/>
                                          </p:stCondLst>
                                        </p:cTn>
                                        <p:tgtEl>
                                          <p:spTgt spid="9"/>
                                        </p:tgtEl>
                                      </p:cBhvr>
                                      <p:to x="100000" y="90000"/>
                                    </p:animScale>
                                    <p:animScale>
                                      <p:cBhvr>
                                        <p:cTn id="18" dur="145" decel="50000">
                                          <p:stCondLst>
                                            <p:cond delay="1459"/>
                                          </p:stCondLst>
                                        </p:cTn>
                                        <p:tgtEl>
                                          <p:spTgt spid="9"/>
                                        </p:tgtEl>
                                      </p:cBhvr>
                                      <p:to x="100000" y="100000"/>
                                    </p:animScale>
                                    <p:animScale>
                                      <p:cBhvr>
                                        <p:cTn id="19" dur="23">
                                          <p:stCondLst>
                                            <p:cond delay="1582"/>
                                          </p:stCondLst>
                                        </p:cTn>
                                        <p:tgtEl>
                                          <p:spTgt spid="9"/>
                                        </p:tgtEl>
                                      </p:cBhvr>
                                      <p:to x="100000" y="95000"/>
                                    </p:animScale>
                                    <p:animScale>
                                      <p:cBhvr>
                                        <p:cTn id="20" dur="145" decel="50000">
                                          <p:stCondLst>
                                            <p:cond delay="1605"/>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5BA74CC9-A298-6A6D-6EF0-396738BE5247}"/>
              </a:ext>
            </a:extLst>
          </p:cNvPr>
          <p:cNvGrpSpPr/>
          <p:nvPr>
            <p:custDataLst>
              <p:tags r:id="rId1"/>
            </p:custDataLst>
          </p:nvPr>
        </p:nvGrpSpPr>
        <p:grpSpPr>
          <a:xfrm>
            <a:off x="83820" y="3266801"/>
            <a:ext cx="8986851" cy="1719766"/>
            <a:chOff x="276531" y="3266801"/>
            <a:chExt cx="8794140" cy="1719766"/>
          </a:xfrm>
        </p:grpSpPr>
        <p:sp>
          <p:nvSpPr>
            <p:cNvPr id="11" name="矩形 37">
              <a:extLst>
                <a:ext uri="{FF2B5EF4-FFF2-40B4-BE49-F238E27FC236}">
                  <a16:creationId xmlns:a16="http://schemas.microsoft.com/office/drawing/2014/main" id="{6D9A6411-2368-AF4E-61F4-6137C94F4DC0}"/>
                </a:ext>
              </a:extLst>
            </p:cNvPr>
            <p:cNvSpPr>
              <a:spLocks noChangeArrowheads="1"/>
            </p:cNvSpPr>
            <p:nvPr>
              <p:custDataLst>
                <p:tags r:id="rId12"/>
              </p:custDataLst>
            </p:nvPr>
          </p:nvSpPr>
          <p:spPr bwMode="auto">
            <a:xfrm>
              <a:off x="276531" y="3266801"/>
              <a:ext cx="8794140" cy="1719766"/>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2" name="图片 11">
              <a:extLst>
                <a:ext uri="{FF2B5EF4-FFF2-40B4-BE49-F238E27FC236}">
                  <a16:creationId xmlns:a16="http://schemas.microsoft.com/office/drawing/2014/main" id="{64888D75-F82B-F2C9-79C3-CD5F6FA3909A}"/>
                </a:ext>
              </a:extLst>
            </p:cNvPr>
            <p:cNvPicPr>
              <a:picLocks noChangeAspect="1"/>
            </p:cNvPicPr>
            <p:nvPr>
              <p:custDataLst>
                <p:tags r:id="rId13"/>
              </p:custDataLst>
            </p:nvPr>
          </p:nvPicPr>
          <p:blipFill>
            <a:blip r:embed="rId15"/>
            <a:srcRect l="16093" t="19040" r="16095" b="25092"/>
            <a:stretch>
              <a:fillRect/>
            </a:stretch>
          </p:blipFill>
          <p:spPr>
            <a:xfrm>
              <a:off x="279714" y="3390382"/>
              <a:ext cx="919971" cy="403945"/>
            </a:xfrm>
            <a:prstGeom prst="rect">
              <a:avLst/>
            </a:prstGeom>
          </p:spPr>
        </p:pic>
      </p:grpSp>
      <p:sp>
        <p:nvSpPr>
          <p:cNvPr id="3" name="矩形 1089537">
            <a:extLst>
              <a:ext uri="{FF2B5EF4-FFF2-40B4-BE49-F238E27FC236}">
                <a16:creationId xmlns:a16="http://schemas.microsoft.com/office/drawing/2014/main" id="{8B52E2B0-EE13-4674-8B8A-A94B65906F72}"/>
              </a:ext>
            </a:extLst>
          </p:cNvPr>
          <p:cNvSpPr/>
          <p:nvPr>
            <p:custDataLst>
              <p:tags r:id="rId2"/>
            </p:custDataLst>
          </p:nvPr>
        </p:nvSpPr>
        <p:spPr>
          <a:xfrm>
            <a:off x="352411" y="466692"/>
            <a:ext cx="8332166" cy="2750240"/>
          </a:xfrm>
          <a:prstGeom prst="rect">
            <a:avLst/>
          </a:prstGeom>
          <a:noFill/>
          <a:ln>
            <a:noFill/>
            <a:miter lim="800000"/>
          </a:ln>
        </p:spPr>
        <p:txBody>
          <a:bodyPr wrap="square" anchor="ctr">
            <a:spAutoFit/>
          </a:bodyPr>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1pPr>
            <a:lvl2pPr marL="4572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2pPr>
            <a:lvl3pPr marL="9144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3pPr>
            <a:lvl4pPr marL="13716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4pPr>
            <a:lvl5pPr marL="18288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5pPr>
          </a:lstStyle>
          <a:p>
            <a:pPr marL="0" marR="0" lvl="0" indent="457200" algn="l" defTabSz="914400" rtl="0" eaLnBrk="1" fontAlgn="base" latinLnBrk="0" hangingPunct="1">
              <a:lnSpc>
                <a:spcPts val="3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a:t>
            </a:r>
            <a:r>
              <a:rPr kumimoji="0" lang="zh-CN" altLang="en-US" sz="2000" b="1"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例题</a:t>
            </a:r>
            <a:r>
              <a:rPr kumimoji="0" lang="en-US" altLang="zh-CN" sz="2000" b="1"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2】</a:t>
            </a:r>
            <a:r>
              <a:rPr kumimoji="0" lang="zh-CN" altLang="en-US"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某物理学习小组在“探究二力平衡的条件”实验时，自制了一套如图所示的实验装置，将系于小卡片（重力可忽略不计）两对角的细线，分别跨过左右支架上的定滑轮。</a:t>
            </a:r>
          </a:p>
          <a:p>
            <a:pPr marL="0" marR="0" lvl="0" indent="457200" algn="l" defTabSz="914400" rtl="0" eaLnBrk="1" fontAlgn="base" latinLnBrk="0" hangingPunct="1">
              <a:lnSpc>
                <a:spcPts val="3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①本实验观察的对象是</a:t>
            </a:r>
            <a:r>
              <a:rPr kumimoji="0" lang="en-US" altLang="zh-CN"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__________</a:t>
            </a:r>
            <a:r>
              <a:rPr kumimoji="0" lang="zh-CN" altLang="en-US"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a:t>
            </a:r>
          </a:p>
          <a:p>
            <a:pPr marL="0" marR="0" lvl="0" indent="457200" algn="l" defTabSz="914400" rtl="0" eaLnBrk="1" fontAlgn="base" latinLnBrk="0" hangingPunct="1">
              <a:lnSpc>
                <a:spcPts val="3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②在细线的两端挂上钩码，使作用在小卡片上的</a:t>
            </a:r>
            <a:endParaRPr kumimoji="0" lang="en-US" altLang="zh-CN"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endParaRPr>
          </a:p>
          <a:p>
            <a:pPr marL="0" marR="0" lvl="0" indent="0" algn="l" defTabSz="914400" rtl="0" eaLnBrk="1" fontAlgn="base" latinLnBrk="0" hangingPunct="1">
              <a:lnSpc>
                <a:spcPts val="3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两个拉力方向</a:t>
            </a:r>
            <a:r>
              <a:rPr kumimoji="0" lang="en-US" altLang="zh-CN"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______</a:t>
            </a:r>
            <a:r>
              <a:rPr kumimoji="0" lang="zh-CN" altLang="en-US"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（选填“相同”或者“相反”），</a:t>
            </a:r>
            <a:endParaRPr kumimoji="0" lang="en-US" altLang="zh-CN"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endParaRPr>
          </a:p>
          <a:p>
            <a:pPr marL="0" marR="0" lvl="0" indent="0" algn="l" defTabSz="914400" rtl="0" eaLnBrk="1" fontAlgn="base" latinLnBrk="0" hangingPunct="1">
              <a:lnSpc>
                <a:spcPts val="3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并通过调整钩码的数量来改变两端拉力的</a:t>
            </a:r>
            <a:r>
              <a:rPr kumimoji="0" lang="en-US" altLang="zh-CN"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_________.</a:t>
            </a:r>
            <a:endParaRPr kumimoji="0" lang="zh-CN" altLang="en-US" sz="20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endParaRPr>
          </a:p>
        </p:txBody>
      </p:sp>
      <p:sp>
        <p:nvSpPr>
          <p:cNvPr id="25" name="文本框 24">
            <a:extLst>
              <a:ext uri="{FF2B5EF4-FFF2-40B4-BE49-F238E27FC236}">
                <a16:creationId xmlns:a16="http://schemas.microsoft.com/office/drawing/2014/main" id="{82409A74-8EA7-8AC1-65BE-DBA27911AC78}"/>
              </a:ext>
            </a:extLst>
          </p:cNvPr>
          <p:cNvSpPr txBox="1"/>
          <p:nvPr>
            <p:custDataLst>
              <p:tags r:id="rId3"/>
            </p:custDataLst>
          </p:nvPr>
        </p:nvSpPr>
        <p:spPr>
          <a:xfrm>
            <a:off x="5112211" y="2803669"/>
            <a:ext cx="1037129"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C00000"/>
                </a:solidFill>
                <a:effectLst/>
                <a:uLnTx/>
                <a:uFillTx/>
                <a:latin typeface="Times New Roman"/>
                <a:ea typeface="微软雅黑"/>
                <a:cs typeface="+mn-cs"/>
              </a:rPr>
              <a:t> </a:t>
            </a:r>
            <a:r>
              <a:rPr kumimoji="0" lang="zh-CN" altLang="en-US" sz="2000" b="0" i="0" u="none" strike="noStrike" kern="1200" cap="none" spc="0" normalizeH="0" baseline="0" noProof="0">
                <a:ln>
                  <a:noFill/>
                </a:ln>
                <a:solidFill>
                  <a:srgbClr val="C00000"/>
                </a:solidFill>
                <a:effectLst/>
                <a:uLnTx/>
                <a:uFillTx/>
                <a:latin typeface="Times New Roman"/>
                <a:ea typeface="微软雅黑"/>
                <a:cs typeface="+mn-cs"/>
              </a:rPr>
              <a:t>大小 </a:t>
            </a:r>
            <a:endParaRPr kumimoji="0" lang="zh-CN" altLang="en-US" sz="1349" b="0" i="0" u="none" strike="noStrike" kern="1200" cap="none" spc="0" normalizeH="0" baseline="0" noProof="0">
              <a:ln>
                <a:noFill/>
              </a:ln>
              <a:solidFill>
                <a:srgbClr val="C00000"/>
              </a:solidFill>
              <a:effectLst/>
              <a:uLnTx/>
              <a:uFillTx/>
              <a:latin typeface="Times New Roman"/>
              <a:ea typeface="微软雅黑"/>
              <a:cs typeface="+mn-cs"/>
            </a:endParaRPr>
          </a:p>
        </p:txBody>
      </p:sp>
      <p:sp>
        <p:nvSpPr>
          <p:cNvPr id="27" name="文本框 26">
            <a:extLst>
              <a:ext uri="{FF2B5EF4-FFF2-40B4-BE49-F238E27FC236}">
                <a16:creationId xmlns:a16="http://schemas.microsoft.com/office/drawing/2014/main" id="{F4A49B35-DE1C-146B-2973-0EF733F5179A}"/>
              </a:ext>
            </a:extLst>
          </p:cNvPr>
          <p:cNvSpPr txBox="1"/>
          <p:nvPr>
            <p:custDataLst>
              <p:tags r:id="rId4"/>
            </p:custDataLst>
          </p:nvPr>
        </p:nvSpPr>
        <p:spPr>
          <a:xfrm>
            <a:off x="3590349" y="1641757"/>
            <a:ext cx="1386840"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C00000"/>
                </a:solidFill>
                <a:effectLst/>
                <a:uLnTx/>
                <a:uFillTx/>
                <a:latin typeface="Times New Roman"/>
                <a:ea typeface="微软雅黑"/>
                <a:cs typeface="+mn-cs"/>
              </a:rPr>
              <a:t>小卡片</a:t>
            </a:r>
            <a:endParaRPr kumimoji="0" lang="zh-CN" altLang="en-US" sz="1349"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29" name="文本框 28">
            <a:extLst>
              <a:ext uri="{FF2B5EF4-FFF2-40B4-BE49-F238E27FC236}">
                <a16:creationId xmlns:a16="http://schemas.microsoft.com/office/drawing/2014/main" id="{56B8881A-4519-3E92-EC1E-B8D62403BC90}"/>
              </a:ext>
            </a:extLst>
          </p:cNvPr>
          <p:cNvSpPr txBox="1"/>
          <p:nvPr>
            <p:custDataLst>
              <p:tags r:id="rId5"/>
            </p:custDataLst>
          </p:nvPr>
        </p:nvSpPr>
        <p:spPr>
          <a:xfrm>
            <a:off x="1987095" y="2404050"/>
            <a:ext cx="1380945"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C00000"/>
                </a:solidFill>
                <a:effectLst/>
                <a:uLnTx/>
                <a:uFillTx/>
                <a:latin typeface="Times New Roman"/>
                <a:ea typeface="微软雅黑"/>
                <a:cs typeface="+mn-cs"/>
              </a:rPr>
              <a:t>相反</a:t>
            </a:r>
            <a:endParaRPr kumimoji="0" lang="zh-CN" altLang="en-US" sz="1349"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31" name="文本框 30">
            <a:extLst>
              <a:ext uri="{FF2B5EF4-FFF2-40B4-BE49-F238E27FC236}">
                <a16:creationId xmlns:a16="http://schemas.microsoft.com/office/drawing/2014/main" id="{FA58B342-8391-6E5E-389E-EF36709DB1A4}"/>
              </a:ext>
            </a:extLst>
          </p:cNvPr>
          <p:cNvSpPr txBox="1"/>
          <p:nvPr>
            <p:custDataLst>
              <p:tags r:id="rId6"/>
            </p:custDataLst>
          </p:nvPr>
        </p:nvSpPr>
        <p:spPr>
          <a:xfrm>
            <a:off x="672943" y="3337941"/>
            <a:ext cx="8248698" cy="1499706"/>
          </a:xfrm>
          <a:prstGeom prst="rect">
            <a:avLst/>
          </a:prstGeom>
          <a:noFill/>
        </p:spPr>
        <p:txBody>
          <a:bodyPr wrap="square">
            <a:spAutoFit/>
          </a:bodyPr>
          <a:lstStyle/>
          <a:p>
            <a:pPr marL="0" marR="0" lvl="0" indent="457200" algn="l" defTabSz="685160" rtl="0" eaLnBrk="0" fontAlgn="auto" latinLnBrk="0" hangingPunct="0">
              <a:lnSpc>
                <a:spcPts val="28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Times New Roman"/>
                <a:ea typeface="微软雅黑"/>
                <a:cs typeface="+mn-cs"/>
              </a:rPr>
              <a:t>①实验中通过观察小卡片能否静止，确定其是否处于平衡状态。</a:t>
            </a:r>
          </a:p>
          <a:p>
            <a:pPr marL="0" marR="0" lvl="0" indent="457200" algn="l" defTabSz="685160" rtl="0" eaLnBrk="0" fontAlgn="auto" latinLnBrk="0" hangingPunct="0">
              <a:lnSpc>
                <a:spcPts val="28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Times New Roman"/>
                <a:ea typeface="微软雅黑"/>
                <a:cs typeface="+mn-cs"/>
              </a:rPr>
              <a:t>②小卡片两端通过滑轮挂钩码，钩码通过绳子对小卡片施加了两个向相反方向的拉力，拉力的大小等于钩码的重力，钩码的数量越多，拉力就越大，调整钩码的数量来改变两端拉力的大小。</a:t>
            </a:r>
          </a:p>
        </p:txBody>
      </p:sp>
      <p:sp>
        <p:nvSpPr>
          <p:cNvPr id="2" name="文本框 1">
            <a:extLst>
              <a:ext uri="{FF2B5EF4-FFF2-40B4-BE49-F238E27FC236}">
                <a16:creationId xmlns:a16="http://schemas.microsoft.com/office/drawing/2014/main" id="{10165004-D094-5811-DC12-3AEC4BE08F06}"/>
              </a:ext>
            </a:extLst>
          </p:cNvPr>
          <p:cNvSpPr txBox="1"/>
          <p:nvPr>
            <p:custDataLst>
              <p:tags r:id="rId7"/>
            </p:custDataLst>
          </p:nvPr>
        </p:nvSpPr>
        <p:spPr>
          <a:xfrm>
            <a:off x="6924051" y="51063"/>
            <a:ext cx="1909718"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pic>
        <p:nvPicPr>
          <p:cNvPr id="6" name="图片 5">
            <a:extLst>
              <a:ext uri="{FF2B5EF4-FFF2-40B4-BE49-F238E27FC236}">
                <a16:creationId xmlns:a16="http://schemas.microsoft.com/office/drawing/2014/main" id="{D2CBB342-D33C-7A20-C8B7-E8B2A9DD48CB}"/>
              </a:ext>
            </a:extLst>
          </p:cNvPr>
          <p:cNvPicPr>
            <a:picLocks noChangeAspect="1"/>
          </p:cNvPicPr>
          <p:nvPr>
            <p:custDataLst>
              <p:tags r:id="rId8"/>
            </p:custDataLst>
          </p:nvPr>
        </p:nvPicPr>
        <p:blipFill>
          <a:blip r:embed="rId16"/>
          <a:srcRect t="8837" r="14175" b="24249"/>
          <a:stretch>
            <a:fillRect/>
          </a:stretch>
        </p:blipFill>
        <p:spPr>
          <a:xfrm>
            <a:off x="435879" y="57836"/>
            <a:ext cx="1281918" cy="358987"/>
          </a:xfrm>
          <a:prstGeom prst="rect">
            <a:avLst/>
          </a:prstGeom>
        </p:spPr>
      </p:pic>
      <p:grpSp>
        <p:nvGrpSpPr>
          <p:cNvPr id="7" name="组合 6">
            <a:extLst>
              <a:ext uri="{FF2B5EF4-FFF2-40B4-BE49-F238E27FC236}">
                <a16:creationId xmlns:a16="http://schemas.microsoft.com/office/drawing/2014/main" id="{551C2CD9-5791-AE05-F221-EDA7BFE6F388}"/>
              </a:ext>
            </a:extLst>
          </p:cNvPr>
          <p:cNvGrpSpPr/>
          <p:nvPr>
            <p:custDataLst>
              <p:tags r:id="rId9"/>
            </p:custDataLst>
          </p:nvPr>
        </p:nvGrpSpPr>
        <p:grpSpPr>
          <a:xfrm>
            <a:off x="6986590" y="1634328"/>
            <a:ext cx="1784640" cy="1055070"/>
            <a:chOff x="6764279" y="863792"/>
            <a:chExt cx="1784640" cy="1055070"/>
          </a:xfrm>
        </p:grpSpPr>
        <p:pic>
          <p:nvPicPr>
            <p:cNvPr id="8" name="图片 7">
              <a:extLst>
                <a:ext uri="{FF2B5EF4-FFF2-40B4-BE49-F238E27FC236}">
                  <a16:creationId xmlns:a16="http://schemas.microsoft.com/office/drawing/2014/main" id="{672A05DA-ED00-5CD4-B0A0-220D5427AFA7}"/>
                </a:ext>
              </a:extLst>
            </p:cNvPr>
            <p:cNvPicPr>
              <a:picLocks noChangeAspect="1"/>
            </p:cNvPicPr>
            <p:nvPr>
              <p:custDataLst>
                <p:tags r:id="rId10"/>
              </p:custDataLst>
            </p:nvPr>
          </p:nvPicPr>
          <p:blipFill>
            <a:blip r:embed="rId17"/>
            <a:stretch>
              <a:fillRect/>
            </a:stretch>
          </p:blipFill>
          <p:spPr>
            <a:xfrm>
              <a:off x="6764279" y="863792"/>
              <a:ext cx="1784640" cy="1055070"/>
            </a:xfrm>
            <a:prstGeom prst="rect">
              <a:avLst/>
            </a:prstGeom>
          </p:spPr>
        </p:pic>
        <p:sp>
          <p:nvSpPr>
            <p:cNvPr id="9" name="文本框 8">
              <a:extLst>
                <a:ext uri="{FF2B5EF4-FFF2-40B4-BE49-F238E27FC236}">
                  <a16:creationId xmlns:a16="http://schemas.microsoft.com/office/drawing/2014/main" id="{04321073-131E-F30D-DBEA-DFCB6A228EEA}"/>
                </a:ext>
              </a:extLst>
            </p:cNvPr>
            <p:cNvSpPr txBox="1"/>
            <p:nvPr>
              <p:custDataLst>
                <p:tags r:id="rId11"/>
              </p:custDataLst>
            </p:nvPr>
          </p:nvSpPr>
          <p:spPr>
            <a:xfrm>
              <a:off x="7328159" y="1335639"/>
              <a:ext cx="848101" cy="30777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1400" b="0" i="0" u="none" strike="noStrike" kern="1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小卡片</a:t>
              </a:r>
              <a:endParaRPr kumimoji="0" lang="zh-CN" altLang="en-US" sz="14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grpSp>
    </p:spTree>
    <p:extLst>
      <p:ext uri="{BB962C8B-B14F-4D97-AF65-F5344CB8AC3E}">
        <p14:creationId xmlns:p14="http://schemas.microsoft.com/office/powerpoint/2010/main" val="5758674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1">
                                            <p:txEl>
                                              <p:pRg st="0" end="0"/>
                                            </p:txEl>
                                          </p:spTgt>
                                        </p:tgtEl>
                                        <p:attrNameLst>
                                          <p:attrName>style.visibility</p:attrName>
                                        </p:attrNameLst>
                                      </p:cBhvr>
                                      <p:to>
                                        <p:strVal val="visible"/>
                                      </p:to>
                                    </p:set>
                                    <p:animEffect transition="in" filter="wipe(down)">
                                      <p:cBhvr>
                                        <p:cTn id="12" dur="500"/>
                                        <p:tgtEl>
                                          <p:spTgt spid="31">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1">
                                            <p:txEl>
                                              <p:pRg st="1" end="1"/>
                                            </p:txEl>
                                          </p:spTgt>
                                        </p:tgtEl>
                                        <p:attrNameLst>
                                          <p:attrName>style.visibility</p:attrName>
                                        </p:attrNameLst>
                                      </p:cBhvr>
                                      <p:to>
                                        <p:strVal val="visible"/>
                                      </p:to>
                                    </p:set>
                                    <p:animEffect transition="in" filter="blinds(horizontal)">
                                      <p:cBhvr>
                                        <p:cTn id="17" dur="500"/>
                                        <p:tgtEl>
                                          <p:spTgt spid="31">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750" fill="hold"/>
                                        <p:tgtEl>
                                          <p:spTgt spid="27"/>
                                        </p:tgtEl>
                                        <p:attrNameLst>
                                          <p:attrName>ppt_w</p:attrName>
                                        </p:attrNameLst>
                                      </p:cBhvr>
                                      <p:tavLst>
                                        <p:tav tm="0">
                                          <p:val>
                                            <p:fltVal val="0"/>
                                          </p:val>
                                        </p:tav>
                                        <p:tav tm="100000">
                                          <p:val>
                                            <p:strVal val="#ppt_w"/>
                                          </p:val>
                                        </p:tav>
                                      </p:tavLst>
                                    </p:anim>
                                    <p:anim calcmode="lin" valueType="num">
                                      <p:cBhvr>
                                        <p:cTn id="23" dur="750" fill="hold"/>
                                        <p:tgtEl>
                                          <p:spTgt spid="27"/>
                                        </p:tgtEl>
                                        <p:attrNameLst>
                                          <p:attrName>ppt_h</p:attrName>
                                        </p:attrNameLst>
                                      </p:cBhvr>
                                      <p:tavLst>
                                        <p:tav tm="0">
                                          <p:val>
                                            <p:fltVal val="0"/>
                                          </p:val>
                                        </p:tav>
                                        <p:tav tm="100000">
                                          <p:val>
                                            <p:strVal val="#ppt_h"/>
                                          </p:val>
                                        </p:tav>
                                      </p:tavLst>
                                    </p:anim>
                                    <p:anim calcmode="lin" valueType="num">
                                      <p:cBhvr>
                                        <p:cTn id="24" dur="750" fill="hold"/>
                                        <p:tgtEl>
                                          <p:spTgt spid="27"/>
                                        </p:tgtEl>
                                        <p:attrNameLst>
                                          <p:attrName>style.rotation</p:attrName>
                                        </p:attrNameLst>
                                      </p:cBhvr>
                                      <p:tavLst>
                                        <p:tav tm="0">
                                          <p:val>
                                            <p:fltVal val="90"/>
                                          </p:val>
                                        </p:tav>
                                        <p:tav tm="100000">
                                          <p:val>
                                            <p:fltVal val="0"/>
                                          </p:val>
                                        </p:tav>
                                      </p:tavLst>
                                    </p:anim>
                                    <p:animEffect transition="in" filter="fade">
                                      <p:cBhvr>
                                        <p:cTn id="25" dur="750"/>
                                        <p:tgtEl>
                                          <p:spTgt spid="27"/>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31" presetClass="entr" presetSubtype="0" fill="hold" nodeType="clickEffect">
                                  <p:stCondLst>
                                    <p:cond delay="0"/>
                                  </p:stCondLst>
                                  <p:childTnLst>
                                    <p:set>
                                      <p:cBhvr>
                                        <p:cTn id="29" dur="1" fill="hold">
                                          <p:stCondLst>
                                            <p:cond delay="0"/>
                                          </p:stCondLst>
                                        </p:cTn>
                                        <p:tgtEl>
                                          <p:spTgt spid="29">
                                            <p:txEl>
                                              <p:pRg st="0" end="0"/>
                                            </p:txEl>
                                          </p:spTgt>
                                        </p:tgtEl>
                                        <p:attrNameLst>
                                          <p:attrName>style.visibility</p:attrName>
                                        </p:attrNameLst>
                                      </p:cBhvr>
                                      <p:to>
                                        <p:strVal val="visible"/>
                                      </p:to>
                                    </p:set>
                                    <p:anim calcmode="lin" valueType="num">
                                      <p:cBhvr>
                                        <p:cTn id="30" dur="750" fill="hold"/>
                                        <p:tgtEl>
                                          <p:spTgt spid="29">
                                            <p:txEl>
                                              <p:pRg st="0" end="0"/>
                                            </p:txEl>
                                          </p:spTgt>
                                        </p:tgtEl>
                                        <p:attrNameLst>
                                          <p:attrName>ppt_w</p:attrName>
                                        </p:attrNameLst>
                                      </p:cBhvr>
                                      <p:tavLst>
                                        <p:tav tm="0">
                                          <p:val>
                                            <p:fltVal val="0"/>
                                          </p:val>
                                        </p:tav>
                                        <p:tav tm="100000">
                                          <p:val>
                                            <p:strVal val="#ppt_w"/>
                                          </p:val>
                                        </p:tav>
                                      </p:tavLst>
                                    </p:anim>
                                    <p:anim calcmode="lin" valueType="num">
                                      <p:cBhvr>
                                        <p:cTn id="31" dur="750" fill="hold"/>
                                        <p:tgtEl>
                                          <p:spTgt spid="29">
                                            <p:txEl>
                                              <p:pRg st="0" end="0"/>
                                            </p:txEl>
                                          </p:spTgt>
                                        </p:tgtEl>
                                        <p:attrNameLst>
                                          <p:attrName>ppt_h</p:attrName>
                                        </p:attrNameLst>
                                      </p:cBhvr>
                                      <p:tavLst>
                                        <p:tav tm="0">
                                          <p:val>
                                            <p:fltVal val="0"/>
                                          </p:val>
                                        </p:tav>
                                        <p:tav tm="100000">
                                          <p:val>
                                            <p:strVal val="#ppt_h"/>
                                          </p:val>
                                        </p:tav>
                                      </p:tavLst>
                                    </p:anim>
                                    <p:anim calcmode="lin" valueType="num">
                                      <p:cBhvr>
                                        <p:cTn id="32" dur="750" fill="hold"/>
                                        <p:tgtEl>
                                          <p:spTgt spid="29">
                                            <p:txEl>
                                              <p:pRg st="0" end="0"/>
                                            </p:txEl>
                                          </p:spTgt>
                                        </p:tgtEl>
                                        <p:attrNameLst>
                                          <p:attrName>style.rotation</p:attrName>
                                        </p:attrNameLst>
                                      </p:cBhvr>
                                      <p:tavLst>
                                        <p:tav tm="0">
                                          <p:val>
                                            <p:fltVal val="90"/>
                                          </p:val>
                                        </p:tav>
                                        <p:tav tm="100000">
                                          <p:val>
                                            <p:fltVal val="0"/>
                                          </p:val>
                                        </p:tav>
                                      </p:tavLst>
                                    </p:anim>
                                    <p:animEffect transition="in" filter="fade">
                                      <p:cBhvr>
                                        <p:cTn id="33" dur="750"/>
                                        <p:tgtEl>
                                          <p:spTgt spid="29">
                                            <p:txEl>
                                              <p:pRg st="0" end="0"/>
                                            </p:txEl>
                                          </p:spTgt>
                                        </p:tgtEl>
                                      </p:cBhvr>
                                    </p:animEffect>
                                  </p:childTnLst>
                                </p:cTn>
                              </p:par>
                            </p:childTnLst>
                          </p:cTn>
                        </p:par>
                      </p:childTnLst>
                    </p:cTn>
                  </p:par>
                  <p:par>
                    <p:cTn id="34" fill="hold" nodeType="clickPar">
                      <p:stCondLst>
                        <p:cond delay="indefinite"/>
                      </p:stCondLst>
                      <p:childTnLst>
                        <p:par>
                          <p:cTn id="35" fill="hold" nodeType="afterGroup">
                            <p:stCondLst>
                              <p:cond delay="0"/>
                            </p:stCondLst>
                            <p:childTnLst>
                              <p:par>
                                <p:cTn id="36" presetID="31" presetClass="entr" presetSubtype="0" fill="hold" nodeType="clickEffect">
                                  <p:stCondLst>
                                    <p:cond delay="0"/>
                                  </p:stCondLst>
                                  <p:childTnLst>
                                    <p:set>
                                      <p:cBhvr>
                                        <p:cTn id="37" dur="1" fill="hold">
                                          <p:stCondLst>
                                            <p:cond delay="0"/>
                                          </p:stCondLst>
                                        </p:cTn>
                                        <p:tgtEl>
                                          <p:spTgt spid="25">
                                            <p:txEl>
                                              <p:pRg st="0" end="0"/>
                                            </p:txEl>
                                          </p:spTgt>
                                        </p:tgtEl>
                                        <p:attrNameLst>
                                          <p:attrName>style.visibility</p:attrName>
                                        </p:attrNameLst>
                                      </p:cBhvr>
                                      <p:to>
                                        <p:strVal val="visible"/>
                                      </p:to>
                                    </p:set>
                                    <p:anim calcmode="lin" valueType="num">
                                      <p:cBhvr>
                                        <p:cTn id="38" dur="750" fill="hold"/>
                                        <p:tgtEl>
                                          <p:spTgt spid="25">
                                            <p:txEl>
                                              <p:pRg st="0" end="0"/>
                                            </p:txEl>
                                          </p:spTgt>
                                        </p:tgtEl>
                                        <p:attrNameLst>
                                          <p:attrName>ppt_w</p:attrName>
                                        </p:attrNameLst>
                                      </p:cBhvr>
                                      <p:tavLst>
                                        <p:tav tm="0">
                                          <p:val>
                                            <p:fltVal val="0"/>
                                          </p:val>
                                        </p:tav>
                                        <p:tav tm="100000">
                                          <p:val>
                                            <p:strVal val="#ppt_w"/>
                                          </p:val>
                                        </p:tav>
                                      </p:tavLst>
                                    </p:anim>
                                    <p:anim calcmode="lin" valueType="num">
                                      <p:cBhvr>
                                        <p:cTn id="39" dur="750" fill="hold"/>
                                        <p:tgtEl>
                                          <p:spTgt spid="25">
                                            <p:txEl>
                                              <p:pRg st="0" end="0"/>
                                            </p:txEl>
                                          </p:spTgt>
                                        </p:tgtEl>
                                        <p:attrNameLst>
                                          <p:attrName>ppt_h</p:attrName>
                                        </p:attrNameLst>
                                      </p:cBhvr>
                                      <p:tavLst>
                                        <p:tav tm="0">
                                          <p:val>
                                            <p:fltVal val="0"/>
                                          </p:val>
                                        </p:tav>
                                        <p:tav tm="100000">
                                          <p:val>
                                            <p:strVal val="#ppt_h"/>
                                          </p:val>
                                        </p:tav>
                                      </p:tavLst>
                                    </p:anim>
                                    <p:anim calcmode="lin" valueType="num">
                                      <p:cBhvr>
                                        <p:cTn id="40" dur="750" fill="hold"/>
                                        <p:tgtEl>
                                          <p:spTgt spid="25">
                                            <p:txEl>
                                              <p:pRg st="0" end="0"/>
                                            </p:txEl>
                                          </p:spTgt>
                                        </p:tgtEl>
                                        <p:attrNameLst>
                                          <p:attrName>style.rotation</p:attrName>
                                        </p:attrNameLst>
                                      </p:cBhvr>
                                      <p:tavLst>
                                        <p:tav tm="0">
                                          <p:val>
                                            <p:fltVal val="90"/>
                                          </p:val>
                                        </p:tav>
                                        <p:tav tm="100000">
                                          <p:val>
                                            <p:fltVal val="0"/>
                                          </p:val>
                                        </p:tav>
                                      </p:tavLst>
                                    </p:anim>
                                    <p:animEffect transition="in" filter="fade">
                                      <p:cBhvr>
                                        <p:cTn id="41" dur="75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016096B5-56F6-F735-4D36-2943F2F4DA6F}"/>
              </a:ext>
            </a:extLst>
          </p:cNvPr>
          <p:cNvGrpSpPr/>
          <p:nvPr>
            <p:custDataLst>
              <p:tags r:id="rId1"/>
            </p:custDataLst>
          </p:nvPr>
        </p:nvGrpSpPr>
        <p:grpSpPr>
          <a:xfrm>
            <a:off x="73329" y="2967784"/>
            <a:ext cx="8997342" cy="2018783"/>
            <a:chOff x="266265" y="2967784"/>
            <a:chExt cx="8804406" cy="2018783"/>
          </a:xfrm>
        </p:grpSpPr>
        <p:sp>
          <p:nvSpPr>
            <p:cNvPr id="17" name="矩形 37">
              <a:extLst>
                <a:ext uri="{FF2B5EF4-FFF2-40B4-BE49-F238E27FC236}">
                  <a16:creationId xmlns:a16="http://schemas.microsoft.com/office/drawing/2014/main" id="{7F590D11-25D5-92C6-AAC3-F3D9FBE6F381}"/>
                </a:ext>
              </a:extLst>
            </p:cNvPr>
            <p:cNvSpPr>
              <a:spLocks noChangeArrowheads="1"/>
            </p:cNvSpPr>
            <p:nvPr>
              <p:custDataLst>
                <p:tags r:id="rId12"/>
              </p:custDataLst>
            </p:nvPr>
          </p:nvSpPr>
          <p:spPr bwMode="auto">
            <a:xfrm>
              <a:off x="276531" y="2967784"/>
              <a:ext cx="8794140" cy="2018783"/>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8" name="图片 17">
              <a:extLst>
                <a:ext uri="{FF2B5EF4-FFF2-40B4-BE49-F238E27FC236}">
                  <a16:creationId xmlns:a16="http://schemas.microsoft.com/office/drawing/2014/main" id="{03793742-0949-AC14-1D92-96FE0E91ABB0}"/>
                </a:ext>
              </a:extLst>
            </p:cNvPr>
            <p:cNvPicPr>
              <a:picLocks noChangeAspect="1"/>
            </p:cNvPicPr>
            <p:nvPr>
              <p:custDataLst>
                <p:tags r:id="rId13"/>
              </p:custDataLst>
            </p:nvPr>
          </p:nvPicPr>
          <p:blipFill>
            <a:blip r:embed="rId15"/>
            <a:srcRect l="16093" t="19040" r="16095" b="25092"/>
            <a:stretch>
              <a:fillRect/>
            </a:stretch>
          </p:blipFill>
          <p:spPr>
            <a:xfrm>
              <a:off x="266265" y="3007006"/>
              <a:ext cx="919971" cy="403945"/>
            </a:xfrm>
            <a:prstGeom prst="rect">
              <a:avLst/>
            </a:prstGeom>
          </p:spPr>
        </p:pic>
      </p:grpSp>
      <p:sp>
        <p:nvSpPr>
          <p:cNvPr id="6" name="矩形 1091585">
            <a:extLst>
              <a:ext uri="{FF2B5EF4-FFF2-40B4-BE49-F238E27FC236}">
                <a16:creationId xmlns:a16="http://schemas.microsoft.com/office/drawing/2014/main" id="{70AF7B3C-7452-4C56-91D1-CC7C0C462BB0}"/>
              </a:ext>
            </a:extLst>
          </p:cNvPr>
          <p:cNvSpPr/>
          <p:nvPr>
            <p:custDataLst>
              <p:tags r:id="rId2"/>
            </p:custDataLst>
          </p:nvPr>
        </p:nvSpPr>
        <p:spPr>
          <a:xfrm>
            <a:off x="397910" y="599126"/>
            <a:ext cx="8266031" cy="2169440"/>
          </a:xfrm>
          <a:prstGeom prst="rect">
            <a:avLst/>
          </a:prstGeom>
          <a:noFill/>
          <a:ln>
            <a:noFill/>
            <a:miter lim="800000"/>
          </a:ln>
        </p:spPr>
        <p:txBody>
          <a:bodyPr wrap="square" anchor="ctr">
            <a:spAutoFit/>
          </a:bodyPr>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1pPr>
            <a:lvl2pPr marL="4572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2pPr>
            <a:lvl3pPr marL="9144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3pPr>
            <a:lvl4pPr marL="13716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4pPr>
            <a:lvl5pPr marL="18288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5pPr>
          </a:lstStyle>
          <a:p>
            <a:pPr marL="0" marR="0" lvl="0" indent="396000" algn="l" defTabSz="914400" rtl="0" eaLnBrk="1" fontAlgn="base" latinLnBrk="0" hangingPunct="1">
              <a:lnSpc>
                <a:spcPts val="3300"/>
              </a:lnSpc>
              <a:spcBef>
                <a:spcPct val="0"/>
              </a:spcBef>
              <a:spcAft>
                <a:spcPct val="0"/>
              </a:spcAft>
              <a:buClrTx/>
              <a:buSzTx/>
              <a:buFont typeface="Arial" panose="020B0604020202020204" pitchFamily="34" charset="0"/>
              <a:buNone/>
              <a:defRPr/>
            </a:pPr>
            <a:r>
              <a:rPr kumimoji="0" lang="zh-CN" altLang="en-US"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③当两端所挂钩码数量相同时，把小卡片转至如图所示位置，松手时小卡片将</a:t>
            </a:r>
            <a:r>
              <a:rPr kumimoji="0" lang="en-US" altLang="zh-CN"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_____</a:t>
            </a:r>
            <a:r>
              <a:rPr kumimoji="0" lang="zh-CN" altLang="en-US"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（选填“转动”或“静止”），说明不在同一直线上的两个力</a:t>
            </a:r>
            <a:r>
              <a:rPr kumimoji="0" lang="en-US" altLang="zh-CN"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_____</a:t>
            </a:r>
            <a:r>
              <a:rPr kumimoji="0" lang="zh-CN" altLang="en-US"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（选填“能”或“不能”）平衡；</a:t>
            </a:r>
          </a:p>
          <a:p>
            <a:pPr marL="0" marR="0" lvl="0" indent="396000" algn="l" defTabSz="914400" rtl="0" eaLnBrk="1" fontAlgn="base" latinLnBrk="0" hangingPunct="1">
              <a:lnSpc>
                <a:spcPts val="3300"/>
              </a:lnSpc>
              <a:spcBef>
                <a:spcPct val="0"/>
              </a:spcBef>
              <a:spcAft>
                <a:spcPct val="0"/>
              </a:spcAft>
              <a:buClrTx/>
              <a:buSzTx/>
              <a:buFont typeface="Arial" panose="020B0604020202020204" pitchFamily="34" charset="0"/>
              <a:buNone/>
              <a:defRPr/>
            </a:pPr>
            <a:r>
              <a:rPr kumimoji="0" lang="zh-CN" altLang="en-US"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④将小纸片从中间用剪刀剪断，发现小纸片运动，</a:t>
            </a:r>
            <a:endParaRPr kumimoji="0" lang="en-US" altLang="zh-CN"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endParaRPr>
          </a:p>
          <a:p>
            <a:pPr marL="0" marR="0" lvl="0" indent="0" algn="l" defTabSz="914400" rtl="0" eaLnBrk="1" fontAlgn="base" latinLnBrk="0" hangingPunct="1">
              <a:lnSpc>
                <a:spcPts val="3300"/>
              </a:lnSpc>
              <a:spcBef>
                <a:spcPct val="0"/>
              </a:spcBef>
              <a:spcAft>
                <a:spcPct val="0"/>
              </a:spcAft>
              <a:buClrTx/>
              <a:buSzTx/>
              <a:buFont typeface="Arial" panose="020B0604020202020204" pitchFamily="34" charset="0"/>
              <a:buNone/>
              <a:defRPr/>
            </a:pPr>
            <a:r>
              <a:rPr kumimoji="0" lang="zh-CN" altLang="en-US"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说明</a:t>
            </a:r>
            <a:r>
              <a:rPr kumimoji="0" lang="en-US" altLang="zh-CN"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________</a:t>
            </a:r>
            <a:r>
              <a:rPr kumimoji="0" lang="zh-CN" altLang="en-US" sz="2200" b="0" i="0" u="none" strike="noStrike" kern="1200" cap="none" spc="0" normalizeH="0" baseline="0" noProof="0">
                <a:ln w="9525" cap="flat" cmpd="sng" algn="ctr">
                  <a:noFill/>
                  <a:prstDash val="solid"/>
                  <a:round/>
                  <a:headEnd type="none" w="med" len="med"/>
                  <a:tailEnd type="none" w="med" len="med"/>
                </a:ln>
                <a:solidFill>
                  <a:srgbClr val="002060"/>
                </a:solidFill>
                <a:effectLst/>
                <a:uLnTx/>
                <a:uFillTx/>
                <a:latin typeface="Times New Roman"/>
                <a:ea typeface="微软雅黑"/>
                <a:cs typeface="+mn-cs"/>
                <a:sym typeface="Wingdings"/>
              </a:rPr>
              <a:t>在同一物体上的两个力平衡。</a:t>
            </a:r>
          </a:p>
        </p:txBody>
      </p:sp>
      <p:sp>
        <p:nvSpPr>
          <p:cNvPr id="4" name="矩形 1091587">
            <a:extLst>
              <a:ext uri="{FF2B5EF4-FFF2-40B4-BE49-F238E27FC236}">
                <a16:creationId xmlns:a16="http://schemas.microsoft.com/office/drawing/2014/main" id="{0DC790A4-C87E-0CB6-AE27-0677262D29E4}"/>
              </a:ext>
            </a:extLst>
          </p:cNvPr>
          <p:cNvSpPr/>
          <p:nvPr>
            <p:custDataLst>
              <p:tags r:id="rId3"/>
            </p:custDataLst>
          </p:nvPr>
        </p:nvSpPr>
        <p:spPr>
          <a:xfrm>
            <a:off x="1076838" y="2295255"/>
            <a:ext cx="1460211" cy="430887"/>
          </a:xfrm>
          <a:prstGeom prst="rect">
            <a:avLst/>
          </a:prstGeom>
          <a:noFill/>
          <a:ln>
            <a:noFill/>
            <a:miter lim="800000"/>
          </a:ln>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1pPr>
            <a:lvl2pPr marL="4572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2pPr>
            <a:lvl3pPr marL="9144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3pPr>
            <a:lvl4pPr marL="13716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4pPr>
            <a:lvl5pPr marL="18288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5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0" i="0" u="none" strike="noStrike" kern="1200" cap="none" spc="0" normalizeH="0" baseline="0" noProof="0">
                <a:ln>
                  <a:noFill/>
                </a:ln>
                <a:solidFill>
                  <a:srgbClr val="C00000"/>
                </a:solidFill>
                <a:effectLst/>
                <a:uLnTx/>
                <a:uFillTx/>
                <a:latin typeface="微软雅黑"/>
                <a:ea typeface="微软雅黑"/>
                <a:cs typeface="+mn-cs"/>
                <a:sym typeface="Wingdings"/>
              </a:rPr>
              <a:t>作用点</a:t>
            </a:r>
            <a:endParaRPr kumimoji="0" lang="zh-CN" altLang="en-US" sz="2200" b="0" i="0" u="none" strike="noStrike" kern="1200" cap="none" spc="0" normalizeH="0" baseline="0" noProof="0">
              <a:ln>
                <a:noFill/>
              </a:ln>
              <a:solidFill>
                <a:srgbClr val="C00000"/>
              </a:solidFill>
              <a:effectLst/>
              <a:uLnTx/>
              <a:uFillTx/>
              <a:latin typeface="微软雅黑"/>
              <a:ea typeface="微软雅黑"/>
              <a:cs typeface="+mn-cs"/>
            </a:endParaRPr>
          </a:p>
        </p:txBody>
      </p:sp>
      <p:sp>
        <p:nvSpPr>
          <p:cNvPr id="5" name="矩形 4">
            <a:extLst>
              <a:ext uri="{FF2B5EF4-FFF2-40B4-BE49-F238E27FC236}">
                <a16:creationId xmlns:a16="http://schemas.microsoft.com/office/drawing/2014/main" id="{0B81BE80-1D0F-BD13-388D-EDA29E561B1F}"/>
              </a:ext>
            </a:extLst>
          </p:cNvPr>
          <p:cNvSpPr/>
          <p:nvPr>
            <p:custDataLst>
              <p:tags r:id="rId4"/>
            </p:custDataLst>
          </p:nvPr>
        </p:nvSpPr>
        <p:spPr>
          <a:xfrm>
            <a:off x="2381736" y="1041095"/>
            <a:ext cx="1460211" cy="430887"/>
          </a:xfrm>
          <a:prstGeom prst="rect">
            <a:avLst/>
          </a:prstGeom>
          <a:noFill/>
          <a:ln>
            <a:noFill/>
            <a:miter lim="800000"/>
          </a:ln>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rgbClr val="C00000"/>
                </a:solidFill>
                <a:effectLst/>
                <a:uLnTx/>
                <a:uFillTx/>
                <a:latin typeface="微软雅黑"/>
                <a:ea typeface="微软雅黑"/>
                <a:cs typeface="+mn-cs"/>
              </a:rPr>
              <a:t> </a:t>
            </a:r>
            <a:r>
              <a:rPr kumimoji="0" lang="zh-CN" altLang="en-US" sz="2200" b="0" i="0" u="none" strike="noStrike" kern="1200" cap="none" spc="0" normalizeH="0" baseline="0" noProof="0">
                <a:ln>
                  <a:noFill/>
                </a:ln>
                <a:solidFill>
                  <a:srgbClr val="C00000"/>
                </a:solidFill>
                <a:effectLst/>
                <a:uLnTx/>
                <a:uFillTx/>
                <a:latin typeface="微软雅黑"/>
                <a:ea typeface="微软雅黑"/>
                <a:cs typeface="+mn-cs"/>
              </a:rPr>
              <a:t>转动 </a:t>
            </a:r>
          </a:p>
        </p:txBody>
      </p:sp>
      <p:sp>
        <p:nvSpPr>
          <p:cNvPr id="7" name="矩形 6">
            <a:extLst>
              <a:ext uri="{FF2B5EF4-FFF2-40B4-BE49-F238E27FC236}">
                <a16:creationId xmlns:a16="http://schemas.microsoft.com/office/drawing/2014/main" id="{C6076058-6A91-7B76-B2CB-D94E8373CA4D}"/>
              </a:ext>
            </a:extLst>
          </p:cNvPr>
          <p:cNvSpPr/>
          <p:nvPr>
            <p:custDataLst>
              <p:tags r:id="rId5"/>
            </p:custDataLst>
          </p:nvPr>
        </p:nvSpPr>
        <p:spPr>
          <a:xfrm>
            <a:off x="2653795" y="1487158"/>
            <a:ext cx="2039394" cy="430887"/>
          </a:xfrm>
          <a:prstGeom prst="rect">
            <a:avLst/>
          </a:prstGeom>
          <a:noFill/>
          <a:ln>
            <a:noFill/>
            <a:miter lim="800000"/>
          </a:ln>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5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rgbClr val="C00000"/>
                </a:solidFill>
                <a:effectLst/>
                <a:uLnTx/>
                <a:uFillTx/>
                <a:latin typeface="微软雅黑"/>
                <a:ea typeface="微软雅黑"/>
                <a:cs typeface="+mn-cs"/>
              </a:rPr>
              <a:t> </a:t>
            </a:r>
            <a:r>
              <a:rPr kumimoji="0" lang="zh-CN" altLang="en-US" sz="2200" b="0" i="0" u="none" strike="noStrike" kern="1200" cap="none" spc="0" normalizeH="0" baseline="0" noProof="0">
                <a:ln>
                  <a:noFill/>
                </a:ln>
                <a:solidFill>
                  <a:srgbClr val="C00000"/>
                </a:solidFill>
                <a:effectLst/>
                <a:uLnTx/>
                <a:uFillTx/>
                <a:latin typeface="微软雅黑"/>
                <a:ea typeface="微软雅黑"/>
                <a:cs typeface="+mn-cs"/>
              </a:rPr>
              <a:t>不能</a:t>
            </a:r>
          </a:p>
        </p:txBody>
      </p:sp>
      <p:sp>
        <p:nvSpPr>
          <p:cNvPr id="8" name="TextBox 8">
            <a:extLst>
              <a:ext uri="{FF2B5EF4-FFF2-40B4-BE49-F238E27FC236}">
                <a16:creationId xmlns:a16="http://schemas.microsoft.com/office/drawing/2014/main" id="{D8259B6C-C619-0424-9BC2-CF9A4BCABF30}"/>
              </a:ext>
            </a:extLst>
          </p:cNvPr>
          <p:cNvSpPr/>
          <p:nvPr>
            <p:custDataLst>
              <p:tags r:id="rId6"/>
            </p:custDataLst>
          </p:nvPr>
        </p:nvSpPr>
        <p:spPr>
          <a:xfrm>
            <a:off x="617203" y="3096205"/>
            <a:ext cx="8046738" cy="1698157"/>
          </a:xfrm>
          <a:prstGeom prst="rect">
            <a:avLst/>
          </a:prstGeom>
          <a:noFill/>
          <a:ln>
            <a:noFill/>
            <a:miter lim="800000"/>
          </a:ln>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Calibri" pitchFamily="34" charset="0"/>
                <a:ea typeface="宋体" panose="02010600030101010101" pitchFamily="2" charset="-122"/>
              </a:defRPr>
            </a:lvl5pPr>
          </a:lstStyle>
          <a:p>
            <a:pPr marL="0" marR="0" lvl="0" indent="457200" algn="l" defTabSz="914400" rtl="0" eaLnBrk="0" fontAlgn="base" latinLnBrk="0" hangingPunct="0">
              <a:lnSpc>
                <a:spcPts val="3200"/>
              </a:lnSpc>
              <a:spcBef>
                <a:spcPct val="0"/>
              </a:spcBef>
              <a:spcAft>
                <a:spcPct val="0"/>
              </a:spcAft>
              <a:buClrTx/>
              <a:buSzTx/>
              <a:buFontTx/>
              <a:buNone/>
              <a:defRPr/>
            </a:pPr>
            <a:r>
              <a:rPr kumimoji="0" lang="zh-CN" altLang="en-US" sz="2200" b="0" i="0" u="none" strike="noStrike" kern="1200" cap="none" spc="0" normalizeH="0" baseline="0" noProof="0">
                <a:ln>
                  <a:noFill/>
                </a:ln>
                <a:solidFill>
                  <a:prstClr val="white"/>
                </a:solidFill>
                <a:effectLst/>
                <a:uLnTx/>
                <a:uFillTx/>
                <a:latin typeface="Times New Roman"/>
                <a:ea typeface="微软雅黑"/>
                <a:cs typeface="+mn-cs"/>
              </a:rPr>
              <a:t>③小卡片转过一个角度，两端的拉力就不在一条直线上，纸片就会转动，说明了不在同一直线上的两个力不能平衡。</a:t>
            </a:r>
          </a:p>
          <a:p>
            <a:pPr marL="0" marR="0" lvl="0" indent="457200" algn="l" defTabSz="914400" rtl="0" eaLnBrk="0" fontAlgn="base" latinLnBrk="0" hangingPunct="0">
              <a:lnSpc>
                <a:spcPts val="3200"/>
              </a:lnSpc>
              <a:spcBef>
                <a:spcPct val="0"/>
              </a:spcBef>
              <a:spcAft>
                <a:spcPct val="0"/>
              </a:spcAft>
              <a:buClrTx/>
              <a:buSzTx/>
              <a:buFontTx/>
              <a:buNone/>
              <a:defRPr/>
            </a:pPr>
            <a:r>
              <a:rPr kumimoji="0" lang="zh-CN" altLang="en-US" sz="2200" b="0" i="0" u="none" strike="noStrike" kern="1200" cap="none" spc="0" normalizeH="0" baseline="0" noProof="0">
                <a:ln>
                  <a:noFill/>
                </a:ln>
                <a:solidFill>
                  <a:prstClr val="white"/>
                </a:solidFill>
                <a:effectLst/>
                <a:uLnTx/>
                <a:uFillTx/>
                <a:latin typeface="Times New Roman"/>
                <a:ea typeface="微软雅黑"/>
                <a:cs typeface="+mn-cs"/>
              </a:rPr>
              <a:t>④将小纸片从中间用剪刀剪断，两个力不在同一个物体上，小纸片运动，说明作用点在同一物体上的两个力平衡。</a:t>
            </a:r>
          </a:p>
        </p:txBody>
      </p:sp>
      <p:sp>
        <p:nvSpPr>
          <p:cNvPr id="2" name="文本框 1">
            <a:extLst>
              <a:ext uri="{FF2B5EF4-FFF2-40B4-BE49-F238E27FC236}">
                <a16:creationId xmlns:a16="http://schemas.microsoft.com/office/drawing/2014/main" id="{05ABB09B-70FA-35A1-2285-87FF3C2507D1}"/>
              </a:ext>
            </a:extLst>
          </p:cNvPr>
          <p:cNvSpPr txBox="1"/>
          <p:nvPr>
            <p:custDataLst>
              <p:tags r:id="rId7"/>
            </p:custDataLst>
          </p:nvPr>
        </p:nvSpPr>
        <p:spPr>
          <a:xfrm>
            <a:off x="6924051" y="51063"/>
            <a:ext cx="1909718"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grpSp>
        <p:nvGrpSpPr>
          <p:cNvPr id="13" name="组合 12">
            <a:extLst>
              <a:ext uri="{FF2B5EF4-FFF2-40B4-BE49-F238E27FC236}">
                <a16:creationId xmlns:a16="http://schemas.microsoft.com/office/drawing/2014/main" id="{7A746A1C-2DEC-454E-11CF-0F6D052B115C}"/>
              </a:ext>
            </a:extLst>
          </p:cNvPr>
          <p:cNvGrpSpPr/>
          <p:nvPr>
            <p:custDataLst>
              <p:tags r:id="rId8"/>
            </p:custDataLst>
          </p:nvPr>
        </p:nvGrpSpPr>
        <p:grpSpPr>
          <a:xfrm>
            <a:off x="7150698" y="1943066"/>
            <a:ext cx="1784640" cy="1055070"/>
            <a:chOff x="6764279" y="863792"/>
            <a:chExt cx="1784640" cy="1055070"/>
          </a:xfrm>
        </p:grpSpPr>
        <p:pic>
          <p:nvPicPr>
            <p:cNvPr id="14" name="图片 13">
              <a:extLst>
                <a:ext uri="{FF2B5EF4-FFF2-40B4-BE49-F238E27FC236}">
                  <a16:creationId xmlns:a16="http://schemas.microsoft.com/office/drawing/2014/main" id="{3DBBF500-7CA7-E36F-1006-20F27C5755A5}"/>
                </a:ext>
              </a:extLst>
            </p:cNvPr>
            <p:cNvPicPr>
              <a:picLocks noChangeAspect="1"/>
            </p:cNvPicPr>
            <p:nvPr>
              <p:custDataLst>
                <p:tags r:id="rId10"/>
              </p:custDataLst>
            </p:nvPr>
          </p:nvPicPr>
          <p:blipFill>
            <a:blip r:embed="rId16"/>
            <a:stretch>
              <a:fillRect/>
            </a:stretch>
          </p:blipFill>
          <p:spPr>
            <a:xfrm>
              <a:off x="6764279" y="863792"/>
              <a:ext cx="1784640" cy="1055070"/>
            </a:xfrm>
            <a:prstGeom prst="rect">
              <a:avLst/>
            </a:prstGeom>
          </p:spPr>
        </p:pic>
        <p:sp>
          <p:nvSpPr>
            <p:cNvPr id="15" name="文本框 14">
              <a:extLst>
                <a:ext uri="{FF2B5EF4-FFF2-40B4-BE49-F238E27FC236}">
                  <a16:creationId xmlns:a16="http://schemas.microsoft.com/office/drawing/2014/main" id="{294DF519-7638-C52A-2AC6-F9781B76921D}"/>
                </a:ext>
              </a:extLst>
            </p:cNvPr>
            <p:cNvSpPr txBox="1"/>
            <p:nvPr>
              <p:custDataLst>
                <p:tags r:id="rId11"/>
              </p:custDataLst>
            </p:nvPr>
          </p:nvSpPr>
          <p:spPr>
            <a:xfrm>
              <a:off x="7328159" y="1335639"/>
              <a:ext cx="848101" cy="30777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1400" b="0" i="0" u="none" strike="noStrike" kern="1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小卡片</a:t>
              </a:r>
              <a:endParaRPr kumimoji="0" lang="zh-CN" altLang="en-US" sz="14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grpSp>
      <p:pic>
        <p:nvPicPr>
          <p:cNvPr id="20" name="图片 19">
            <a:extLst>
              <a:ext uri="{FF2B5EF4-FFF2-40B4-BE49-F238E27FC236}">
                <a16:creationId xmlns:a16="http://schemas.microsoft.com/office/drawing/2014/main" id="{F7142978-A867-8636-11F5-B311AD1A867A}"/>
              </a:ext>
            </a:extLst>
          </p:cNvPr>
          <p:cNvPicPr>
            <a:picLocks noChangeAspect="1"/>
          </p:cNvPicPr>
          <p:nvPr>
            <p:custDataLst>
              <p:tags r:id="rId9"/>
            </p:custDataLst>
          </p:nvPr>
        </p:nvPicPr>
        <p:blipFill>
          <a:blip r:embed="rId17"/>
          <a:srcRect t="8837" r="14175" b="24249"/>
          <a:stretch>
            <a:fillRect/>
          </a:stretch>
        </p:blipFill>
        <p:spPr>
          <a:xfrm>
            <a:off x="435879" y="57836"/>
            <a:ext cx="1281918" cy="358987"/>
          </a:xfrm>
          <a:prstGeom prst="rect">
            <a:avLst/>
          </a:prstGeom>
        </p:spPr>
      </p:pic>
    </p:spTree>
    <p:extLst>
      <p:ext uri="{BB962C8B-B14F-4D97-AF65-F5344CB8AC3E}">
        <p14:creationId xmlns:p14="http://schemas.microsoft.com/office/powerpoint/2010/main" val="39471271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barn(outVertical)">
                                      <p:cBhvr>
                                        <p:cTn id="17" dur="1000"/>
                                        <p:tgtEl>
                                          <p:spTgt spid="8">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435">
                                          <p:stCondLst>
                                            <p:cond delay="0"/>
                                          </p:stCondLst>
                                        </p:cTn>
                                        <p:tgtEl>
                                          <p:spTgt spid="5"/>
                                        </p:tgtEl>
                                      </p:cBhvr>
                                    </p:animEffect>
                                    <p:anim calcmode="lin" valueType="num">
                                      <p:cBhvr>
                                        <p:cTn id="23" dur="1367"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4" dur="498"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5" dur="498" tmFilter="0, 0; 0.125,0.2665; 0.25,0.4; 0.375,0.465; 0.5,0.5;  0.625,0.535; 0.75,0.6; 0.875,0.7335; 1,1">
                                          <p:stCondLst>
                                            <p:cond delay="498"/>
                                          </p:stCondLst>
                                        </p:cTn>
                                        <p:tgtEl>
                                          <p:spTgt spid="5"/>
                                        </p:tgtEl>
                                        <p:attrNameLst>
                                          <p:attrName>ppt_y</p:attrName>
                                        </p:attrNameLst>
                                      </p:cBhvr>
                                      <p:tavLst>
                                        <p:tav tm="0" fmla="#ppt_y-sin(pi*$)/9">
                                          <p:val>
                                            <p:fltVal val="0"/>
                                          </p:val>
                                        </p:tav>
                                        <p:tav tm="100000">
                                          <p:val>
                                            <p:fltVal val="1"/>
                                          </p:val>
                                        </p:tav>
                                      </p:tavLst>
                                    </p:anim>
                                    <p:anim calcmode="lin" valueType="num">
                                      <p:cBhvr>
                                        <p:cTn id="26" dur="249" tmFilter="0, 0; 0.125,0.2665; 0.25,0.4; 0.375,0.465; 0.5,0.5;  0.625,0.535; 0.75,0.6; 0.875,0.7335; 1,1">
                                          <p:stCondLst>
                                            <p:cond delay="993"/>
                                          </p:stCondLst>
                                        </p:cTn>
                                        <p:tgtEl>
                                          <p:spTgt spid="5"/>
                                        </p:tgtEl>
                                        <p:attrNameLst>
                                          <p:attrName>ppt_y</p:attrName>
                                        </p:attrNameLst>
                                      </p:cBhvr>
                                      <p:tavLst>
                                        <p:tav tm="0" fmla="#ppt_y-sin(pi*$)/27">
                                          <p:val>
                                            <p:fltVal val="0"/>
                                          </p:val>
                                        </p:tav>
                                        <p:tav tm="100000">
                                          <p:val>
                                            <p:fltVal val="1"/>
                                          </p:val>
                                        </p:tav>
                                      </p:tavLst>
                                    </p:anim>
                                    <p:anim calcmode="lin" valueType="num">
                                      <p:cBhvr>
                                        <p:cTn id="27" dur="123" tmFilter="0, 0; 0.125,0.2665; 0.25,0.4; 0.375,0.465; 0.5,0.5;  0.625,0.535; 0.75,0.6; 0.875,0.7335; 1,1">
                                          <p:stCondLst>
                                            <p:cond delay="1242"/>
                                          </p:stCondLst>
                                        </p:cTn>
                                        <p:tgtEl>
                                          <p:spTgt spid="5"/>
                                        </p:tgtEl>
                                        <p:attrNameLst>
                                          <p:attrName>ppt_y</p:attrName>
                                        </p:attrNameLst>
                                      </p:cBhvr>
                                      <p:tavLst>
                                        <p:tav tm="0" fmla="#ppt_y-sin(pi*$)/81">
                                          <p:val>
                                            <p:fltVal val="0"/>
                                          </p:val>
                                        </p:tav>
                                        <p:tav tm="100000">
                                          <p:val>
                                            <p:fltVal val="1"/>
                                          </p:val>
                                        </p:tav>
                                      </p:tavLst>
                                    </p:anim>
                                    <p:animScale>
                                      <p:cBhvr>
                                        <p:cTn id="28" dur="20">
                                          <p:stCondLst>
                                            <p:cond delay="487"/>
                                          </p:stCondLst>
                                        </p:cTn>
                                        <p:tgtEl>
                                          <p:spTgt spid="5"/>
                                        </p:tgtEl>
                                      </p:cBhvr>
                                      <p:to x="100000" y="60000"/>
                                    </p:animScale>
                                    <p:animScale>
                                      <p:cBhvr>
                                        <p:cTn id="29" dur="124" decel="50000">
                                          <p:stCondLst>
                                            <p:cond delay="507"/>
                                          </p:stCondLst>
                                        </p:cTn>
                                        <p:tgtEl>
                                          <p:spTgt spid="5"/>
                                        </p:tgtEl>
                                      </p:cBhvr>
                                      <p:to x="100000" y="100000"/>
                                    </p:animScale>
                                    <p:animScale>
                                      <p:cBhvr>
                                        <p:cTn id="30" dur="20">
                                          <p:stCondLst>
                                            <p:cond delay="984"/>
                                          </p:stCondLst>
                                        </p:cTn>
                                        <p:tgtEl>
                                          <p:spTgt spid="5"/>
                                        </p:tgtEl>
                                      </p:cBhvr>
                                      <p:to x="100000" y="80000"/>
                                    </p:animScale>
                                    <p:animScale>
                                      <p:cBhvr>
                                        <p:cTn id="31" dur="124" decel="50000">
                                          <p:stCondLst>
                                            <p:cond delay="1004"/>
                                          </p:stCondLst>
                                        </p:cTn>
                                        <p:tgtEl>
                                          <p:spTgt spid="5"/>
                                        </p:tgtEl>
                                      </p:cBhvr>
                                      <p:to x="100000" y="100000"/>
                                    </p:animScale>
                                    <p:animScale>
                                      <p:cBhvr>
                                        <p:cTn id="32" dur="20">
                                          <p:stCondLst>
                                            <p:cond delay="1231"/>
                                          </p:stCondLst>
                                        </p:cTn>
                                        <p:tgtEl>
                                          <p:spTgt spid="5"/>
                                        </p:tgtEl>
                                      </p:cBhvr>
                                      <p:to x="100000" y="90000"/>
                                    </p:animScale>
                                    <p:animScale>
                                      <p:cBhvr>
                                        <p:cTn id="33" dur="124" decel="50000">
                                          <p:stCondLst>
                                            <p:cond delay="1251"/>
                                          </p:stCondLst>
                                        </p:cTn>
                                        <p:tgtEl>
                                          <p:spTgt spid="5"/>
                                        </p:tgtEl>
                                      </p:cBhvr>
                                      <p:to x="100000" y="100000"/>
                                    </p:animScale>
                                    <p:animScale>
                                      <p:cBhvr>
                                        <p:cTn id="34" dur="20">
                                          <p:stCondLst>
                                            <p:cond delay="1356"/>
                                          </p:stCondLst>
                                        </p:cTn>
                                        <p:tgtEl>
                                          <p:spTgt spid="5"/>
                                        </p:tgtEl>
                                      </p:cBhvr>
                                      <p:to x="100000" y="95000"/>
                                    </p:animScale>
                                    <p:animScale>
                                      <p:cBhvr>
                                        <p:cTn id="35" dur="124" decel="50000">
                                          <p:stCondLst>
                                            <p:cond delay="1376"/>
                                          </p:stCondLst>
                                        </p:cTn>
                                        <p:tgtEl>
                                          <p:spTgt spid="5"/>
                                        </p:tgtEl>
                                      </p:cBhvr>
                                      <p:to x="100000" y="100000"/>
                                    </p:animScale>
                                  </p:childTnLst>
                                </p:cTn>
                              </p:par>
                            </p:childTnLst>
                          </p:cTn>
                        </p:par>
                      </p:childTnLst>
                    </p:cTn>
                  </p:par>
                  <p:par>
                    <p:cTn id="36" fill="hold" nodeType="clickPar">
                      <p:stCondLst>
                        <p:cond delay="indefinite"/>
                      </p:stCondLst>
                      <p:childTnLst>
                        <p:par>
                          <p:cTn id="37" fill="hold" nodeType="afterGroup">
                            <p:stCondLst>
                              <p:cond delay="0"/>
                            </p:stCondLst>
                            <p:childTnLst>
                              <p:par>
                                <p:cTn id="38" presetID="26"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down)">
                                      <p:cBhvr>
                                        <p:cTn id="40" dur="435">
                                          <p:stCondLst>
                                            <p:cond delay="0"/>
                                          </p:stCondLst>
                                        </p:cTn>
                                        <p:tgtEl>
                                          <p:spTgt spid="7"/>
                                        </p:tgtEl>
                                      </p:cBhvr>
                                    </p:animEffect>
                                    <p:anim calcmode="lin" valueType="num">
                                      <p:cBhvr>
                                        <p:cTn id="41" dur="1367"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2" dur="498"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43" dur="498" tmFilter="0, 0; 0.125,0.2665; 0.25,0.4; 0.375,0.465; 0.5,0.5;  0.625,0.535; 0.75,0.6; 0.875,0.7335; 1,1">
                                          <p:stCondLst>
                                            <p:cond delay="498"/>
                                          </p:stCondLst>
                                        </p:cTn>
                                        <p:tgtEl>
                                          <p:spTgt spid="7"/>
                                        </p:tgtEl>
                                        <p:attrNameLst>
                                          <p:attrName>ppt_y</p:attrName>
                                        </p:attrNameLst>
                                      </p:cBhvr>
                                      <p:tavLst>
                                        <p:tav tm="0" fmla="#ppt_y-sin(pi*$)/9">
                                          <p:val>
                                            <p:fltVal val="0"/>
                                          </p:val>
                                        </p:tav>
                                        <p:tav tm="100000">
                                          <p:val>
                                            <p:fltVal val="1"/>
                                          </p:val>
                                        </p:tav>
                                      </p:tavLst>
                                    </p:anim>
                                    <p:anim calcmode="lin" valueType="num">
                                      <p:cBhvr>
                                        <p:cTn id="44" dur="249" tmFilter="0, 0; 0.125,0.2665; 0.25,0.4; 0.375,0.465; 0.5,0.5;  0.625,0.535; 0.75,0.6; 0.875,0.7335; 1,1">
                                          <p:stCondLst>
                                            <p:cond delay="993"/>
                                          </p:stCondLst>
                                        </p:cTn>
                                        <p:tgtEl>
                                          <p:spTgt spid="7"/>
                                        </p:tgtEl>
                                        <p:attrNameLst>
                                          <p:attrName>ppt_y</p:attrName>
                                        </p:attrNameLst>
                                      </p:cBhvr>
                                      <p:tavLst>
                                        <p:tav tm="0" fmla="#ppt_y-sin(pi*$)/27">
                                          <p:val>
                                            <p:fltVal val="0"/>
                                          </p:val>
                                        </p:tav>
                                        <p:tav tm="100000">
                                          <p:val>
                                            <p:fltVal val="1"/>
                                          </p:val>
                                        </p:tav>
                                      </p:tavLst>
                                    </p:anim>
                                    <p:anim calcmode="lin" valueType="num">
                                      <p:cBhvr>
                                        <p:cTn id="45" dur="123" tmFilter="0, 0; 0.125,0.2665; 0.25,0.4; 0.375,0.465; 0.5,0.5;  0.625,0.535; 0.75,0.6; 0.875,0.7335; 1,1">
                                          <p:stCondLst>
                                            <p:cond delay="1242"/>
                                          </p:stCondLst>
                                        </p:cTn>
                                        <p:tgtEl>
                                          <p:spTgt spid="7"/>
                                        </p:tgtEl>
                                        <p:attrNameLst>
                                          <p:attrName>ppt_y</p:attrName>
                                        </p:attrNameLst>
                                      </p:cBhvr>
                                      <p:tavLst>
                                        <p:tav tm="0" fmla="#ppt_y-sin(pi*$)/81">
                                          <p:val>
                                            <p:fltVal val="0"/>
                                          </p:val>
                                        </p:tav>
                                        <p:tav tm="100000">
                                          <p:val>
                                            <p:fltVal val="1"/>
                                          </p:val>
                                        </p:tav>
                                      </p:tavLst>
                                    </p:anim>
                                    <p:animScale>
                                      <p:cBhvr>
                                        <p:cTn id="46" dur="20">
                                          <p:stCondLst>
                                            <p:cond delay="487"/>
                                          </p:stCondLst>
                                        </p:cTn>
                                        <p:tgtEl>
                                          <p:spTgt spid="7"/>
                                        </p:tgtEl>
                                      </p:cBhvr>
                                      <p:to x="100000" y="60000"/>
                                    </p:animScale>
                                    <p:animScale>
                                      <p:cBhvr>
                                        <p:cTn id="47" dur="124" decel="50000">
                                          <p:stCondLst>
                                            <p:cond delay="507"/>
                                          </p:stCondLst>
                                        </p:cTn>
                                        <p:tgtEl>
                                          <p:spTgt spid="7"/>
                                        </p:tgtEl>
                                      </p:cBhvr>
                                      <p:to x="100000" y="100000"/>
                                    </p:animScale>
                                    <p:animScale>
                                      <p:cBhvr>
                                        <p:cTn id="48" dur="20">
                                          <p:stCondLst>
                                            <p:cond delay="984"/>
                                          </p:stCondLst>
                                        </p:cTn>
                                        <p:tgtEl>
                                          <p:spTgt spid="7"/>
                                        </p:tgtEl>
                                      </p:cBhvr>
                                      <p:to x="100000" y="80000"/>
                                    </p:animScale>
                                    <p:animScale>
                                      <p:cBhvr>
                                        <p:cTn id="49" dur="124" decel="50000">
                                          <p:stCondLst>
                                            <p:cond delay="1004"/>
                                          </p:stCondLst>
                                        </p:cTn>
                                        <p:tgtEl>
                                          <p:spTgt spid="7"/>
                                        </p:tgtEl>
                                      </p:cBhvr>
                                      <p:to x="100000" y="100000"/>
                                    </p:animScale>
                                    <p:animScale>
                                      <p:cBhvr>
                                        <p:cTn id="50" dur="20">
                                          <p:stCondLst>
                                            <p:cond delay="1231"/>
                                          </p:stCondLst>
                                        </p:cTn>
                                        <p:tgtEl>
                                          <p:spTgt spid="7"/>
                                        </p:tgtEl>
                                      </p:cBhvr>
                                      <p:to x="100000" y="90000"/>
                                    </p:animScale>
                                    <p:animScale>
                                      <p:cBhvr>
                                        <p:cTn id="51" dur="124" decel="50000">
                                          <p:stCondLst>
                                            <p:cond delay="1251"/>
                                          </p:stCondLst>
                                        </p:cTn>
                                        <p:tgtEl>
                                          <p:spTgt spid="7"/>
                                        </p:tgtEl>
                                      </p:cBhvr>
                                      <p:to x="100000" y="100000"/>
                                    </p:animScale>
                                    <p:animScale>
                                      <p:cBhvr>
                                        <p:cTn id="52" dur="20">
                                          <p:stCondLst>
                                            <p:cond delay="1356"/>
                                          </p:stCondLst>
                                        </p:cTn>
                                        <p:tgtEl>
                                          <p:spTgt spid="7"/>
                                        </p:tgtEl>
                                      </p:cBhvr>
                                      <p:to x="100000" y="95000"/>
                                    </p:animScale>
                                    <p:animScale>
                                      <p:cBhvr>
                                        <p:cTn id="53" dur="124" decel="50000">
                                          <p:stCondLst>
                                            <p:cond delay="1376"/>
                                          </p:stCondLst>
                                        </p:cTn>
                                        <p:tgtEl>
                                          <p:spTgt spid="7"/>
                                        </p:tgtEl>
                                      </p:cBhvr>
                                      <p:to x="100000" y="100000"/>
                                    </p:animScale>
                                  </p:childTnLst>
                                </p:cTn>
                              </p:par>
                            </p:childTnLst>
                          </p:cTn>
                        </p:par>
                      </p:childTnLst>
                    </p:cTn>
                  </p:par>
                  <p:par>
                    <p:cTn id="54" fill="hold" nodeType="clickPar">
                      <p:stCondLst>
                        <p:cond delay="indefinite"/>
                      </p:stCondLst>
                      <p:childTnLst>
                        <p:par>
                          <p:cTn id="55" fill="hold" nodeType="afterGroup">
                            <p:stCondLst>
                              <p:cond delay="0"/>
                            </p:stCondLst>
                            <p:childTnLst>
                              <p:par>
                                <p:cTn id="56" presetID="31" presetClass="entr" presetSubtype="0" fill="hold" grpId="0" nodeType="clickEffect">
                                  <p:stCondLst>
                                    <p:cond delay="0"/>
                                  </p:stCondLst>
                                  <p:childTnLst>
                                    <p:set>
                                      <p:cBhvr>
                                        <p:cTn id="57" dur="1" fill="hold">
                                          <p:stCondLst>
                                            <p:cond delay="0"/>
                                          </p:stCondLst>
                                        </p:cTn>
                                        <p:tgtEl>
                                          <p:spTgt spid="4"/>
                                        </p:tgtEl>
                                        <p:attrNameLst>
                                          <p:attrName>style.visibility</p:attrName>
                                        </p:attrNameLst>
                                      </p:cBhvr>
                                      <p:to>
                                        <p:strVal val="visible"/>
                                      </p:to>
                                    </p:set>
                                    <p:anim calcmode="lin" valueType="num">
                                      <p:cBhvr>
                                        <p:cTn id="58" dur="750" fill="hold"/>
                                        <p:tgtEl>
                                          <p:spTgt spid="4"/>
                                        </p:tgtEl>
                                        <p:attrNameLst>
                                          <p:attrName>ppt_w</p:attrName>
                                        </p:attrNameLst>
                                      </p:cBhvr>
                                      <p:tavLst>
                                        <p:tav tm="0">
                                          <p:val>
                                            <p:fltVal val="0"/>
                                          </p:val>
                                        </p:tav>
                                        <p:tav tm="100000">
                                          <p:val>
                                            <p:strVal val="#ppt_w"/>
                                          </p:val>
                                        </p:tav>
                                      </p:tavLst>
                                    </p:anim>
                                    <p:anim calcmode="lin" valueType="num">
                                      <p:cBhvr>
                                        <p:cTn id="59" dur="750" fill="hold"/>
                                        <p:tgtEl>
                                          <p:spTgt spid="4"/>
                                        </p:tgtEl>
                                        <p:attrNameLst>
                                          <p:attrName>ppt_h</p:attrName>
                                        </p:attrNameLst>
                                      </p:cBhvr>
                                      <p:tavLst>
                                        <p:tav tm="0">
                                          <p:val>
                                            <p:fltVal val="0"/>
                                          </p:val>
                                        </p:tav>
                                        <p:tav tm="100000">
                                          <p:val>
                                            <p:strVal val="#ppt_h"/>
                                          </p:val>
                                        </p:tav>
                                      </p:tavLst>
                                    </p:anim>
                                    <p:anim calcmode="lin" valueType="num">
                                      <p:cBhvr>
                                        <p:cTn id="60" dur="750" fill="hold"/>
                                        <p:tgtEl>
                                          <p:spTgt spid="4"/>
                                        </p:tgtEl>
                                        <p:attrNameLst>
                                          <p:attrName>style.rotation</p:attrName>
                                        </p:attrNameLst>
                                      </p:cBhvr>
                                      <p:tavLst>
                                        <p:tav tm="0">
                                          <p:val>
                                            <p:fltVal val="90"/>
                                          </p:val>
                                        </p:tav>
                                        <p:tav tm="100000">
                                          <p:val>
                                            <p:fltVal val="0"/>
                                          </p:val>
                                        </p:tav>
                                      </p:tavLst>
                                    </p:anim>
                                    <p:animEffect transition="in" filter="fade">
                                      <p:cBhvr>
                                        <p:cTn id="61"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C6A27EB-D4B4-46B8-9CC0-1308AFDF1E7A}"/>
              </a:ext>
            </a:extLst>
          </p:cNvPr>
          <p:cNvSpPr txBox="1"/>
          <p:nvPr>
            <p:custDataLst>
              <p:tags r:id="rId1"/>
            </p:custDataLst>
          </p:nvPr>
        </p:nvSpPr>
        <p:spPr>
          <a:xfrm>
            <a:off x="468676" y="529869"/>
            <a:ext cx="6682994" cy="899862"/>
          </a:xfrm>
          <a:prstGeom prst="rect">
            <a:avLst/>
          </a:prstGeom>
          <a:noFill/>
        </p:spPr>
        <p:txBody>
          <a:bodyPr wrap="square">
            <a:spAutoFit/>
          </a:bodyPr>
          <a:lstStyle/>
          <a:p>
            <a:pPr marL="0" marR="0" lvl="0" indent="324000" algn="l" defTabSz="685160" rtl="0" eaLnBrk="0" fontAlgn="auto" latinLnBrk="1" hangingPunct="0">
              <a:lnSpc>
                <a:spcPts val="3300"/>
              </a:lnSpc>
              <a:spcBef>
                <a:spcPct val="0"/>
              </a:spcBef>
              <a:spcAft>
                <a:spcPct val="0"/>
              </a:spcAft>
              <a:buClrTx/>
              <a:buSzTx/>
              <a:buFontTx/>
              <a:buNone/>
              <a:defRPr/>
            </a:pPr>
            <a:r>
              <a:rPr kumimoji="0" lang="en-US" altLang="zh-CN" sz="2200" b="1" i="0" u="none" strike="noStrike" kern="1200" cap="none" spc="0" normalizeH="0" baseline="0" noProof="0">
                <a:ln w="9525" cap="flat" cmpd="sng" algn="ctr">
                  <a:noFill/>
                  <a:prstDash val="solid"/>
                  <a:round/>
                  <a:headEnd type="none" w="med" len="med"/>
                  <a:tailEnd type="none" w="med" len="med"/>
                </a:ln>
                <a:solidFill>
                  <a:srgbClr val="002060"/>
                </a:solidFill>
                <a:effectLst/>
                <a:uLnTx/>
                <a:uFillTx/>
                <a:ea typeface="微软雅黑"/>
                <a:cs typeface="+mn-cs"/>
                <a:sym typeface="Wingdings"/>
              </a:rPr>
              <a:t>【</a:t>
            </a:r>
            <a:r>
              <a:rPr kumimoji="0" lang="zh-CN" altLang="en-US" sz="2200" b="1" i="0" u="none" strike="noStrike" kern="1200" cap="none" spc="0" normalizeH="0" baseline="0" noProof="0">
                <a:ln w="9525" cap="flat" cmpd="sng" algn="ctr">
                  <a:noFill/>
                  <a:prstDash val="solid"/>
                  <a:round/>
                  <a:headEnd type="none" w="med" len="med"/>
                  <a:tailEnd type="none" w="med" len="med"/>
                </a:ln>
                <a:solidFill>
                  <a:srgbClr val="002060"/>
                </a:solidFill>
                <a:effectLst/>
                <a:uLnTx/>
                <a:uFillTx/>
                <a:ea typeface="微软雅黑"/>
                <a:cs typeface="+mn-cs"/>
                <a:sym typeface="Wingdings"/>
              </a:rPr>
              <a:t>例题</a:t>
            </a:r>
            <a:r>
              <a:rPr kumimoji="0" lang="en-US" altLang="zh-CN" sz="2200" b="1" i="0" u="none" strike="noStrike" kern="1200" cap="none" spc="0" normalizeH="0" baseline="0" noProof="0">
                <a:ln w="9525" cap="flat" cmpd="sng" algn="ctr">
                  <a:noFill/>
                  <a:prstDash val="solid"/>
                  <a:round/>
                  <a:headEnd type="none" w="med" len="med"/>
                  <a:tailEnd type="none" w="med" len="med"/>
                </a:ln>
                <a:solidFill>
                  <a:srgbClr val="002060"/>
                </a:solidFill>
                <a:effectLst/>
                <a:uLnTx/>
                <a:uFillTx/>
                <a:ea typeface="微软雅黑"/>
                <a:cs typeface="+mn-cs"/>
                <a:sym typeface="Wingdings"/>
              </a:rPr>
              <a:t>3】</a:t>
            </a:r>
            <a:r>
              <a:rPr kumimoji="0" lang="zh-CN" altLang="en-US" sz="2200" b="0" i="0" u="none" strike="noStrike" kern="0" cap="none" spc="0" normalizeH="0" baseline="0" noProof="0">
                <a:ln>
                  <a:noFill/>
                </a:ln>
                <a:solidFill>
                  <a:srgbClr val="002060"/>
                </a:solidFill>
                <a:effectLst/>
                <a:uLnTx/>
                <a:uFillTx/>
                <a:ea typeface="微软雅黑"/>
                <a:cs typeface="+mn-cs"/>
              </a:rPr>
              <a:t>某同学从滑梯上匀速下滑，滑梯对该同学作用力</a:t>
            </a:r>
            <a:r>
              <a:rPr kumimoji="0" lang="en-US" altLang="zh-CN" sz="2200" b="0" i="1" u="none" strike="noStrike" kern="0" cap="none" spc="0" normalizeH="0" baseline="0" noProof="0">
                <a:ln>
                  <a:noFill/>
                </a:ln>
                <a:solidFill>
                  <a:srgbClr val="002060"/>
                </a:solidFill>
                <a:effectLst/>
                <a:uLnTx/>
                <a:uFillTx/>
                <a:ea typeface="微软雅黑"/>
                <a:cs typeface="+mn-cs"/>
              </a:rPr>
              <a:t>F</a:t>
            </a:r>
            <a:r>
              <a:rPr kumimoji="0" lang="zh-CN" altLang="en-US" sz="2200" b="0" i="0" u="none" strike="noStrike" kern="0" cap="none" spc="0" normalizeH="0" baseline="0" noProof="0">
                <a:ln>
                  <a:noFill/>
                </a:ln>
                <a:solidFill>
                  <a:srgbClr val="002060"/>
                </a:solidFill>
                <a:effectLst/>
                <a:uLnTx/>
                <a:uFillTx/>
                <a:ea typeface="微软雅黑"/>
                <a:cs typeface="+mn-cs"/>
              </a:rPr>
              <a:t>的方向是</a:t>
            </a:r>
            <a:r>
              <a:rPr lang="zh-CN" altLang="en-US" sz="2200" kern="0">
                <a:solidFill>
                  <a:srgbClr val="002060"/>
                </a:solidFill>
                <a:ea typeface="微软雅黑"/>
              </a:rPr>
              <a:t>（</a:t>
            </a:r>
            <a:r>
              <a:rPr kumimoji="0" lang="zh-CN" altLang="en-US" sz="2200" b="0" i="0" u="none" strike="noStrike" kern="0" cap="none" spc="0" normalizeH="0" baseline="0" noProof="0">
                <a:ln>
                  <a:noFill/>
                </a:ln>
                <a:solidFill>
                  <a:srgbClr val="002060"/>
                </a:solidFill>
                <a:effectLst/>
                <a:uLnTx/>
                <a:uFillTx/>
                <a:ea typeface="微软雅黑"/>
                <a:cs typeface="+mn-cs"/>
              </a:rPr>
              <a:t>用方框代表该同学）（        ）</a:t>
            </a:r>
          </a:p>
        </p:txBody>
      </p:sp>
      <p:sp>
        <p:nvSpPr>
          <p:cNvPr id="12" name="文本框 11">
            <a:extLst>
              <a:ext uri="{FF2B5EF4-FFF2-40B4-BE49-F238E27FC236}">
                <a16:creationId xmlns:a16="http://schemas.microsoft.com/office/drawing/2014/main" id="{4DC18189-1FBE-E030-E81B-64EEDC0877AC}"/>
              </a:ext>
            </a:extLst>
          </p:cNvPr>
          <p:cNvSpPr txBox="1"/>
          <p:nvPr>
            <p:custDataLst>
              <p:tags r:id="rId2"/>
            </p:custDataLst>
          </p:nvPr>
        </p:nvSpPr>
        <p:spPr>
          <a:xfrm>
            <a:off x="6049010" y="979800"/>
            <a:ext cx="852717" cy="430887"/>
          </a:xfrm>
          <a:prstGeom prst="rect">
            <a:avLst/>
          </a:prstGeom>
          <a:noFill/>
        </p:spPr>
        <p:txBody>
          <a:bodyPr wrap="square">
            <a:spAutoFit/>
          </a:bodyPr>
          <a:lstStyle/>
          <a:p>
            <a:r>
              <a:rPr kumimoji="0" lang="zh-CN" altLang="en-US" sz="2200" b="0" i="0" u="none" strike="noStrike" kern="0" cap="none" spc="0" normalizeH="0" baseline="0" noProof="0">
                <a:ln>
                  <a:noFill/>
                </a:ln>
                <a:solidFill>
                  <a:srgbClr val="FF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200" b="0" i="0" u="none" strike="noStrike" kern="0" cap="none" spc="0" normalizeH="0" baseline="0" noProof="0">
                <a:ln>
                  <a:noFill/>
                </a:ln>
                <a:solidFill>
                  <a:srgbClr val="FF0000"/>
                </a:solidFill>
                <a:effectLst/>
                <a:uLnTx/>
                <a:uFillTx/>
                <a:latin typeface="Times New Roman" panose="02020603050405020304" pitchFamily="18" charset="0"/>
                <a:ea typeface="微软雅黑"/>
                <a:cs typeface="Times New Roman" panose="02020603050405020304" pitchFamily="18" charset="0"/>
              </a:rPr>
              <a:t>A</a:t>
            </a:r>
            <a:endParaRPr lang="zh-CN" altLang="en-US" sz="2200">
              <a:solidFill>
                <a:srgbClr val="FF0000"/>
              </a:solidFill>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49CF37E-6897-DD3A-13FE-D9B9359C4201}"/>
              </a:ext>
            </a:extLst>
          </p:cNvPr>
          <p:cNvSpPr txBox="1"/>
          <p:nvPr>
            <p:custDataLst>
              <p:tags r:id="rId3"/>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grpSp>
        <p:nvGrpSpPr>
          <p:cNvPr id="16" name="组合 15">
            <a:extLst>
              <a:ext uri="{FF2B5EF4-FFF2-40B4-BE49-F238E27FC236}">
                <a16:creationId xmlns:a16="http://schemas.microsoft.com/office/drawing/2014/main" id="{C96584AD-AE58-C29D-0AE0-5A74A6B30916}"/>
              </a:ext>
            </a:extLst>
          </p:cNvPr>
          <p:cNvGrpSpPr/>
          <p:nvPr>
            <p:custDataLst>
              <p:tags r:id="rId4"/>
            </p:custDataLst>
          </p:nvPr>
        </p:nvGrpSpPr>
        <p:grpSpPr>
          <a:xfrm>
            <a:off x="704251" y="1392851"/>
            <a:ext cx="6623265" cy="1335123"/>
            <a:chOff x="637749" y="1692098"/>
            <a:chExt cx="6623265" cy="1335123"/>
          </a:xfrm>
        </p:grpSpPr>
        <p:pic>
          <p:nvPicPr>
            <p:cNvPr id="10" name="图片 9">
              <a:extLst>
                <a:ext uri="{FF2B5EF4-FFF2-40B4-BE49-F238E27FC236}">
                  <a16:creationId xmlns:a16="http://schemas.microsoft.com/office/drawing/2014/main" id="{EE095157-27B1-D654-260B-34058EF5A204}"/>
                </a:ext>
              </a:extLst>
            </p:cNvPr>
            <p:cNvPicPr>
              <a:picLocks noChangeAspect="1"/>
            </p:cNvPicPr>
            <p:nvPr>
              <p:custDataLst>
                <p:tags r:id="rId12"/>
              </p:custDataLst>
            </p:nvPr>
          </p:nvPicPr>
          <p:blipFill>
            <a:blip r:embed="rId15">
              <a:extLst>
                <a:ext uri="{BEBA8EAE-BF5A-486C-A8C5-ECC9F3942E4B}">
                  <a14:imgProps xmlns:a14="http://schemas.microsoft.com/office/drawing/2010/main">
                    <a14:imgLayer r:embed="rId16">
                      <a14:imgEffect>
                        <a14:saturation sat="66000"/>
                      </a14:imgEffect>
                      <a14:imgEffect>
                        <a14:brightnessContrast bright="20000" contrast="-40000"/>
                      </a14:imgEffect>
                    </a14:imgLayer>
                  </a14:imgProps>
                </a:ext>
                <a:ext uri="{28A0092B-C50C-407E-A947-70E740481C1C}">
                  <a14:useLocalDpi xmlns:a14="http://schemas.microsoft.com/office/drawing/2010/main" val="0"/>
                </a:ext>
              </a:extLst>
            </a:blip>
            <a:srcRect t="44798"/>
            <a:stretch>
              <a:fillRect/>
            </a:stretch>
          </p:blipFill>
          <p:spPr>
            <a:xfrm>
              <a:off x="637749" y="1728788"/>
              <a:ext cx="3134997" cy="1298433"/>
            </a:xfrm>
            <a:prstGeom prst="rect">
              <a:avLst/>
            </a:prstGeom>
          </p:spPr>
        </p:pic>
        <p:pic>
          <p:nvPicPr>
            <p:cNvPr id="13" name="图片 12">
              <a:extLst>
                <a:ext uri="{FF2B5EF4-FFF2-40B4-BE49-F238E27FC236}">
                  <a16:creationId xmlns:a16="http://schemas.microsoft.com/office/drawing/2014/main" id="{33021D58-6AAB-9C39-8444-1C7F0AC4B129}"/>
                </a:ext>
              </a:extLst>
            </p:cNvPr>
            <p:cNvPicPr>
              <a:picLocks noChangeAspect="1"/>
            </p:cNvPicPr>
            <p:nvPr>
              <p:custDataLst>
                <p:tags r:id="rId13"/>
              </p:custDataLst>
            </p:nvPr>
          </p:nvPicPr>
          <p:blipFill>
            <a:blip r:embed="rId17">
              <a:extLst>
                <a:ext uri="{BEBA8EAE-BF5A-486C-A8C5-ECC9F3942E4B}">
                  <a14:imgProps xmlns:a14="http://schemas.microsoft.com/office/drawing/2010/main">
                    <a14:imgLayer r:embed="rId18">
                      <a14:imgEffect>
                        <a14:colorTemperature colorTemp="59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3995298" y="1692098"/>
              <a:ext cx="3265716" cy="1254571"/>
            </a:xfrm>
            <a:prstGeom prst="rect">
              <a:avLst/>
            </a:prstGeom>
          </p:spPr>
        </p:pic>
      </p:grpSp>
      <p:grpSp>
        <p:nvGrpSpPr>
          <p:cNvPr id="18" name="组合 17">
            <a:extLst>
              <a:ext uri="{FF2B5EF4-FFF2-40B4-BE49-F238E27FC236}">
                <a16:creationId xmlns:a16="http://schemas.microsoft.com/office/drawing/2014/main" id="{E4DC6F05-E94C-AC65-C032-B2CB458DDCC1}"/>
              </a:ext>
            </a:extLst>
          </p:cNvPr>
          <p:cNvGrpSpPr/>
          <p:nvPr>
            <p:custDataLst>
              <p:tags r:id="rId5"/>
            </p:custDataLst>
          </p:nvPr>
        </p:nvGrpSpPr>
        <p:grpSpPr>
          <a:xfrm>
            <a:off x="83820" y="2647422"/>
            <a:ext cx="8986851" cy="2339145"/>
            <a:chOff x="276531" y="2821066"/>
            <a:chExt cx="8794140" cy="2165501"/>
          </a:xfrm>
        </p:grpSpPr>
        <p:sp>
          <p:nvSpPr>
            <p:cNvPr id="20" name="矩形 37">
              <a:extLst>
                <a:ext uri="{FF2B5EF4-FFF2-40B4-BE49-F238E27FC236}">
                  <a16:creationId xmlns:a16="http://schemas.microsoft.com/office/drawing/2014/main" id="{23C26C80-0041-C966-A8E5-5BE3AA68BEA3}"/>
                </a:ext>
              </a:extLst>
            </p:cNvPr>
            <p:cNvSpPr>
              <a:spLocks noChangeArrowheads="1"/>
            </p:cNvSpPr>
            <p:nvPr>
              <p:custDataLst>
                <p:tags r:id="rId10"/>
              </p:custDataLst>
            </p:nvPr>
          </p:nvSpPr>
          <p:spPr bwMode="auto">
            <a:xfrm>
              <a:off x="276531" y="2821066"/>
              <a:ext cx="8794140" cy="2165501"/>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23" name="图片 22">
              <a:extLst>
                <a:ext uri="{FF2B5EF4-FFF2-40B4-BE49-F238E27FC236}">
                  <a16:creationId xmlns:a16="http://schemas.microsoft.com/office/drawing/2014/main" id="{7FCCC4B3-AFE7-0FFF-A1B8-8BC6EEF809EB}"/>
                </a:ext>
              </a:extLst>
            </p:cNvPr>
            <p:cNvPicPr>
              <a:picLocks noChangeAspect="1"/>
            </p:cNvPicPr>
            <p:nvPr>
              <p:custDataLst>
                <p:tags r:id="rId11"/>
              </p:custDataLst>
            </p:nvPr>
          </p:nvPicPr>
          <p:blipFill>
            <a:blip r:embed="rId19"/>
            <a:srcRect l="16093" t="19040" r="16095" b="25092"/>
            <a:stretch>
              <a:fillRect/>
            </a:stretch>
          </p:blipFill>
          <p:spPr>
            <a:xfrm>
              <a:off x="308410" y="2851537"/>
              <a:ext cx="919971" cy="371724"/>
            </a:xfrm>
            <a:prstGeom prst="rect">
              <a:avLst/>
            </a:prstGeom>
          </p:spPr>
        </p:pic>
      </p:grpSp>
      <p:sp>
        <p:nvSpPr>
          <p:cNvPr id="24" name="文本框 23">
            <a:extLst>
              <a:ext uri="{FF2B5EF4-FFF2-40B4-BE49-F238E27FC236}">
                <a16:creationId xmlns:a16="http://schemas.microsoft.com/office/drawing/2014/main" id="{A24B6523-CA23-61F8-3FB2-04ACBD58D17A}"/>
              </a:ext>
            </a:extLst>
          </p:cNvPr>
          <p:cNvSpPr txBox="1"/>
          <p:nvPr>
            <p:custDataLst>
              <p:tags r:id="rId6"/>
            </p:custDataLst>
          </p:nvPr>
        </p:nvSpPr>
        <p:spPr>
          <a:xfrm>
            <a:off x="331893" y="2848730"/>
            <a:ext cx="8501876" cy="1852687"/>
          </a:xfrm>
          <a:prstGeom prst="rect">
            <a:avLst/>
          </a:prstGeom>
          <a:noFill/>
        </p:spPr>
        <p:txBody>
          <a:bodyPr wrap="square">
            <a:spAutoFit/>
          </a:bodyPr>
          <a:lstStyle/>
          <a:p>
            <a:pPr lvl="0" indent="457200">
              <a:lnSpc>
                <a:spcPts val="2800"/>
              </a:lnSpc>
              <a:defRPr/>
            </a:pPr>
            <a:r>
              <a:rPr lang="zh-CN" altLang="en-US" sz="1800" kern="0">
                <a:solidFill>
                  <a:schemeClr val="bg1"/>
                </a:solidFill>
                <a:latin typeface="Times New Roman" panose="02020603050405020304" pitchFamily="18" charset="0"/>
                <a:cs typeface="Times New Roman" panose="02020603050405020304" pitchFamily="18" charset="0"/>
              </a:rPr>
              <a:t>    因为该同学从滑梯上匀速下滑，所以该同学受力平衡。对该同学施力的物体只有地球和滑梯，地球施加的重力</a:t>
            </a:r>
            <a:r>
              <a:rPr lang="en-US" altLang="zh-CN" sz="1800" i="1" kern="0">
                <a:solidFill>
                  <a:schemeClr val="bg1"/>
                </a:solidFill>
                <a:latin typeface="Times New Roman" panose="02020603050405020304" pitchFamily="18" charset="0"/>
                <a:cs typeface="Times New Roman" panose="02020603050405020304" pitchFamily="18" charset="0"/>
              </a:rPr>
              <a:t>G</a:t>
            </a:r>
            <a:r>
              <a:rPr lang="zh-CN" altLang="en-US" sz="1800" kern="0">
                <a:solidFill>
                  <a:schemeClr val="bg1"/>
                </a:solidFill>
                <a:latin typeface="Times New Roman" panose="02020603050405020304" pitchFamily="18" charset="0"/>
                <a:cs typeface="Times New Roman" panose="02020603050405020304" pitchFamily="18" charset="0"/>
              </a:rPr>
              <a:t>的方向竖直向下，据二力平衡的条件可知，滑梯施加的作用力</a:t>
            </a:r>
            <a:r>
              <a:rPr lang="en-US" altLang="zh-CN" sz="1800" i="1" kern="0">
                <a:solidFill>
                  <a:schemeClr val="bg1"/>
                </a:solidFill>
                <a:latin typeface="Times New Roman" panose="02020603050405020304" pitchFamily="18" charset="0"/>
                <a:cs typeface="Times New Roman" panose="02020603050405020304" pitchFamily="18" charset="0"/>
              </a:rPr>
              <a:t>F</a:t>
            </a:r>
            <a:r>
              <a:rPr lang="zh-CN" altLang="en-US" sz="1800" kern="0">
                <a:solidFill>
                  <a:schemeClr val="bg1"/>
                </a:solidFill>
                <a:latin typeface="Times New Roman" panose="02020603050405020304" pitchFamily="18" charset="0"/>
                <a:cs typeface="Times New Roman" panose="02020603050405020304" pitchFamily="18" charset="0"/>
              </a:rPr>
              <a:t>的方向竖直向上</a:t>
            </a:r>
            <a:r>
              <a:rPr lang="en-US" altLang="zh-CN" sz="1800" kern="0">
                <a:solidFill>
                  <a:schemeClr val="bg1"/>
                </a:solidFill>
                <a:latin typeface="Times New Roman" panose="02020603050405020304" pitchFamily="18" charset="0"/>
                <a:cs typeface="Times New Roman" panose="02020603050405020304" pitchFamily="18" charset="0"/>
              </a:rPr>
              <a:t>.</a:t>
            </a:r>
          </a:p>
          <a:p>
            <a:pPr lvl="0" indent="457200">
              <a:lnSpc>
                <a:spcPts val="2800"/>
              </a:lnSpc>
              <a:defRPr/>
            </a:pPr>
            <a:r>
              <a:rPr lang="zh-CN" altLang="en-US" sz="1800" kern="0">
                <a:solidFill>
                  <a:srgbClr val="FFFF00"/>
                </a:solidFill>
                <a:latin typeface="Times New Roman" panose="02020603050405020304" pitchFamily="18" charset="0"/>
                <a:cs typeface="Times New Roman" panose="02020603050405020304" pitchFamily="18" charset="0"/>
              </a:rPr>
              <a:t>点评：滑梯对该同学施加了两个力：垂直于滑梯向上的支持力</a:t>
            </a:r>
            <a:r>
              <a:rPr lang="en-US" altLang="zh-CN" sz="1800" i="1" kern="0">
                <a:solidFill>
                  <a:srgbClr val="FFFF00"/>
                </a:solidFill>
                <a:latin typeface="Times New Roman" panose="02020603050405020304" pitchFamily="18" charset="0"/>
                <a:cs typeface="Times New Roman" panose="02020603050405020304" pitchFamily="18" charset="0"/>
              </a:rPr>
              <a:t>F</a:t>
            </a:r>
            <a:r>
              <a:rPr lang="zh-CN" altLang="en-US" sz="1800" kern="0" baseline="-25000">
                <a:solidFill>
                  <a:srgbClr val="FFFF00"/>
                </a:solidFill>
                <a:latin typeface="Times New Roman" panose="02020603050405020304" pitchFamily="18" charset="0"/>
                <a:cs typeface="Times New Roman" panose="02020603050405020304" pitchFamily="18" charset="0"/>
              </a:rPr>
              <a:t>支</a:t>
            </a:r>
            <a:r>
              <a:rPr lang="zh-CN" altLang="en-US" sz="1800" kern="0">
                <a:solidFill>
                  <a:srgbClr val="FFFF00"/>
                </a:solidFill>
                <a:latin typeface="Times New Roman" panose="02020603050405020304" pitchFamily="18" charset="0"/>
                <a:cs typeface="Times New Roman" panose="02020603050405020304" pitchFamily="18" charset="0"/>
              </a:rPr>
              <a:t>和平行于滑梯向上的滑动摩擦力</a:t>
            </a:r>
            <a:r>
              <a:rPr lang="en-US" altLang="zh-CN" sz="1800" i="1" kern="0">
                <a:solidFill>
                  <a:srgbClr val="FFFF00"/>
                </a:solidFill>
                <a:latin typeface="Times New Roman" panose="02020603050405020304" pitchFamily="18" charset="0"/>
                <a:cs typeface="Times New Roman" panose="02020603050405020304" pitchFamily="18" charset="0"/>
              </a:rPr>
              <a:t>f</a:t>
            </a:r>
            <a:r>
              <a:rPr lang="zh-CN" altLang="en-US" sz="1800" kern="0">
                <a:solidFill>
                  <a:srgbClr val="FFFF00"/>
                </a:solidFill>
                <a:latin typeface="Times New Roman" panose="02020603050405020304" pitchFamily="18" charset="0"/>
                <a:cs typeface="Times New Roman" panose="02020603050405020304" pitchFamily="18" charset="0"/>
              </a:rPr>
              <a:t>，滑梯对该同学的作用力</a:t>
            </a:r>
            <a:r>
              <a:rPr lang="en-US" altLang="zh-CN" sz="1800" i="1" kern="0">
                <a:solidFill>
                  <a:srgbClr val="FFFF00"/>
                </a:solidFill>
                <a:latin typeface="Times New Roman" panose="02020603050405020304" pitchFamily="18" charset="0"/>
                <a:cs typeface="Times New Roman" panose="02020603050405020304" pitchFamily="18" charset="0"/>
              </a:rPr>
              <a:t>F</a:t>
            </a:r>
            <a:r>
              <a:rPr lang="zh-CN" altLang="en-US" sz="1800" kern="0">
                <a:solidFill>
                  <a:srgbClr val="FFFF00"/>
                </a:solidFill>
                <a:latin typeface="Times New Roman" panose="02020603050405020304" pitchFamily="18" charset="0"/>
                <a:cs typeface="Times New Roman" panose="02020603050405020304" pitchFamily="18" charset="0"/>
              </a:rPr>
              <a:t>是</a:t>
            </a:r>
            <a:r>
              <a:rPr lang="en-US" altLang="zh-CN" sz="1800" i="1" kern="0">
                <a:solidFill>
                  <a:srgbClr val="FFFF00"/>
                </a:solidFill>
                <a:latin typeface="Times New Roman" panose="02020603050405020304" pitchFamily="18" charset="0"/>
                <a:cs typeface="Times New Roman" panose="02020603050405020304" pitchFamily="18" charset="0"/>
              </a:rPr>
              <a:t>F</a:t>
            </a:r>
            <a:r>
              <a:rPr lang="zh-CN" altLang="en-US" sz="1800" kern="0" baseline="-25000">
                <a:solidFill>
                  <a:srgbClr val="FFFF00"/>
                </a:solidFill>
                <a:latin typeface="Times New Roman" panose="02020603050405020304" pitchFamily="18" charset="0"/>
                <a:cs typeface="Times New Roman" panose="02020603050405020304" pitchFamily="18" charset="0"/>
              </a:rPr>
              <a:t>支</a:t>
            </a:r>
            <a:r>
              <a:rPr lang="zh-CN" altLang="en-US" sz="1800" kern="0">
                <a:solidFill>
                  <a:srgbClr val="FFFF00"/>
                </a:solidFill>
                <a:latin typeface="Times New Roman" panose="02020603050405020304" pitchFamily="18" charset="0"/>
                <a:cs typeface="Times New Roman" panose="02020603050405020304" pitchFamily="18" charset="0"/>
              </a:rPr>
              <a:t>和</a:t>
            </a:r>
            <a:r>
              <a:rPr lang="en-US" altLang="zh-CN" sz="1800" i="1" kern="0">
                <a:solidFill>
                  <a:srgbClr val="FFFF00"/>
                </a:solidFill>
                <a:latin typeface="Times New Roman" panose="02020603050405020304" pitchFamily="18" charset="0"/>
                <a:cs typeface="Times New Roman" panose="02020603050405020304" pitchFamily="18" charset="0"/>
              </a:rPr>
              <a:t>f</a:t>
            </a:r>
            <a:r>
              <a:rPr lang="zh-CN" altLang="en-US" sz="1800" kern="0">
                <a:solidFill>
                  <a:srgbClr val="FFFF00"/>
                </a:solidFill>
                <a:latin typeface="Times New Roman" panose="02020603050405020304" pitchFamily="18" charset="0"/>
                <a:cs typeface="Times New Roman" panose="02020603050405020304" pitchFamily="18" charset="0"/>
              </a:rPr>
              <a:t>这两个力的合力。</a:t>
            </a:r>
          </a:p>
        </p:txBody>
      </p:sp>
      <p:sp>
        <p:nvSpPr>
          <p:cNvPr id="26" name="文本框 25">
            <a:extLst>
              <a:ext uri="{FF2B5EF4-FFF2-40B4-BE49-F238E27FC236}">
                <a16:creationId xmlns:a16="http://schemas.microsoft.com/office/drawing/2014/main" id="{99C2457D-F6BE-2662-E04E-C9D5104310EA}"/>
              </a:ext>
            </a:extLst>
          </p:cNvPr>
          <p:cNvSpPr txBox="1"/>
          <p:nvPr>
            <p:custDataLst>
              <p:tags r:id="rId7"/>
            </p:custDataLst>
          </p:nvPr>
        </p:nvSpPr>
        <p:spPr>
          <a:xfrm>
            <a:off x="7114994" y="3510404"/>
            <a:ext cx="1823256" cy="483209"/>
          </a:xfrm>
          <a:prstGeom prst="rect">
            <a:avLst/>
          </a:prstGeom>
          <a:noFill/>
        </p:spPr>
        <p:txBody>
          <a:bodyPr wrap="square">
            <a:spAutoFit/>
          </a:bodyPr>
          <a:lstStyle/>
          <a:p>
            <a:pPr marL="0" marR="0" lvl="0" indent="457200" algn="l" defTabSz="685160" rtl="0" eaLnBrk="1" fontAlgn="auto" latinLnBrk="0" hangingPunct="1">
              <a:lnSpc>
                <a:spcPts val="3400"/>
              </a:lnSpc>
              <a:spcBef>
                <a:spcPct val="0"/>
              </a:spcBef>
              <a:spcAft>
                <a:spcPct val="0"/>
              </a:spcAft>
              <a:buClrTx/>
              <a:buSzTx/>
              <a:buFontTx/>
              <a:buNone/>
              <a:defRPr/>
            </a:pPr>
            <a:r>
              <a:rPr kumimoji="0" lang="zh-CN" altLang="en-US" sz="2000" b="1" i="0" u="none" strike="noStrike" kern="0" cap="none" spc="0" normalizeH="0" baseline="0" noProof="0">
                <a:ln>
                  <a:noFill/>
                </a:ln>
                <a:solidFill>
                  <a:srgbClr val="FFC000"/>
                </a:solidFill>
                <a:effectLst/>
                <a:uLnTx/>
                <a:uFillTx/>
                <a:latin typeface="Times New Roman" panose="02020603050405020304" pitchFamily="18" charset="0"/>
                <a:ea typeface="微软雅黑"/>
                <a:cs typeface="Times New Roman" panose="02020603050405020304" pitchFamily="18" charset="0"/>
              </a:rPr>
              <a:t>所以选</a:t>
            </a:r>
            <a:r>
              <a:rPr kumimoji="0" lang="en-US" altLang="zh-CN" sz="2000" b="1" i="0" u="none" strike="noStrike" kern="0" cap="none" spc="0" normalizeH="0" baseline="0" noProof="0">
                <a:ln>
                  <a:noFill/>
                </a:ln>
                <a:solidFill>
                  <a:srgbClr val="FFC000"/>
                </a:solidFill>
                <a:effectLst/>
                <a:uLnTx/>
                <a:uFillTx/>
                <a:latin typeface="Times New Roman" panose="02020603050405020304" pitchFamily="18" charset="0"/>
                <a:ea typeface="微软雅黑"/>
                <a:cs typeface="Times New Roman" panose="02020603050405020304" pitchFamily="18" charset="0"/>
              </a:rPr>
              <a:t>A.</a:t>
            </a:r>
          </a:p>
        </p:txBody>
      </p:sp>
      <p:pic>
        <p:nvPicPr>
          <p:cNvPr id="27" name="图片 26">
            <a:extLst>
              <a:ext uri="{FF2B5EF4-FFF2-40B4-BE49-F238E27FC236}">
                <a16:creationId xmlns:a16="http://schemas.microsoft.com/office/drawing/2014/main" id="{820D41A9-BE1C-FCDA-BFA4-933598F6D6C1}"/>
              </a:ext>
            </a:extLst>
          </p:cNvPr>
          <p:cNvPicPr>
            <a:picLocks noChangeAspect="1"/>
          </p:cNvPicPr>
          <p:nvPr>
            <p:custDataLst>
              <p:tags r:id="rId8"/>
            </p:custDataLst>
          </p:nvPr>
        </p:nvPicPr>
        <p:blipFill>
          <a:blip r:embed="rId20"/>
          <a:srcRect t="8837" r="14175" b="24249"/>
          <a:stretch>
            <a:fillRect/>
          </a:stretch>
        </p:blipFill>
        <p:spPr>
          <a:xfrm>
            <a:off x="435879" y="57836"/>
            <a:ext cx="1281918" cy="358987"/>
          </a:xfrm>
          <a:prstGeom prst="rect">
            <a:avLst/>
          </a:prstGeom>
        </p:spPr>
      </p:pic>
      <p:pic>
        <p:nvPicPr>
          <p:cNvPr id="29" name="图片 28">
            <a:extLst>
              <a:ext uri="{FF2B5EF4-FFF2-40B4-BE49-F238E27FC236}">
                <a16:creationId xmlns:a16="http://schemas.microsoft.com/office/drawing/2014/main" id="{3BF652C3-B061-55AB-AEEA-903FC1A385C8}"/>
              </a:ext>
            </a:extLst>
          </p:cNvPr>
          <p:cNvPicPr>
            <a:picLocks noChangeAspect="1"/>
          </p:cNvPicPr>
          <p:nvPr>
            <p:custDataLst>
              <p:tags r:id="rId9"/>
            </p:custDataLst>
          </p:nvPr>
        </p:nvPicPr>
        <p:blipFill>
          <a:blip r:embed="rId21"/>
          <a:stretch>
            <a:fillRect/>
          </a:stretch>
        </p:blipFill>
        <p:spPr>
          <a:xfrm>
            <a:off x="7313838" y="656103"/>
            <a:ext cx="1539580" cy="1199673"/>
          </a:xfrm>
          <a:prstGeom prst="rect">
            <a:avLst/>
          </a:prstGeom>
        </p:spPr>
      </p:pic>
    </p:spTree>
    <p:extLst>
      <p:ext uri="{BB962C8B-B14F-4D97-AF65-F5344CB8AC3E}">
        <p14:creationId xmlns:p14="http://schemas.microsoft.com/office/powerpoint/2010/main" val="28982335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
                                            <p:txEl>
                                              <p:pRg st="0" end="0"/>
                                            </p:txEl>
                                          </p:spTgt>
                                        </p:tgtEl>
                                        <p:attrNameLst>
                                          <p:attrName>style.visibility</p:attrName>
                                        </p:attrNameLst>
                                      </p:cBhvr>
                                      <p:to>
                                        <p:strVal val="visible"/>
                                      </p:to>
                                    </p:set>
                                    <p:animEffect transition="in" filter="blinds(horizontal)">
                                      <p:cBhvr>
                                        <p:cTn id="12" dur="500"/>
                                        <p:tgtEl>
                                          <p:spTgt spid="24">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
                                            <p:txEl>
                                              <p:pRg st="1" end="1"/>
                                            </p:txEl>
                                          </p:spTgt>
                                        </p:tgtEl>
                                        <p:attrNameLst>
                                          <p:attrName>style.visibility</p:attrName>
                                        </p:attrNameLst>
                                      </p:cBhvr>
                                      <p:to>
                                        <p:strVal val="visible"/>
                                      </p:to>
                                    </p:set>
                                    <p:animEffect transition="in" filter="blinds(horizontal)">
                                      <p:cBhvr>
                                        <p:cTn id="17" dur="500"/>
                                        <p:tgtEl>
                                          <p:spTgt spid="24">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 calcmode="lin" valueType="num">
                                      <p:cBhvr>
                                        <p:cTn id="24" dur="500" fill="hold"/>
                                        <p:tgtEl>
                                          <p:spTgt spid="12"/>
                                        </p:tgtEl>
                                        <p:attrNameLst>
                                          <p:attrName>style.rotation</p:attrName>
                                        </p:attrNameLst>
                                      </p:cBhvr>
                                      <p:tavLst>
                                        <p:tav tm="0">
                                          <p:val>
                                            <p:fltVal val="90"/>
                                          </p:val>
                                        </p:tav>
                                        <p:tav tm="100000">
                                          <p:val>
                                            <p:fltVal val="0"/>
                                          </p:val>
                                        </p:tav>
                                      </p:tavLst>
                                    </p:anim>
                                    <p:animEffect transition="in" filter="fade">
                                      <p:cBhvr>
                                        <p:cTn id="25" dur="500"/>
                                        <p:tgtEl>
                                          <p:spTgt spid="12"/>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barn(inVertical)">
                                      <p:cBhvr>
                                        <p:cTn id="2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C6A27EB-D4B4-46B8-9CC0-1308AFDF1E7A}"/>
              </a:ext>
            </a:extLst>
          </p:cNvPr>
          <p:cNvSpPr txBox="1"/>
          <p:nvPr>
            <p:custDataLst>
              <p:tags r:id="rId1"/>
            </p:custDataLst>
          </p:nvPr>
        </p:nvSpPr>
        <p:spPr>
          <a:xfrm>
            <a:off x="468676" y="529869"/>
            <a:ext cx="8160552" cy="3102388"/>
          </a:xfrm>
          <a:prstGeom prst="rect">
            <a:avLst/>
          </a:prstGeom>
          <a:noFill/>
        </p:spPr>
        <p:txBody>
          <a:bodyPr wrap="square">
            <a:spAutoFit/>
          </a:bodyPr>
          <a:lstStyle/>
          <a:p>
            <a:pPr marL="0" marR="0" lvl="0" indent="432000" algn="l" defTabSz="685160" rtl="0" eaLnBrk="0" fontAlgn="auto" latinLnBrk="1" hangingPunct="0">
              <a:lnSpc>
                <a:spcPts val="3400"/>
              </a:lnSpc>
              <a:spcBef>
                <a:spcPct val="0"/>
              </a:spcBef>
              <a:spcAft>
                <a:spcPct val="0"/>
              </a:spcAft>
              <a:buClrTx/>
              <a:buSzTx/>
              <a:buFontTx/>
              <a:buNone/>
              <a:defRPr/>
            </a:pPr>
            <a:r>
              <a:rPr kumimoji="0" lang="en-US" altLang="zh-CN" sz="2200" b="1" i="0" u="none" strike="noStrike" kern="1200" cap="none" spc="0" normalizeH="0" baseline="0" noProof="0">
                <a:ln w="9525" cap="flat" cmpd="sng" algn="ctr">
                  <a:noFill/>
                  <a:prstDash val="solid"/>
                  <a:round/>
                  <a:headEnd type="none" w="med" len="med"/>
                  <a:tailEnd type="none" w="med" len="med"/>
                </a:ln>
                <a:solidFill>
                  <a:srgbClr val="002060"/>
                </a:solidFill>
                <a:effectLst/>
                <a:uLnTx/>
                <a:uFillTx/>
                <a:ea typeface="微软雅黑"/>
                <a:cs typeface="+mn-cs"/>
                <a:sym typeface="Wingdings"/>
              </a:rPr>
              <a:t>【</a:t>
            </a:r>
            <a:r>
              <a:rPr kumimoji="0" lang="zh-CN" altLang="en-US" sz="2200" b="1" i="0" u="none" strike="noStrike" kern="1200" cap="none" spc="0" normalizeH="0" baseline="0" noProof="0">
                <a:ln w="9525" cap="flat" cmpd="sng" algn="ctr">
                  <a:noFill/>
                  <a:prstDash val="solid"/>
                  <a:round/>
                  <a:headEnd type="none" w="med" len="med"/>
                  <a:tailEnd type="none" w="med" len="med"/>
                </a:ln>
                <a:solidFill>
                  <a:srgbClr val="002060"/>
                </a:solidFill>
                <a:effectLst/>
                <a:uLnTx/>
                <a:uFillTx/>
                <a:ea typeface="微软雅黑"/>
                <a:cs typeface="+mn-cs"/>
                <a:sym typeface="Wingdings"/>
              </a:rPr>
              <a:t>例题</a:t>
            </a:r>
            <a:r>
              <a:rPr kumimoji="0" lang="en-US" altLang="zh-CN" sz="2200" b="1" i="0" u="none" strike="noStrike" kern="1200" cap="none" spc="0" normalizeH="0" baseline="0" noProof="0">
                <a:ln w="9525" cap="flat" cmpd="sng" algn="ctr">
                  <a:noFill/>
                  <a:prstDash val="solid"/>
                  <a:round/>
                  <a:headEnd type="none" w="med" len="med"/>
                  <a:tailEnd type="none" w="med" len="med"/>
                </a:ln>
                <a:solidFill>
                  <a:srgbClr val="002060"/>
                </a:solidFill>
                <a:effectLst/>
                <a:uLnTx/>
                <a:uFillTx/>
                <a:ea typeface="微软雅黑"/>
                <a:cs typeface="+mn-cs"/>
                <a:sym typeface="Wingdings"/>
              </a:rPr>
              <a:t>4】</a:t>
            </a:r>
            <a:r>
              <a:rPr kumimoji="0" lang="zh-CN" altLang="en-US" sz="2200" b="0" i="0" u="none" strike="noStrike" kern="0" cap="none" spc="0" normalizeH="0" baseline="0" noProof="0">
                <a:ln>
                  <a:noFill/>
                </a:ln>
                <a:solidFill>
                  <a:srgbClr val="002060"/>
                </a:solidFill>
                <a:effectLst/>
                <a:uLnTx/>
                <a:uFillTx/>
                <a:ea typeface="微软雅黑"/>
                <a:cs typeface="+mn-cs"/>
              </a:rPr>
              <a:t>如图所示，木块置于小车上，在水平拉力</a:t>
            </a:r>
            <a:r>
              <a:rPr kumimoji="0" lang="en-US" altLang="zh-CN" sz="2200" b="0" i="0" u="none" strike="noStrike" kern="0" cap="none" spc="0" normalizeH="0" baseline="0" noProof="0">
                <a:ln>
                  <a:noFill/>
                </a:ln>
                <a:solidFill>
                  <a:srgbClr val="002060"/>
                </a:solidFill>
                <a:effectLst/>
                <a:uLnTx/>
                <a:uFillTx/>
                <a:ea typeface="微软雅黑"/>
                <a:cs typeface="+mn-cs"/>
              </a:rPr>
              <a:t>F</a:t>
            </a:r>
            <a:r>
              <a:rPr kumimoji="0" lang="zh-CN" altLang="en-US" sz="2200" b="0" i="0" u="none" strike="noStrike" kern="0" cap="none" spc="0" normalizeH="0" baseline="0" noProof="0">
                <a:ln>
                  <a:noFill/>
                </a:ln>
                <a:solidFill>
                  <a:srgbClr val="002060"/>
                </a:solidFill>
                <a:effectLst/>
                <a:uLnTx/>
                <a:uFillTx/>
                <a:ea typeface="微软雅黑"/>
                <a:cs typeface="+mn-cs"/>
              </a:rPr>
              <a:t>的作用下，小车和木块一起以速度</a:t>
            </a:r>
            <a:r>
              <a:rPr kumimoji="0" lang="en-US" altLang="zh-CN" sz="2200" b="0" i="1" u="none" strike="noStrike" kern="0" cap="none" spc="0" normalizeH="0" baseline="0" noProof="0">
                <a:ln>
                  <a:noFill/>
                </a:ln>
                <a:solidFill>
                  <a:srgbClr val="002060"/>
                </a:solidFill>
                <a:effectLst/>
                <a:uLnTx/>
                <a:uFillTx/>
                <a:ea typeface="微软雅黑"/>
                <a:cs typeface="+mn-cs"/>
              </a:rPr>
              <a:t>v</a:t>
            </a:r>
            <a:r>
              <a:rPr kumimoji="0" lang="zh-CN" altLang="en-US" sz="2200" b="0" i="0" u="none" strike="noStrike" kern="0" cap="none" spc="0" normalizeH="0" baseline="0" noProof="0">
                <a:ln>
                  <a:noFill/>
                </a:ln>
                <a:solidFill>
                  <a:srgbClr val="002060"/>
                </a:solidFill>
                <a:effectLst/>
                <a:uLnTx/>
                <a:uFillTx/>
                <a:ea typeface="微软雅黑"/>
                <a:cs typeface="+mn-cs"/>
              </a:rPr>
              <a:t>沿水平地面向右做匀速直线运动（不计空气阻力）</a:t>
            </a:r>
            <a:r>
              <a:rPr lang="zh-CN" altLang="en-US" sz="2200" kern="0">
                <a:solidFill>
                  <a:srgbClr val="002060"/>
                </a:solidFill>
                <a:ea typeface="微软雅黑"/>
              </a:rPr>
              <a:t>，</a:t>
            </a:r>
            <a:r>
              <a:rPr kumimoji="0" lang="zh-CN" altLang="en-US" sz="2200" b="0" i="0" u="none" strike="noStrike" kern="0" cap="none" spc="0" normalizeH="0" baseline="0" noProof="0">
                <a:ln>
                  <a:noFill/>
                </a:ln>
                <a:solidFill>
                  <a:srgbClr val="002060"/>
                </a:solidFill>
                <a:effectLst/>
                <a:uLnTx/>
                <a:uFillTx/>
                <a:ea typeface="微软雅黑"/>
                <a:cs typeface="+mn-cs"/>
              </a:rPr>
              <a:t>以下三组力属于平衡力的是（        ）</a:t>
            </a:r>
          </a:p>
          <a:p>
            <a:pPr marL="0" marR="0" lvl="0" indent="432000" algn="l" defTabSz="685160" rtl="0" eaLnBrk="0" fontAlgn="auto" latinLnBrk="1" hangingPunct="0">
              <a:lnSpc>
                <a:spcPts val="3400"/>
              </a:lnSpc>
              <a:spcBef>
                <a:spcPct val="0"/>
              </a:spcBef>
              <a:spcAft>
                <a:spcPct val="0"/>
              </a:spcAft>
              <a:buClrTx/>
              <a:buSzTx/>
              <a:buFontTx/>
              <a:buNone/>
              <a:defRPr/>
            </a:pPr>
            <a:r>
              <a:rPr kumimoji="0" lang="zh-CN" altLang="en-US" sz="2200" b="0" i="0" u="none" strike="noStrike" kern="0" cap="none" spc="0" normalizeH="0" baseline="0" noProof="0">
                <a:ln>
                  <a:noFill/>
                </a:ln>
                <a:solidFill>
                  <a:srgbClr val="002060"/>
                </a:solidFill>
                <a:effectLst/>
                <a:uLnTx/>
                <a:uFillTx/>
                <a:ea typeface="微软雅黑"/>
                <a:cs typeface="+mn-cs"/>
              </a:rPr>
              <a:t>①地面对小车的支持力与木块对小车的压力</a:t>
            </a:r>
          </a:p>
          <a:p>
            <a:pPr marL="0" marR="0" lvl="0" indent="432000" algn="l" defTabSz="685160" rtl="0" eaLnBrk="0" fontAlgn="auto" latinLnBrk="1" hangingPunct="0">
              <a:lnSpc>
                <a:spcPts val="3400"/>
              </a:lnSpc>
              <a:spcBef>
                <a:spcPct val="0"/>
              </a:spcBef>
              <a:spcAft>
                <a:spcPct val="0"/>
              </a:spcAft>
              <a:buClrTx/>
              <a:buSzTx/>
              <a:buFontTx/>
              <a:buNone/>
              <a:defRPr/>
            </a:pPr>
            <a:r>
              <a:rPr kumimoji="0" lang="zh-CN" altLang="en-US" sz="2200" b="0" i="0" u="none" strike="noStrike" kern="0" cap="none" spc="0" normalizeH="0" baseline="0" noProof="0">
                <a:ln>
                  <a:noFill/>
                </a:ln>
                <a:solidFill>
                  <a:srgbClr val="002060"/>
                </a:solidFill>
                <a:effectLst/>
                <a:uLnTx/>
                <a:uFillTx/>
                <a:ea typeface="微软雅黑"/>
                <a:cs typeface="+mn-cs"/>
              </a:rPr>
              <a:t>②小车对木块的摩擦力与木块受到的水平拉力</a:t>
            </a:r>
          </a:p>
          <a:p>
            <a:pPr marL="0" marR="0" lvl="0" indent="432000" algn="l" defTabSz="685160" rtl="0" eaLnBrk="0" fontAlgn="auto" latinLnBrk="1" hangingPunct="0">
              <a:lnSpc>
                <a:spcPts val="3400"/>
              </a:lnSpc>
              <a:spcBef>
                <a:spcPct val="0"/>
              </a:spcBef>
              <a:spcAft>
                <a:spcPct val="0"/>
              </a:spcAft>
              <a:buClrTx/>
              <a:buSzTx/>
              <a:buFontTx/>
              <a:buNone/>
              <a:defRPr/>
            </a:pPr>
            <a:r>
              <a:rPr kumimoji="0" lang="zh-CN" altLang="en-US" sz="2200" b="0" i="0" u="none" strike="noStrike" kern="0" cap="none" spc="0" normalizeH="0" baseline="0" noProof="0">
                <a:ln>
                  <a:noFill/>
                </a:ln>
                <a:solidFill>
                  <a:srgbClr val="002060"/>
                </a:solidFill>
                <a:effectLst/>
                <a:uLnTx/>
                <a:uFillTx/>
                <a:ea typeface="微软雅黑"/>
                <a:cs typeface="+mn-cs"/>
              </a:rPr>
              <a:t>③地面对小车的摩擦力与木块对小车的摩擦力</a:t>
            </a:r>
            <a:r>
              <a:rPr kumimoji="0" lang="en-US" altLang="zh-CN" sz="2200" b="0" i="0" u="none" strike="noStrike" kern="0" cap="none" spc="0" normalizeH="0" baseline="0" noProof="0">
                <a:ln>
                  <a:noFill/>
                </a:ln>
                <a:solidFill>
                  <a:srgbClr val="002060"/>
                </a:solidFill>
                <a:effectLst/>
                <a:uLnTx/>
                <a:uFillTx/>
                <a:ea typeface="微软雅黑"/>
                <a:cs typeface="+mn-cs"/>
              </a:rPr>
              <a:t> </a:t>
            </a:r>
          </a:p>
          <a:p>
            <a:pPr marL="0" marR="0" lvl="0" indent="432000" algn="l" defTabSz="685160" rtl="0" eaLnBrk="0" fontAlgn="auto" latinLnBrk="1" hangingPunct="0">
              <a:lnSpc>
                <a:spcPts val="3400"/>
              </a:lnSpc>
              <a:spcBef>
                <a:spcPct val="0"/>
              </a:spcBef>
              <a:spcAft>
                <a:spcPct val="0"/>
              </a:spcAft>
              <a:buClrTx/>
              <a:buSzTx/>
              <a:buFontTx/>
              <a:buNone/>
              <a:defRPr/>
            </a:pPr>
            <a:r>
              <a:rPr kumimoji="0" lang="en-US" altLang="zh-CN" sz="2200" b="0" i="0" u="none" strike="noStrike" kern="0" cap="none" spc="0" normalizeH="0" baseline="0" noProof="0">
                <a:ln>
                  <a:noFill/>
                </a:ln>
                <a:solidFill>
                  <a:srgbClr val="002060"/>
                </a:solidFill>
                <a:effectLst/>
                <a:uLnTx/>
                <a:uFillTx/>
                <a:ea typeface="微软雅黑"/>
                <a:cs typeface="+mn-cs"/>
              </a:rPr>
              <a:t>A. </a:t>
            </a:r>
            <a:r>
              <a:rPr kumimoji="0" lang="zh-CN" altLang="en-US" sz="2200" b="0" i="0" u="none" strike="noStrike" kern="0" cap="none" spc="0" normalizeH="0" baseline="0" noProof="0">
                <a:ln>
                  <a:noFill/>
                </a:ln>
                <a:solidFill>
                  <a:srgbClr val="002060"/>
                </a:solidFill>
                <a:effectLst/>
                <a:uLnTx/>
                <a:uFillTx/>
                <a:ea typeface="微软雅黑"/>
                <a:cs typeface="+mn-cs"/>
              </a:rPr>
              <a:t>仅①     </a:t>
            </a:r>
            <a:r>
              <a:rPr kumimoji="0" lang="en-US" altLang="zh-CN" sz="2200" b="0" i="0" u="none" strike="noStrike" kern="0" cap="none" spc="0" normalizeH="0" baseline="0" noProof="0">
                <a:ln>
                  <a:noFill/>
                </a:ln>
                <a:solidFill>
                  <a:srgbClr val="002060"/>
                </a:solidFill>
                <a:effectLst/>
                <a:uLnTx/>
                <a:uFillTx/>
                <a:ea typeface="微软雅黑"/>
                <a:cs typeface="+mn-cs"/>
              </a:rPr>
              <a:t>B. ②③    C. </a:t>
            </a:r>
            <a:r>
              <a:rPr kumimoji="0" lang="zh-CN" altLang="en-US" sz="2200" b="0" i="0" u="none" strike="noStrike" kern="0" cap="none" spc="0" normalizeH="0" baseline="0" noProof="0">
                <a:ln>
                  <a:noFill/>
                </a:ln>
                <a:solidFill>
                  <a:srgbClr val="002060"/>
                </a:solidFill>
                <a:effectLst/>
                <a:uLnTx/>
                <a:uFillTx/>
                <a:ea typeface="微软雅黑"/>
                <a:cs typeface="+mn-cs"/>
              </a:rPr>
              <a:t>仅②    </a:t>
            </a:r>
            <a:r>
              <a:rPr kumimoji="0" lang="en-US" altLang="zh-CN" sz="2200" b="0" i="0" u="none" strike="noStrike" kern="0" cap="none" spc="0" normalizeH="0" baseline="0" noProof="0">
                <a:ln>
                  <a:noFill/>
                </a:ln>
                <a:solidFill>
                  <a:srgbClr val="002060"/>
                </a:solidFill>
                <a:effectLst/>
                <a:uLnTx/>
                <a:uFillTx/>
                <a:ea typeface="微软雅黑"/>
                <a:cs typeface="+mn-cs"/>
              </a:rPr>
              <a:t>D. ①②③</a:t>
            </a:r>
          </a:p>
        </p:txBody>
      </p:sp>
      <p:sp>
        <p:nvSpPr>
          <p:cNvPr id="12" name="文本框 11">
            <a:extLst>
              <a:ext uri="{FF2B5EF4-FFF2-40B4-BE49-F238E27FC236}">
                <a16:creationId xmlns:a16="http://schemas.microsoft.com/office/drawing/2014/main" id="{4DC18189-1FBE-E030-E81B-64EEDC0877AC}"/>
              </a:ext>
            </a:extLst>
          </p:cNvPr>
          <p:cNvSpPr txBox="1"/>
          <p:nvPr>
            <p:custDataLst>
              <p:tags r:id="rId2"/>
            </p:custDataLst>
          </p:nvPr>
        </p:nvSpPr>
        <p:spPr>
          <a:xfrm>
            <a:off x="6071334" y="1469423"/>
            <a:ext cx="852717" cy="430887"/>
          </a:xfrm>
          <a:prstGeom prst="rect">
            <a:avLst/>
          </a:prstGeom>
          <a:noFill/>
        </p:spPr>
        <p:txBody>
          <a:bodyPr wrap="square">
            <a:spAutoFit/>
          </a:bodyPr>
          <a:lstStyle/>
          <a:p>
            <a:r>
              <a:rPr kumimoji="0" lang="zh-CN" altLang="en-US" sz="2200" b="0" i="0" u="none" strike="noStrike" kern="0" cap="none" spc="0" normalizeH="0" baseline="0" noProof="0">
                <a:ln>
                  <a:noFill/>
                </a:ln>
                <a:solidFill>
                  <a:srgbClr val="FF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200" b="0" i="0" u="none" strike="noStrike" kern="0" cap="none" spc="0" normalizeH="0" baseline="0" noProof="0">
                <a:ln>
                  <a:noFill/>
                </a:ln>
                <a:solidFill>
                  <a:srgbClr val="FF0000"/>
                </a:solidFill>
                <a:effectLst/>
                <a:uLnTx/>
                <a:uFillTx/>
                <a:latin typeface="Times New Roman" panose="02020603050405020304" pitchFamily="18" charset="0"/>
                <a:ea typeface="微软雅黑"/>
                <a:cs typeface="Times New Roman" panose="02020603050405020304" pitchFamily="18" charset="0"/>
              </a:rPr>
              <a:t>B</a:t>
            </a:r>
            <a:endParaRPr lang="zh-CN" altLang="en-US" sz="2200">
              <a:solidFill>
                <a:srgbClr val="FF0000"/>
              </a:solidFill>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49CF37E-6897-DD3A-13FE-D9B9359C4201}"/>
              </a:ext>
            </a:extLst>
          </p:cNvPr>
          <p:cNvSpPr txBox="1"/>
          <p:nvPr>
            <p:custDataLst>
              <p:tags r:id="rId3"/>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二力平衡</a:t>
            </a:r>
          </a:p>
        </p:txBody>
      </p:sp>
      <p:pic>
        <p:nvPicPr>
          <p:cNvPr id="7" name="图片 6">
            <a:extLst>
              <a:ext uri="{FF2B5EF4-FFF2-40B4-BE49-F238E27FC236}">
                <a16:creationId xmlns:a16="http://schemas.microsoft.com/office/drawing/2014/main" id="{9DF63CE3-94C6-E1E2-B39A-14154FA67543}"/>
              </a:ext>
            </a:extLst>
          </p:cNvPr>
          <p:cNvPicPr>
            <a:picLocks noChangeAspect="1"/>
          </p:cNvPicPr>
          <p:nvPr>
            <p:custDataLst>
              <p:tags r:id="rId4"/>
            </p:custDataLst>
          </p:nvPr>
        </p:nvPicPr>
        <p:blipFill>
          <a:blip r:embed="rId7">
            <a:extLst>
              <a:ext uri="{BEBA8EAE-BF5A-486C-A8C5-ECC9F3942E4B}">
                <a14:imgProps xmlns:a14="http://schemas.microsoft.com/office/drawing/2010/main">
                  <a14:imgLayer r:embed="rId8">
                    <a14:imgEffect>
                      <a14:sharpenSoften amount="25000"/>
                    </a14:imgEffect>
                    <a14:imgEffect>
                      <a14:brightnessContrast bright="20000" contrast="-40000"/>
                    </a14:imgEffect>
                  </a14:imgLayer>
                </a14:imgProps>
              </a:ext>
              <a:ext uri="{28A0092B-C50C-407E-A947-70E740481C1C}">
                <a14:useLocalDpi xmlns:a14="http://schemas.microsoft.com/office/drawing/2010/main" val="0"/>
              </a:ext>
            </a:extLst>
          </a:blip>
          <a:srcRect b="3905"/>
          <a:stretch>
            <a:fillRect/>
          </a:stretch>
        </p:blipFill>
        <p:spPr>
          <a:xfrm>
            <a:off x="5959643" y="3445933"/>
            <a:ext cx="2533922" cy="1154998"/>
          </a:xfrm>
          <a:prstGeom prst="rect">
            <a:avLst/>
          </a:prstGeom>
        </p:spPr>
      </p:pic>
      <p:pic>
        <p:nvPicPr>
          <p:cNvPr id="8" name="图片 7">
            <a:extLst>
              <a:ext uri="{FF2B5EF4-FFF2-40B4-BE49-F238E27FC236}">
                <a16:creationId xmlns:a16="http://schemas.microsoft.com/office/drawing/2014/main" id="{605E5FC3-1F17-9853-7989-14EA092998AE}"/>
              </a:ext>
            </a:extLst>
          </p:cNvPr>
          <p:cNvPicPr>
            <a:picLocks noChangeAspect="1"/>
          </p:cNvPicPr>
          <p:nvPr>
            <p:custDataLst>
              <p:tags r:id="rId5"/>
            </p:custDataLst>
          </p:nvPr>
        </p:nvPicPr>
        <p:blipFill>
          <a:blip r:embed="rId9"/>
          <a:srcRect t="8837" r="14175" b="24249"/>
          <a:stretch>
            <a:fillRect/>
          </a:stretch>
        </p:blipFill>
        <p:spPr>
          <a:xfrm>
            <a:off x="435879" y="57836"/>
            <a:ext cx="1281918" cy="358987"/>
          </a:xfrm>
          <a:prstGeom prst="rect">
            <a:avLst/>
          </a:prstGeom>
        </p:spPr>
      </p:pic>
    </p:spTree>
    <p:extLst>
      <p:ext uri="{BB962C8B-B14F-4D97-AF65-F5344CB8AC3E}">
        <p14:creationId xmlns:p14="http://schemas.microsoft.com/office/powerpoint/2010/main" val="12389915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 calcmode="lin" valueType="num">
                                      <p:cBhvr>
                                        <p:cTn id="9" dur="500" fill="hold"/>
                                        <p:tgtEl>
                                          <p:spTgt spid="12"/>
                                        </p:tgtEl>
                                        <p:attrNameLst>
                                          <p:attrName>style.rotation</p:attrName>
                                        </p:attrNameLst>
                                      </p:cBhvr>
                                      <p:tavLst>
                                        <p:tav tm="0">
                                          <p:val>
                                            <p:fltVal val="90"/>
                                          </p:val>
                                        </p:tav>
                                        <p:tav tm="100000">
                                          <p:val>
                                            <p:fltVal val="0"/>
                                          </p:val>
                                        </p:tav>
                                      </p:tavLst>
                                    </p:anim>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FED32F67-810F-11E1-FE89-51BC62C8C1BE}"/>
              </a:ext>
            </a:extLst>
          </p:cNvPr>
          <p:cNvGrpSpPr/>
          <p:nvPr>
            <p:custDataLst>
              <p:tags r:id="rId1"/>
            </p:custDataLst>
          </p:nvPr>
        </p:nvGrpSpPr>
        <p:grpSpPr>
          <a:xfrm>
            <a:off x="1881805" y="1816567"/>
            <a:ext cx="2879455" cy="2030229"/>
            <a:chOff x="693085" y="1816567"/>
            <a:chExt cx="2879455" cy="2030229"/>
          </a:xfrm>
        </p:grpSpPr>
        <p:grpSp>
          <p:nvGrpSpPr>
            <p:cNvPr id="19" name="组合 18">
              <a:extLst>
                <a:ext uri="{FF2B5EF4-FFF2-40B4-BE49-F238E27FC236}">
                  <a16:creationId xmlns:a16="http://schemas.microsoft.com/office/drawing/2014/main" id="{A0D84D34-A8C1-78F9-98AC-611E86F9910D}"/>
                </a:ext>
              </a:extLst>
            </p:cNvPr>
            <p:cNvGrpSpPr/>
            <p:nvPr>
              <p:custDataLst>
                <p:tags r:id="rId8"/>
              </p:custDataLst>
            </p:nvPr>
          </p:nvGrpSpPr>
          <p:grpSpPr>
            <a:xfrm>
              <a:off x="693085" y="1816567"/>
              <a:ext cx="2723274" cy="2030229"/>
              <a:chOff x="693085" y="1816567"/>
              <a:chExt cx="2723274" cy="2030229"/>
            </a:xfrm>
          </p:grpSpPr>
          <p:sp>
            <p:nvSpPr>
              <p:cNvPr id="10" name="L 形 9">
                <a:extLst>
                  <a:ext uri="{FF2B5EF4-FFF2-40B4-BE49-F238E27FC236}">
                    <a16:creationId xmlns:a16="http://schemas.microsoft.com/office/drawing/2014/main" id="{80715524-4DAD-B950-85FF-6C6D94576E29}"/>
                  </a:ext>
                </a:extLst>
              </p:cNvPr>
              <p:cNvSpPr/>
              <p:nvPr>
                <p:custDataLst>
                  <p:tags r:id="rId10"/>
                </p:custDataLst>
              </p:nvPr>
            </p:nvSpPr>
            <p:spPr>
              <a:xfrm rot="5400000">
                <a:off x="40681" y="2468972"/>
                <a:ext cx="1522671" cy="217861"/>
              </a:xfrm>
              <a:prstGeom prst="corner">
                <a:avLst>
                  <a:gd name="adj1" fmla="val 1000"/>
                  <a:gd name="adj2" fmla="val 1000"/>
                </a:avLst>
              </a:prstGeom>
              <a:ln>
                <a:solidFill>
                  <a:srgbClr val="B9EBDC"/>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1" name="任意多边形: 形状 10">
                <a:extLst>
                  <a:ext uri="{FF2B5EF4-FFF2-40B4-BE49-F238E27FC236}">
                    <a16:creationId xmlns:a16="http://schemas.microsoft.com/office/drawing/2014/main" id="{BF354845-70BD-F820-BE7E-F2A83ED08EF2}"/>
                  </a:ext>
                </a:extLst>
              </p:cNvPr>
              <p:cNvSpPr/>
              <p:nvPr>
                <p:custDataLst>
                  <p:tags r:id="rId11"/>
                </p:custDataLst>
              </p:nvPr>
            </p:nvSpPr>
            <p:spPr>
              <a:xfrm>
                <a:off x="693085"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0 w 2723274"/>
                  <a:gd name="connsiteY5"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3274" h="507557">
                    <a:moveTo>
                      <a:pt x="0" y="0"/>
                    </a:moveTo>
                    <a:lnTo>
                      <a:pt x="2596385" y="0"/>
                    </a:lnTo>
                    <a:lnTo>
                      <a:pt x="2723274" y="253779"/>
                    </a:lnTo>
                    <a:lnTo>
                      <a:pt x="2596385" y="507557"/>
                    </a:lnTo>
                    <a:lnTo>
                      <a:pt x="0" y="507557"/>
                    </a:lnTo>
                    <a:lnTo>
                      <a:pt x="0" y="0"/>
                    </a:lnTo>
                    <a:close/>
                  </a:path>
                </a:pathLst>
              </a:custGeom>
              <a:solidFill>
                <a:srgbClr val="41CAA0"/>
              </a:solidFill>
              <a:ln>
                <a:solidFill>
                  <a:schemeClr val="accent3"/>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52400" tIns="304800" rIns="215845" bIns="30480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01</a:t>
                </a:r>
              </a:p>
            </p:txBody>
          </p:sp>
        </p:grpSp>
        <p:sp>
          <p:nvSpPr>
            <p:cNvPr id="12" name="任意多边形: 形状 11">
              <a:extLst>
                <a:ext uri="{FF2B5EF4-FFF2-40B4-BE49-F238E27FC236}">
                  <a16:creationId xmlns:a16="http://schemas.microsoft.com/office/drawing/2014/main" id="{BF42CA25-163B-74EA-943A-F1E44077B5CF}"/>
                </a:ext>
              </a:extLst>
            </p:cNvPr>
            <p:cNvSpPr/>
            <p:nvPr>
              <p:custDataLst>
                <p:tags r:id="rId9"/>
              </p:custDataLst>
            </p:nvPr>
          </p:nvSpPr>
          <p:spPr>
            <a:xfrm>
              <a:off x="754767" y="2018664"/>
              <a:ext cx="2817773" cy="100731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marR="0" lvl="0" indent="0" algn="ctr" defTabSz="1244600" rtl="0" eaLnBrk="1" fontAlgn="auto" latinLnBrk="0" hangingPunct="1">
                <a:lnSpc>
                  <a:spcPts val="1500"/>
                </a:lnSpc>
                <a:spcBef>
                  <a:spcPct val="0"/>
                </a:spcBef>
                <a:spcAft>
                  <a:spcPct val="35000"/>
                </a:spcAft>
                <a:buClrTx/>
                <a:buSzTx/>
                <a:buFontTx/>
                <a:buNone/>
                <a:defRPr/>
              </a:pPr>
              <a:r>
                <a:rPr kumimoji="0" lang="zh-CN" altLang="en-US" sz="2800" b="1" i="0" u="none" strike="noStrike" kern="1200" cap="none" spc="0" normalizeH="0" baseline="0" noProof="0">
                  <a:ln>
                    <a:noFill/>
                  </a:ln>
                  <a:solidFill>
                    <a:srgbClr val="002060"/>
                  </a:solidFill>
                  <a:effectLst/>
                  <a:uLnTx/>
                  <a:uFillTx/>
                  <a:latin typeface="Times New Roman"/>
                  <a:ea typeface="微软雅黑"/>
                  <a:cs typeface="+mn-cs"/>
                </a:rPr>
                <a:t>牛顿第一定律</a:t>
              </a:r>
            </a:p>
          </p:txBody>
        </p:sp>
      </p:grpSp>
      <p:grpSp>
        <p:nvGrpSpPr>
          <p:cNvPr id="22" name="组合 21">
            <a:extLst>
              <a:ext uri="{FF2B5EF4-FFF2-40B4-BE49-F238E27FC236}">
                <a16:creationId xmlns:a16="http://schemas.microsoft.com/office/drawing/2014/main" id="{BB0D28AF-F859-B4FB-1D3F-030B6BED1894}"/>
              </a:ext>
            </a:extLst>
          </p:cNvPr>
          <p:cNvGrpSpPr/>
          <p:nvPr>
            <p:custDataLst>
              <p:tags r:id="rId2"/>
            </p:custDataLst>
          </p:nvPr>
        </p:nvGrpSpPr>
        <p:grpSpPr>
          <a:xfrm>
            <a:off x="4612256" y="1816567"/>
            <a:ext cx="2723274" cy="2030229"/>
            <a:chOff x="5976236" y="1816567"/>
            <a:chExt cx="2723274" cy="2030229"/>
          </a:xfrm>
        </p:grpSpPr>
        <p:sp>
          <p:nvSpPr>
            <p:cNvPr id="16" name="L 形 15">
              <a:extLst>
                <a:ext uri="{FF2B5EF4-FFF2-40B4-BE49-F238E27FC236}">
                  <a16:creationId xmlns:a16="http://schemas.microsoft.com/office/drawing/2014/main" id="{A7B39701-181C-1CDD-5CAB-9158740D2DB8}"/>
                </a:ext>
              </a:extLst>
            </p:cNvPr>
            <p:cNvSpPr/>
            <p:nvPr>
              <p:custDataLst>
                <p:tags r:id="rId5"/>
              </p:custDataLst>
            </p:nvPr>
          </p:nvSpPr>
          <p:spPr>
            <a:xfrm rot="5400000">
              <a:off x="5323831" y="2468972"/>
              <a:ext cx="1522671" cy="217861"/>
            </a:xfrm>
            <a:prstGeom prst="corner">
              <a:avLst>
                <a:gd name="adj1" fmla="val 1000"/>
                <a:gd name="adj2" fmla="val 1000"/>
              </a:avLst>
            </a:prstGeom>
            <a:ln>
              <a:solidFill>
                <a:schemeClr val="accent5"/>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7" name="任意多边形: 形状 16">
              <a:extLst>
                <a:ext uri="{FF2B5EF4-FFF2-40B4-BE49-F238E27FC236}">
                  <a16:creationId xmlns:a16="http://schemas.microsoft.com/office/drawing/2014/main" id="{C2FAD615-E2C7-4849-1B8D-00877A790117}"/>
                </a:ext>
              </a:extLst>
            </p:cNvPr>
            <p:cNvSpPr/>
            <p:nvPr>
              <p:custDataLst>
                <p:tags r:id="rId6"/>
              </p:custDataLst>
            </p:nvPr>
          </p:nvSpPr>
          <p:spPr>
            <a:xfrm>
              <a:off x="5976236"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chemeClr val="accent5"/>
            </a:solidFill>
            <a:ln>
              <a:solidFill>
                <a:schemeClr val="accent5"/>
              </a:solid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02</a:t>
              </a:r>
              <a:endParaRPr kumimoji="0" lang="ru-RU"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endParaRPr>
            </a:p>
          </p:txBody>
        </p:sp>
        <p:sp>
          <p:nvSpPr>
            <p:cNvPr id="18" name="任意多边形: 形状 17">
              <a:extLst>
                <a:ext uri="{FF2B5EF4-FFF2-40B4-BE49-F238E27FC236}">
                  <a16:creationId xmlns:a16="http://schemas.microsoft.com/office/drawing/2014/main" id="{0C3927E7-D405-48E6-8B4D-799ADABB973E}"/>
                </a:ext>
              </a:extLst>
            </p:cNvPr>
            <p:cNvSpPr/>
            <p:nvPr>
              <p:custDataLst>
                <p:tags r:id="rId7"/>
              </p:custDataLst>
            </p:nvPr>
          </p:nvSpPr>
          <p:spPr>
            <a:xfrm>
              <a:off x="6232224" y="2018664"/>
              <a:ext cx="2211298" cy="76543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marR="0" lvl="0" indent="0" algn="ctr" defTabSz="533400" rtl="0" eaLnBrk="1" fontAlgn="auto" latinLnBrk="0" hangingPunct="1">
                <a:lnSpc>
                  <a:spcPts val="15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002060"/>
                  </a:solidFill>
                  <a:effectLst/>
                  <a:uLnTx/>
                  <a:uFillTx/>
                  <a:latin typeface="Times New Roman"/>
                  <a:ea typeface="微软雅黑"/>
                  <a:cs typeface="+mn-cs"/>
                </a:rPr>
                <a:t> 惯  性</a:t>
              </a:r>
            </a:p>
          </p:txBody>
        </p:sp>
      </p:grpSp>
      <p:sp>
        <p:nvSpPr>
          <p:cNvPr id="7" name="文本框 6">
            <a:extLst>
              <a:ext uri="{FF2B5EF4-FFF2-40B4-BE49-F238E27FC236}">
                <a16:creationId xmlns:a16="http://schemas.microsoft.com/office/drawing/2014/main" id="{B41E3B70-811F-0DC4-0328-C4582BF56289}"/>
              </a:ext>
            </a:extLst>
          </p:cNvPr>
          <p:cNvSpPr txBox="1"/>
          <p:nvPr>
            <p:custDataLst>
              <p:tags r:id="rId3"/>
            </p:custDataLst>
          </p:nvPr>
        </p:nvSpPr>
        <p:spPr>
          <a:xfrm>
            <a:off x="721994" y="885428"/>
            <a:ext cx="2211297" cy="508794"/>
          </a:xfrm>
          <a:prstGeom prst="rect">
            <a:avLst/>
          </a:prstGeom>
          <a:noFill/>
        </p:spPr>
        <p:txBody>
          <a:bodyPr wrap="square">
            <a:spAutoFit/>
          </a:bodyPr>
          <a:lstStyle/>
          <a:p>
            <a:pPr marL="0" marR="0" lvl="0" indent="0" algn="l" defTabSz="685160" rtl="0" eaLnBrk="1" fontAlgn="auto" latinLnBrk="0" hangingPunct="1">
              <a:lnSpc>
                <a:spcPts val="36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本节知识点</a:t>
            </a:r>
          </a:p>
        </p:txBody>
      </p:sp>
      <p:sp>
        <p:nvSpPr>
          <p:cNvPr id="2" name="文本框 1">
            <a:extLst>
              <a:ext uri="{FF2B5EF4-FFF2-40B4-BE49-F238E27FC236}">
                <a16:creationId xmlns:a16="http://schemas.microsoft.com/office/drawing/2014/main" id="{71AAA581-3D9D-5166-C8CC-6FFEC9BCDFBB}"/>
              </a:ext>
            </a:extLst>
          </p:cNvPr>
          <p:cNvSpPr txBox="1"/>
          <p:nvPr>
            <p:custDataLst>
              <p:tags r:id="rId4"/>
            </p:custDataLst>
          </p:nvPr>
        </p:nvSpPr>
        <p:spPr>
          <a:xfrm>
            <a:off x="2595753" y="-36576"/>
            <a:ext cx="3538347" cy="508794"/>
          </a:xfrm>
          <a:prstGeom prst="rect">
            <a:avLst/>
          </a:prstGeom>
          <a:noFill/>
        </p:spPr>
        <p:txBody>
          <a:bodyPr wrap="square">
            <a:spAutoFit/>
          </a:bodyPr>
          <a:lstStyle/>
          <a:p>
            <a:pPr marL="0" marR="0" lvl="0" indent="0" algn="ctr" defTabSz="685160" rtl="0" eaLnBrk="1" fontAlgn="auto" latinLnBrk="0" hangingPunct="1">
              <a:lnSpc>
                <a:spcPts val="3600"/>
              </a:lnSpc>
              <a:spcBef>
                <a:spcPct val="0"/>
              </a:spcBef>
              <a:spcAft>
                <a:spcPct val="0"/>
              </a:spcAft>
              <a:buClrTx/>
              <a:buSzTx/>
              <a:buFontTx/>
              <a:buNone/>
              <a:defRPr/>
            </a:pPr>
            <a:r>
              <a:rPr kumimoji="0" lang="zh-CN" altLang="en-US"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a:t>
            </a:r>
            <a:r>
              <a:rPr lang="zh-CN" altLang="en-US" sz="2300" b="1">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牛顿第一定律</a:t>
            </a:r>
            <a:endParaRPr kumimoji="0" lang="zh-CN" altLang="en-US"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9742392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750"/>
                                        <p:tgtEl>
                                          <p:spTgt spid="20"/>
                                        </p:tgtEl>
                                      </p:cBhvr>
                                    </p:animEffect>
                                  </p:childTnLst>
                                </p:cTn>
                              </p:par>
                            </p:childTnLst>
                          </p:cTn>
                        </p:par>
                        <p:par>
                          <p:cTn id="8" fill="hold" nodeType="afterGroup">
                            <p:stCondLst>
                              <p:cond delay="750"/>
                            </p:stCondLst>
                            <p:childTnLst>
                              <p:par>
                                <p:cTn id="9" presetID="2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down)">
                                      <p:cBhvr>
                                        <p:cTn id="11"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6E322A5-EBAB-EB42-D608-EC8C5EE2E9D7}"/>
              </a:ext>
            </a:extLst>
          </p:cNvPr>
          <p:cNvSpPr txBox="1"/>
          <p:nvPr>
            <p:custDataLst>
              <p:tags r:id="rId1"/>
            </p:custDataLst>
          </p:nvPr>
        </p:nvSpPr>
        <p:spPr>
          <a:xfrm>
            <a:off x="395174" y="41937"/>
            <a:ext cx="1909719" cy="43088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知识结构</a:t>
            </a:r>
          </a:p>
        </p:txBody>
      </p:sp>
      <p:sp>
        <p:nvSpPr>
          <p:cNvPr id="3" name="文本框 2">
            <a:extLst>
              <a:ext uri="{FF2B5EF4-FFF2-40B4-BE49-F238E27FC236}">
                <a16:creationId xmlns:a16="http://schemas.microsoft.com/office/drawing/2014/main" id="{4AB46050-2B1D-52B2-4999-2099E5BE4D1A}"/>
              </a:ext>
            </a:extLst>
          </p:cNvPr>
          <p:cNvSpPr txBox="1"/>
          <p:nvPr>
            <p:custDataLst>
              <p:tags r:id="rId2"/>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grpSp>
        <p:nvGrpSpPr>
          <p:cNvPr id="29" name="组合 28">
            <a:extLst>
              <a:ext uri="{FF2B5EF4-FFF2-40B4-BE49-F238E27FC236}">
                <a16:creationId xmlns:a16="http://schemas.microsoft.com/office/drawing/2014/main" id="{C0587DF2-6337-6451-C17D-E84FD4B2666F}"/>
              </a:ext>
            </a:extLst>
          </p:cNvPr>
          <p:cNvGrpSpPr/>
          <p:nvPr>
            <p:custDataLst>
              <p:tags r:id="rId3"/>
            </p:custDataLst>
          </p:nvPr>
        </p:nvGrpSpPr>
        <p:grpSpPr>
          <a:xfrm>
            <a:off x="2206584" y="854782"/>
            <a:ext cx="474458" cy="1650910"/>
            <a:chOff x="2703689" y="2466310"/>
            <a:chExt cx="549467" cy="793577"/>
          </a:xfrm>
        </p:grpSpPr>
        <p:grpSp>
          <p:nvGrpSpPr>
            <p:cNvPr id="30" name="组合 29">
              <a:extLst>
                <a:ext uri="{FF2B5EF4-FFF2-40B4-BE49-F238E27FC236}">
                  <a16:creationId xmlns:a16="http://schemas.microsoft.com/office/drawing/2014/main" id="{C5A824B3-A6D1-E3F3-4184-5A74F97E5C4E}"/>
                </a:ext>
              </a:extLst>
            </p:cNvPr>
            <p:cNvGrpSpPr/>
            <p:nvPr>
              <p:custDataLst>
                <p:tags r:id="rId23"/>
              </p:custDataLst>
            </p:nvPr>
          </p:nvGrpSpPr>
          <p:grpSpPr>
            <a:xfrm>
              <a:off x="2955631" y="2466310"/>
              <a:ext cx="297525" cy="793577"/>
              <a:chOff x="2901546" y="4138348"/>
              <a:chExt cx="243678" cy="780524"/>
            </a:xfrm>
          </p:grpSpPr>
          <p:cxnSp>
            <p:nvCxnSpPr>
              <p:cNvPr id="32" name="直接连接符 31">
                <a:extLst>
                  <a:ext uri="{FF2B5EF4-FFF2-40B4-BE49-F238E27FC236}">
                    <a16:creationId xmlns:a16="http://schemas.microsoft.com/office/drawing/2014/main" id="{11507299-650A-D7AC-A149-DC02EAE38712}"/>
                  </a:ext>
                </a:extLst>
              </p:cNvPr>
              <p:cNvCxnSpPr/>
              <p:nvPr>
                <p:custDataLst>
                  <p:tags r:id="rId25"/>
                </p:custDataLst>
              </p:nvPr>
            </p:nvCxnSpPr>
            <p:spPr>
              <a:xfrm flipH="1">
                <a:off x="2901546" y="4138348"/>
                <a:ext cx="0" cy="780524"/>
              </a:xfrm>
              <a:prstGeom prst="line">
                <a:avLst/>
              </a:prstGeom>
              <a:noFill/>
              <a:ln w="19050" cap="flat" cmpd="sng" algn="ctr">
                <a:solidFill>
                  <a:srgbClr val="000000"/>
                </a:solidFill>
                <a:prstDash val="solid"/>
                <a:miter lim="800000"/>
              </a:ln>
              <a:effectLst/>
            </p:spPr>
          </p:cxnSp>
          <p:cxnSp>
            <p:nvCxnSpPr>
              <p:cNvPr id="33" name="直接连接符 32">
                <a:extLst>
                  <a:ext uri="{FF2B5EF4-FFF2-40B4-BE49-F238E27FC236}">
                    <a16:creationId xmlns:a16="http://schemas.microsoft.com/office/drawing/2014/main" id="{82A44C78-CDDF-FA79-DE25-645693A48C78}"/>
                  </a:ext>
                </a:extLst>
              </p:cNvPr>
              <p:cNvCxnSpPr/>
              <p:nvPr>
                <p:custDataLst>
                  <p:tags r:id="rId26"/>
                </p:custDataLst>
              </p:nvPr>
            </p:nvCxnSpPr>
            <p:spPr>
              <a:xfrm>
                <a:off x="2901546" y="4915217"/>
                <a:ext cx="243678" cy="0"/>
              </a:xfrm>
              <a:prstGeom prst="line">
                <a:avLst/>
              </a:prstGeom>
              <a:noFill/>
              <a:ln w="19050" cap="flat" cmpd="sng" algn="ctr">
                <a:solidFill>
                  <a:srgbClr val="000000"/>
                </a:solidFill>
                <a:prstDash val="solid"/>
                <a:miter lim="800000"/>
              </a:ln>
              <a:effectLst/>
            </p:spPr>
          </p:cxnSp>
          <p:cxnSp>
            <p:nvCxnSpPr>
              <p:cNvPr id="34" name="直接连接符 33">
                <a:extLst>
                  <a:ext uri="{FF2B5EF4-FFF2-40B4-BE49-F238E27FC236}">
                    <a16:creationId xmlns:a16="http://schemas.microsoft.com/office/drawing/2014/main" id="{436FE85E-6CD1-E3BA-DA71-DC02442D52A9}"/>
                  </a:ext>
                </a:extLst>
              </p:cNvPr>
              <p:cNvCxnSpPr/>
              <p:nvPr>
                <p:custDataLst>
                  <p:tags r:id="rId27"/>
                </p:custDataLst>
              </p:nvPr>
            </p:nvCxnSpPr>
            <p:spPr>
              <a:xfrm>
                <a:off x="2901546" y="4141268"/>
                <a:ext cx="243678" cy="0"/>
              </a:xfrm>
              <a:prstGeom prst="line">
                <a:avLst/>
              </a:prstGeom>
              <a:noFill/>
              <a:ln w="19050" cap="flat" cmpd="sng" algn="ctr">
                <a:solidFill>
                  <a:srgbClr val="000000"/>
                </a:solidFill>
                <a:prstDash val="solid"/>
                <a:miter lim="800000"/>
              </a:ln>
              <a:effectLst/>
            </p:spPr>
          </p:cxnSp>
        </p:grpSp>
        <p:cxnSp>
          <p:nvCxnSpPr>
            <p:cNvPr id="31" name="直接连接符 30">
              <a:extLst>
                <a:ext uri="{FF2B5EF4-FFF2-40B4-BE49-F238E27FC236}">
                  <a16:creationId xmlns:a16="http://schemas.microsoft.com/office/drawing/2014/main" id="{E8040960-4523-C410-90A5-EAC7629C1B35}"/>
                </a:ext>
              </a:extLst>
            </p:cNvPr>
            <p:cNvCxnSpPr/>
            <p:nvPr>
              <p:custDataLst>
                <p:tags r:id="rId24"/>
              </p:custDataLst>
            </p:nvPr>
          </p:nvCxnSpPr>
          <p:spPr>
            <a:xfrm>
              <a:off x="2703689" y="2863098"/>
              <a:ext cx="254336" cy="0"/>
            </a:xfrm>
            <a:prstGeom prst="line">
              <a:avLst/>
            </a:prstGeom>
            <a:noFill/>
            <a:ln w="19050" cap="flat" cmpd="sng" algn="ctr">
              <a:solidFill>
                <a:srgbClr val="000000"/>
              </a:solidFill>
              <a:prstDash val="solid"/>
              <a:miter lim="800000"/>
            </a:ln>
            <a:effectLst/>
          </p:spPr>
        </p:cxnSp>
      </p:grpSp>
      <p:sp>
        <p:nvSpPr>
          <p:cNvPr id="35" name="AutoShape 9">
            <a:extLst>
              <a:ext uri="{FF2B5EF4-FFF2-40B4-BE49-F238E27FC236}">
                <a16:creationId xmlns:a16="http://schemas.microsoft.com/office/drawing/2014/main" id="{4B872AB1-0186-9BDE-C083-44631610FDDE}"/>
              </a:ext>
            </a:extLst>
          </p:cNvPr>
          <p:cNvSpPr/>
          <p:nvPr>
            <p:custDataLst>
              <p:tags r:id="rId4"/>
            </p:custDataLst>
          </p:nvPr>
        </p:nvSpPr>
        <p:spPr bwMode="auto">
          <a:xfrm>
            <a:off x="3894409" y="3982815"/>
            <a:ext cx="215375" cy="345480"/>
          </a:xfrm>
          <a:prstGeom prst="leftBrace">
            <a:avLst>
              <a:gd name="adj1" fmla="val 38823"/>
              <a:gd name="adj2" fmla="val 50000"/>
            </a:avLst>
          </a:prstGeom>
          <a:noFill/>
          <a:ln w="9525">
            <a:noFill/>
            <a:round/>
          </a:ln>
        </p:spPr>
        <p:txBody>
          <a:bodyPr>
            <a:spAutoFit/>
          </a:bodyPr>
          <a:lstStyle/>
          <a:p>
            <a:endParaRPr lang="zh-CN" altLang="en-US" sz="1344">
              <a:solidFill>
                <a:srgbClr val="000000"/>
              </a:solidFill>
              <a:ea typeface="+mj-ea"/>
            </a:endParaRPr>
          </a:p>
        </p:txBody>
      </p:sp>
      <p:sp>
        <p:nvSpPr>
          <p:cNvPr id="36" name="AutoShape 17">
            <a:extLst>
              <a:ext uri="{FF2B5EF4-FFF2-40B4-BE49-F238E27FC236}">
                <a16:creationId xmlns:a16="http://schemas.microsoft.com/office/drawing/2014/main" id="{4C05FA5E-4350-BA03-B2CF-563A29EADAFD}"/>
              </a:ext>
            </a:extLst>
          </p:cNvPr>
          <p:cNvSpPr/>
          <p:nvPr>
            <p:custDataLst>
              <p:tags r:id="rId5"/>
            </p:custDataLst>
          </p:nvPr>
        </p:nvSpPr>
        <p:spPr bwMode="auto">
          <a:xfrm>
            <a:off x="741173" y="1454119"/>
            <a:ext cx="318937" cy="2465824"/>
          </a:xfrm>
          <a:prstGeom prst="leftBrace">
            <a:avLst>
              <a:gd name="adj1" fmla="val 62761"/>
              <a:gd name="adj2" fmla="val 50000"/>
            </a:avLst>
          </a:prstGeom>
          <a:noFill/>
          <a:ln w="19050" cap="flat" cmpd="sng" algn="ctr">
            <a:solidFill>
              <a:srgbClr val="002060"/>
            </a:solidFill>
            <a:prstDash val="solid"/>
            <a:miter lim="800000"/>
          </a:ln>
          <a:effectLst/>
        </p:spPr>
        <p:txBody>
          <a:bodyPr wrap="none"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344" b="0" i="0" u="none" strike="noStrike" kern="0" cap="none" spc="0" normalizeH="0" baseline="0" noProof="0">
              <a:ln>
                <a:noFill/>
              </a:ln>
              <a:solidFill>
                <a:srgbClr val="000000"/>
              </a:solidFill>
              <a:effectLst/>
              <a:uLnTx/>
              <a:uFillTx/>
              <a:ea typeface="+mj-ea"/>
              <a:cs typeface="+mn-cs"/>
              <a:sym typeface="Arial"/>
            </a:endParaRPr>
          </a:p>
        </p:txBody>
      </p:sp>
      <p:sp>
        <p:nvSpPr>
          <p:cNvPr id="37" name="Text Box 14">
            <a:extLst>
              <a:ext uri="{FF2B5EF4-FFF2-40B4-BE49-F238E27FC236}">
                <a16:creationId xmlns:a16="http://schemas.microsoft.com/office/drawing/2014/main" id="{83628427-FB46-AABF-645F-631F1B663BEE}"/>
              </a:ext>
            </a:extLst>
          </p:cNvPr>
          <p:cNvSpPr txBox="1">
            <a:spLocks noChangeArrowheads="1"/>
          </p:cNvSpPr>
          <p:nvPr>
            <p:custDataLst>
              <p:tags r:id="rId6"/>
            </p:custDataLst>
          </p:nvPr>
        </p:nvSpPr>
        <p:spPr bwMode="auto">
          <a:xfrm>
            <a:off x="198866" y="1778609"/>
            <a:ext cx="523220" cy="1922652"/>
          </a:xfrm>
          <a:prstGeom prst="rect">
            <a:avLst/>
          </a:prstGeom>
          <a:solidFill>
            <a:srgbClr val="FFFDFD">
              <a:lumMod val="90000"/>
            </a:srgbClr>
          </a:solidFill>
          <a:ln w="9525">
            <a:solidFill>
              <a:srgbClr val="000000"/>
            </a:solidFill>
            <a:miter lim="800000"/>
          </a:ln>
        </p:spPr>
        <p:txBody>
          <a:bodyPr vert="eaVert"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200" b="1" i="0" u="none" strike="noStrike" kern="0" cap="none" spc="0" normalizeH="0" baseline="0" noProof="0">
                <a:ln>
                  <a:noFill/>
                </a:ln>
                <a:solidFill>
                  <a:srgbClr val="000000"/>
                </a:solidFill>
                <a:effectLst/>
                <a:uLnTx/>
                <a:uFillTx/>
                <a:ea typeface="+mj-ea"/>
              </a:rPr>
              <a:t>牛顿第一定律</a:t>
            </a:r>
          </a:p>
        </p:txBody>
      </p:sp>
      <p:sp>
        <p:nvSpPr>
          <p:cNvPr id="38" name="文本框 37">
            <a:extLst>
              <a:ext uri="{FF2B5EF4-FFF2-40B4-BE49-F238E27FC236}">
                <a16:creationId xmlns:a16="http://schemas.microsoft.com/office/drawing/2014/main" id="{EE604934-DB49-C609-461F-5FDF31802F02}"/>
              </a:ext>
            </a:extLst>
          </p:cNvPr>
          <p:cNvSpPr txBox="1"/>
          <p:nvPr>
            <p:custDataLst>
              <p:tags r:id="rId7"/>
            </p:custDataLst>
          </p:nvPr>
        </p:nvSpPr>
        <p:spPr>
          <a:xfrm>
            <a:off x="2637318" y="657307"/>
            <a:ext cx="6185867" cy="2070567"/>
          </a:xfrm>
          <a:prstGeom prst="rect">
            <a:avLst/>
          </a:prstGeom>
          <a:noFill/>
          <a:ln>
            <a:noFill/>
          </a:ln>
        </p:spPr>
        <p:txBody>
          <a:bodyPr wrap="square" rtlCol="0">
            <a:spAutoFit/>
          </a:bodyPr>
          <a:lstStyle/>
          <a:p>
            <a:pPr>
              <a:lnSpc>
                <a:spcPts val="2600"/>
              </a:lnSpc>
            </a:pPr>
            <a:r>
              <a:rPr lang="en-US" altLang="zh-CN" sz="1800">
                <a:solidFill>
                  <a:srgbClr val="002060"/>
                </a:solidFill>
                <a:ea typeface="+mj-ea"/>
                <a:cs typeface="Times New Roman" panose="02020603050405020304" charset="0"/>
              </a:rPr>
              <a:t> </a:t>
            </a:r>
          </a:p>
          <a:p>
            <a:pPr>
              <a:lnSpc>
                <a:spcPts val="2600"/>
              </a:lnSpc>
            </a:pPr>
            <a:r>
              <a:rPr lang="en-US" altLang="zh-CN" sz="1800">
                <a:solidFill>
                  <a:srgbClr val="002060"/>
                </a:solidFill>
                <a:ea typeface="+mj-ea"/>
                <a:cs typeface="Times New Roman" panose="02020603050405020304" charset="0"/>
              </a:rPr>
              <a:t>       </a:t>
            </a:r>
            <a:r>
              <a:rPr lang="zh-CN" altLang="en-US" sz="1800">
                <a:solidFill>
                  <a:srgbClr val="002060"/>
                </a:solidFill>
                <a:ea typeface="+mj-ea"/>
                <a:cs typeface="Times New Roman" panose="02020603050405020304" charset="0"/>
              </a:rPr>
              <a:t>运动物体受到的阻力越小，运动得越远。若运动的物体不受阻力，将保持做匀速直线运动。</a:t>
            </a:r>
            <a:endParaRPr lang="en-US" altLang="zh-CN" sz="1800">
              <a:solidFill>
                <a:srgbClr val="002060"/>
              </a:solidFill>
              <a:ea typeface="+mj-ea"/>
              <a:cs typeface="Times New Roman" panose="02020603050405020304" charset="0"/>
            </a:endParaRPr>
          </a:p>
          <a:p>
            <a:pPr>
              <a:lnSpc>
                <a:spcPts val="2600"/>
              </a:lnSpc>
            </a:pPr>
            <a:r>
              <a:rPr lang="zh-CN" altLang="en-US" sz="1800">
                <a:solidFill>
                  <a:srgbClr val="002060"/>
                </a:solidFill>
                <a:ea typeface="+mj-ea"/>
                <a:cs typeface="Times New Roman" panose="02020603050405020304" charset="0"/>
              </a:rPr>
              <a:t>                                一切物体在没有受到力的作用时，</a:t>
            </a:r>
            <a:endParaRPr lang="en-US" altLang="zh-CN" sz="1800">
              <a:solidFill>
                <a:srgbClr val="002060"/>
              </a:solidFill>
              <a:ea typeface="+mj-ea"/>
              <a:cs typeface="Times New Roman" panose="02020603050405020304" charset="0"/>
            </a:endParaRPr>
          </a:p>
          <a:p>
            <a:pPr>
              <a:lnSpc>
                <a:spcPts val="2600"/>
              </a:lnSpc>
            </a:pPr>
            <a:r>
              <a:rPr lang="en-US" altLang="zh-CN" sz="1800">
                <a:solidFill>
                  <a:srgbClr val="002060"/>
                </a:solidFill>
                <a:ea typeface="+mj-ea"/>
                <a:cs typeface="Times New Roman" panose="02020603050405020304" charset="0"/>
              </a:rPr>
              <a:t>       </a:t>
            </a:r>
            <a:r>
              <a:rPr lang="zh-CN" altLang="en-US" sz="1800">
                <a:solidFill>
                  <a:srgbClr val="002060"/>
                </a:solidFill>
                <a:ea typeface="+mj-ea"/>
                <a:cs typeface="Times New Roman" panose="02020603050405020304" charset="0"/>
              </a:rPr>
              <a:t>总保持静止状态或匀速直线运动状态。</a:t>
            </a:r>
          </a:p>
          <a:p>
            <a:pPr>
              <a:lnSpc>
                <a:spcPts val="2600"/>
              </a:lnSpc>
            </a:pPr>
            <a:r>
              <a:rPr lang="zh-CN" altLang="en-US" sz="1800" spc="-60">
                <a:solidFill>
                  <a:srgbClr val="002060"/>
                </a:solidFill>
                <a:ea typeface="+mj-ea"/>
                <a:cs typeface="Times New Roman" panose="02020603050405020304" charset="0"/>
              </a:rPr>
              <a:t>                             在经验事实的基础上，经科学推理得出。</a:t>
            </a:r>
          </a:p>
        </p:txBody>
      </p:sp>
      <p:sp>
        <p:nvSpPr>
          <p:cNvPr id="39" name="Text Box 25">
            <a:extLst>
              <a:ext uri="{FF2B5EF4-FFF2-40B4-BE49-F238E27FC236}">
                <a16:creationId xmlns:a16="http://schemas.microsoft.com/office/drawing/2014/main" id="{F43C3E2C-06A9-B240-4E42-0DB0CC968664}"/>
              </a:ext>
            </a:extLst>
          </p:cNvPr>
          <p:cNvSpPr txBox="1">
            <a:spLocks noChangeArrowheads="1"/>
          </p:cNvSpPr>
          <p:nvPr>
            <p:custDataLst>
              <p:tags r:id="rId8"/>
            </p:custDataLst>
          </p:nvPr>
        </p:nvSpPr>
        <p:spPr bwMode="auto">
          <a:xfrm>
            <a:off x="1054439" y="1326293"/>
            <a:ext cx="1160442" cy="707886"/>
          </a:xfrm>
          <a:prstGeom prst="rect">
            <a:avLst/>
          </a:prstGeom>
          <a:solidFill>
            <a:srgbClr val="1973BF">
              <a:lumMod val="20000"/>
              <a:lumOff val="80000"/>
            </a:srgbClr>
          </a:solidFill>
          <a:ln w="9525">
            <a:solidFill>
              <a:srgbClr val="000000"/>
            </a:solidFill>
            <a:miter lim="800000"/>
          </a:ln>
        </p:spPr>
        <p:txBody>
          <a:bodyPr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a:noFill/>
                </a:ln>
                <a:solidFill>
                  <a:srgbClr val="000000"/>
                </a:solidFill>
                <a:effectLst/>
                <a:uLnTx/>
                <a:uFillTx/>
                <a:ea typeface="+mj-ea"/>
              </a:rPr>
              <a:t>牛顿第</a:t>
            </a:r>
            <a:endParaRPr kumimoji="0" lang="en-US" altLang="zh-CN" sz="2000" b="0" i="0" u="none" strike="noStrike" kern="0" cap="none" spc="0" normalizeH="0" baseline="0" noProof="0">
              <a:ln>
                <a:noFill/>
              </a:ln>
              <a:solidFill>
                <a:srgbClr val="000000"/>
              </a:solidFill>
              <a:effectLst/>
              <a:uLnTx/>
              <a:uFillTx/>
              <a:ea typeface="+mj-ea"/>
            </a:endParaRPr>
          </a:p>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a:noFill/>
                </a:ln>
                <a:solidFill>
                  <a:srgbClr val="000000"/>
                </a:solidFill>
                <a:effectLst/>
                <a:uLnTx/>
                <a:uFillTx/>
                <a:ea typeface="+mj-ea"/>
              </a:rPr>
              <a:t>一定律</a:t>
            </a:r>
          </a:p>
        </p:txBody>
      </p:sp>
      <p:sp>
        <p:nvSpPr>
          <p:cNvPr id="40" name="Text Box 25">
            <a:extLst>
              <a:ext uri="{FF2B5EF4-FFF2-40B4-BE49-F238E27FC236}">
                <a16:creationId xmlns:a16="http://schemas.microsoft.com/office/drawing/2014/main" id="{7CE6D936-3256-B010-6CF8-42B7272BD76E}"/>
              </a:ext>
            </a:extLst>
          </p:cNvPr>
          <p:cNvSpPr txBox="1">
            <a:spLocks noChangeArrowheads="1"/>
          </p:cNvSpPr>
          <p:nvPr>
            <p:custDataLst>
              <p:tags r:id="rId9"/>
            </p:custDataLst>
          </p:nvPr>
        </p:nvSpPr>
        <p:spPr bwMode="auto">
          <a:xfrm>
            <a:off x="1060111" y="3741899"/>
            <a:ext cx="1153353" cy="400110"/>
          </a:xfrm>
          <a:prstGeom prst="rect">
            <a:avLst/>
          </a:prstGeom>
          <a:solidFill>
            <a:srgbClr val="B9EBDC"/>
          </a:solidFill>
          <a:ln w="9525">
            <a:solidFill>
              <a:srgbClr val="000000"/>
            </a:solidFill>
            <a:miter lim="800000"/>
          </a:ln>
        </p:spPr>
        <p:txBody>
          <a:bodyPr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a:noFill/>
                </a:ln>
                <a:solidFill>
                  <a:srgbClr val="000000"/>
                </a:solidFill>
                <a:effectLst/>
                <a:uLnTx/>
                <a:uFillTx/>
                <a:ea typeface="+mj-ea"/>
              </a:rPr>
              <a:t>惯性</a:t>
            </a:r>
          </a:p>
        </p:txBody>
      </p:sp>
      <p:grpSp>
        <p:nvGrpSpPr>
          <p:cNvPr id="41" name="组合 40">
            <a:extLst>
              <a:ext uri="{FF2B5EF4-FFF2-40B4-BE49-F238E27FC236}">
                <a16:creationId xmlns:a16="http://schemas.microsoft.com/office/drawing/2014/main" id="{FB240FA7-41DE-F1AF-07B1-D196693F6BF5}"/>
              </a:ext>
            </a:extLst>
          </p:cNvPr>
          <p:cNvGrpSpPr/>
          <p:nvPr>
            <p:custDataLst>
              <p:tags r:id="rId10"/>
            </p:custDataLst>
          </p:nvPr>
        </p:nvGrpSpPr>
        <p:grpSpPr>
          <a:xfrm>
            <a:off x="2201265" y="3081816"/>
            <a:ext cx="479777" cy="1737135"/>
            <a:chOff x="2703689" y="2466310"/>
            <a:chExt cx="549467" cy="793577"/>
          </a:xfrm>
        </p:grpSpPr>
        <p:grpSp>
          <p:nvGrpSpPr>
            <p:cNvPr id="42" name="组合 41">
              <a:extLst>
                <a:ext uri="{FF2B5EF4-FFF2-40B4-BE49-F238E27FC236}">
                  <a16:creationId xmlns:a16="http://schemas.microsoft.com/office/drawing/2014/main" id="{0C81E371-1DAD-7FCE-2523-0FDF3AC2E059}"/>
                </a:ext>
              </a:extLst>
            </p:cNvPr>
            <p:cNvGrpSpPr/>
            <p:nvPr>
              <p:custDataLst>
                <p:tags r:id="rId18"/>
              </p:custDataLst>
            </p:nvPr>
          </p:nvGrpSpPr>
          <p:grpSpPr>
            <a:xfrm>
              <a:off x="2955631" y="2466310"/>
              <a:ext cx="297525" cy="793577"/>
              <a:chOff x="2901546" y="4138348"/>
              <a:chExt cx="243678" cy="780524"/>
            </a:xfrm>
          </p:grpSpPr>
          <p:cxnSp>
            <p:nvCxnSpPr>
              <p:cNvPr id="44" name="直接连接符 43">
                <a:extLst>
                  <a:ext uri="{FF2B5EF4-FFF2-40B4-BE49-F238E27FC236}">
                    <a16:creationId xmlns:a16="http://schemas.microsoft.com/office/drawing/2014/main" id="{8A9C4321-EC02-145A-C817-01BA50AA7C63}"/>
                  </a:ext>
                </a:extLst>
              </p:cNvPr>
              <p:cNvCxnSpPr/>
              <p:nvPr>
                <p:custDataLst>
                  <p:tags r:id="rId20"/>
                </p:custDataLst>
              </p:nvPr>
            </p:nvCxnSpPr>
            <p:spPr>
              <a:xfrm flipH="1">
                <a:off x="2901546" y="4138348"/>
                <a:ext cx="0" cy="780524"/>
              </a:xfrm>
              <a:prstGeom prst="line">
                <a:avLst/>
              </a:prstGeom>
              <a:noFill/>
              <a:ln w="19050" cap="flat" cmpd="sng" algn="ctr">
                <a:solidFill>
                  <a:srgbClr val="000000"/>
                </a:solidFill>
                <a:prstDash val="solid"/>
                <a:miter lim="800000"/>
              </a:ln>
              <a:effectLst/>
            </p:spPr>
          </p:cxnSp>
          <p:cxnSp>
            <p:nvCxnSpPr>
              <p:cNvPr id="45" name="直接连接符 44">
                <a:extLst>
                  <a:ext uri="{FF2B5EF4-FFF2-40B4-BE49-F238E27FC236}">
                    <a16:creationId xmlns:a16="http://schemas.microsoft.com/office/drawing/2014/main" id="{AF005610-DAC4-8980-E311-7EA5FF81D5B5}"/>
                  </a:ext>
                </a:extLst>
              </p:cNvPr>
              <p:cNvCxnSpPr/>
              <p:nvPr>
                <p:custDataLst>
                  <p:tags r:id="rId21"/>
                </p:custDataLst>
              </p:nvPr>
            </p:nvCxnSpPr>
            <p:spPr>
              <a:xfrm>
                <a:off x="2901546" y="4915217"/>
                <a:ext cx="243678" cy="0"/>
              </a:xfrm>
              <a:prstGeom prst="line">
                <a:avLst/>
              </a:prstGeom>
              <a:noFill/>
              <a:ln w="19050" cap="flat" cmpd="sng" algn="ctr">
                <a:solidFill>
                  <a:srgbClr val="000000"/>
                </a:solidFill>
                <a:prstDash val="solid"/>
                <a:miter lim="800000"/>
              </a:ln>
              <a:effectLst/>
            </p:spPr>
          </p:cxnSp>
          <p:cxnSp>
            <p:nvCxnSpPr>
              <p:cNvPr id="46" name="直接连接符 45">
                <a:extLst>
                  <a:ext uri="{FF2B5EF4-FFF2-40B4-BE49-F238E27FC236}">
                    <a16:creationId xmlns:a16="http://schemas.microsoft.com/office/drawing/2014/main" id="{3ACE5C75-AF9F-2FFB-43D1-8AD719C8619C}"/>
                  </a:ext>
                </a:extLst>
              </p:cNvPr>
              <p:cNvCxnSpPr/>
              <p:nvPr>
                <p:custDataLst>
                  <p:tags r:id="rId22"/>
                </p:custDataLst>
              </p:nvPr>
            </p:nvCxnSpPr>
            <p:spPr>
              <a:xfrm>
                <a:off x="2901546" y="4141268"/>
                <a:ext cx="243678" cy="0"/>
              </a:xfrm>
              <a:prstGeom prst="line">
                <a:avLst/>
              </a:prstGeom>
              <a:noFill/>
              <a:ln w="19050" cap="flat" cmpd="sng" algn="ctr">
                <a:solidFill>
                  <a:srgbClr val="000000"/>
                </a:solidFill>
                <a:prstDash val="solid"/>
                <a:miter lim="800000"/>
              </a:ln>
              <a:effectLst/>
            </p:spPr>
          </p:cxnSp>
        </p:grpSp>
        <p:cxnSp>
          <p:nvCxnSpPr>
            <p:cNvPr id="43" name="直接连接符 42">
              <a:extLst>
                <a:ext uri="{FF2B5EF4-FFF2-40B4-BE49-F238E27FC236}">
                  <a16:creationId xmlns:a16="http://schemas.microsoft.com/office/drawing/2014/main" id="{8CD6381C-DA9B-B4D0-4CA5-52C8D3E3BEFE}"/>
                </a:ext>
              </a:extLst>
            </p:cNvPr>
            <p:cNvCxnSpPr/>
            <p:nvPr>
              <p:custDataLst>
                <p:tags r:id="rId19"/>
              </p:custDataLst>
            </p:nvPr>
          </p:nvCxnSpPr>
          <p:spPr>
            <a:xfrm>
              <a:off x="2703689" y="2863098"/>
              <a:ext cx="254336" cy="0"/>
            </a:xfrm>
            <a:prstGeom prst="line">
              <a:avLst/>
            </a:prstGeom>
            <a:noFill/>
            <a:ln w="19050" cap="flat" cmpd="sng" algn="ctr">
              <a:solidFill>
                <a:srgbClr val="000000"/>
              </a:solidFill>
              <a:prstDash val="solid"/>
              <a:miter lim="800000"/>
            </a:ln>
            <a:effectLst/>
          </p:spPr>
        </p:cxnSp>
      </p:grpSp>
      <p:sp>
        <p:nvSpPr>
          <p:cNvPr id="47" name="矩形 46">
            <a:extLst>
              <a:ext uri="{FF2B5EF4-FFF2-40B4-BE49-F238E27FC236}">
                <a16:creationId xmlns:a16="http://schemas.microsoft.com/office/drawing/2014/main" id="{B56DD085-53CB-02C5-0AB2-ABD8913BAF7B}"/>
              </a:ext>
            </a:extLst>
          </p:cNvPr>
          <p:cNvSpPr/>
          <p:nvPr>
            <p:custDataLst>
              <p:tags r:id="rId11"/>
            </p:custDataLst>
          </p:nvPr>
        </p:nvSpPr>
        <p:spPr>
          <a:xfrm>
            <a:off x="2637318" y="2848110"/>
            <a:ext cx="5881065" cy="1737142"/>
          </a:xfrm>
          <a:prstGeom prst="rect">
            <a:avLst/>
          </a:prstGeom>
        </p:spPr>
        <p:txBody>
          <a:bodyPr wrap="square">
            <a:spAutoFit/>
          </a:bodyPr>
          <a:lstStyle/>
          <a:p>
            <a:pPr>
              <a:lnSpc>
                <a:spcPts val="2600"/>
              </a:lnSpc>
            </a:pPr>
            <a:r>
              <a:rPr lang="zh-CN" altLang="en-US" sz="1800">
                <a:solidFill>
                  <a:srgbClr val="002060"/>
                </a:solidFill>
                <a:ea typeface="+mj-ea"/>
              </a:rPr>
              <a:t>                     我们将物体具有保持静止或匀速直线运动</a:t>
            </a:r>
            <a:endParaRPr lang="en-US" altLang="zh-CN" sz="1800">
              <a:solidFill>
                <a:srgbClr val="002060"/>
              </a:solidFill>
              <a:ea typeface="+mj-ea"/>
            </a:endParaRPr>
          </a:p>
          <a:p>
            <a:pPr>
              <a:lnSpc>
                <a:spcPts val="2600"/>
              </a:lnSpc>
            </a:pPr>
            <a:r>
              <a:rPr lang="en-US" altLang="zh-CN" sz="1800">
                <a:solidFill>
                  <a:srgbClr val="002060"/>
                </a:solidFill>
                <a:ea typeface="+mj-ea"/>
              </a:rPr>
              <a:t>            </a:t>
            </a:r>
            <a:r>
              <a:rPr lang="zh-CN" altLang="en-US" sz="1800">
                <a:solidFill>
                  <a:srgbClr val="002060"/>
                </a:solidFill>
                <a:ea typeface="+mj-ea"/>
              </a:rPr>
              <a:t>状态不变的性质称为惯性。</a:t>
            </a:r>
            <a:endParaRPr lang="en-US" altLang="zh-CN" sz="1800">
              <a:solidFill>
                <a:srgbClr val="002060"/>
              </a:solidFill>
              <a:ea typeface="+mj-ea"/>
            </a:endParaRPr>
          </a:p>
          <a:p>
            <a:pPr>
              <a:lnSpc>
                <a:spcPts val="2600"/>
              </a:lnSpc>
            </a:pPr>
            <a:endParaRPr lang="en-US" altLang="zh-CN" sz="1800">
              <a:solidFill>
                <a:srgbClr val="002060"/>
              </a:solidFill>
              <a:ea typeface="+mj-ea"/>
            </a:endParaRPr>
          </a:p>
          <a:p>
            <a:pPr>
              <a:lnSpc>
                <a:spcPts val="2600"/>
              </a:lnSpc>
            </a:pPr>
            <a:r>
              <a:rPr lang="en-US" altLang="zh-CN" sz="1800">
                <a:solidFill>
                  <a:srgbClr val="002060"/>
                </a:solidFill>
                <a:ea typeface="+mj-ea"/>
              </a:rPr>
              <a:t>       </a:t>
            </a:r>
            <a:r>
              <a:rPr lang="zh-CN" altLang="en-US" sz="1800">
                <a:solidFill>
                  <a:srgbClr val="002060"/>
                </a:solidFill>
                <a:ea typeface="+mj-ea"/>
              </a:rPr>
              <a:t>一切物体在任何情况下都具有惯性。物体的质量越大，惯性越大。</a:t>
            </a:r>
            <a:endParaRPr lang="en-US" altLang="zh-CN" sz="1800">
              <a:solidFill>
                <a:srgbClr val="002060"/>
              </a:solidFill>
              <a:ea typeface="+mj-ea"/>
            </a:endParaRPr>
          </a:p>
        </p:txBody>
      </p:sp>
      <p:sp>
        <p:nvSpPr>
          <p:cNvPr id="48" name="矩形: 圆角 47">
            <a:extLst>
              <a:ext uri="{FF2B5EF4-FFF2-40B4-BE49-F238E27FC236}">
                <a16:creationId xmlns:a16="http://schemas.microsoft.com/office/drawing/2014/main" id="{B220176B-A6D0-0E01-125B-31AF05692B9F}"/>
              </a:ext>
            </a:extLst>
          </p:cNvPr>
          <p:cNvSpPr/>
          <p:nvPr>
            <p:custDataLst>
              <p:tags r:id="rId12"/>
            </p:custDataLst>
          </p:nvPr>
        </p:nvSpPr>
        <p:spPr>
          <a:xfrm>
            <a:off x="2669096" y="668975"/>
            <a:ext cx="2895885" cy="357218"/>
          </a:xfrm>
          <a:prstGeom prst="roundRect">
            <a:avLst>
              <a:gd name="adj" fmla="val 0"/>
            </a:avLst>
          </a:prstGeom>
          <a:solidFill>
            <a:schemeClr val="accent4">
              <a:lumMod val="20000"/>
              <a:lumOff val="80000"/>
              <a:alpha val="63000"/>
            </a:schemeClr>
          </a:solidFill>
          <a:ln w="6350" cap="flat" cmpd="sng" algn="ctr">
            <a:solidFill>
              <a:srgbClr val="000000"/>
            </a:solidFill>
            <a:prstDash val="solid"/>
            <a:miter lim="800000"/>
          </a:ln>
          <a:effectLst/>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002060"/>
                </a:solidFill>
                <a:effectLst/>
                <a:uLnTx/>
                <a:uFillTx/>
                <a:ea typeface="+mj-ea"/>
                <a:cs typeface="+mn-cs"/>
              </a:rPr>
              <a:t>①阻力对物体运动的影响：</a:t>
            </a:r>
          </a:p>
        </p:txBody>
      </p:sp>
      <p:sp>
        <p:nvSpPr>
          <p:cNvPr id="49" name="矩形: 圆角 48">
            <a:extLst>
              <a:ext uri="{FF2B5EF4-FFF2-40B4-BE49-F238E27FC236}">
                <a16:creationId xmlns:a16="http://schemas.microsoft.com/office/drawing/2014/main" id="{70331401-39F7-8A3E-0B5B-14DF68C31CAD}"/>
              </a:ext>
            </a:extLst>
          </p:cNvPr>
          <p:cNvSpPr/>
          <p:nvPr>
            <p:custDataLst>
              <p:tags r:id="rId13"/>
            </p:custDataLst>
          </p:nvPr>
        </p:nvSpPr>
        <p:spPr>
          <a:xfrm>
            <a:off x="2635229" y="1678683"/>
            <a:ext cx="1986775" cy="357218"/>
          </a:xfrm>
          <a:prstGeom prst="roundRect">
            <a:avLst>
              <a:gd name="adj" fmla="val 0"/>
            </a:avLst>
          </a:prstGeom>
          <a:solidFill>
            <a:srgbClr val="FFC000">
              <a:alpha val="29000"/>
            </a:srgbClr>
          </a:solidFill>
          <a:ln w="6350" cap="flat" cmpd="sng" algn="ctr">
            <a:solidFill>
              <a:srgbClr val="000000"/>
            </a:solidFill>
            <a:prstDash val="solid"/>
            <a:miter lim="800000"/>
          </a:ln>
          <a:effectLst/>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002060"/>
                </a:solidFill>
                <a:effectLst/>
                <a:uLnTx/>
                <a:uFillTx/>
                <a:ea typeface="+mj-ea"/>
                <a:cs typeface="Times New Roman" panose="02020603050405020304" charset="0"/>
              </a:rPr>
              <a:t>②牛顿第一定律： </a:t>
            </a:r>
            <a:endParaRPr kumimoji="0" lang="zh-CN" altLang="en-US" sz="1800" b="0" i="0" u="none" strike="noStrike" kern="0" cap="none" spc="0" normalizeH="0" baseline="0" noProof="0">
              <a:ln>
                <a:noFill/>
              </a:ln>
              <a:solidFill>
                <a:srgbClr val="002060"/>
              </a:solidFill>
              <a:effectLst/>
              <a:uLnTx/>
              <a:uFillTx/>
              <a:ea typeface="+mj-ea"/>
            </a:endParaRPr>
          </a:p>
        </p:txBody>
      </p:sp>
      <p:sp>
        <p:nvSpPr>
          <p:cNvPr id="50" name="矩形: 圆角 49">
            <a:extLst>
              <a:ext uri="{FF2B5EF4-FFF2-40B4-BE49-F238E27FC236}">
                <a16:creationId xmlns:a16="http://schemas.microsoft.com/office/drawing/2014/main" id="{7C4B26B5-F772-1E86-F830-863E22FAA435}"/>
              </a:ext>
            </a:extLst>
          </p:cNvPr>
          <p:cNvSpPr/>
          <p:nvPr>
            <p:custDataLst>
              <p:tags r:id="rId14"/>
            </p:custDataLst>
          </p:nvPr>
        </p:nvSpPr>
        <p:spPr>
          <a:xfrm>
            <a:off x="2663408" y="2339456"/>
            <a:ext cx="1360691" cy="357218"/>
          </a:xfrm>
          <a:prstGeom prst="roundRect">
            <a:avLst>
              <a:gd name="adj" fmla="val 0"/>
            </a:avLst>
          </a:prstGeom>
          <a:solidFill>
            <a:schemeClr val="accent2">
              <a:lumMod val="60000"/>
              <a:lumOff val="40000"/>
              <a:alpha val="29000"/>
            </a:schemeClr>
          </a:solidFill>
          <a:ln w="6350" cap="flat" cmpd="sng" algn="ctr">
            <a:solidFill>
              <a:srgbClr val="000000"/>
            </a:solidFill>
            <a:prstDash val="solid"/>
            <a:miter lim="800000"/>
          </a:ln>
          <a:effectLst/>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r>
              <a:rPr kumimoji="0" lang="zh-CN" altLang="en-US" sz="1800" b="0" i="0" u="none" strike="noStrike" kern="0" cap="none" spc="-100" normalizeH="0" baseline="0" noProof="0">
                <a:ln>
                  <a:noFill/>
                </a:ln>
                <a:solidFill>
                  <a:srgbClr val="002060"/>
                </a:solidFill>
                <a:effectLst/>
                <a:uLnTx/>
                <a:uFillTx/>
                <a:ea typeface="+mj-ea"/>
                <a:cs typeface="Times New Roman" panose="02020603050405020304" charset="0"/>
              </a:rPr>
              <a:t>③建立过程：</a:t>
            </a:r>
            <a:endParaRPr kumimoji="0" lang="zh-CN" altLang="en-US" sz="1800" b="0" i="0" u="none" strike="noStrike" kern="0" cap="none" spc="-100" normalizeH="0" baseline="0" noProof="0">
              <a:ln>
                <a:noFill/>
              </a:ln>
              <a:solidFill>
                <a:srgbClr val="002060"/>
              </a:solidFill>
              <a:effectLst/>
              <a:uLnTx/>
              <a:uFillTx/>
              <a:ea typeface="+mj-ea"/>
            </a:endParaRPr>
          </a:p>
        </p:txBody>
      </p:sp>
      <p:sp>
        <p:nvSpPr>
          <p:cNvPr id="51" name="矩形: 圆角 50">
            <a:extLst>
              <a:ext uri="{FF2B5EF4-FFF2-40B4-BE49-F238E27FC236}">
                <a16:creationId xmlns:a16="http://schemas.microsoft.com/office/drawing/2014/main" id="{22E711CC-35A8-FD42-6595-29D54E16F90A}"/>
              </a:ext>
            </a:extLst>
          </p:cNvPr>
          <p:cNvSpPr/>
          <p:nvPr>
            <p:custDataLst>
              <p:tags r:id="rId15"/>
            </p:custDataLst>
          </p:nvPr>
        </p:nvSpPr>
        <p:spPr>
          <a:xfrm>
            <a:off x="2686360" y="2874373"/>
            <a:ext cx="1031732" cy="357218"/>
          </a:xfrm>
          <a:prstGeom prst="roundRect">
            <a:avLst>
              <a:gd name="adj" fmla="val 0"/>
            </a:avLst>
          </a:prstGeom>
          <a:solidFill>
            <a:srgbClr val="30CED4">
              <a:lumMod val="40000"/>
              <a:lumOff val="60000"/>
              <a:alpha val="29000"/>
            </a:srgbClr>
          </a:solidFill>
          <a:ln w="6350" cap="flat" cmpd="sng" algn="ctr">
            <a:solidFill>
              <a:srgbClr val="000000"/>
            </a:solidFill>
            <a:prstDash val="solid"/>
            <a:miter lim="800000"/>
          </a:ln>
          <a:effectLst/>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r>
              <a:rPr kumimoji="0" lang="zh-CN" altLang="en-US" sz="1800" b="0" i="0" u="none" strike="noStrike" kern="0" cap="none" spc="-100" normalizeH="0" baseline="0" noProof="0">
                <a:ln>
                  <a:noFill/>
                </a:ln>
                <a:solidFill>
                  <a:srgbClr val="002060"/>
                </a:solidFill>
                <a:effectLst/>
                <a:uLnTx/>
                <a:uFillTx/>
                <a:ea typeface="+mj-ea"/>
                <a:cs typeface="Times New Roman" panose="02020603050405020304" charset="0"/>
              </a:rPr>
              <a:t>①惯性：</a:t>
            </a:r>
            <a:endParaRPr kumimoji="0" lang="zh-CN" altLang="en-US" sz="1800" b="0" i="0" u="none" strike="noStrike" kern="0" cap="none" spc="-100" normalizeH="0" baseline="0" noProof="0">
              <a:ln>
                <a:noFill/>
              </a:ln>
              <a:solidFill>
                <a:srgbClr val="002060"/>
              </a:solidFill>
              <a:effectLst/>
              <a:uLnTx/>
              <a:uFillTx/>
              <a:ea typeface="+mj-ea"/>
            </a:endParaRPr>
          </a:p>
        </p:txBody>
      </p:sp>
      <p:sp>
        <p:nvSpPr>
          <p:cNvPr id="52" name="矩形: 圆角 51">
            <a:extLst>
              <a:ext uri="{FF2B5EF4-FFF2-40B4-BE49-F238E27FC236}">
                <a16:creationId xmlns:a16="http://schemas.microsoft.com/office/drawing/2014/main" id="{4C4C7FEE-7E1A-F28C-1054-7C04963A20DE}"/>
              </a:ext>
            </a:extLst>
          </p:cNvPr>
          <p:cNvSpPr/>
          <p:nvPr>
            <p:custDataLst>
              <p:tags r:id="rId16"/>
            </p:custDataLst>
          </p:nvPr>
        </p:nvSpPr>
        <p:spPr>
          <a:xfrm>
            <a:off x="2655530" y="3529944"/>
            <a:ext cx="3402370" cy="357218"/>
          </a:xfrm>
          <a:prstGeom prst="roundRect">
            <a:avLst>
              <a:gd name="adj" fmla="val 0"/>
            </a:avLst>
          </a:prstGeom>
          <a:solidFill>
            <a:srgbClr val="30CED4">
              <a:alpha val="29000"/>
            </a:srgbClr>
          </a:solidFill>
          <a:ln w="6350" cap="flat" cmpd="sng" algn="ctr">
            <a:solidFill>
              <a:srgbClr val="000000"/>
            </a:solidFill>
            <a:prstDash val="solid"/>
            <a:miter lim="800000"/>
          </a:ln>
          <a:effectLst/>
        </p:spPr>
        <p:txBody>
          <a:bodyPr rtlCol="0" anchor="ctr"/>
          <a:lstStyle/>
          <a:p>
            <a:pPr marL="0" marR="0" lvl="0" indent="0" defTabSz="914400" eaLnBrk="1" fontAlgn="auto" latinLnBrk="0" hangingPunct="1">
              <a:lnSpc>
                <a:spcPts val="2160"/>
              </a:lnSpc>
              <a:spcBef>
                <a:spcPct val="0"/>
              </a:spcBef>
              <a:spcAft>
                <a:spcPct val="0"/>
              </a:spcAft>
              <a:buClrTx/>
              <a:buSzTx/>
              <a:buFontTx/>
              <a:buNone/>
              <a:defRPr/>
            </a:pPr>
            <a:r>
              <a:rPr kumimoji="0" lang="zh-CN" altLang="en-US" sz="1800" b="0" i="0" u="none" strike="noStrike" kern="0" cap="none" spc="0" normalizeH="0" baseline="0" noProof="0">
                <a:ln>
                  <a:noFill/>
                </a:ln>
                <a:solidFill>
                  <a:srgbClr val="002060"/>
                </a:solidFill>
                <a:effectLst/>
                <a:uLnTx/>
                <a:uFillTx/>
                <a:ea typeface="+mj-ea"/>
                <a:cs typeface="Times New Roman" panose="02020603050405020304" charset="0"/>
              </a:rPr>
              <a:t>②惯性是物体本身的一种属性：</a:t>
            </a:r>
          </a:p>
        </p:txBody>
      </p:sp>
      <p:sp>
        <p:nvSpPr>
          <p:cNvPr id="53" name="矩形: 圆角 52">
            <a:extLst>
              <a:ext uri="{FF2B5EF4-FFF2-40B4-BE49-F238E27FC236}">
                <a16:creationId xmlns:a16="http://schemas.microsoft.com/office/drawing/2014/main" id="{1A8805C2-93FF-77FD-CE3E-7FE827981513}"/>
              </a:ext>
            </a:extLst>
          </p:cNvPr>
          <p:cNvSpPr/>
          <p:nvPr>
            <p:custDataLst>
              <p:tags r:id="rId17"/>
            </p:custDataLst>
          </p:nvPr>
        </p:nvSpPr>
        <p:spPr>
          <a:xfrm>
            <a:off x="2655530" y="4611515"/>
            <a:ext cx="2492203" cy="357218"/>
          </a:xfrm>
          <a:prstGeom prst="roundRect">
            <a:avLst>
              <a:gd name="adj" fmla="val 0"/>
            </a:avLst>
          </a:prstGeom>
          <a:solidFill>
            <a:srgbClr val="41CAA0">
              <a:alpha val="29000"/>
            </a:srgbClr>
          </a:solidFill>
          <a:ln w="6350" cap="flat" cmpd="sng" algn="ctr">
            <a:solidFill>
              <a:srgbClr val="000000"/>
            </a:solidFill>
            <a:prstDash val="solid"/>
            <a:miter lim="800000"/>
          </a:ln>
          <a:effectLst/>
        </p:spPr>
        <p:txBody>
          <a:bodyPr rtlCol="0" anchor="ctr"/>
          <a:lstStyle/>
          <a:p>
            <a:pPr marL="0" marR="0" lvl="0" indent="0" defTabSz="914400" eaLnBrk="1" fontAlgn="auto" latinLnBrk="0" hangingPunct="1">
              <a:lnSpc>
                <a:spcPts val="2160"/>
              </a:lnSpc>
              <a:spcBef>
                <a:spcPct val="0"/>
              </a:spcBef>
              <a:spcAft>
                <a:spcPct val="0"/>
              </a:spcAft>
              <a:buClrTx/>
              <a:buSzTx/>
              <a:buFontTx/>
              <a:buNone/>
              <a:defRPr/>
            </a:pPr>
            <a:r>
              <a:rPr kumimoji="0" lang="zh-CN" altLang="en-US" sz="1800" b="0" i="0" u="none" strike="noStrike" kern="0" cap="none" spc="0" normalizeH="0" baseline="0" noProof="0">
                <a:ln>
                  <a:noFill/>
                </a:ln>
                <a:solidFill>
                  <a:srgbClr val="002060"/>
                </a:solidFill>
                <a:effectLst/>
                <a:uLnTx/>
                <a:uFillTx/>
                <a:ea typeface="+mj-ea"/>
                <a:cs typeface="Times New Roman" panose="02020603050405020304" charset="0"/>
              </a:rPr>
              <a:t>③惯性的利用与危害。</a:t>
            </a:r>
          </a:p>
        </p:txBody>
      </p:sp>
    </p:spTree>
    <p:extLst>
      <p:ext uri="{BB962C8B-B14F-4D97-AF65-F5344CB8AC3E}">
        <p14:creationId xmlns:p14="http://schemas.microsoft.com/office/powerpoint/2010/main" val="37052115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750"/>
                                        <p:tgtEl>
                                          <p:spTgt spid="39"/>
                                        </p:tgtEl>
                                      </p:cBhvr>
                                    </p:animEffect>
                                  </p:childTnLst>
                                </p:cTn>
                              </p:par>
                            </p:childTnLst>
                          </p:cTn>
                        </p:par>
                        <p:par>
                          <p:cTn id="8" fill="hold" nodeType="afterGroup">
                            <p:stCondLst>
                              <p:cond delay="750"/>
                            </p:stCondLst>
                            <p:childTnLst>
                              <p:par>
                                <p:cTn id="9" presetID="16" presetClass="entr" presetSubtype="42"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barn(outHorizontal)">
                                      <p:cBhvr>
                                        <p:cTn id="11" dur="500"/>
                                        <p:tgtEl>
                                          <p:spTgt spid="29"/>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barn(inVertical)">
                                      <p:cBhvr>
                                        <p:cTn id="16" dur="500"/>
                                        <p:tgtEl>
                                          <p:spTgt spid="48"/>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8">
                                            <p:txEl>
                                              <p:pRg st="1" end="1"/>
                                            </p:txEl>
                                          </p:spTgt>
                                        </p:tgtEl>
                                        <p:attrNameLst>
                                          <p:attrName>style.visibility</p:attrName>
                                        </p:attrNameLst>
                                      </p:cBhvr>
                                      <p:to>
                                        <p:strVal val="visible"/>
                                      </p:to>
                                    </p:set>
                                    <p:animEffect transition="in" filter="wipe(left)">
                                      <p:cBhvr>
                                        <p:cTn id="21" dur="1250"/>
                                        <p:tgtEl>
                                          <p:spTgt spid="38">
                                            <p:txEl>
                                              <p:pRg st="1" end="1"/>
                                            </p:txEl>
                                          </p:spTgt>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barn(inVertical)">
                                      <p:cBhvr>
                                        <p:cTn id="26" dur="500"/>
                                        <p:tgtEl>
                                          <p:spTgt spid="49"/>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8">
                                            <p:txEl>
                                              <p:pRg st="2" end="2"/>
                                            </p:txEl>
                                          </p:spTgt>
                                        </p:tgtEl>
                                        <p:attrNameLst>
                                          <p:attrName>style.visibility</p:attrName>
                                        </p:attrNameLst>
                                      </p:cBhvr>
                                      <p:to>
                                        <p:strVal val="visible"/>
                                      </p:to>
                                    </p:set>
                                    <p:animEffect transition="in" filter="wipe(left)">
                                      <p:cBhvr>
                                        <p:cTn id="31" dur="1500"/>
                                        <p:tgtEl>
                                          <p:spTgt spid="38">
                                            <p:txEl>
                                              <p:pRg st="2" end="2"/>
                                            </p:txEl>
                                          </p:spTgt>
                                        </p:tgtEl>
                                      </p:cBhvr>
                                    </p:animEffect>
                                  </p:childTnLst>
                                </p:cTn>
                              </p:par>
                              <p:par>
                                <p:cTn id="32" presetID="22" presetClass="entr" presetSubtype="8" fill="hold" nodeType="withEffect">
                                  <p:stCondLst>
                                    <p:cond delay="0"/>
                                  </p:stCondLst>
                                  <p:childTnLst>
                                    <p:set>
                                      <p:cBhvr>
                                        <p:cTn id="33" dur="1" fill="hold">
                                          <p:stCondLst>
                                            <p:cond delay="0"/>
                                          </p:stCondLst>
                                        </p:cTn>
                                        <p:tgtEl>
                                          <p:spTgt spid="38">
                                            <p:txEl>
                                              <p:pRg st="3" end="3"/>
                                            </p:txEl>
                                          </p:spTgt>
                                        </p:tgtEl>
                                        <p:attrNameLst>
                                          <p:attrName>style.visibility</p:attrName>
                                        </p:attrNameLst>
                                      </p:cBhvr>
                                      <p:to>
                                        <p:strVal val="visible"/>
                                      </p:to>
                                    </p:set>
                                    <p:animEffect transition="in" filter="wipe(left)">
                                      <p:cBhvr>
                                        <p:cTn id="34" dur="1500"/>
                                        <p:tgtEl>
                                          <p:spTgt spid="38">
                                            <p:txEl>
                                              <p:pRg st="3" end="3"/>
                                            </p:txEl>
                                          </p:spTgt>
                                        </p:tgtEl>
                                      </p:cBhvr>
                                    </p:animEffect>
                                  </p:childTnLst>
                                </p:cTn>
                              </p:par>
                            </p:childTnLst>
                          </p:cTn>
                        </p:par>
                      </p:childTnLst>
                    </p:cTn>
                  </p:par>
                  <p:par>
                    <p:cTn id="35" fill="hold" nodeType="clickPar">
                      <p:stCondLst>
                        <p:cond delay="indefinite"/>
                      </p:stCondLst>
                      <p:childTnLst>
                        <p:par>
                          <p:cTn id="36" fill="hold" nodeType="afterGroup">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barn(inVertical)">
                                      <p:cBhvr>
                                        <p:cTn id="39" dur="500"/>
                                        <p:tgtEl>
                                          <p:spTgt spid="50"/>
                                        </p:tgtEl>
                                      </p:cBhvr>
                                    </p:animEffect>
                                  </p:childTnLst>
                                </p:cTn>
                              </p:par>
                            </p:childTnLst>
                          </p:cTn>
                        </p:par>
                      </p:childTnLst>
                    </p:cTn>
                  </p:par>
                  <p:par>
                    <p:cTn id="40" fill="hold" nodeType="clickPar">
                      <p:stCondLst>
                        <p:cond delay="indefinite"/>
                      </p:stCondLst>
                      <p:childTnLst>
                        <p:par>
                          <p:cTn id="41" fill="hold" nodeType="after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38">
                                            <p:txEl>
                                              <p:pRg st="4" end="4"/>
                                            </p:txEl>
                                          </p:spTgt>
                                        </p:tgtEl>
                                        <p:attrNameLst>
                                          <p:attrName>style.visibility</p:attrName>
                                        </p:attrNameLst>
                                      </p:cBhvr>
                                      <p:to>
                                        <p:strVal val="visible"/>
                                      </p:to>
                                    </p:set>
                                    <p:animEffect transition="in" filter="wipe(left)">
                                      <p:cBhvr>
                                        <p:cTn id="44" dur="1500"/>
                                        <p:tgtEl>
                                          <p:spTgt spid="38">
                                            <p:txEl>
                                              <p:pRg st="4" end="4"/>
                                            </p:txEl>
                                          </p:spTgt>
                                        </p:tgtEl>
                                      </p:cBhvr>
                                    </p:animEffect>
                                  </p:childTnLst>
                                </p:cTn>
                              </p:par>
                            </p:childTnLst>
                          </p:cTn>
                        </p:par>
                      </p:childTnLst>
                    </p:cTn>
                  </p:par>
                  <p:par>
                    <p:cTn id="45" fill="hold" nodeType="clickPar">
                      <p:stCondLst>
                        <p:cond delay="indefinite"/>
                      </p:stCondLst>
                      <p:childTnLst>
                        <p:par>
                          <p:cTn id="46" fill="hold" nodeType="after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wipe(left)">
                                      <p:cBhvr>
                                        <p:cTn id="49" dur="750"/>
                                        <p:tgtEl>
                                          <p:spTgt spid="40"/>
                                        </p:tgtEl>
                                      </p:cBhvr>
                                    </p:animEffect>
                                  </p:childTnLst>
                                </p:cTn>
                              </p:par>
                            </p:childTnLst>
                          </p:cTn>
                        </p:par>
                        <p:par>
                          <p:cTn id="50" fill="hold" nodeType="afterGroup">
                            <p:stCondLst>
                              <p:cond delay="750"/>
                            </p:stCondLst>
                            <p:childTnLst>
                              <p:par>
                                <p:cTn id="51" presetID="16" presetClass="entr" presetSubtype="42" fill="hold" nodeType="after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barn(outHorizontal)">
                                      <p:cBhvr>
                                        <p:cTn id="53" dur="500"/>
                                        <p:tgtEl>
                                          <p:spTgt spid="41"/>
                                        </p:tgtEl>
                                      </p:cBhvr>
                                    </p:animEffect>
                                  </p:childTnLst>
                                </p:cTn>
                              </p:par>
                            </p:childTnLst>
                          </p:cTn>
                        </p:par>
                      </p:childTnLst>
                    </p:cTn>
                  </p:par>
                  <p:par>
                    <p:cTn id="54" fill="hold" nodeType="clickPar">
                      <p:stCondLst>
                        <p:cond delay="indefinite"/>
                      </p:stCondLst>
                      <p:childTnLst>
                        <p:par>
                          <p:cTn id="55" fill="hold" nodeType="after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wipe(down)">
                                      <p:cBhvr>
                                        <p:cTn id="58" dur="500"/>
                                        <p:tgtEl>
                                          <p:spTgt spid="51"/>
                                        </p:tgtEl>
                                      </p:cBhvr>
                                    </p:animEffect>
                                  </p:childTnLst>
                                </p:cTn>
                              </p:par>
                            </p:childTnLst>
                          </p:cTn>
                        </p:par>
                      </p:childTnLst>
                    </p:cTn>
                  </p:par>
                  <p:par>
                    <p:cTn id="59" fill="hold" nodeType="clickPar">
                      <p:stCondLst>
                        <p:cond delay="indefinite"/>
                      </p:stCondLst>
                      <p:childTnLst>
                        <p:par>
                          <p:cTn id="60" fill="hold" nodeType="after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blinds(horizontal)">
                                      <p:cBhvr>
                                        <p:cTn id="63" dur="500"/>
                                        <p:tgtEl>
                                          <p:spTgt spid="47"/>
                                        </p:tgtEl>
                                      </p:cBhvr>
                                    </p:animEffect>
                                  </p:childTnLst>
                                </p:cTn>
                              </p:par>
                            </p:childTnLst>
                          </p:cTn>
                        </p:par>
                      </p:childTnLst>
                    </p:cTn>
                  </p:par>
                  <p:par>
                    <p:cTn id="64" fill="hold" nodeType="clickPar">
                      <p:stCondLst>
                        <p:cond delay="indefinite"/>
                      </p:stCondLst>
                      <p:childTnLst>
                        <p:par>
                          <p:cTn id="65" fill="hold" nodeType="afterGroup">
                            <p:stCondLst>
                              <p:cond delay="0"/>
                            </p:stCondLst>
                            <p:childTnLst>
                              <p:par>
                                <p:cTn id="66" presetID="3" presetClass="entr" presetSubtype="10" fill="hold" nodeType="clickEffect">
                                  <p:stCondLst>
                                    <p:cond delay="0"/>
                                  </p:stCondLst>
                                  <p:childTnLst>
                                    <p:set>
                                      <p:cBhvr>
                                        <p:cTn id="67" dur="1" fill="hold">
                                          <p:stCondLst>
                                            <p:cond delay="0"/>
                                          </p:stCondLst>
                                        </p:cTn>
                                        <p:tgtEl>
                                          <p:spTgt spid="47">
                                            <p:txEl>
                                              <p:pRg st="0" end="0"/>
                                            </p:txEl>
                                          </p:spTgt>
                                        </p:tgtEl>
                                        <p:attrNameLst>
                                          <p:attrName>style.visibility</p:attrName>
                                        </p:attrNameLst>
                                      </p:cBhvr>
                                      <p:to>
                                        <p:strVal val="visible"/>
                                      </p:to>
                                    </p:set>
                                    <p:animEffect transition="in" filter="blinds(horizontal)">
                                      <p:cBhvr>
                                        <p:cTn id="68" dur="500"/>
                                        <p:tgtEl>
                                          <p:spTgt spid="47">
                                            <p:txEl>
                                              <p:pRg st="0" end="0"/>
                                            </p:txEl>
                                          </p:spTgt>
                                        </p:tgtEl>
                                      </p:cBhvr>
                                    </p:animEffect>
                                  </p:childTnLst>
                                </p:cTn>
                              </p:par>
                              <p:par>
                                <p:cTn id="69" presetID="3" presetClass="entr" presetSubtype="10" fill="hold" nodeType="withEffect">
                                  <p:stCondLst>
                                    <p:cond delay="0"/>
                                  </p:stCondLst>
                                  <p:childTnLst>
                                    <p:set>
                                      <p:cBhvr>
                                        <p:cTn id="70" dur="1" fill="hold">
                                          <p:stCondLst>
                                            <p:cond delay="0"/>
                                          </p:stCondLst>
                                        </p:cTn>
                                        <p:tgtEl>
                                          <p:spTgt spid="47">
                                            <p:txEl>
                                              <p:pRg st="1" end="1"/>
                                            </p:txEl>
                                          </p:spTgt>
                                        </p:tgtEl>
                                        <p:attrNameLst>
                                          <p:attrName>style.visibility</p:attrName>
                                        </p:attrNameLst>
                                      </p:cBhvr>
                                      <p:to>
                                        <p:strVal val="visible"/>
                                      </p:to>
                                    </p:set>
                                    <p:animEffect transition="in" filter="blinds(horizontal)">
                                      <p:cBhvr>
                                        <p:cTn id="71" dur="500"/>
                                        <p:tgtEl>
                                          <p:spTgt spid="47">
                                            <p:txEl>
                                              <p:pRg st="1" end="1"/>
                                            </p:txEl>
                                          </p:spTgt>
                                        </p:tgtEl>
                                      </p:cBhvr>
                                    </p:animEffect>
                                  </p:childTnLst>
                                </p:cTn>
                              </p:par>
                            </p:childTnLst>
                          </p:cTn>
                        </p:par>
                      </p:childTnLst>
                    </p:cTn>
                  </p:par>
                  <p:par>
                    <p:cTn id="72" fill="hold" nodeType="clickPar">
                      <p:stCondLst>
                        <p:cond delay="indefinite"/>
                      </p:stCondLst>
                      <p:childTnLst>
                        <p:par>
                          <p:cTn id="73" fill="hold" nodeType="afterGroup">
                            <p:stCondLst>
                              <p:cond delay="0"/>
                            </p:stCondLst>
                            <p:childTnLst>
                              <p:par>
                                <p:cTn id="74" presetID="16" presetClass="entr" presetSubtype="21" fill="hold" grpId="0" nodeType="click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barn(inVertical)">
                                      <p:cBhvr>
                                        <p:cTn id="76" dur="500"/>
                                        <p:tgtEl>
                                          <p:spTgt spid="52"/>
                                        </p:tgtEl>
                                      </p:cBhvr>
                                    </p:animEffect>
                                  </p:childTnLst>
                                </p:cTn>
                              </p:par>
                            </p:childTnLst>
                          </p:cTn>
                        </p:par>
                      </p:childTnLst>
                    </p:cTn>
                  </p:par>
                  <p:par>
                    <p:cTn id="77" fill="hold" nodeType="clickPar">
                      <p:stCondLst>
                        <p:cond delay="indefinite"/>
                      </p:stCondLst>
                      <p:childTnLst>
                        <p:par>
                          <p:cTn id="78" fill="hold" nodeType="afterGroup">
                            <p:stCondLst>
                              <p:cond delay="0"/>
                            </p:stCondLst>
                            <p:childTnLst>
                              <p:par>
                                <p:cTn id="79" presetID="3" presetClass="entr" presetSubtype="10" fill="hold" nodeType="clickEffect">
                                  <p:stCondLst>
                                    <p:cond delay="0"/>
                                  </p:stCondLst>
                                  <p:childTnLst>
                                    <p:set>
                                      <p:cBhvr>
                                        <p:cTn id="80" dur="1" fill="hold">
                                          <p:stCondLst>
                                            <p:cond delay="0"/>
                                          </p:stCondLst>
                                        </p:cTn>
                                        <p:tgtEl>
                                          <p:spTgt spid="47">
                                            <p:txEl>
                                              <p:pRg st="3" end="3"/>
                                            </p:txEl>
                                          </p:spTgt>
                                        </p:tgtEl>
                                        <p:attrNameLst>
                                          <p:attrName>style.visibility</p:attrName>
                                        </p:attrNameLst>
                                      </p:cBhvr>
                                      <p:to>
                                        <p:strVal val="visible"/>
                                      </p:to>
                                    </p:set>
                                    <p:animEffect transition="in" filter="blinds(horizontal)">
                                      <p:cBhvr>
                                        <p:cTn id="81" dur="500"/>
                                        <p:tgtEl>
                                          <p:spTgt spid="47">
                                            <p:txEl>
                                              <p:pRg st="3" end="3"/>
                                            </p:txEl>
                                          </p:spTgt>
                                        </p:tgtEl>
                                      </p:cBhvr>
                                    </p:animEffect>
                                  </p:childTnLst>
                                </p:cTn>
                              </p:par>
                            </p:childTnLst>
                          </p:cTn>
                        </p:par>
                      </p:childTnLst>
                    </p:cTn>
                  </p:par>
                  <p:par>
                    <p:cTn id="82" fill="hold" nodeType="clickPar">
                      <p:stCondLst>
                        <p:cond delay="indefinite"/>
                      </p:stCondLst>
                      <p:childTnLst>
                        <p:par>
                          <p:cTn id="83" fill="hold" nodeType="afterGroup">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53"/>
                                        </p:tgtEl>
                                        <p:attrNameLst>
                                          <p:attrName>style.visibility</p:attrName>
                                        </p:attrNameLst>
                                      </p:cBhvr>
                                      <p:to>
                                        <p:strVal val="visible"/>
                                      </p:to>
                                    </p:set>
                                    <p:animEffect transition="in" filter="barn(inVertical)">
                                      <p:cBhvr>
                                        <p:cTn id="86" dur="500"/>
                                        <p:tgtEl>
                                          <p:spTgt spid="53"/>
                                        </p:tgtEl>
                                      </p:cBhvr>
                                    </p:animEffect>
                                  </p:childTnLst>
                                </p:cTn>
                              </p:par>
                            </p:childTnLst>
                          </p:cTn>
                        </p:par>
                      </p:childTnLst>
                    </p:cTn>
                  </p:par>
                  <p:par>
                    <p:cTn id="87" fill="hold" nodeType="clickPar">
                      <p:stCondLst>
                        <p:cond delay="indefinite"/>
                      </p:stCondLst>
                      <p:childTnLst>
                        <p:par>
                          <p:cTn id="88" fill="hold" nodeType="afterGroup">
                            <p:stCondLst>
                              <p:cond delay="0"/>
                            </p:stCondLst>
                            <p:childTnLst>
                              <p:par>
                                <p:cTn id="89" presetID="16" presetClass="entr" presetSubtype="42" fill="hold" grpId="0" nodeType="click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barn(outHorizontal)">
                                      <p:cBhvr>
                                        <p:cTn id="91" dur="500"/>
                                        <p:tgtEl>
                                          <p:spTgt spid="36"/>
                                        </p:tgtEl>
                                      </p:cBhvr>
                                    </p:animEffect>
                                  </p:childTnLst>
                                </p:cTn>
                              </p:par>
                            </p:childTnLst>
                          </p:cTn>
                        </p:par>
                        <p:par>
                          <p:cTn id="92" fill="hold" nodeType="afterGroup">
                            <p:stCondLst>
                              <p:cond delay="500"/>
                            </p:stCondLst>
                            <p:childTnLst>
                              <p:par>
                                <p:cTn id="93" presetID="16" presetClass="entr" presetSubtype="42" fill="hold" grpId="0" nodeType="after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barn(outHorizontal)">
                                      <p:cBhvr>
                                        <p:cTn id="9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9" grpId="0" animBg="1"/>
      <p:bldP spid="40" grpId="0" animBg="1"/>
      <p:bldP spid="47" grpId="0"/>
      <p:bldP spid="48" grpId="0" animBg="1"/>
      <p:bldP spid="49" grpId="0" animBg="1"/>
      <p:bldP spid="50" grpId="0" animBg="1"/>
      <p:bldP spid="51" grpId="0" animBg="1"/>
      <p:bldP spid="52" grpId="0" animBg="1"/>
      <p:bldP spid="5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8">
            <a:extLst>
              <a:ext uri="{FF2B5EF4-FFF2-40B4-BE49-F238E27FC236}">
                <a16:creationId xmlns:a16="http://schemas.microsoft.com/office/drawing/2014/main" id="{78D947C1-D65C-4EF5-8C40-1B6B3FFEE402}"/>
              </a:ext>
            </a:extLst>
          </p:cNvPr>
          <p:cNvSpPr txBox="1">
            <a:spLocks noChangeArrowheads="1"/>
          </p:cNvSpPr>
          <p:nvPr>
            <p:custDataLst>
              <p:tags r:id="rId1"/>
            </p:custDataLst>
          </p:nvPr>
        </p:nvSpPr>
        <p:spPr bwMode="auto">
          <a:xfrm>
            <a:off x="763787" y="3894596"/>
            <a:ext cx="4125415" cy="855171"/>
          </a:xfrm>
          <a:prstGeom prst="rect">
            <a:avLst/>
          </a:prstGeom>
          <a:noFill/>
          <a:ln w="9525">
            <a:noFill/>
            <a:miter lim="800000"/>
          </a:ln>
          <a:effectLst/>
        </p:spPr>
        <p:txBody>
          <a:bodyPr wrap="square">
            <a:spAutoFit/>
          </a:bodyPr>
          <a:lstStyle/>
          <a:p>
            <a:pPr indent="457200">
              <a:lnSpc>
                <a:spcPts val="3000"/>
              </a:lnSpc>
            </a:pPr>
            <a:r>
              <a:rPr lang="zh-CN" altLang="en-US" sz="2200">
                <a:solidFill>
                  <a:srgbClr val="002060"/>
                </a:solidFill>
                <a:latin typeface="微软雅黑" panose="020B0503020204020204" pitchFamily="34" charset="-122"/>
                <a:ea typeface="微软雅黑" panose="020B0503020204020204" pitchFamily="34" charset="-122"/>
              </a:rPr>
              <a:t>斜面、木板、玻璃板、棉布和小车，如图所示</a:t>
            </a:r>
            <a:r>
              <a:rPr lang="en-US" altLang="zh-CN" sz="2200">
                <a:solidFill>
                  <a:srgbClr val="002060"/>
                </a:solidFill>
                <a:latin typeface="微软雅黑" panose="020B0503020204020204" pitchFamily="34" charset="-122"/>
                <a:ea typeface="微软雅黑" panose="020B0503020204020204" pitchFamily="34" charset="-122"/>
              </a:rPr>
              <a:t>.</a:t>
            </a:r>
            <a:endParaRPr lang="zh-CN" altLang="en-US" sz="2200">
              <a:solidFill>
                <a:srgbClr val="002060"/>
              </a:solidFill>
              <a:latin typeface="微软雅黑" panose="020B0503020204020204" pitchFamily="34" charset="-122"/>
              <a:ea typeface="微软雅黑" panose="020B0503020204020204" pitchFamily="34" charset="-122"/>
            </a:endParaRPr>
          </a:p>
        </p:txBody>
      </p:sp>
      <p:sp>
        <p:nvSpPr>
          <p:cNvPr id="14" name="圆角矩形 9">
            <a:extLst>
              <a:ext uri="{FF2B5EF4-FFF2-40B4-BE49-F238E27FC236}">
                <a16:creationId xmlns:a16="http://schemas.microsoft.com/office/drawing/2014/main" id="{1EEFEBA1-024E-4889-8C4A-C227D411570F}"/>
              </a:ext>
            </a:extLst>
          </p:cNvPr>
          <p:cNvSpPr/>
          <p:nvPr>
            <p:custDataLst>
              <p:tags r:id="rId2"/>
            </p:custDataLst>
          </p:nvPr>
        </p:nvSpPr>
        <p:spPr>
          <a:xfrm>
            <a:off x="873304" y="3388206"/>
            <a:ext cx="2009395" cy="47609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lnSpc>
                <a:spcPts val="3000"/>
              </a:lnSpc>
            </a:pPr>
            <a:r>
              <a:rPr lang="en-US" altLang="zh-CN" sz="2200">
                <a:solidFill>
                  <a:srgbClr val="002060"/>
                </a:solidFill>
                <a:latin typeface="微软雅黑" panose="020B0503020204020204" pitchFamily="34" charset="-122"/>
                <a:ea typeface="微软雅黑" panose="020B0503020204020204" pitchFamily="34" charset="-122"/>
              </a:rPr>
              <a:t>①</a:t>
            </a:r>
            <a:r>
              <a:rPr lang="zh-CN" altLang="en-US" sz="2200">
                <a:solidFill>
                  <a:srgbClr val="002060"/>
                </a:solidFill>
                <a:latin typeface="微软雅黑" panose="020B0503020204020204" pitchFamily="34" charset="-122"/>
                <a:ea typeface="微软雅黑" panose="020B0503020204020204" pitchFamily="34" charset="-122"/>
              </a:rPr>
              <a:t>实验器材 </a:t>
            </a:r>
            <a:endParaRPr lang="zh-CN" altLang="en-US" sz="2200">
              <a:solidFill>
                <a:srgbClr val="002060"/>
              </a:solidFill>
              <a:latin typeface="宋体" panose="02010600030101010101" pitchFamily="2" charset="-122"/>
            </a:endParaRPr>
          </a:p>
        </p:txBody>
      </p:sp>
      <p:sp>
        <p:nvSpPr>
          <p:cNvPr id="5" name="矩形: 圆角 4">
            <a:extLst>
              <a:ext uri="{FF2B5EF4-FFF2-40B4-BE49-F238E27FC236}">
                <a16:creationId xmlns:a16="http://schemas.microsoft.com/office/drawing/2014/main" id="{B9DCEB70-3B07-AC43-D463-8A1D833B8ECB}"/>
              </a:ext>
            </a:extLst>
          </p:cNvPr>
          <p:cNvSpPr/>
          <p:nvPr>
            <p:custDataLst>
              <p:tags r:id="rId3"/>
            </p:custDataLst>
          </p:nvPr>
        </p:nvSpPr>
        <p:spPr>
          <a:xfrm>
            <a:off x="873304" y="2942410"/>
            <a:ext cx="1401688" cy="415499"/>
          </a:xfrm>
          <a:prstGeom prst="roundRect">
            <a:avLst>
              <a:gd name="adj" fmla="val 0"/>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设计实验</a:t>
            </a:r>
            <a:endParaRPr kumimoji="0" lang="zh-CN" altLang="en-US" sz="2000" b="0" i="0" u="none" strike="noStrike" kern="1200" cap="none" spc="0" normalizeH="0" baseline="-25000" noProof="0">
              <a:ln>
                <a:noFill/>
              </a:ln>
              <a:solidFill>
                <a:schemeClr val="tx1"/>
              </a:solidFill>
              <a:effectLst/>
              <a:uLnTx/>
              <a:uFillTx/>
              <a:latin typeface="Times New Roman"/>
              <a:ea typeface="微软雅黑"/>
              <a:cs typeface="+mn-cs"/>
            </a:endParaRPr>
          </a:p>
        </p:txBody>
      </p:sp>
      <p:sp>
        <p:nvSpPr>
          <p:cNvPr id="6" name="文本框 5">
            <a:extLst>
              <a:ext uri="{FF2B5EF4-FFF2-40B4-BE49-F238E27FC236}">
                <a16:creationId xmlns:a16="http://schemas.microsoft.com/office/drawing/2014/main" id="{7F49316C-AE5C-8669-30BA-3967A2482178}"/>
              </a:ext>
            </a:extLst>
          </p:cNvPr>
          <p:cNvSpPr txBox="1"/>
          <p:nvPr>
            <p:custDataLst>
              <p:tags r:id="rId4"/>
            </p:custDataLst>
          </p:nvPr>
        </p:nvSpPr>
        <p:spPr>
          <a:xfrm>
            <a:off x="314506" y="1080879"/>
            <a:ext cx="8219894" cy="447815"/>
          </a:xfrm>
          <a:prstGeom prst="rect">
            <a:avLst/>
          </a:prstGeom>
          <a:noFill/>
        </p:spPr>
        <p:txBody>
          <a:bodyPr wrap="square">
            <a:spAutoFit/>
          </a:bodyPr>
          <a:lstStyle/>
          <a:p>
            <a:pPr indent="457200">
              <a:lnSpc>
                <a:spcPts val="3000"/>
              </a:lnSpc>
            </a:pPr>
            <a:r>
              <a:rPr lang="zh-CN" altLang="en-US" sz="2200">
                <a:solidFill>
                  <a:srgbClr val="002060"/>
                </a:solidFill>
              </a:rPr>
              <a:t>运动着的物体所受的阻力对它运动的路程会有怎样的影响</a:t>
            </a:r>
            <a:r>
              <a:rPr lang="en-US" altLang="zh-CN" sz="2200">
                <a:solidFill>
                  <a:srgbClr val="002060"/>
                </a:solidFill>
              </a:rPr>
              <a:t>?</a:t>
            </a:r>
          </a:p>
        </p:txBody>
      </p:sp>
      <p:sp>
        <p:nvSpPr>
          <p:cNvPr id="7" name="矩形: 圆角 6">
            <a:extLst>
              <a:ext uri="{FF2B5EF4-FFF2-40B4-BE49-F238E27FC236}">
                <a16:creationId xmlns:a16="http://schemas.microsoft.com/office/drawing/2014/main" id="{B6D33505-18BE-F641-98E7-DC19FBADAA62}"/>
              </a:ext>
            </a:extLst>
          </p:cNvPr>
          <p:cNvSpPr/>
          <p:nvPr>
            <p:custDataLst>
              <p:tags r:id="rId5"/>
            </p:custDataLst>
          </p:nvPr>
        </p:nvSpPr>
        <p:spPr>
          <a:xfrm>
            <a:off x="873304" y="591523"/>
            <a:ext cx="1239976" cy="415499"/>
          </a:xfrm>
          <a:prstGeom prst="roundRect">
            <a:avLst>
              <a:gd name="adj" fmla="val 0"/>
            </a:avLst>
          </a:prstGeom>
          <a:solidFill>
            <a:srgbClr val="30CED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猜一猜</a:t>
            </a:r>
            <a:endParaRPr kumimoji="0" lang="zh-CN" altLang="en-US" sz="2000" b="0" i="0" u="none" strike="noStrike" kern="1200" cap="none" spc="0" normalizeH="0" baseline="-25000" noProof="0">
              <a:ln>
                <a:noFill/>
              </a:ln>
              <a:solidFill>
                <a:schemeClr val="tx1"/>
              </a:solidFill>
              <a:effectLst/>
              <a:uLnTx/>
              <a:uFillTx/>
              <a:latin typeface="Times New Roman"/>
              <a:ea typeface="微软雅黑"/>
              <a:cs typeface="+mn-cs"/>
            </a:endParaRPr>
          </a:p>
        </p:txBody>
      </p:sp>
      <p:pic>
        <p:nvPicPr>
          <p:cNvPr id="8" name="图片 7">
            <a:extLst>
              <a:ext uri="{FF2B5EF4-FFF2-40B4-BE49-F238E27FC236}">
                <a16:creationId xmlns:a16="http://schemas.microsoft.com/office/drawing/2014/main" id="{D614C94D-FD2A-4F09-8E96-C6D5D8F8B9D7}"/>
              </a:ext>
            </a:extLst>
          </p:cNvPr>
          <p:cNvPicPr>
            <a:picLocks noChangeAspect="1"/>
          </p:cNvPicPr>
          <p:nvPr>
            <p:custDataLst>
              <p:tags r:id="rId6"/>
            </p:custDataLst>
          </p:nvPr>
        </p:nvPicPr>
        <p:blipFill>
          <a:blip r:embed="rId11"/>
          <a:stretch>
            <a:fillRect/>
          </a:stretch>
        </p:blipFill>
        <p:spPr>
          <a:xfrm>
            <a:off x="4889202" y="3006121"/>
            <a:ext cx="3788940" cy="1594441"/>
          </a:xfrm>
          <a:prstGeom prst="rect">
            <a:avLst/>
          </a:prstGeom>
        </p:spPr>
      </p:pic>
      <p:sp>
        <p:nvSpPr>
          <p:cNvPr id="2" name="文本框 1">
            <a:extLst>
              <a:ext uri="{FF2B5EF4-FFF2-40B4-BE49-F238E27FC236}">
                <a16:creationId xmlns:a16="http://schemas.microsoft.com/office/drawing/2014/main" id="{681B6AA3-68CC-9186-3934-A6846A7A2606}"/>
              </a:ext>
            </a:extLst>
          </p:cNvPr>
          <p:cNvSpPr txBox="1"/>
          <p:nvPr>
            <p:custDataLst>
              <p:tags r:id="rId7"/>
            </p:custDataLst>
          </p:nvPr>
        </p:nvSpPr>
        <p:spPr>
          <a:xfrm>
            <a:off x="667419" y="1539569"/>
            <a:ext cx="7602822" cy="1323054"/>
          </a:xfrm>
          <a:prstGeom prst="rect">
            <a:avLst/>
          </a:prstGeom>
          <a:noFill/>
        </p:spPr>
        <p:txBody>
          <a:bodyPr wrap="square">
            <a:spAutoFit/>
          </a:bodyPr>
          <a:lstStyle/>
          <a:p>
            <a:pPr indent="457200">
              <a:lnSpc>
                <a:spcPts val="3300"/>
              </a:lnSpc>
            </a:pPr>
            <a:r>
              <a:rPr lang="zh-CN" altLang="en-US" sz="2200">
                <a:solidFill>
                  <a:srgbClr val="002060"/>
                </a:solidFill>
              </a:rPr>
              <a:t>①运动着的物体所受的阻力对它运动的路程没有影响。</a:t>
            </a:r>
            <a:endParaRPr lang="en-US" altLang="zh-CN" sz="2200">
              <a:solidFill>
                <a:srgbClr val="002060"/>
              </a:solidFill>
            </a:endParaRPr>
          </a:p>
          <a:p>
            <a:pPr indent="457200">
              <a:lnSpc>
                <a:spcPts val="3300"/>
              </a:lnSpc>
            </a:pPr>
            <a:r>
              <a:rPr lang="zh-CN" altLang="en-US" sz="2200">
                <a:solidFill>
                  <a:srgbClr val="002060"/>
                </a:solidFill>
              </a:rPr>
              <a:t>②如果运动着的物体只受阻力的作用，当阻力变小时，它运动的路程会变长。</a:t>
            </a:r>
            <a:endParaRPr lang="en-US" altLang="zh-CN" sz="2200">
              <a:solidFill>
                <a:srgbClr val="002060"/>
              </a:solidFill>
            </a:endParaRPr>
          </a:p>
        </p:txBody>
      </p:sp>
      <p:sp>
        <p:nvSpPr>
          <p:cNvPr id="4" name="文本框 3">
            <a:extLst>
              <a:ext uri="{FF2B5EF4-FFF2-40B4-BE49-F238E27FC236}">
                <a16:creationId xmlns:a16="http://schemas.microsoft.com/office/drawing/2014/main" id="{E2630163-CB22-ACBA-F118-86AAA80782F0}"/>
              </a:ext>
            </a:extLst>
          </p:cNvPr>
          <p:cNvSpPr txBox="1"/>
          <p:nvPr>
            <p:custDataLst>
              <p:tags r:id="rId8"/>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
        <p:nvSpPr>
          <p:cNvPr id="11" name="内容占位符 2">
            <a:extLst>
              <a:ext uri="{FF2B5EF4-FFF2-40B4-BE49-F238E27FC236}">
                <a16:creationId xmlns:a16="http://schemas.microsoft.com/office/drawing/2014/main" id="{D82B4366-B0BB-5C4D-7F46-425ADFF3F930}"/>
              </a:ext>
            </a:extLst>
          </p:cNvPr>
          <p:cNvSpPr txBox="1"/>
          <p:nvPr>
            <p:custDataLst>
              <p:tags r:id="rId9"/>
            </p:custDataLst>
          </p:nvPr>
        </p:nvSpPr>
        <p:spPr>
          <a:xfrm>
            <a:off x="189661" y="34628"/>
            <a:ext cx="5086164"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a:solidFill>
                  <a:schemeClr val="bg1"/>
                </a:solidFill>
                <a:latin typeface="微软雅黑" panose="020B0503020204020204" pitchFamily="34" charset="-122"/>
                <a:ea typeface="微软雅黑" panose="020B0503020204020204" pitchFamily="34" charset="-122"/>
              </a:rPr>
              <a:t>知识点一、探究阻力对物体运动的影响</a:t>
            </a:r>
            <a:endParaRPr lang="en-US" altLang="zh-CN" sz="200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795895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1250"/>
                                        <p:tgtEl>
                                          <p:spTgt spid="6"/>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wipe(left)">
                                      <p:cBhvr>
                                        <p:cTn id="16" dur="1250"/>
                                        <p:tgtEl>
                                          <p:spTgt spid="2">
                                            <p:txEl>
                                              <p:pRg st="0" end="0"/>
                                            </p:txEl>
                                          </p:spTgt>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wipe(left)">
                                      <p:cBhvr>
                                        <p:cTn id="21" dur="1250"/>
                                        <p:tgtEl>
                                          <p:spTgt spid="2">
                                            <p:txEl>
                                              <p:pRg st="1" end="1"/>
                                            </p:txEl>
                                          </p:spTgt>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after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16" presetClass="entr" presetSubtype="26"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arn(inHorizontal)">
                                      <p:cBhvr>
                                        <p:cTn id="35" dur="500"/>
                                        <p:tgtEl>
                                          <p:spTgt spid="10"/>
                                        </p:tgtEl>
                                      </p:cBhvr>
                                    </p:animEffect>
                                  </p:childTnLst>
                                </p:cTn>
                              </p:par>
                            </p:childTnLst>
                          </p:cTn>
                        </p:par>
                        <p:par>
                          <p:cTn id="36" fill="hold" nodeType="afterGroup">
                            <p:stCondLst>
                              <p:cond delay="500"/>
                            </p:stCondLst>
                            <p:childTnLst>
                              <p:par>
                                <p:cTn id="37" presetID="16" presetClass="entr" presetSubtype="37"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barn(outVertical)">
                                      <p:cBhvr>
                                        <p:cTn id="39"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5" grpId="0" animBg="1"/>
      <p:bldP spid="6" grpId="0"/>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1">
            <a:extLst>
              <a:ext uri="{FF2B5EF4-FFF2-40B4-BE49-F238E27FC236}">
                <a16:creationId xmlns:a16="http://schemas.microsoft.com/office/drawing/2014/main" id="{5ED9C052-E010-4355-ADDC-56B9A7106198}"/>
              </a:ext>
            </a:extLst>
          </p:cNvPr>
          <p:cNvSpPr txBox="1">
            <a:spLocks noChangeArrowheads="1"/>
          </p:cNvSpPr>
          <p:nvPr>
            <p:custDataLst>
              <p:tags r:id="rId1"/>
            </p:custDataLst>
          </p:nvPr>
        </p:nvSpPr>
        <p:spPr bwMode="auto">
          <a:xfrm>
            <a:off x="643863" y="1003043"/>
            <a:ext cx="7746604" cy="1599092"/>
          </a:xfrm>
          <a:prstGeom prst="rect">
            <a:avLst/>
          </a:prstGeom>
          <a:noFill/>
          <a:ln w="9525">
            <a:noFill/>
            <a:miter lim="800000"/>
          </a:ln>
          <a:effectLst/>
        </p:spPr>
        <p:txBody>
          <a:bodyPr wrap="square">
            <a:spAutoFit/>
          </a:bodyPr>
          <a:lstStyle/>
          <a:p>
            <a:pPr indent="457200">
              <a:lnSpc>
                <a:spcPts val="3000"/>
              </a:lnSpc>
            </a:pPr>
            <a:r>
              <a:rPr lang="zh-CN" altLang="en-US" sz="2100">
                <a:solidFill>
                  <a:srgbClr val="002060"/>
                </a:solidFill>
                <a:latin typeface="微软雅黑" panose="020B0503020204020204" pitchFamily="34" charset="-122"/>
                <a:ea typeface="微软雅黑" panose="020B0503020204020204" pitchFamily="34" charset="-122"/>
              </a:rPr>
              <a:t>让小车从同一斜面上的同一高度由静止自由滑下，改变水平面表面的粗糙程度，使其对小车运动的阻力不相同。第一次在水平面上铺毛巾，第二次直接用木板，第三次将玻璃板放在水平木板上，比较小车每次在水平面上滑行的距离。</a:t>
            </a:r>
          </a:p>
        </p:txBody>
      </p:sp>
      <p:sp>
        <p:nvSpPr>
          <p:cNvPr id="19" name="文本框 18">
            <a:extLst>
              <a:ext uri="{FF2B5EF4-FFF2-40B4-BE49-F238E27FC236}">
                <a16:creationId xmlns:a16="http://schemas.microsoft.com/office/drawing/2014/main" id="{25C66F0E-300C-906B-CBC7-0E68602627DA}"/>
              </a:ext>
            </a:extLst>
          </p:cNvPr>
          <p:cNvSpPr txBox="1"/>
          <p:nvPr>
            <p:custDataLst>
              <p:tags r:id="rId2"/>
            </p:custDataLst>
          </p:nvPr>
        </p:nvSpPr>
        <p:spPr>
          <a:xfrm>
            <a:off x="243653" y="497520"/>
            <a:ext cx="2797940" cy="505523"/>
          </a:xfrm>
          <a:prstGeom prst="rect">
            <a:avLst/>
          </a:prstGeom>
          <a:noFill/>
        </p:spPr>
        <p:txBody>
          <a:bodyPr wrap="square">
            <a:spAutoFit/>
          </a:bodyPr>
          <a:lstStyle/>
          <a:p>
            <a:pPr marL="0" marR="0" lvl="0" indent="457200" algn="l" defTabSz="685160" rtl="0" eaLnBrk="1" fontAlgn="auto" latinLnBrk="1" hangingPunct="0">
              <a:lnSpc>
                <a:spcPts val="3600"/>
              </a:lnSpc>
              <a:spcBef>
                <a:spcPct val="0"/>
              </a:spcBef>
              <a:spcAft>
                <a:spcPct val="0"/>
              </a:spcAft>
              <a:buClrTx/>
              <a:buSzTx/>
              <a:buFontTx/>
              <a:buNone/>
              <a:defRPr/>
            </a:pPr>
            <a:r>
              <a:rPr kumimoji="0" lang="en-US" altLang="zh-CN" sz="23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a:rPr>
              <a:t>②</a:t>
            </a:r>
            <a:r>
              <a:rPr kumimoji="0" lang="zh-CN" altLang="en-US" sz="23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a:rPr>
              <a:t>实验方法：</a:t>
            </a:r>
          </a:p>
        </p:txBody>
      </p:sp>
      <p:graphicFrame>
        <p:nvGraphicFramePr>
          <p:cNvPr id="21" name="表格 20">
            <a:extLst>
              <a:ext uri="{FF2B5EF4-FFF2-40B4-BE49-F238E27FC236}">
                <a16:creationId xmlns:a16="http://schemas.microsoft.com/office/drawing/2014/main" id="{A8E71422-B323-F62F-61F7-237E9611717A}"/>
              </a:ext>
            </a:extLst>
          </p:cNvPr>
          <p:cNvGraphicFramePr>
            <a:graphicFrameLocks noGrp="1"/>
          </p:cNvGraphicFramePr>
          <p:nvPr>
            <p:custDataLst>
              <p:tags r:id="rId3"/>
            </p:custDataLst>
          </p:nvPr>
        </p:nvGraphicFramePr>
        <p:xfrm>
          <a:off x="1409805" y="2789811"/>
          <a:ext cx="6277928" cy="1843469"/>
        </p:xfrm>
        <a:graphic>
          <a:graphicData uri="http://schemas.openxmlformats.org/drawingml/2006/table">
            <a:tbl>
              <a:tblPr firstRow="1" bandRow="1">
                <a:tableStyleId>{5C22544A-7EE6-4342-B048-85BDC9FD1C3A}</a:tableStyleId>
              </a:tblPr>
              <a:tblGrid>
                <a:gridCol w="1569482">
                  <a:extLst>
                    <a:ext uri="{9D8B030D-6E8A-4147-A177-3AD203B41FA5}">
                      <a16:colId xmlns:a16="http://schemas.microsoft.com/office/drawing/2014/main" val="3984992703"/>
                    </a:ext>
                  </a:extLst>
                </a:gridCol>
                <a:gridCol w="1569482">
                  <a:extLst>
                    <a:ext uri="{9D8B030D-6E8A-4147-A177-3AD203B41FA5}">
                      <a16:colId xmlns:a16="http://schemas.microsoft.com/office/drawing/2014/main" val="3059500146"/>
                    </a:ext>
                  </a:extLst>
                </a:gridCol>
                <a:gridCol w="1569482">
                  <a:extLst>
                    <a:ext uri="{9D8B030D-6E8A-4147-A177-3AD203B41FA5}">
                      <a16:colId xmlns:a16="http://schemas.microsoft.com/office/drawing/2014/main" val="3391115550"/>
                    </a:ext>
                  </a:extLst>
                </a:gridCol>
                <a:gridCol w="1569482">
                  <a:extLst>
                    <a:ext uri="{9D8B030D-6E8A-4147-A177-3AD203B41FA5}">
                      <a16:colId xmlns:a16="http://schemas.microsoft.com/office/drawing/2014/main" val="2605735675"/>
                    </a:ext>
                  </a:extLst>
                </a:gridCol>
              </a:tblGrid>
              <a:tr h="450430">
                <a:tc>
                  <a:txBody>
                    <a:bodyPr/>
                    <a:lstStyle/>
                    <a:p>
                      <a:pPr algn="ctr">
                        <a:lnSpc>
                          <a:spcPts val="2400"/>
                        </a:lnSpc>
                      </a:pPr>
                      <a:r>
                        <a:rPr lang="zh-CN" altLang="en-US" sz="1800" b="0" kern="100">
                          <a:solidFill>
                            <a:schemeClr val="tx1"/>
                          </a:solidFill>
                          <a:effectLst/>
                        </a:rPr>
                        <a:t>实验序号</a:t>
                      </a:r>
                      <a:endParaRPr lang="zh-CN" sz="1800" b="0" kern="100">
                        <a:solidFill>
                          <a:schemeClr val="tx1"/>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64C2BA">
                        <a:alpha val="66000"/>
                      </a:srgbClr>
                    </a:solidFill>
                  </a:tcPr>
                </a:tc>
                <a:tc>
                  <a:txBody>
                    <a:bodyPr/>
                    <a:lstStyle/>
                    <a:p>
                      <a:pPr algn="ctr">
                        <a:lnSpc>
                          <a:spcPts val="2400"/>
                        </a:lnSpc>
                      </a:pPr>
                      <a:r>
                        <a:rPr lang="zh-CN" altLang="en-US" sz="1800" b="0" kern="100">
                          <a:solidFill>
                            <a:schemeClr val="tx1"/>
                          </a:solidFill>
                          <a:effectLst/>
                        </a:rPr>
                        <a:t>水平部分</a:t>
                      </a:r>
                      <a:endParaRPr lang="en-US" altLang="zh-CN" sz="1800" b="0" kern="100">
                        <a:solidFill>
                          <a:schemeClr val="tx1"/>
                        </a:solidFill>
                        <a:effectLst/>
                      </a:endParaRPr>
                    </a:p>
                    <a:p>
                      <a:pPr algn="ctr">
                        <a:lnSpc>
                          <a:spcPts val="2400"/>
                        </a:lnSpc>
                      </a:pPr>
                      <a:r>
                        <a:rPr lang="zh-CN" altLang="en-US" sz="1800" b="0" kern="100">
                          <a:solidFill>
                            <a:schemeClr val="tx1"/>
                          </a:solidFill>
                          <a:effectLst/>
                        </a:rPr>
                        <a:t>的材料</a:t>
                      </a:r>
                      <a:endParaRPr lang="zh-CN" sz="1800" b="0" kern="100">
                        <a:solidFill>
                          <a:schemeClr val="tx1"/>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64C2BA">
                        <a:alpha val="66000"/>
                      </a:srgbClr>
                    </a:solidFill>
                  </a:tcPr>
                </a:tc>
                <a:tc>
                  <a:txBody>
                    <a:bodyPr/>
                    <a:lstStyle/>
                    <a:p>
                      <a:pPr algn="ctr">
                        <a:lnSpc>
                          <a:spcPts val="2400"/>
                        </a:lnSpc>
                      </a:pPr>
                      <a:r>
                        <a:rPr lang="zh-CN" sz="1800" b="0" kern="100">
                          <a:solidFill>
                            <a:schemeClr val="tx1"/>
                          </a:solidFill>
                          <a:effectLst/>
                        </a:rPr>
                        <a:t>小车</a:t>
                      </a:r>
                      <a:r>
                        <a:rPr lang="zh-CN" altLang="en-US" sz="1800" b="0" kern="100">
                          <a:solidFill>
                            <a:schemeClr val="tx1"/>
                          </a:solidFill>
                          <a:effectLst/>
                        </a:rPr>
                        <a:t>所受</a:t>
                      </a:r>
                      <a:endParaRPr lang="en-US" altLang="zh-CN" sz="1800" b="0" kern="100">
                        <a:solidFill>
                          <a:schemeClr val="tx1"/>
                        </a:solidFill>
                        <a:effectLst/>
                      </a:endParaRPr>
                    </a:p>
                    <a:p>
                      <a:pPr algn="ctr">
                        <a:lnSpc>
                          <a:spcPts val="2400"/>
                        </a:lnSpc>
                      </a:pPr>
                      <a:r>
                        <a:rPr lang="zh-CN" altLang="en-US" sz="1800" b="0" kern="100">
                          <a:solidFill>
                            <a:schemeClr val="tx1"/>
                          </a:solidFill>
                          <a:effectLst/>
                        </a:rPr>
                        <a:t>阻力的情况</a:t>
                      </a:r>
                      <a:endParaRPr lang="zh-CN" sz="1800" b="0" kern="100">
                        <a:solidFill>
                          <a:schemeClr val="tx1"/>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64C2BA">
                        <a:alpha val="66000"/>
                      </a:srgbClr>
                    </a:solidFill>
                  </a:tcPr>
                </a:tc>
                <a:tc>
                  <a:txBody>
                    <a:bodyPr/>
                    <a:lstStyle/>
                    <a:p>
                      <a:pPr algn="ctr">
                        <a:lnSpc>
                          <a:spcPts val="2400"/>
                        </a:lnSpc>
                      </a:pPr>
                      <a:r>
                        <a:rPr lang="zh-CN" sz="1800" b="0" kern="100">
                          <a:solidFill>
                            <a:schemeClr val="tx1"/>
                          </a:solidFill>
                          <a:effectLst/>
                        </a:rPr>
                        <a:t>小车</a:t>
                      </a:r>
                      <a:r>
                        <a:rPr lang="zh-CN" altLang="en-US" sz="1800" b="0" kern="100">
                          <a:solidFill>
                            <a:schemeClr val="tx1"/>
                          </a:solidFill>
                          <a:effectLst/>
                        </a:rPr>
                        <a:t>运动</a:t>
                      </a:r>
                      <a:endParaRPr lang="en-US" altLang="zh-CN" sz="1800" b="0" kern="100">
                        <a:solidFill>
                          <a:schemeClr val="tx1"/>
                        </a:solidFill>
                        <a:effectLst/>
                      </a:endParaRPr>
                    </a:p>
                    <a:p>
                      <a:pPr algn="ctr">
                        <a:lnSpc>
                          <a:spcPts val="2400"/>
                        </a:lnSpc>
                      </a:pPr>
                      <a:r>
                        <a:rPr lang="zh-CN" altLang="en-US" sz="1800" b="0" kern="100">
                          <a:solidFill>
                            <a:schemeClr val="tx1"/>
                          </a:solidFill>
                          <a:effectLst/>
                        </a:rPr>
                        <a:t>的路程</a:t>
                      </a:r>
                      <a:endParaRPr lang="zh-CN" sz="1800" b="0" kern="100">
                        <a:solidFill>
                          <a:schemeClr val="tx1"/>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64C2BA">
                        <a:alpha val="66000"/>
                      </a:srgbClr>
                    </a:solidFill>
                  </a:tcPr>
                </a:tc>
                <a:extLst>
                  <a:ext uri="{0D108BD9-81ED-4DB2-BD59-A6C34878D82A}">
                    <a16:rowId xmlns:a16="http://schemas.microsoft.com/office/drawing/2014/main" val="2205193447"/>
                  </a:ext>
                </a:extLst>
              </a:tr>
              <a:tr h="386397">
                <a:tc>
                  <a:txBody>
                    <a:bodyPr/>
                    <a:lstStyle/>
                    <a:p>
                      <a:pPr algn="ctr">
                        <a:lnSpc>
                          <a:spcPts val="2400"/>
                        </a:lnSpc>
                      </a:pPr>
                      <a:r>
                        <a:rPr lang="zh-CN" altLang="en-US" sz="1800" b="0" kern="100">
                          <a:solidFill>
                            <a:srgbClr val="002060"/>
                          </a:solidFill>
                          <a:effectLst/>
                        </a:rPr>
                        <a:t>①</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8111283"/>
                  </a:ext>
                </a:extLst>
              </a:tr>
              <a:tr h="386397">
                <a:tc>
                  <a:txBody>
                    <a:bodyPr/>
                    <a:lstStyle/>
                    <a:p>
                      <a:pPr algn="ctr">
                        <a:lnSpc>
                          <a:spcPts val="2400"/>
                        </a:lnSpc>
                      </a:pPr>
                      <a:r>
                        <a:rPr lang="zh-CN" altLang="en-US" sz="1800" b="0" kern="100">
                          <a:solidFill>
                            <a:srgbClr val="002060"/>
                          </a:solidFill>
                          <a:effectLst/>
                        </a:rPr>
                        <a:t>②</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2683167"/>
                  </a:ext>
                </a:extLst>
              </a:tr>
              <a:tr h="391606">
                <a:tc>
                  <a:txBody>
                    <a:bodyPr/>
                    <a:lstStyle/>
                    <a:p>
                      <a:pPr algn="ctr">
                        <a:lnSpc>
                          <a:spcPts val="2400"/>
                        </a:lnSpc>
                      </a:pPr>
                      <a:r>
                        <a:rPr lang="zh-CN" altLang="en-US" sz="1800" b="0" kern="100">
                          <a:solidFill>
                            <a:srgbClr val="002060"/>
                          </a:solidFill>
                          <a:effectLst/>
                        </a:rPr>
                        <a:t>③</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4204135"/>
                  </a:ext>
                </a:extLst>
              </a:tr>
            </a:tbl>
          </a:graphicData>
        </a:graphic>
      </p:graphicFrame>
      <p:sp>
        <p:nvSpPr>
          <p:cNvPr id="3" name="文本框 2">
            <a:extLst>
              <a:ext uri="{FF2B5EF4-FFF2-40B4-BE49-F238E27FC236}">
                <a16:creationId xmlns:a16="http://schemas.microsoft.com/office/drawing/2014/main" id="{6B8B666D-6B7A-4BC1-11CB-E3660B59BD5A}"/>
              </a:ext>
            </a:extLst>
          </p:cNvPr>
          <p:cNvSpPr txBox="1"/>
          <p:nvPr>
            <p:custDataLst>
              <p:tags r:id="rId4"/>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
        <p:nvSpPr>
          <p:cNvPr id="4" name="内容占位符 2">
            <a:extLst>
              <a:ext uri="{FF2B5EF4-FFF2-40B4-BE49-F238E27FC236}">
                <a16:creationId xmlns:a16="http://schemas.microsoft.com/office/drawing/2014/main" id="{0CADAC0E-7D66-B6EB-81E3-0D4E46FA99AC}"/>
              </a:ext>
            </a:extLst>
          </p:cNvPr>
          <p:cNvSpPr txBox="1"/>
          <p:nvPr>
            <p:custDataLst>
              <p:tags r:id="rId5"/>
            </p:custDataLst>
          </p:nvPr>
        </p:nvSpPr>
        <p:spPr>
          <a:xfrm>
            <a:off x="189661" y="34628"/>
            <a:ext cx="5086164"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a:solidFill>
                  <a:schemeClr val="bg1"/>
                </a:solidFill>
                <a:latin typeface="微软雅黑" panose="020B0503020204020204" pitchFamily="34" charset="-122"/>
                <a:ea typeface="微软雅黑" panose="020B0503020204020204" pitchFamily="34" charset="-122"/>
              </a:rPr>
              <a:t>知识点一、探究阻力对物体运动的影响</a:t>
            </a:r>
            <a:endParaRPr lang="en-US" altLang="zh-CN" sz="200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074653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arn(outVertical)">
                                      <p:cBhvr>
                                        <p:cTn id="17"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1">
            <a:extLst>
              <a:ext uri="{FF2B5EF4-FFF2-40B4-BE49-F238E27FC236}">
                <a16:creationId xmlns:a16="http://schemas.microsoft.com/office/drawing/2014/main" id="{23BD0079-85F2-4E14-97F4-49A56626322D}"/>
              </a:ext>
            </a:extLst>
          </p:cNvPr>
          <p:cNvSpPr txBox="1">
            <a:spLocks noChangeArrowheads="1"/>
          </p:cNvSpPr>
          <p:nvPr>
            <p:custDataLst>
              <p:tags r:id="rId1"/>
            </p:custDataLst>
          </p:nvPr>
        </p:nvSpPr>
        <p:spPr bwMode="auto">
          <a:xfrm>
            <a:off x="934719" y="1126517"/>
            <a:ext cx="4971627" cy="1070101"/>
          </a:xfrm>
          <a:prstGeom prst="rect">
            <a:avLst/>
          </a:prstGeom>
          <a:noFill/>
          <a:ln w="9525">
            <a:noFill/>
            <a:miter lim="800000"/>
          </a:ln>
          <a:effectLst/>
        </p:spPr>
        <p:txBody>
          <a:bodyPr wrap="square">
            <a:spAutoFit/>
          </a:bodyPr>
          <a:lstStyle/>
          <a:p>
            <a:pPr indent="457200">
              <a:lnSpc>
                <a:spcPts val="2600"/>
              </a:lnSpc>
            </a:pPr>
            <a:r>
              <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①将棉布铺在水平木板上，让小车从斜面上</a:t>
            </a:r>
            <a:r>
              <a:rPr lang="en-US" altLang="zh-CN"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点处滑下，记下小车最终停在棉布上的位置</a:t>
            </a:r>
            <a:r>
              <a:rPr lang="en-US" altLang="zh-CN"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 name="矩形: 圆角 3">
            <a:extLst>
              <a:ext uri="{FF2B5EF4-FFF2-40B4-BE49-F238E27FC236}">
                <a16:creationId xmlns:a16="http://schemas.microsoft.com/office/drawing/2014/main" id="{495B3143-54C7-9023-A8F2-D157E6C433C1}"/>
              </a:ext>
            </a:extLst>
          </p:cNvPr>
          <p:cNvSpPr/>
          <p:nvPr>
            <p:custDataLst>
              <p:tags r:id="rId2"/>
            </p:custDataLst>
          </p:nvPr>
        </p:nvSpPr>
        <p:spPr>
          <a:xfrm>
            <a:off x="987736" y="601382"/>
            <a:ext cx="2675436" cy="443985"/>
          </a:xfrm>
          <a:prstGeom prst="roundRect">
            <a:avLst>
              <a:gd name="adj" fmla="val 0"/>
            </a:avLst>
          </a:prstGeom>
          <a:solidFill>
            <a:srgbClr val="FF0000">
              <a:alpha val="18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1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进行实验与收集数据</a:t>
            </a:r>
            <a:endParaRPr kumimoji="0" lang="zh-CN" altLang="en-US" sz="2100" b="0" i="0" u="none" strike="noStrike" kern="1200" cap="none" spc="0" normalizeH="0" baseline="-25000" noProof="0">
              <a:ln>
                <a:noFill/>
              </a:ln>
              <a:solidFill>
                <a:schemeClr val="tx1"/>
              </a:solidFill>
              <a:effectLst/>
              <a:uLnTx/>
              <a:uFillTx/>
              <a:latin typeface="Times New Roman"/>
              <a:ea typeface="微软雅黑"/>
              <a:cs typeface="+mn-cs"/>
            </a:endParaRPr>
          </a:p>
        </p:txBody>
      </p:sp>
      <p:sp>
        <p:nvSpPr>
          <p:cNvPr id="7" name="Text Box 11">
            <a:extLst>
              <a:ext uri="{FF2B5EF4-FFF2-40B4-BE49-F238E27FC236}">
                <a16:creationId xmlns:a16="http://schemas.microsoft.com/office/drawing/2014/main" id="{C75CE3D2-AF02-F3BD-E7CB-18457D3EB283}"/>
              </a:ext>
            </a:extLst>
          </p:cNvPr>
          <p:cNvSpPr txBox="1">
            <a:spLocks noChangeArrowheads="1"/>
          </p:cNvSpPr>
          <p:nvPr>
            <p:custDataLst>
              <p:tags r:id="rId3"/>
            </p:custDataLst>
          </p:nvPr>
        </p:nvSpPr>
        <p:spPr bwMode="auto">
          <a:xfrm>
            <a:off x="934719" y="2222687"/>
            <a:ext cx="4917440" cy="736677"/>
          </a:xfrm>
          <a:prstGeom prst="rect">
            <a:avLst/>
          </a:prstGeom>
          <a:noFill/>
          <a:ln w="9525">
            <a:noFill/>
            <a:miter lim="800000"/>
          </a:ln>
          <a:effectLst/>
        </p:spPr>
        <p:txBody>
          <a:bodyPr wrap="square">
            <a:spAutoFit/>
          </a:bodyPr>
          <a:lstStyle/>
          <a:p>
            <a:pPr indent="457200">
              <a:lnSpc>
                <a:spcPts val="2600"/>
              </a:lnSpc>
            </a:pPr>
            <a:r>
              <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②移开棉布，再让小车从斜面上</a:t>
            </a:r>
            <a:r>
              <a:rPr lang="en-US" altLang="zh-CN"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点处滑下，记下小车最终停在木板上的位置</a:t>
            </a:r>
            <a:r>
              <a:rPr lang="en-US" altLang="zh-CN"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 name="Text Box 11">
            <a:extLst>
              <a:ext uri="{FF2B5EF4-FFF2-40B4-BE49-F238E27FC236}">
                <a16:creationId xmlns:a16="http://schemas.microsoft.com/office/drawing/2014/main" id="{0902C6DE-D597-1C6C-984A-7DAE636CE88F}"/>
              </a:ext>
            </a:extLst>
          </p:cNvPr>
          <p:cNvSpPr txBox="1">
            <a:spLocks noChangeArrowheads="1"/>
          </p:cNvSpPr>
          <p:nvPr>
            <p:custDataLst>
              <p:tags r:id="rId4"/>
            </p:custDataLst>
          </p:nvPr>
        </p:nvSpPr>
        <p:spPr bwMode="auto">
          <a:xfrm>
            <a:off x="934719" y="2985433"/>
            <a:ext cx="4971626" cy="1070101"/>
          </a:xfrm>
          <a:prstGeom prst="rect">
            <a:avLst/>
          </a:prstGeom>
          <a:noFill/>
          <a:ln w="9525">
            <a:noFill/>
            <a:miter lim="800000"/>
          </a:ln>
          <a:effectLst/>
        </p:spPr>
        <p:txBody>
          <a:bodyPr wrap="square">
            <a:spAutoFit/>
          </a:bodyPr>
          <a:lstStyle/>
          <a:p>
            <a:pPr indent="457200">
              <a:lnSpc>
                <a:spcPts val="2600"/>
              </a:lnSpc>
            </a:pPr>
            <a:r>
              <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③将玻璃板放在水平木板上，再让小车从斜面上</a:t>
            </a:r>
            <a:r>
              <a:rPr lang="en-US" altLang="zh-CN"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点处滑下，记下小车最终停在玻璃板上的位置</a:t>
            </a:r>
            <a:r>
              <a:rPr lang="en-US" altLang="zh-CN"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 name="文本框 10">
            <a:extLst>
              <a:ext uri="{FF2B5EF4-FFF2-40B4-BE49-F238E27FC236}">
                <a16:creationId xmlns:a16="http://schemas.microsoft.com/office/drawing/2014/main" id="{27035316-5514-D5B3-CEEA-3ECA7C015D3C}"/>
              </a:ext>
            </a:extLst>
          </p:cNvPr>
          <p:cNvSpPr txBox="1"/>
          <p:nvPr>
            <p:custDataLst>
              <p:tags r:id="rId5"/>
            </p:custDataLst>
          </p:nvPr>
        </p:nvSpPr>
        <p:spPr>
          <a:xfrm>
            <a:off x="934719" y="4081603"/>
            <a:ext cx="4575386" cy="447815"/>
          </a:xfrm>
          <a:prstGeom prst="rect">
            <a:avLst/>
          </a:prstGeom>
          <a:noFill/>
        </p:spPr>
        <p:txBody>
          <a:bodyPr wrap="square">
            <a:spAutoFit/>
          </a:bodyPr>
          <a:lstStyle/>
          <a:p>
            <a:pPr marL="0" marR="0" lvl="0" indent="457200" algn="l" defTabSz="685160" rtl="0" eaLnBrk="1" fontAlgn="auto" latinLnBrk="0" hangingPunct="1">
              <a:lnSpc>
                <a:spcPts val="3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2060"/>
                </a:solidFill>
                <a:effectLst/>
                <a:uLnTx/>
                <a:uFillTx/>
                <a:latin typeface="Times New Roman"/>
                <a:ea typeface="微软雅黑"/>
                <a:cs typeface="+mn-cs"/>
              </a:rPr>
              <a:t>④</a:t>
            </a:r>
            <a:r>
              <a:rPr kumimoji="0" lang="zh-CN" altLang="en-US" sz="2000" b="0" i="0" u="none" strike="noStrike" kern="1200" cap="none" spc="0" normalizeH="0" baseline="0" noProof="0">
                <a:ln>
                  <a:noFill/>
                </a:ln>
                <a:solidFill>
                  <a:srgbClr val="002060"/>
                </a:solidFill>
                <a:effectLst/>
                <a:uLnTx/>
                <a:uFillTx/>
                <a:latin typeface="Times New Roman"/>
                <a:ea typeface="微软雅黑"/>
                <a:cs typeface="+mn-cs"/>
              </a:rPr>
              <a:t>将实验情况填入下表</a:t>
            </a:r>
            <a:r>
              <a:rPr kumimoji="0" lang="en-US" altLang="zh-CN" sz="2000" b="0" i="0" u="none" strike="noStrike" kern="1200" cap="none" spc="0" normalizeH="0" baseline="0" noProof="0">
                <a:ln>
                  <a:noFill/>
                </a:ln>
                <a:solidFill>
                  <a:srgbClr val="002060"/>
                </a:solidFill>
                <a:effectLst/>
                <a:uLnTx/>
                <a:uFillTx/>
                <a:latin typeface="Times New Roman"/>
                <a:ea typeface="微软雅黑"/>
                <a:cs typeface="+mn-cs"/>
              </a:rPr>
              <a:t>.</a:t>
            </a:r>
          </a:p>
        </p:txBody>
      </p:sp>
      <p:pic>
        <p:nvPicPr>
          <p:cNvPr id="3" name="图片 2">
            <a:extLst>
              <a:ext uri="{FF2B5EF4-FFF2-40B4-BE49-F238E27FC236}">
                <a16:creationId xmlns:a16="http://schemas.microsoft.com/office/drawing/2014/main" id="{6A4D0847-9477-9584-8329-994023A3BCDF}"/>
              </a:ext>
            </a:extLst>
          </p:cNvPr>
          <p:cNvPicPr>
            <a:picLocks noChangeAspect="1"/>
          </p:cNvPicPr>
          <p:nvPr>
            <p:custDataLst>
              <p:tags r:id="rId6"/>
            </p:custDataLst>
          </p:nvPr>
        </p:nvPicPr>
        <p:blipFill>
          <a:blip r:embed="rId15"/>
          <a:srcRect l="66894" b="19977"/>
          <a:stretch>
            <a:fillRect/>
          </a:stretch>
        </p:blipFill>
        <p:spPr>
          <a:xfrm>
            <a:off x="6359453" y="3075417"/>
            <a:ext cx="2561731" cy="841067"/>
          </a:xfrm>
          <a:prstGeom prst="rect">
            <a:avLst/>
          </a:prstGeom>
        </p:spPr>
      </p:pic>
      <p:pic>
        <p:nvPicPr>
          <p:cNvPr id="13" name="图片 12">
            <a:extLst>
              <a:ext uri="{FF2B5EF4-FFF2-40B4-BE49-F238E27FC236}">
                <a16:creationId xmlns:a16="http://schemas.microsoft.com/office/drawing/2014/main" id="{E3704D66-1991-A740-D31F-DE85209352AC}"/>
              </a:ext>
            </a:extLst>
          </p:cNvPr>
          <p:cNvPicPr>
            <a:picLocks noChangeAspect="1"/>
          </p:cNvPicPr>
          <p:nvPr>
            <p:custDataLst>
              <p:tags r:id="rId7"/>
            </p:custDataLst>
          </p:nvPr>
        </p:nvPicPr>
        <p:blipFill>
          <a:blip r:embed="rId15"/>
          <a:srcRect l="32293" r="33481" b="19977"/>
          <a:stretch>
            <a:fillRect/>
          </a:stretch>
        </p:blipFill>
        <p:spPr>
          <a:xfrm>
            <a:off x="6285653" y="2157532"/>
            <a:ext cx="2648374" cy="841067"/>
          </a:xfrm>
          <a:prstGeom prst="rect">
            <a:avLst/>
          </a:prstGeom>
        </p:spPr>
      </p:pic>
      <p:grpSp>
        <p:nvGrpSpPr>
          <p:cNvPr id="20" name="组合 19">
            <a:extLst>
              <a:ext uri="{FF2B5EF4-FFF2-40B4-BE49-F238E27FC236}">
                <a16:creationId xmlns:a16="http://schemas.microsoft.com/office/drawing/2014/main" id="{26D2576E-2366-0BF4-C696-D9A3ECD7AB70}"/>
              </a:ext>
            </a:extLst>
          </p:cNvPr>
          <p:cNvGrpSpPr/>
          <p:nvPr>
            <p:custDataLst>
              <p:tags r:id="rId8"/>
            </p:custDataLst>
          </p:nvPr>
        </p:nvGrpSpPr>
        <p:grpSpPr>
          <a:xfrm>
            <a:off x="6359453" y="980939"/>
            <a:ext cx="2500773" cy="1086930"/>
            <a:chOff x="6359453" y="980939"/>
            <a:chExt cx="2500773" cy="1086930"/>
          </a:xfrm>
        </p:grpSpPr>
        <p:pic>
          <p:nvPicPr>
            <p:cNvPr id="14" name="图片 13">
              <a:extLst>
                <a:ext uri="{FF2B5EF4-FFF2-40B4-BE49-F238E27FC236}">
                  <a16:creationId xmlns:a16="http://schemas.microsoft.com/office/drawing/2014/main" id="{EC86F1FF-76F3-C52C-1BEC-B9ADC4E2FB75}"/>
                </a:ext>
              </a:extLst>
            </p:cNvPr>
            <p:cNvPicPr>
              <a:picLocks noChangeAspect="1"/>
            </p:cNvPicPr>
            <p:nvPr>
              <p:custDataLst>
                <p:tags r:id="rId11"/>
              </p:custDataLst>
            </p:nvPr>
          </p:nvPicPr>
          <p:blipFill>
            <a:blip r:embed="rId15"/>
            <a:srcRect r="67682" b="22686"/>
            <a:stretch>
              <a:fillRect/>
            </a:stretch>
          </p:blipFill>
          <p:spPr>
            <a:xfrm>
              <a:off x="6359453" y="1255268"/>
              <a:ext cx="2500773" cy="812601"/>
            </a:xfrm>
            <a:prstGeom prst="rect">
              <a:avLst/>
            </a:prstGeom>
          </p:spPr>
        </p:pic>
        <p:sp>
          <p:nvSpPr>
            <p:cNvPr id="15" name="文本框 14">
              <a:extLst>
                <a:ext uri="{FF2B5EF4-FFF2-40B4-BE49-F238E27FC236}">
                  <a16:creationId xmlns:a16="http://schemas.microsoft.com/office/drawing/2014/main" id="{1B148518-ADB7-7974-5E68-8510A5FD2F3A}"/>
                </a:ext>
              </a:extLst>
            </p:cNvPr>
            <p:cNvSpPr txBox="1"/>
            <p:nvPr>
              <p:custDataLst>
                <p:tags r:id="rId12"/>
              </p:custDataLst>
            </p:nvPr>
          </p:nvSpPr>
          <p:spPr>
            <a:xfrm>
              <a:off x="6488853" y="980939"/>
              <a:ext cx="509694" cy="369332"/>
            </a:xfrm>
            <a:prstGeom prst="rect">
              <a:avLst/>
            </a:prstGeom>
            <a:noFill/>
          </p:spPr>
          <p:txBody>
            <a:bodyPr wrap="square">
              <a:spAutoFit/>
            </a:bodyPr>
            <a:lstStyle/>
            <a:p>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a:t>
              </a:r>
              <a:endParaRPr lang="zh-CN" altLang="en-US" sz="1800"/>
            </a:p>
          </p:txBody>
        </p:sp>
        <p:cxnSp>
          <p:nvCxnSpPr>
            <p:cNvPr id="17" name="直接连接符 16">
              <a:extLst>
                <a:ext uri="{FF2B5EF4-FFF2-40B4-BE49-F238E27FC236}">
                  <a16:creationId xmlns:a16="http://schemas.microsoft.com/office/drawing/2014/main" id="{D4CCA90C-A97E-F7BF-BA49-38D4A0621372}"/>
                </a:ext>
              </a:extLst>
            </p:cNvPr>
            <p:cNvCxnSpPr/>
            <p:nvPr>
              <p:custDataLst>
                <p:tags r:id="rId13"/>
              </p:custDataLst>
            </p:nvPr>
          </p:nvCxnSpPr>
          <p:spPr>
            <a:xfrm flipH="1">
              <a:off x="6488853" y="1476502"/>
              <a:ext cx="111760" cy="116284"/>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731F3CB4-0538-21DD-A7EE-D17C1734C984}"/>
              </a:ext>
            </a:extLst>
          </p:cNvPr>
          <p:cNvSpPr txBox="1"/>
          <p:nvPr>
            <p:custDataLst>
              <p:tags r:id="rId9"/>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
        <p:nvSpPr>
          <p:cNvPr id="5" name="内容占位符 2">
            <a:extLst>
              <a:ext uri="{FF2B5EF4-FFF2-40B4-BE49-F238E27FC236}">
                <a16:creationId xmlns:a16="http://schemas.microsoft.com/office/drawing/2014/main" id="{D43AB803-206A-39A6-B760-9973BBF37FDF}"/>
              </a:ext>
            </a:extLst>
          </p:cNvPr>
          <p:cNvSpPr txBox="1"/>
          <p:nvPr>
            <p:custDataLst>
              <p:tags r:id="rId10"/>
            </p:custDataLst>
          </p:nvPr>
        </p:nvSpPr>
        <p:spPr>
          <a:xfrm>
            <a:off x="189661" y="34628"/>
            <a:ext cx="5086164"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a:solidFill>
                  <a:schemeClr val="bg1"/>
                </a:solidFill>
                <a:latin typeface="微软雅黑" panose="020B0503020204020204" pitchFamily="34" charset="-122"/>
                <a:ea typeface="微软雅黑" panose="020B0503020204020204" pitchFamily="34" charset="-122"/>
              </a:rPr>
              <a:t>知识点一、探究阻力对物体运动的影响</a:t>
            </a:r>
            <a:endParaRPr lang="en-US" altLang="zh-CN" sz="200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372976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barn(inVertical)">
                                      <p:cBhvr>
                                        <p:cTn id="11" dur="500"/>
                                        <p:tgtEl>
                                          <p:spTgt spid="20"/>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par>
                          <p:cTn id="17" fill="hold" nodeType="afterGroup">
                            <p:stCondLst>
                              <p:cond delay="500"/>
                            </p:stCondLst>
                            <p:childTnLst>
                              <p:par>
                                <p:cTn id="18" presetID="16" presetClass="entr" presetSubtype="37"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arn(outVertical)">
                                      <p:cBhvr>
                                        <p:cTn id="20" dur="750"/>
                                        <p:tgtEl>
                                          <p:spTgt spid="13"/>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par>
                                <p:cTn id="26" presetID="16" presetClass="entr" presetSubtype="37"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arn(outVertical)">
                                      <p:cBhvr>
                                        <p:cTn id="28" dur="750"/>
                                        <p:tgtEl>
                                          <p:spTgt spid="3"/>
                                        </p:tgtEl>
                                      </p:cBhvr>
                                    </p:animEffect>
                                  </p:childTnLst>
                                </p:cTn>
                              </p:par>
                            </p:childTnLst>
                          </p:cTn>
                        </p:par>
                      </p:childTnLst>
                    </p:cTn>
                  </p:par>
                  <p:par>
                    <p:cTn id="29" fill="hold" nodeType="clickPar">
                      <p:stCondLst>
                        <p:cond delay="indefinite"/>
                      </p:stCondLst>
                      <p:childTnLst>
                        <p:par>
                          <p:cTn id="30" fill="hold" nodeType="after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down)">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P spid="8"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A7CDEA47-047F-0625-C444-4486ADBE2B15}"/>
              </a:ext>
            </a:extLst>
          </p:cNvPr>
          <p:cNvSpPr/>
          <p:nvPr>
            <p:custDataLst>
              <p:tags r:id="rId1"/>
            </p:custDataLst>
          </p:nvPr>
        </p:nvSpPr>
        <p:spPr>
          <a:xfrm>
            <a:off x="663081" y="680709"/>
            <a:ext cx="1734679" cy="443985"/>
          </a:xfrm>
          <a:prstGeom prst="roundRect">
            <a:avLst>
              <a:gd name="adj" fmla="val 0"/>
            </a:avLst>
          </a:prstGeom>
          <a:solidFill>
            <a:srgbClr val="C8B6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分析与论证</a:t>
            </a:r>
            <a:endParaRPr kumimoji="0" lang="zh-CN" altLang="en-US" sz="2000" b="0" i="0" u="none" strike="noStrike" kern="1200" cap="none" spc="0" normalizeH="0" baseline="-25000" noProof="0">
              <a:ln>
                <a:noFill/>
              </a:ln>
              <a:solidFill>
                <a:schemeClr val="tx1"/>
              </a:solidFill>
              <a:effectLst/>
              <a:uLnTx/>
              <a:uFillTx/>
              <a:latin typeface="Times New Roman"/>
              <a:ea typeface="微软雅黑"/>
              <a:cs typeface="+mn-cs"/>
            </a:endParaRPr>
          </a:p>
        </p:txBody>
      </p:sp>
      <p:graphicFrame>
        <p:nvGraphicFramePr>
          <p:cNvPr id="10" name="表格 9">
            <a:extLst>
              <a:ext uri="{FF2B5EF4-FFF2-40B4-BE49-F238E27FC236}">
                <a16:creationId xmlns:a16="http://schemas.microsoft.com/office/drawing/2014/main" id="{4DC5F51B-1C08-95CE-C67F-D8EF7A8CAF7D}"/>
              </a:ext>
            </a:extLst>
          </p:cNvPr>
          <p:cNvGraphicFramePr>
            <a:graphicFrameLocks noGrp="1"/>
          </p:cNvGraphicFramePr>
          <p:nvPr>
            <p:custDataLst>
              <p:tags r:id="rId2"/>
            </p:custDataLst>
            <p:extLst>
              <p:ext uri="{D42A27DB-BD31-4B8C-83A1-F6EECF244321}">
                <p14:modId xmlns:p14="http://schemas.microsoft.com/office/powerpoint/2010/main" val="665139808"/>
              </p:ext>
            </p:extLst>
          </p:nvPr>
        </p:nvGraphicFramePr>
        <p:xfrm>
          <a:off x="2709334" y="836495"/>
          <a:ext cx="5602252" cy="1889760"/>
        </p:xfrm>
        <a:graphic>
          <a:graphicData uri="http://schemas.openxmlformats.org/drawingml/2006/table">
            <a:tbl>
              <a:tblPr firstRow="1" bandRow="1">
                <a:tableStyleId>{5C22544A-7EE6-4342-B048-85BDC9FD1C3A}</a:tableStyleId>
              </a:tblPr>
              <a:tblGrid>
                <a:gridCol w="1400563">
                  <a:extLst>
                    <a:ext uri="{9D8B030D-6E8A-4147-A177-3AD203B41FA5}">
                      <a16:colId xmlns:a16="http://schemas.microsoft.com/office/drawing/2014/main" val="3984992703"/>
                    </a:ext>
                  </a:extLst>
                </a:gridCol>
                <a:gridCol w="1400563">
                  <a:extLst>
                    <a:ext uri="{9D8B030D-6E8A-4147-A177-3AD203B41FA5}">
                      <a16:colId xmlns:a16="http://schemas.microsoft.com/office/drawing/2014/main" val="3059500146"/>
                    </a:ext>
                  </a:extLst>
                </a:gridCol>
                <a:gridCol w="1400563">
                  <a:extLst>
                    <a:ext uri="{9D8B030D-6E8A-4147-A177-3AD203B41FA5}">
                      <a16:colId xmlns:a16="http://schemas.microsoft.com/office/drawing/2014/main" val="3391115550"/>
                    </a:ext>
                  </a:extLst>
                </a:gridCol>
                <a:gridCol w="1400563">
                  <a:extLst>
                    <a:ext uri="{9D8B030D-6E8A-4147-A177-3AD203B41FA5}">
                      <a16:colId xmlns:a16="http://schemas.microsoft.com/office/drawing/2014/main" val="2605735675"/>
                    </a:ext>
                  </a:extLst>
                </a:gridCol>
              </a:tblGrid>
              <a:tr h="450430">
                <a:tc>
                  <a:txBody>
                    <a:bodyPr/>
                    <a:lstStyle/>
                    <a:p>
                      <a:pPr algn="ctr">
                        <a:lnSpc>
                          <a:spcPts val="2400"/>
                        </a:lnSpc>
                      </a:pPr>
                      <a:r>
                        <a:rPr lang="zh-CN" altLang="en-US" sz="1800" b="0" kern="100">
                          <a:solidFill>
                            <a:schemeClr val="tx1"/>
                          </a:solidFill>
                          <a:effectLst/>
                        </a:rPr>
                        <a:t>实验序号</a:t>
                      </a:r>
                      <a:endParaRPr lang="zh-CN" sz="1800" b="0" kern="100">
                        <a:solidFill>
                          <a:schemeClr val="tx1"/>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64C2BA">
                        <a:alpha val="66000"/>
                      </a:srgbClr>
                    </a:solidFill>
                  </a:tcPr>
                </a:tc>
                <a:tc>
                  <a:txBody>
                    <a:bodyPr/>
                    <a:lstStyle/>
                    <a:p>
                      <a:pPr algn="ctr">
                        <a:lnSpc>
                          <a:spcPts val="2400"/>
                        </a:lnSpc>
                      </a:pPr>
                      <a:r>
                        <a:rPr lang="zh-CN" altLang="en-US" sz="1800" b="0" kern="100">
                          <a:solidFill>
                            <a:schemeClr val="tx1"/>
                          </a:solidFill>
                          <a:effectLst/>
                        </a:rPr>
                        <a:t>水平部分</a:t>
                      </a:r>
                      <a:endParaRPr lang="en-US" altLang="zh-CN" sz="1800" b="0" kern="100">
                        <a:solidFill>
                          <a:schemeClr val="tx1"/>
                        </a:solidFill>
                        <a:effectLst/>
                      </a:endParaRPr>
                    </a:p>
                    <a:p>
                      <a:pPr algn="ctr">
                        <a:lnSpc>
                          <a:spcPts val="2400"/>
                        </a:lnSpc>
                      </a:pPr>
                      <a:r>
                        <a:rPr lang="zh-CN" altLang="en-US" sz="1800" b="0" kern="100">
                          <a:solidFill>
                            <a:schemeClr val="tx1"/>
                          </a:solidFill>
                          <a:effectLst/>
                        </a:rPr>
                        <a:t>的材料</a:t>
                      </a:r>
                      <a:endParaRPr lang="zh-CN" sz="1800" b="0" kern="100">
                        <a:solidFill>
                          <a:schemeClr val="tx1"/>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64C2BA">
                        <a:alpha val="66000"/>
                      </a:srgbClr>
                    </a:solidFill>
                  </a:tcPr>
                </a:tc>
                <a:tc>
                  <a:txBody>
                    <a:bodyPr/>
                    <a:lstStyle/>
                    <a:p>
                      <a:pPr algn="ctr">
                        <a:lnSpc>
                          <a:spcPts val="2400"/>
                        </a:lnSpc>
                      </a:pPr>
                      <a:r>
                        <a:rPr lang="zh-CN" sz="1800" b="0" kern="100">
                          <a:solidFill>
                            <a:schemeClr val="tx1"/>
                          </a:solidFill>
                          <a:effectLst/>
                        </a:rPr>
                        <a:t>小车</a:t>
                      </a:r>
                      <a:r>
                        <a:rPr lang="zh-CN" altLang="en-US" sz="1800" b="0" kern="100">
                          <a:solidFill>
                            <a:schemeClr val="tx1"/>
                          </a:solidFill>
                          <a:effectLst/>
                        </a:rPr>
                        <a:t>所受</a:t>
                      </a:r>
                      <a:endParaRPr lang="en-US" altLang="zh-CN" sz="1800" b="0" kern="100">
                        <a:solidFill>
                          <a:schemeClr val="tx1"/>
                        </a:solidFill>
                        <a:effectLst/>
                      </a:endParaRPr>
                    </a:p>
                    <a:p>
                      <a:pPr algn="ctr">
                        <a:lnSpc>
                          <a:spcPts val="2400"/>
                        </a:lnSpc>
                      </a:pPr>
                      <a:r>
                        <a:rPr lang="zh-CN" altLang="en-US" sz="1800" b="0" kern="100">
                          <a:solidFill>
                            <a:schemeClr val="tx1"/>
                          </a:solidFill>
                          <a:effectLst/>
                        </a:rPr>
                        <a:t>阻力的情况</a:t>
                      </a:r>
                      <a:endParaRPr lang="zh-CN" sz="1800" b="0" kern="100">
                        <a:solidFill>
                          <a:schemeClr val="tx1"/>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64C2BA">
                        <a:alpha val="66000"/>
                      </a:srgbClr>
                    </a:solidFill>
                  </a:tcPr>
                </a:tc>
                <a:tc>
                  <a:txBody>
                    <a:bodyPr/>
                    <a:lstStyle/>
                    <a:p>
                      <a:pPr algn="ctr">
                        <a:lnSpc>
                          <a:spcPts val="2400"/>
                        </a:lnSpc>
                      </a:pPr>
                      <a:r>
                        <a:rPr lang="zh-CN" sz="1800" b="0" kern="100">
                          <a:solidFill>
                            <a:schemeClr val="tx1"/>
                          </a:solidFill>
                          <a:effectLst/>
                        </a:rPr>
                        <a:t>小车</a:t>
                      </a:r>
                      <a:r>
                        <a:rPr lang="zh-CN" altLang="en-US" sz="1800" b="0" kern="100">
                          <a:solidFill>
                            <a:schemeClr val="tx1"/>
                          </a:solidFill>
                          <a:effectLst/>
                        </a:rPr>
                        <a:t>运动</a:t>
                      </a:r>
                      <a:endParaRPr lang="en-US" altLang="zh-CN" sz="1800" b="0" kern="100">
                        <a:solidFill>
                          <a:schemeClr val="tx1"/>
                        </a:solidFill>
                        <a:effectLst/>
                      </a:endParaRPr>
                    </a:p>
                    <a:p>
                      <a:pPr algn="ctr">
                        <a:lnSpc>
                          <a:spcPts val="2400"/>
                        </a:lnSpc>
                      </a:pPr>
                      <a:r>
                        <a:rPr lang="zh-CN" altLang="en-US" sz="1800" b="0" kern="100">
                          <a:solidFill>
                            <a:schemeClr val="tx1"/>
                          </a:solidFill>
                          <a:effectLst/>
                        </a:rPr>
                        <a:t>的路程</a:t>
                      </a:r>
                      <a:endParaRPr lang="zh-CN" sz="1800" b="0" kern="100">
                        <a:solidFill>
                          <a:schemeClr val="tx1"/>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64C2BA">
                        <a:alpha val="66000"/>
                      </a:srgbClr>
                    </a:solidFill>
                  </a:tcPr>
                </a:tc>
                <a:extLst>
                  <a:ext uri="{0D108BD9-81ED-4DB2-BD59-A6C34878D82A}">
                    <a16:rowId xmlns:a16="http://schemas.microsoft.com/office/drawing/2014/main" val="2205193447"/>
                  </a:ext>
                </a:extLst>
              </a:tr>
              <a:tr h="386397">
                <a:tc>
                  <a:txBody>
                    <a:bodyPr/>
                    <a:lstStyle/>
                    <a:p>
                      <a:pPr algn="ctr">
                        <a:lnSpc>
                          <a:spcPts val="2400"/>
                        </a:lnSpc>
                      </a:pPr>
                      <a:r>
                        <a:rPr lang="zh-CN" altLang="en-US" sz="1800" b="0" kern="100">
                          <a:solidFill>
                            <a:srgbClr val="002060"/>
                          </a:solidFill>
                          <a:effectLst/>
                        </a:rPr>
                        <a:t>①</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zh-CN" altLang="en-US" sz="1800" b="0" kern="100">
                          <a:solidFill>
                            <a:srgbClr val="002060"/>
                          </a:solidFill>
                          <a:effectLst/>
                        </a:rPr>
                        <a:t>棉布</a:t>
                      </a: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zh-CN" altLang="en-US" sz="1800" b="0" kern="100">
                          <a:solidFill>
                            <a:srgbClr val="002060"/>
                          </a:solidFill>
                          <a:effectLst/>
                        </a:rPr>
                        <a:t>较大</a:t>
                      </a:r>
                      <a:r>
                        <a:rPr lang="en-US"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zh-CN" altLang="en-US" sz="1800" b="0" kern="100">
                          <a:solidFill>
                            <a:srgbClr val="002060"/>
                          </a:solidFill>
                          <a:effectLst/>
                        </a:rPr>
                        <a:t>较近</a:t>
                      </a: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8111283"/>
                  </a:ext>
                </a:extLst>
              </a:tr>
              <a:tr h="386397">
                <a:tc>
                  <a:txBody>
                    <a:bodyPr/>
                    <a:lstStyle/>
                    <a:p>
                      <a:pPr algn="ctr">
                        <a:lnSpc>
                          <a:spcPts val="2400"/>
                        </a:lnSpc>
                      </a:pPr>
                      <a:r>
                        <a:rPr lang="zh-CN" altLang="en-US" sz="1800" b="0" kern="100">
                          <a:solidFill>
                            <a:srgbClr val="002060"/>
                          </a:solidFill>
                          <a:effectLst/>
                        </a:rPr>
                        <a:t>②</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zh-CN" altLang="en-US" sz="1800" b="0" kern="100">
                          <a:solidFill>
                            <a:srgbClr val="002060"/>
                          </a:solidFill>
                          <a:effectLst/>
                        </a:rPr>
                        <a:t>木板</a:t>
                      </a: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zh-CN" altLang="en-US" sz="1800" b="0" kern="100">
                          <a:solidFill>
                            <a:srgbClr val="002060"/>
                          </a:solidFill>
                          <a:effectLst/>
                        </a:rPr>
                        <a:t>较小</a:t>
                      </a:r>
                      <a:r>
                        <a:rPr lang="en-US"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altLang="zh-CN" sz="1800" b="0" kern="100">
                          <a:solidFill>
                            <a:srgbClr val="002060"/>
                          </a:solidFill>
                          <a:effectLst/>
                        </a:rPr>
                        <a:t> </a:t>
                      </a:r>
                      <a:r>
                        <a:rPr lang="zh-CN" altLang="en-US" sz="1800" b="0" kern="100">
                          <a:solidFill>
                            <a:srgbClr val="002060"/>
                          </a:solidFill>
                          <a:effectLst/>
                        </a:rPr>
                        <a:t>较远</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2683167"/>
                  </a:ext>
                </a:extLst>
              </a:tr>
              <a:tr h="391606">
                <a:tc>
                  <a:txBody>
                    <a:bodyPr/>
                    <a:lstStyle/>
                    <a:p>
                      <a:pPr algn="ctr">
                        <a:lnSpc>
                          <a:spcPts val="2400"/>
                        </a:lnSpc>
                      </a:pPr>
                      <a:r>
                        <a:rPr lang="zh-CN" altLang="en-US" sz="1800" b="0" kern="100">
                          <a:solidFill>
                            <a:srgbClr val="002060"/>
                          </a:solidFill>
                          <a:effectLst/>
                        </a:rPr>
                        <a:t>③</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zh-CN" altLang="en-US" sz="1800" b="0" kern="100">
                          <a:solidFill>
                            <a:srgbClr val="002060"/>
                          </a:solidFill>
                          <a:effectLst/>
                        </a:rPr>
                        <a:t>玻璃板</a:t>
                      </a:r>
                      <a:r>
                        <a:rPr lang="en-US" altLang="zh-CN"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zh-CN" altLang="en-US" sz="1800" b="0" kern="100">
                          <a:solidFill>
                            <a:srgbClr val="002060"/>
                          </a:solidFill>
                          <a:effectLst/>
                        </a:rPr>
                        <a:t>最小</a:t>
                      </a:r>
                      <a:r>
                        <a:rPr lang="en-US" sz="1800" b="0" kern="100">
                          <a:solidFill>
                            <a:srgbClr val="002060"/>
                          </a:solidFill>
                          <a:effectLst/>
                        </a:rPr>
                        <a:t> </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ts val="2400"/>
                        </a:lnSpc>
                      </a:pPr>
                      <a:r>
                        <a:rPr lang="en-US" altLang="zh-CN" sz="1800" b="0" kern="100">
                          <a:solidFill>
                            <a:srgbClr val="002060"/>
                          </a:solidFill>
                          <a:effectLst/>
                        </a:rPr>
                        <a:t> </a:t>
                      </a:r>
                      <a:r>
                        <a:rPr lang="zh-CN" altLang="en-US" sz="1800" b="0" kern="100">
                          <a:solidFill>
                            <a:srgbClr val="002060"/>
                          </a:solidFill>
                          <a:effectLst/>
                        </a:rPr>
                        <a:t>最远</a:t>
                      </a:r>
                      <a:endParaRPr lang="zh-CN" sz="1800" b="0" kern="100">
                        <a:solidFill>
                          <a:srgbClr val="002060"/>
                        </a:solidFill>
                        <a:effectLst/>
                        <a:latin typeface="Times New Roman" panose="02020603050405020304" pitchFamily="18" charset="0"/>
                        <a:ea typeface="宋体" panose="02010600030101010101" pitchFamily="2" charset="-122"/>
                      </a:endParaRP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4204135"/>
                  </a:ext>
                </a:extLst>
              </a:tr>
            </a:tbl>
          </a:graphicData>
        </a:graphic>
      </p:graphicFrame>
      <p:sp>
        <p:nvSpPr>
          <p:cNvPr id="11" name="文本框 10">
            <a:extLst>
              <a:ext uri="{FF2B5EF4-FFF2-40B4-BE49-F238E27FC236}">
                <a16:creationId xmlns:a16="http://schemas.microsoft.com/office/drawing/2014/main" id="{8B610C17-B3C1-5074-4C10-B37B6EB88966}"/>
              </a:ext>
            </a:extLst>
          </p:cNvPr>
          <p:cNvSpPr txBox="1"/>
          <p:nvPr>
            <p:custDataLst>
              <p:tags r:id="rId3"/>
            </p:custDataLst>
          </p:nvPr>
        </p:nvSpPr>
        <p:spPr>
          <a:xfrm>
            <a:off x="372533" y="2966327"/>
            <a:ext cx="3131497" cy="1502719"/>
          </a:xfrm>
          <a:prstGeom prst="rect">
            <a:avLst/>
          </a:prstGeom>
          <a:noFill/>
          <a:ln w="12700">
            <a:solidFill>
              <a:schemeClr val="bg1">
                <a:lumMod val="85000"/>
              </a:schemeClr>
            </a:solidFill>
          </a:ln>
        </p:spPr>
        <p:txBody>
          <a:bodyPr wrap="square">
            <a:spAutoFit/>
          </a:bodyPr>
          <a:lstStyle/>
          <a:p>
            <a:pPr lvl="0">
              <a:lnSpc>
                <a:spcPts val="2800"/>
              </a:lnSpc>
            </a:pPr>
            <a:r>
              <a:rPr lang="zh-CN" altLang="en-US" sz="2000">
                <a:solidFill>
                  <a:srgbClr val="002060"/>
                </a:solidFill>
              </a:rPr>
              <a:t>由上述实验可知：</a:t>
            </a:r>
            <a:r>
              <a:rPr lang="zh-CN" altLang="en-US" sz="2000">
                <a:solidFill>
                  <a:srgbClr val="C00000"/>
                </a:solidFill>
              </a:rPr>
              <a:t>小车受到的阻力越小，小车运动的路程越长。</a:t>
            </a:r>
            <a:r>
              <a:rPr lang="zh-CN" altLang="en-US" sz="2000">
                <a:solidFill>
                  <a:srgbClr val="002060"/>
                </a:solidFill>
              </a:rPr>
              <a:t>其保持原来运动状态的可能性越大</a:t>
            </a:r>
            <a:r>
              <a:rPr lang="en-US" altLang="zh-CN" sz="2000">
                <a:solidFill>
                  <a:srgbClr val="002060"/>
                </a:solidFill>
              </a:rPr>
              <a:t>.</a:t>
            </a:r>
          </a:p>
        </p:txBody>
      </p:sp>
      <p:sp>
        <p:nvSpPr>
          <p:cNvPr id="3" name="文本框 2">
            <a:extLst>
              <a:ext uri="{FF2B5EF4-FFF2-40B4-BE49-F238E27FC236}">
                <a16:creationId xmlns:a16="http://schemas.microsoft.com/office/drawing/2014/main" id="{D4ED236A-6D77-438A-F139-FD0AED9B4766}"/>
              </a:ext>
            </a:extLst>
          </p:cNvPr>
          <p:cNvSpPr txBox="1"/>
          <p:nvPr>
            <p:custDataLst>
              <p:tags r:id="rId4"/>
            </p:custDataLst>
          </p:nvPr>
        </p:nvSpPr>
        <p:spPr>
          <a:xfrm>
            <a:off x="7103973" y="3231897"/>
            <a:ext cx="1869582" cy="707886"/>
          </a:xfrm>
          <a:prstGeom prst="rect">
            <a:avLst/>
          </a:prstGeom>
          <a:solidFill>
            <a:schemeClr val="bg1">
              <a:lumMod val="95000"/>
            </a:schemeClr>
          </a:solidFill>
          <a:ln>
            <a:solidFill>
              <a:schemeClr val="tx1"/>
            </a:solidFill>
          </a:ln>
        </p:spPr>
        <p:txBody>
          <a:bodyPr wrap="square">
            <a:spAutoFit/>
          </a:bodyPr>
          <a:lstStyle/>
          <a:p>
            <a:pPr algn="ctr"/>
            <a:r>
              <a:rPr kumimoji="0" lang="zh-CN" altLang="en-US" sz="2000" b="0" i="0" u="none" strike="noStrike" kern="1200" cap="none" spc="0" normalizeH="0" baseline="0" noProof="0">
                <a:ln>
                  <a:noFill/>
                </a:ln>
                <a:solidFill>
                  <a:srgbClr val="C00000"/>
                </a:solidFill>
                <a:effectLst/>
                <a:uLnTx/>
                <a:uFillTx/>
                <a:latin typeface="Times New Roman"/>
                <a:ea typeface="微软雅黑"/>
              </a:rPr>
              <a:t>将永远沿</a:t>
            </a:r>
            <a:endParaRPr kumimoji="0" lang="en-US" altLang="zh-CN" sz="2000" b="0" i="0" u="none" strike="noStrike" kern="1200" cap="none" spc="0" normalizeH="0" baseline="0" noProof="0">
              <a:ln>
                <a:noFill/>
              </a:ln>
              <a:solidFill>
                <a:srgbClr val="C00000"/>
              </a:solidFill>
              <a:effectLst/>
              <a:uLnTx/>
              <a:uFillTx/>
              <a:latin typeface="Times New Roman"/>
              <a:ea typeface="微软雅黑"/>
            </a:endParaRPr>
          </a:p>
          <a:p>
            <a:pPr algn="ctr"/>
            <a:r>
              <a:rPr kumimoji="0" lang="zh-CN" altLang="en-US" sz="2000" b="0" i="0" u="none" strike="noStrike" kern="1200" cap="none" spc="0" normalizeH="0" baseline="0" noProof="0">
                <a:ln>
                  <a:noFill/>
                </a:ln>
                <a:solidFill>
                  <a:srgbClr val="C00000"/>
                </a:solidFill>
                <a:effectLst/>
                <a:uLnTx/>
                <a:uFillTx/>
                <a:latin typeface="Times New Roman"/>
                <a:ea typeface="微软雅黑"/>
              </a:rPr>
              <a:t>直线运动下去</a:t>
            </a:r>
            <a:r>
              <a:rPr kumimoji="0" lang="en-US" altLang="zh-CN" sz="2000" b="0" i="0" u="none" strike="noStrike" kern="1200" cap="none" spc="0" normalizeH="0" baseline="0" noProof="0">
                <a:ln>
                  <a:noFill/>
                </a:ln>
                <a:solidFill>
                  <a:srgbClr val="C00000"/>
                </a:solidFill>
                <a:effectLst/>
                <a:uLnTx/>
                <a:uFillTx/>
                <a:latin typeface="Times New Roman"/>
                <a:ea typeface="微软雅黑"/>
              </a:rPr>
              <a:t>.</a:t>
            </a:r>
            <a:endParaRPr lang="zh-CN" altLang="en-US" sz="2000">
              <a:solidFill>
                <a:srgbClr val="C00000"/>
              </a:solidFill>
            </a:endParaRPr>
          </a:p>
        </p:txBody>
      </p:sp>
      <p:sp>
        <p:nvSpPr>
          <p:cNvPr id="2" name="文本框 1">
            <a:extLst>
              <a:ext uri="{FF2B5EF4-FFF2-40B4-BE49-F238E27FC236}">
                <a16:creationId xmlns:a16="http://schemas.microsoft.com/office/drawing/2014/main" id="{F2AB1462-CE9D-0D41-0E28-7FD08D42DFC1}"/>
              </a:ext>
            </a:extLst>
          </p:cNvPr>
          <p:cNvSpPr txBox="1"/>
          <p:nvPr>
            <p:custDataLst>
              <p:tags r:id="rId5"/>
            </p:custDataLst>
          </p:nvPr>
        </p:nvSpPr>
        <p:spPr>
          <a:xfrm>
            <a:off x="3867692" y="2966327"/>
            <a:ext cx="2885321" cy="1502719"/>
          </a:xfrm>
          <a:prstGeom prst="rect">
            <a:avLst/>
          </a:prstGeom>
          <a:noFill/>
          <a:ln w="12700">
            <a:solidFill>
              <a:schemeClr val="bg1">
                <a:lumMod val="85000"/>
              </a:schemeClr>
            </a:solidFill>
          </a:ln>
        </p:spPr>
        <p:txBody>
          <a:bodyPr wrap="square">
            <a:spAutoFit/>
          </a:bodyPr>
          <a:lstStyle/>
          <a:p>
            <a:pPr lvl="0">
              <a:lnSpc>
                <a:spcPts val="2800"/>
              </a:lnSpc>
            </a:pPr>
            <a:r>
              <a:rPr lang="zh-CN" altLang="en-US" sz="2000">
                <a:solidFill>
                  <a:srgbClr val="002060"/>
                </a:solidFill>
              </a:rPr>
              <a:t>试想，如果小车在绝对光滑的水平面上运动，即不受到阻力作用，那么它将怎样运动呢？</a:t>
            </a:r>
            <a:endParaRPr lang="en-US" altLang="zh-CN" sz="2000">
              <a:solidFill>
                <a:srgbClr val="002060"/>
              </a:solidFill>
            </a:endParaRPr>
          </a:p>
        </p:txBody>
      </p:sp>
      <p:sp>
        <p:nvSpPr>
          <p:cNvPr id="9" name="燕尾形 73">
            <a:extLst>
              <a:ext uri="{FF2B5EF4-FFF2-40B4-BE49-F238E27FC236}">
                <a16:creationId xmlns:a16="http://schemas.microsoft.com/office/drawing/2014/main" id="{5037CBEC-316C-C84C-AED2-8B012268F581}"/>
              </a:ext>
            </a:extLst>
          </p:cNvPr>
          <p:cNvSpPr>
            <a:spLocks noChangeArrowheads="1"/>
          </p:cNvSpPr>
          <p:nvPr>
            <p:custDataLst>
              <p:tags r:id="rId6"/>
            </p:custDataLst>
          </p:nvPr>
        </p:nvSpPr>
        <p:spPr bwMode="auto">
          <a:xfrm>
            <a:off x="3516732" y="3614535"/>
            <a:ext cx="383767" cy="206301"/>
          </a:xfrm>
          <a:prstGeom prst="chevron">
            <a:avLst>
              <a:gd name="adj" fmla="val 59529"/>
            </a:avLst>
          </a:prstGeom>
          <a:solidFill>
            <a:schemeClr val="accent2"/>
          </a:solidFill>
          <a:ln>
            <a:noFill/>
          </a:ln>
        </p:spPr>
        <p:txBody>
          <a:bodyPr lIns="51308" tIns="25654" rIns="51308" bIns="25654" anchor="ctr"/>
          <a:lstStyle/>
          <a:p>
            <a:pPr algn="ctr"/>
            <a:endParaRPr lang="zh-CN" altLang="zh-CN" sz="1009">
              <a:solidFill>
                <a:schemeClr val="tx1">
                  <a:lumMod val="65000"/>
                  <a:lumOff val="35000"/>
                </a:schemeClr>
              </a:solidFill>
              <a:cs typeface="+mn-ea"/>
              <a:sym typeface="+mn-lt"/>
            </a:endParaRPr>
          </a:p>
        </p:txBody>
      </p:sp>
      <p:sp>
        <p:nvSpPr>
          <p:cNvPr id="13" name="燕尾形 73">
            <a:extLst>
              <a:ext uri="{FF2B5EF4-FFF2-40B4-BE49-F238E27FC236}">
                <a16:creationId xmlns:a16="http://schemas.microsoft.com/office/drawing/2014/main" id="{32697C5F-27B3-B007-CF7B-F72A55767841}"/>
              </a:ext>
            </a:extLst>
          </p:cNvPr>
          <p:cNvSpPr>
            <a:spLocks noChangeArrowheads="1"/>
          </p:cNvSpPr>
          <p:nvPr>
            <p:custDataLst>
              <p:tags r:id="rId7"/>
            </p:custDataLst>
          </p:nvPr>
        </p:nvSpPr>
        <p:spPr bwMode="auto">
          <a:xfrm>
            <a:off x="6753013" y="3585840"/>
            <a:ext cx="383767" cy="206301"/>
          </a:xfrm>
          <a:prstGeom prst="chevron">
            <a:avLst>
              <a:gd name="adj" fmla="val 59529"/>
            </a:avLst>
          </a:prstGeom>
          <a:solidFill>
            <a:schemeClr val="accent2"/>
          </a:solidFill>
          <a:ln>
            <a:noFill/>
          </a:ln>
        </p:spPr>
        <p:txBody>
          <a:bodyPr lIns="51308" tIns="25654" rIns="51308" bIns="25654" anchor="ctr"/>
          <a:lstStyle/>
          <a:p>
            <a:pPr algn="ctr"/>
            <a:endParaRPr lang="zh-CN" altLang="zh-CN" sz="1009">
              <a:solidFill>
                <a:schemeClr val="tx1">
                  <a:lumMod val="65000"/>
                  <a:lumOff val="35000"/>
                </a:schemeClr>
              </a:solidFill>
              <a:cs typeface="+mn-ea"/>
              <a:sym typeface="+mn-lt"/>
            </a:endParaRPr>
          </a:p>
        </p:txBody>
      </p:sp>
      <p:sp>
        <p:nvSpPr>
          <p:cNvPr id="4" name="文本框 3">
            <a:extLst>
              <a:ext uri="{FF2B5EF4-FFF2-40B4-BE49-F238E27FC236}">
                <a16:creationId xmlns:a16="http://schemas.microsoft.com/office/drawing/2014/main" id="{659B981B-5401-0EC0-ADC5-B0C4ED51BE34}"/>
              </a:ext>
            </a:extLst>
          </p:cNvPr>
          <p:cNvSpPr txBox="1"/>
          <p:nvPr>
            <p:custDataLst>
              <p:tags r:id="rId8"/>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
        <p:nvSpPr>
          <p:cNvPr id="6" name="内容占位符 2">
            <a:extLst>
              <a:ext uri="{FF2B5EF4-FFF2-40B4-BE49-F238E27FC236}">
                <a16:creationId xmlns:a16="http://schemas.microsoft.com/office/drawing/2014/main" id="{9D636FF5-72B9-9BC8-36DA-863C97E7AEA9}"/>
              </a:ext>
            </a:extLst>
          </p:cNvPr>
          <p:cNvSpPr txBox="1"/>
          <p:nvPr>
            <p:custDataLst>
              <p:tags r:id="rId9"/>
            </p:custDataLst>
          </p:nvPr>
        </p:nvSpPr>
        <p:spPr>
          <a:xfrm>
            <a:off x="189661" y="34628"/>
            <a:ext cx="5086164"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a:solidFill>
                  <a:schemeClr val="bg1"/>
                </a:solidFill>
                <a:latin typeface="微软雅黑" panose="020B0503020204020204" pitchFamily="34" charset="-122"/>
                <a:ea typeface="微软雅黑" panose="020B0503020204020204" pitchFamily="34" charset="-122"/>
              </a:rPr>
              <a:t>知识点一、探究阻力对物体运动的影响</a:t>
            </a:r>
            <a:endParaRPr lang="en-US" altLang="zh-CN" sz="200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77495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37"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outVertical)">
                                      <p:cBhvr>
                                        <p:cTn id="7" dur="1000"/>
                                        <p:tgtEl>
                                          <p:spTgt spid="10"/>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checkerboard(across)">
                                      <p:cBhvr>
                                        <p:cTn id="22" dur="500"/>
                                        <p:tgtEl>
                                          <p:spTgt spid="2"/>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750" fill="hold"/>
                                        <p:tgtEl>
                                          <p:spTgt spid="3"/>
                                        </p:tgtEl>
                                        <p:attrNameLst>
                                          <p:attrName>ppt_w</p:attrName>
                                        </p:attrNameLst>
                                      </p:cBhvr>
                                      <p:tavLst>
                                        <p:tav tm="0">
                                          <p:val>
                                            <p:fltVal val="0"/>
                                          </p:val>
                                        </p:tav>
                                        <p:tav tm="100000">
                                          <p:val>
                                            <p:strVal val="#ppt_w"/>
                                          </p:val>
                                        </p:tav>
                                      </p:tavLst>
                                    </p:anim>
                                    <p:anim calcmode="lin" valueType="num">
                                      <p:cBhvr>
                                        <p:cTn id="33" dur="75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2" grpId="0" animBg="1"/>
      <p:bldP spid="9"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7">
            <a:extLst>
              <a:ext uri="{FF2B5EF4-FFF2-40B4-BE49-F238E27FC236}">
                <a16:creationId xmlns:a16="http://schemas.microsoft.com/office/drawing/2014/main" id="{6AD7FC55-50BA-0C22-74A0-FF1BB756220B}"/>
              </a:ext>
            </a:extLst>
          </p:cNvPr>
          <p:cNvSpPr>
            <a:spLocks noChangeArrowheads="1"/>
          </p:cNvSpPr>
          <p:nvPr>
            <p:custDataLst>
              <p:tags r:id="rId1"/>
            </p:custDataLst>
          </p:nvPr>
        </p:nvSpPr>
        <p:spPr bwMode="auto">
          <a:xfrm>
            <a:off x="768773" y="1394224"/>
            <a:ext cx="7948507" cy="2036385"/>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540000" algn="l" defTabSz="685160" rtl="0" eaLnBrk="1" fontAlgn="auto" latinLnBrk="0" hangingPunct="1">
              <a:lnSpc>
                <a:spcPts val="4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3" name="文本框 2">
            <a:extLst>
              <a:ext uri="{FF2B5EF4-FFF2-40B4-BE49-F238E27FC236}">
                <a16:creationId xmlns:a16="http://schemas.microsoft.com/office/drawing/2014/main" id="{3DEA684C-EA69-3E78-1299-8D8B0BCE501F}"/>
              </a:ext>
            </a:extLst>
          </p:cNvPr>
          <p:cNvSpPr txBox="1"/>
          <p:nvPr>
            <p:custDataLst>
              <p:tags r:id="rId2"/>
            </p:custDataLst>
          </p:nvPr>
        </p:nvSpPr>
        <p:spPr>
          <a:xfrm>
            <a:off x="673946" y="676696"/>
            <a:ext cx="3448474" cy="520976"/>
          </a:xfrm>
          <a:prstGeom prst="rect">
            <a:avLst/>
          </a:prstGeom>
          <a:noFill/>
        </p:spPr>
        <p:txBody>
          <a:bodyPr wrap="square">
            <a:spAutoFit/>
          </a:bodyPr>
          <a:lstStyle/>
          <a:p>
            <a:pPr lvl="0" indent="266700" fontAlgn="base">
              <a:lnSpc>
                <a:spcPts val="3640"/>
              </a:lnSpc>
              <a:defRPr/>
            </a:pPr>
            <a:r>
              <a:rPr kumimoji="0" lang="zh-CN" altLang="zh-CN" sz="2700" b="0" i="0" u="none" strike="noStrike" kern="0" cap="none" spc="0" normalizeH="0" baseline="0" noProof="0">
                <a:ln>
                  <a:noFill/>
                </a:ln>
                <a:solidFill>
                  <a:srgbClr val="002060"/>
                </a:solidFill>
                <a:effectLst/>
                <a:uLnTx/>
                <a:uFillTx/>
                <a:ea typeface="微软雅黑"/>
                <a:cs typeface="宋体" panose="02010600030101010101" pitchFamily="2" charset="-122"/>
              </a:rPr>
              <a:t>实验结论：</a:t>
            </a:r>
            <a:endParaRPr kumimoji="0" lang="zh-CN" altLang="zh-CN" sz="2700" b="0" i="0" u="none" strike="noStrike" kern="100" cap="none" spc="0" normalizeH="0" baseline="0" noProof="0">
              <a:ln>
                <a:noFill/>
              </a:ln>
              <a:solidFill>
                <a:srgbClr val="002060"/>
              </a:solidFill>
              <a:effectLst/>
              <a:uLnTx/>
              <a:uFillTx/>
              <a:ea typeface="微软雅黑"/>
              <a:cs typeface="+mn-cs"/>
            </a:endParaRPr>
          </a:p>
        </p:txBody>
      </p:sp>
      <p:sp>
        <p:nvSpPr>
          <p:cNvPr id="5" name="文本框 4">
            <a:extLst>
              <a:ext uri="{FF2B5EF4-FFF2-40B4-BE49-F238E27FC236}">
                <a16:creationId xmlns:a16="http://schemas.microsoft.com/office/drawing/2014/main" id="{2A9881F2-88DA-97D3-3871-70F1A74754F0}"/>
              </a:ext>
            </a:extLst>
          </p:cNvPr>
          <p:cNvSpPr txBox="1"/>
          <p:nvPr>
            <p:custDataLst>
              <p:tags r:id="rId3"/>
            </p:custDataLst>
          </p:nvPr>
        </p:nvSpPr>
        <p:spPr>
          <a:xfrm>
            <a:off x="1085426" y="1575135"/>
            <a:ext cx="7315199" cy="1576009"/>
          </a:xfrm>
          <a:prstGeom prst="rect">
            <a:avLst/>
          </a:prstGeom>
          <a:noFill/>
        </p:spPr>
        <p:txBody>
          <a:bodyPr wrap="square">
            <a:spAutoFit/>
          </a:bodyPr>
          <a:lstStyle/>
          <a:p>
            <a:pPr marL="0" marR="0" lvl="0" indent="540000" algn="l" defTabSz="685160" rtl="0" eaLnBrk="1" fontAlgn="auto" latinLnBrk="0" hangingPunct="1">
              <a:lnSpc>
                <a:spcPts val="40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Times New Roman"/>
                <a:ea typeface="微软雅黑"/>
                <a:cs typeface="+mn-cs"/>
              </a:rPr>
              <a:t>运动物体受到的阻力越小，运动的路程越长。</a:t>
            </a:r>
          </a:p>
          <a:p>
            <a:pPr lvl="0" indent="540000">
              <a:lnSpc>
                <a:spcPts val="4000"/>
              </a:lnSpc>
              <a:defRPr/>
            </a:pPr>
            <a:r>
              <a:rPr kumimoji="0" lang="zh-CN" altLang="en-US" sz="2400" b="0" i="0" u="none" strike="noStrike" kern="1200" cap="none" spc="0" normalizeH="0" baseline="0" noProof="0">
                <a:ln>
                  <a:noFill/>
                </a:ln>
                <a:solidFill>
                  <a:prstClr val="white"/>
                </a:solidFill>
                <a:effectLst/>
                <a:uLnTx/>
                <a:uFillTx/>
                <a:latin typeface="Times New Roman"/>
                <a:ea typeface="微软雅黑"/>
                <a:cs typeface="+mn-cs"/>
              </a:rPr>
              <a:t>若不受任何阻力，物体的运动速度将不会减小</a:t>
            </a:r>
            <a:r>
              <a:rPr lang="zh-CN" altLang="en-US" sz="2400">
                <a:solidFill>
                  <a:prstClr val="white"/>
                </a:solidFill>
              </a:rPr>
              <a:t>，永远沿直线运动下去</a:t>
            </a:r>
            <a:r>
              <a:rPr kumimoji="0" lang="zh-CN" altLang="en-US" sz="2400" b="0" i="0" u="none" strike="noStrike" kern="1200" cap="none" spc="0" normalizeH="0" baseline="0" noProof="0">
                <a:ln>
                  <a:noFill/>
                </a:ln>
                <a:solidFill>
                  <a:prstClr val="white"/>
                </a:solidFill>
                <a:effectLst/>
                <a:uLnTx/>
                <a:uFillTx/>
                <a:latin typeface="Times New Roman"/>
                <a:ea typeface="微软雅黑"/>
                <a:cs typeface="+mn-cs"/>
              </a:rPr>
              <a:t>。</a:t>
            </a:r>
          </a:p>
        </p:txBody>
      </p:sp>
      <p:sp>
        <p:nvSpPr>
          <p:cNvPr id="4" name="文本框 3">
            <a:extLst>
              <a:ext uri="{FF2B5EF4-FFF2-40B4-BE49-F238E27FC236}">
                <a16:creationId xmlns:a16="http://schemas.microsoft.com/office/drawing/2014/main" id="{75BC40E1-8840-32FC-F7B5-63CBB197685A}"/>
              </a:ext>
            </a:extLst>
          </p:cNvPr>
          <p:cNvSpPr txBox="1"/>
          <p:nvPr>
            <p:custDataLst>
              <p:tags r:id="rId4"/>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
        <p:nvSpPr>
          <p:cNvPr id="6" name="内容占位符 2">
            <a:extLst>
              <a:ext uri="{FF2B5EF4-FFF2-40B4-BE49-F238E27FC236}">
                <a16:creationId xmlns:a16="http://schemas.microsoft.com/office/drawing/2014/main" id="{C83BD4D4-0FA3-F51C-2873-DB2E7242D53D}"/>
              </a:ext>
            </a:extLst>
          </p:cNvPr>
          <p:cNvSpPr txBox="1"/>
          <p:nvPr>
            <p:custDataLst>
              <p:tags r:id="rId5"/>
            </p:custDataLst>
          </p:nvPr>
        </p:nvSpPr>
        <p:spPr>
          <a:xfrm>
            <a:off x="189661" y="34628"/>
            <a:ext cx="5086164"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a:solidFill>
                  <a:schemeClr val="bg1"/>
                </a:solidFill>
                <a:latin typeface="微软雅黑" panose="020B0503020204020204" pitchFamily="34" charset="-122"/>
                <a:ea typeface="微软雅黑" panose="020B0503020204020204" pitchFamily="34" charset="-122"/>
              </a:rPr>
              <a:t>知识点一、探究阻力对物体运动的影响</a:t>
            </a:r>
            <a:endParaRPr lang="en-US" altLang="zh-CN" sz="200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24871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par>
                          <p:cTn id="12" fill="hold" nodeType="afterGroup">
                            <p:stCondLst>
                              <p:cond delay="1"/>
                            </p:stCondLst>
                            <p:childTnLst>
                              <p:par>
                                <p:cTn id="13" presetID="53" presetClass="entr" presetSubtype="0" fill="hold" nodeType="after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p:cTn id="15"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7" dur="1000"/>
                                        <p:tgtEl>
                                          <p:spTgt spid="5">
                                            <p:txEl>
                                              <p:pRg st="0" end="0"/>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53" presetClass="entr" presetSubtype="0"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 calcmode="lin" valueType="num">
                                      <p:cBhvr>
                                        <p:cTn id="22"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3" dur="10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24" dur="1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036B69C-D8B8-57D4-284A-045BC88C0A8F}"/>
              </a:ext>
            </a:extLst>
          </p:cNvPr>
          <p:cNvSpPr txBox="1"/>
          <p:nvPr>
            <p:custDataLst>
              <p:tags r:id="rId1"/>
            </p:custDataLst>
          </p:nvPr>
        </p:nvSpPr>
        <p:spPr>
          <a:xfrm>
            <a:off x="639232" y="1190725"/>
            <a:ext cx="7706361" cy="3355534"/>
          </a:xfrm>
          <a:prstGeom prst="rect">
            <a:avLst/>
          </a:prstGeom>
          <a:noFill/>
        </p:spPr>
        <p:txBody>
          <a:bodyPr wrap="square">
            <a:spAutoFit/>
          </a:bodyPr>
          <a:lstStyle/>
          <a:p>
            <a:pPr lvl="0" indent="360000">
              <a:lnSpc>
                <a:spcPts val="3600"/>
              </a:lnSpc>
              <a:spcAft>
                <a:spcPts val="600"/>
              </a:spcAft>
            </a:pPr>
            <a:r>
              <a:rPr lang="en-US" altLang="zh-CN" sz="2300" kern="100">
                <a:solidFill>
                  <a:srgbClr val="002060"/>
                </a:solidFill>
                <a:latin typeface="Times New Roman" panose="02020603050405020304" pitchFamily="18" charset="0"/>
                <a:cs typeface="Times New Roman" panose="02020603050405020304" pitchFamily="18" charset="0"/>
              </a:rPr>
              <a:t>1. </a:t>
            </a:r>
            <a:r>
              <a:rPr lang="zh-CN" altLang="en-US" sz="2300" kern="100">
                <a:solidFill>
                  <a:srgbClr val="002060"/>
                </a:solidFill>
                <a:latin typeface="Times New Roman" panose="02020603050405020304" pitchFamily="18" charset="0"/>
                <a:cs typeface="Times New Roman" panose="02020603050405020304" pitchFamily="18" charset="0"/>
              </a:rPr>
              <a:t>实验方法 </a:t>
            </a:r>
          </a:p>
          <a:p>
            <a:pPr lvl="0" indent="360000">
              <a:lnSpc>
                <a:spcPts val="3600"/>
              </a:lnSpc>
            </a:pPr>
            <a:r>
              <a:rPr lang="zh-CN" altLang="en-US" sz="2200" kern="100">
                <a:solidFill>
                  <a:srgbClr val="C00000"/>
                </a:solidFill>
                <a:latin typeface="Times New Roman" panose="02020603050405020304" pitchFamily="18" charset="0"/>
                <a:cs typeface="Times New Roman" panose="02020603050405020304" pitchFamily="18" charset="0"/>
              </a:rPr>
              <a:t>①控制变量法</a:t>
            </a:r>
            <a:r>
              <a:rPr lang="zh-CN" altLang="en-US" sz="2200" kern="100">
                <a:solidFill>
                  <a:srgbClr val="002060"/>
                </a:solidFill>
                <a:latin typeface="Times New Roman" panose="02020603050405020304" pitchFamily="18" charset="0"/>
                <a:cs typeface="Times New Roman" panose="02020603050405020304" pitchFamily="18" charset="0"/>
              </a:rPr>
              <a:t>：控制小车从斜面上同一高度处由静止释放，使小车到斜面底端时具有相同的初速度；</a:t>
            </a:r>
          </a:p>
          <a:p>
            <a:pPr lvl="0" indent="360000">
              <a:lnSpc>
                <a:spcPts val="3600"/>
              </a:lnSpc>
            </a:pPr>
            <a:r>
              <a:rPr lang="zh-CN" altLang="en-US" sz="2200" kern="100">
                <a:solidFill>
                  <a:srgbClr val="C00000"/>
                </a:solidFill>
                <a:latin typeface="Times New Roman" panose="02020603050405020304" pitchFamily="18" charset="0"/>
                <a:cs typeface="Times New Roman" panose="02020603050405020304" pitchFamily="18" charset="0"/>
              </a:rPr>
              <a:t>②转换法</a:t>
            </a:r>
            <a:r>
              <a:rPr lang="zh-CN" altLang="en-US" sz="2200" kern="100">
                <a:solidFill>
                  <a:srgbClr val="002060"/>
                </a:solidFill>
                <a:latin typeface="Times New Roman" panose="02020603050405020304" pitchFamily="18" charset="0"/>
                <a:cs typeface="Times New Roman" panose="02020603050405020304" pitchFamily="18" charset="0"/>
              </a:rPr>
              <a:t>：通过小车在水平面上滑行距离的长短来间接判断小车所受阻力大小；</a:t>
            </a:r>
          </a:p>
          <a:p>
            <a:pPr lvl="0" indent="360000">
              <a:lnSpc>
                <a:spcPts val="3600"/>
              </a:lnSpc>
            </a:pPr>
            <a:r>
              <a:rPr lang="zh-CN" altLang="en-US" sz="2200" kern="100">
                <a:solidFill>
                  <a:srgbClr val="C00000"/>
                </a:solidFill>
                <a:latin typeface="Times New Roman" panose="02020603050405020304" pitchFamily="18" charset="0"/>
                <a:cs typeface="Times New Roman" panose="02020603050405020304" pitchFamily="18" charset="0"/>
              </a:rPr>
              <a:t>③科学推理法</a:t>
            </a:r>
            <a:r>
              <a:rPr lang="zh-CN" altLang="en-US" sz="2200" kern="100">
                <a:solidFill>
                  <a:srgbClr val="002060"/>
                </a:solidFill>
                <a:latin typeface="Times New Roman" panose="02020603050405020304" pitchFamily="18" charset="0"/>
                <a:cs typeface="Times New Roman" panose="02020603050405020304" pitchFamily="18" charset="0"/>
              </a:rPr>
              <a:t>：若小车不受阻力时，小车的速度将不会减小，将永远做匀速直线运动。</a:t>
            </a:r>
          </a:p>
        </p:txBody>
      </p:sp>
      <p:sp>
        <p:nvSpPr>
          <p:cNvPr id="5" name="矩形: 圆角 4">
            <a:extLst>
              <a:ext uri="{FF2B5EF4-FFF2-40B4-BE49-F238E27FC236}">
                <a16:creationId xmlns:a16="http://schemas.microsoft.com/office/drawing/2014/main" id="{4545F50A-8B10-5FB5-95ED-9818C767FBC2}"/>
              </a:ext>
            </a:extLst>
          </p:cNvPr>
          <p:cNvSpPr/>
          <p:nvPr>
            <p:custDataLst>
              <p:tags r:id="rId2"/>
            </p:custDataLst>
          </p:nvPr>
        </p:nvSpPr>
        <p:spPr>
          <a:xfrm>
            <a:off x="769624" y="676297"/>
            <a:ext cx="1646888" cy="400110"/>
          </a:xfrm>
          <a:prstGeom prst="roundRect">
            <a:avLst>
              <a:gd name="adj" fmla="val 1612"/>
            </a:avLst>
          </a:prstGeom>
          <a:solidFill>
            <a:srgbClr val="00B0F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交流与讨论</a:t>
            </a:r>
          </a:p>
        </p:txBody>
      </p:sp>
      <p:sp>
        <p:nvSpPr>
          <p:cNvPr id="3" name="文本框 2">
            <a:extLst>
              <a:ext uri="{FF2B5EF4-FFF2-40B4-BE49-F238E27FC236}">
                <a16:creationId xmlns:a16="http://schemas.microsoft.com/office/drawing/2014/main" id="{CDAB473E-DCE4-E51E-8691-23C6DB0D3ECD}"/>
              </a:ext>
            </a:extLst>
          </p:cNvPr>
          <p:cNvSpPr txBox="1"/>
          <p:nvPr>
            <p:custDataLst>
              <p:tags r:id="rId3"/>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
        <p:nvSpPr>
          <p:cNvPr id="7" name="内容占位符 2">
            <a:extLst>
              <a:ext uri="{FF2B5EF4-FFF2-40B4-BE49-F238E27FC236}">
                <a16:creationId xmlns:a16="http://schemas.microsoft.com/office/drawing/2014/main" id="{60E3E63E-B9F0-DF5D-636E-F9108EF90385}"/>
              </a:ext>
            </a:extLst>
          </p:cNvPr>
          <p:cNvSpPr txBox="1"/>
          <p:nvPr>
            <p:custDataLst>
              <p:tags r:id="rId4"/>
            </p:custDataLst>
          </p:nvPr>
        </p:nvSpPr>
        <p:spPr>
          <a:xfrm>
            <a:off x="189661" y="34628"/>
            <a:ext cx="5086164"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a:solidFill>
                  <a:schemeClr val="bg1"/>
                </a:solidFill>
                <a:latin typeface="微软雅黑" panose="020B0503020204020204" pitchFamily="34" charset="-122"/>
                <a:ea typeface="微软雅黑" panose="020B0503020204020204" pitchFamily="34" charset="-122"/>
              </a:rPr>
              <a:t>知识点一、探究阻力对物体运动的影响</a:t>
            </a:r>
            <a:endParaRPr lang="en-US" altLang="zh-CN" sz="200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544313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036B69C-D8B8-57D4-284A-045BC88C0A8F}"/>
              </a:ext>
            </a:extLst>
          </p:cNvPr>
          <p:cNvSpPr txBox="1"/>
          <p:nvPr>
            <p:custDataLst>
              <p:tags r:id="rId1"/>
            </p:custDataLst>
          </p:nvPr>
        </p:nvSpPr>
        <p:spPr>
          <a:xfrm>
            <a:off x="535093" y="1244224"/>
            <a:ext cx="7816427" cy="2970813"/>
          </a:xfrm>
          <a:prstGeom prst="rect">
            <a:avLst/>
          </a:prstGeom>
          <a:noFill/>
        </p:spPr>
        <p:txBody>
          <a:bodyPr wrap="square">
            <a:spAutoFit/>
          </a:bodyPr>
          <a:lstStyle/>
          <a:p>
            <a:pPr lvl="0" indent="432000">
              <a:lnSpc>
                <a:spcPts val="3600"/>
              </a:lnSpc>
            </a:pPr>
            <a:r>
              <a:rPr lang="en-US" altLang="zh-CN" sz="2300" kern="100">
                <a:solidFill>
                  <a:srgbClr val="002060"/>
                </a:solidFill>
                <a:latin typeface="Times New Roman" panose="02020603050405020304" pitchFamily="18" charset="0"/>
                <a:cs typeface="Times New Roman" panose="02020603050405020304" pitchFamily="18" charset="0"/>
              </a:rPr>
              <a:t>2. </a:t>
            </a:r>
            <a:r>
              <a:rPr lang="zh-CN" altLang="en-US" sz="2300" kern="100">
                <a:solidFill>
                  <a:srgbClr val="002060"/>
                </a:solidFill>
                <a:latin typeface="Times New Roman" panose="02020603050405020304" pitchFamily="18" charset="0"/>
                <a:cs typeface="Times New Roman" panose="02020603050405020304" pitchFamily="18" charset="0"/>
              </a:rPr>
              <a:t>对小车受力情况的分析：</a:t>
            </a:r>
            <a:endParaRPr lang="en-US" altLang="zh-CN" sz="2300" kern="100">
              <a:solidFill>
                <a:srgbClr val="002060"/>
              </a:solidFill>
              <a:latin typeface="Times New Roman" panose="02020603050405020304" pitchFamily="18" charset="0"/>
              <a:cs typeface="Times New Roman" panose="02020603050405020304" pitchFamily="18" charset="0"/>
            </a:endParaRPr>
          </a:p>
          <a:p>
            <a:pPr lvl="0" indent="432000">
              <a:lnSpc>
                <a:spcPts val="3600"/>
              </a:lnSpc>
            </a:pPr>
            <a:r>
              <a:rPr lang="zh-CN" altLang="en-US" sz="2200" kern="100">
                <a:solidFill>
                  <a:srgbClr val="002060"/>
                </a:solidFill>
                <a:latin typeface="Times New Roman" panose="02020603050405020304" pitchFamily="18" charset="0"/>
                <a:cs typeface="Times New Roman" panose="02020603050405020304" pitchFamily="18" charset="0"/>
              </a:rPr>
              <a:t>小车在水平面上运动时，在竖直方向受重力和支持力，这两个力相互平衡，对物体的运动没有影响；在水平方向上受到阻力的作用，是非平衡力，所以做减速直线运动。                        </a:t>
            </a:r>
          </a:p>
          <a:p>
            <a:pPr lvl="0" indent="432000">
              <a:lnSpc>
                <a:spcPts val="3600"/>
              </a:lnSpc>
              <a:spcBef>
                <a:spcPts val="600"/>
              </a:spcBef>
              <a:spcAft>
                <a:spcPts val="600"/>
              </a:spcAft>
            </a:pPr>
            <a:r>
              <a:rPr lang="en-US" altLang="zh-CN" sz="2300" kern="100">
                <a:solidFill>
                  <a:srgbClr val="002060"/>
                </a:solidFill>
                <a:latin typeface="Times New Roman" panose="02020603050405020304" pitchFamily="18" charset="0"/>
                <a:cs typeface="Times New Roman" panose="02020603050405020304" pitchFamily="18" charset="0"/>
              </a:rPr>
              <a:t>3. </a:t>
            </a:r>
            <a:r>
              <a:rPr lang="zh-CN" altLang="en-US" sz="2300" kern="100">
                <a:solidFill>
                  <a:srgbClr val="002060"/>
                </a:solidFill>
                <a:latin typeface="Times New Roman" panose="02020603050405020304" pitchFamily="18" charset="0"/>
                <a:cs typeface="Times New Roman" panose="02020603050405020304" pitchFamily="18" charset="0"/>
              </a:rPr>
              <a:t>本实验选用小车而不选用木块的原因是：</a:t>
            </a:r>
            <a:endParaRPr lang="en-US" altLang="zh-CN" sz="2300" kern="100">
              <a:solidFill>
                <a:srgbClr val="002060"/>
              </a:solidFill>
              <a:latin typeface="Times New Roman" panose="02020603050405020304" pitchFamily="18" charset="0"/>
              <a:cs typeface="Times New Roman" panose="02020603050405020304" pitchFamily="18" charset="0"/>
            </a:endParaRPr>
          </a:p>
          <a:p>
            <a:pPr lvl="0" indent="432000">
              <a:lnSpc>
                <a:spcPts val="3600"/>
              </a:lnSpc>
            </a:pPr>
            <a:r>
              <a:rPr lang="zh-CN" altLang="en-US" sz="2200" kern="100">
                <a:solidFill>
                  <a:srgbClr val="002060"/>
                </a:solidFill>
                <a:latin typeface="Times New Roman" panose="02020603050405020304" pitchFamily="18" charset="0"/>
                <a:cs typeface="Times New Roman" panose="02020603050405020304" pitchFamily="18" charset="0"/>
              </a:rPr>
              <a:t>相同条件下，小车受到的阻力较小，实验现象较明显。</a:t>
            </a:r>
          </a:p>
        </p:txBody>
      </p:sp>
      <p:sp>
        <p:nvSpPr>
          <p:cNvPr id="2" name="矩形: 圆角 1">
            <a:extLst>
              <a:ext uri="{FF2B5EF4-FFF2-40B4-BE49-F238E27FC236}">
                <a16:creationId xmlns:a16="http://schemas.microsoft.com/office/drawing/2014/main" id="{400E2074-29CE-193B-782B-1368908CE45D}"/>
              </a:ext>
            </a:extLst>
          </p:cNvPr>
          <p:cNvSpPr/>
          <p:nvPr>
            <p:custDataLst>
              <p:tags r:id="rId2"/>
            </p:custDataLst>
          </p:nvPr>
        </p:nvSpPr>
        <p:spPr>
          <a:xfrm>
            <a:off x="769624" y="676297"/>
            <a:ext cx="1646888" cy="400110"/>
          </a:xfrm>
          <a:prstGeom prst="roundRect">
            <a:avLst>
              <a:gd name="adj" fmla="val 1612"/>
            </a:avLst>
          </a:prstGeom>
          <a:solidFill>
            <a:srgbClr val="00B0F0">
              <a:alpha val="2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交流与讨论</a:t>
            </a:r>
          </a:p>
        </p:txBody>
      </p:sp>
      <p:sp>
        <p:nvSpPr>
          <p:cNvPr id="5" name="文本框 4">
            <a:extLst>
              <a:ext uri="{FF2B5EF4-FFF2-40B4-BE49-F238E27FC236}">
                <a16:creationId xmlns:a16="http://schemas.microsoft.com/office/drawing/2014/main" id="{EEF34617-FB93-73C9-996F-4043E4DE226A}"/>
              </a:ext>
            </a:extLst>
          </p:cNvPr>
          <p:cNvSpPr txBox="1"/>
          <p:nvPr>
            <p:custDataLst>
              <p:tags r:id="rId3"/>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
        <p:nvSpPr>
          <p:cNvPr id="6" name="内容占位符 2">
            <a:extLst>
              <a:ext uri="{FF2B5EF4-FFF2-40B4-BE49-F238E27FC236}">
                <a16:creationId xmlns:a16="http://schemas.microsoft.com/office/drawing/2014/main" id="{08D146CA-C13C-2AA2-2E06-99C95A15EF21}"/>
              </a:ext>
            </a:extLst>
          </p:cNvPr>
          <p:cNvSpPr txBox="1"/>
          <p:nvPr>
            <p:custDataLst>
              <p:tags r:id="rId4"/>
            </p:custDataLst>
          </p:nvPr>
        </p:nvSpPr>
        <p:spPr>
          <a:xfrm>
            <a:off x="189661" y="34628"/>
            <a:ext cx="5086164"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a:solidFill>
                  <a:schemeClr val="bg1"/>
                </a:solidFill>
                <a:latin typeface="微软雅黑" panose="020B0503020204020204" pitchFamily="34" charset="-122"/>
                <a:ea typeface="微软雅黑" panose="020B0503020204020204" pitchFamily="34" charset="-122"/>
              </a:rPr>
              <a:t>知识点一、探究阻力对物体运动的影响</a:t>
            </a:r>
            <a:endParaRPr lang="en-US" altLang="zh-CN" sz="200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23636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5103370-7BBF-4489-850B-9AA0E51E2583}"/>
              </a:ext>
            </a:extLst>
          </p:cNvPr>
          <p:cNvSpPr/>
          <p:nvPr>
            <p:custDataLst>
              <p:tags r:id="rId1"/>
            </p:custDataLst>
          </p:nvPr>
        </p:nvSpPr>
        <p:spPr>
          <a:xfrm>
            <a:off x="438123" y="748266"/>
            <a:ext cx="4702742" cy="461665"/>
          </a:xfrm>
          <a:prstGeom prst="rect">
            <a:avLst/>
          </a:prstGeom>
        </p:spPr>
        <p:txBody>
          <a:bodyPr wrap="square">
            <a:spAutoFit/>
          </a:bodyPr>
          <a:lstStyle/>
          <a:p>
            <a:r>
              <a:rPr lang="en-US" altLang="zh-CN" sz="2200">
                <a:solidFill>
                  <a:srgbClr val="002060"/>
                </a:solidFill>
                <a:latin typeface="微软雅黑" panose="020B0503020204020204" pitchFamily="34" charset="-122"/>
                <a:ea typeface="微软雅黑" panose="020B0503020204020204" pitchFamily="34" charset="-122"/>
              </a:rPr>
              <a:t>   1. </a:t>
            </a:r>
            <a:r>
              <a:rPr lang="zh-CN" altLang="en-US" sz="2400">
                <a:solidFill>
                  <a:srgbClr val="002060"/>
                </a:solidFill>
                <a:latin typeface="微软雅黑" panose="020B0503020204020204" pitchFamily="34" charset="-122"/>
                <a:ea typeface="微软雅黑" panose="020B0503020204020204" pitchFamily="34" charset="-122"/>
              </a:rPr>
              <a:t>牛顿第一定律的建立过程</a:t>
            </a:r>
            <a:endParaRPr lang="zh-CN" altLang="en-US" sz="2200"/>
          </a:p>
        </p:txBody>
      </p:sp>
      <p:sp>
        <p:nvSpPr>
          <p:cNvPr id="9" name="文本框 8">
            <a:extLst>
              <a:ext uri="{FF2B5EF4-FFF2-40B4-BE49-F238E27FC236}">
                <a16:creationId xmlns:a16="http://schemas.microsoft.com/office/drawing/2014/main" id="{B0842BE4-328D-402F-9760-2CFB192F0DB8}"/>
              </a:ext>
            </a:extLst>
          </p:cNvPr>
          <p:cNvSpPr txBox="1"/>
          <p:nvPr>
            <p:custDataLst>
              <p:tags r:id="rId2"/>
            </p:custDataLst>
          </p:nvPr>
        </p:nvSpPr>
        <p:spPr>
          <a:xfrm>
            <a:off x="322549" y="72453"/>
            <a:ext cx="3304575" cy="355675"/>
          </a:xfrm>
          <a:prstGeom prst="rect">
            <a:avLst/>
          </a:prstGeom>
          <a:noFill/>
        </p:spPr>
        <p:txBody>
          <a:bodyPr wrap="square" lIns="0" tIns="0" rIns="0" bIns="0" rtlCol="0">
            <a:spAutoFit/>
          </a:bodyPr>
          <a:lstStyle/>
          <a:p>
            <a:pPr fontAlgn="base">
              <a:lnSpc>
                <a:spcPct val="125000"/>
              </a:lnSpc>
            </a:pPr>
            <a:r>
              <a:rPr lang="zh-CN" altLang="en-US" sz="2000">
                <a:solidFill>
                  <a:srgbClr val="FFFF00"/>
                </a:solidFill>
                <a:latin typeface="微软雅黑" panose="020B0503020204020204" pitchFamily="34" charset="-122"/>
                <a:ea typeface="微软雅黑" panose="020B0503020204020204" pitchFamily="34" charset="-122"/>
              </a:rPr>
              <a:t>知识点二、牛顿第一定律</a:t>
            </a:r>
            <a:endParaRPr lang="en-US" sz="2000">
              <a:solidFill>
                <a:srgbClr val="FFFF00"/>
              </a:solidFill>
              <a:latin typeface="微软雅黑" panose="020B0503020204020204" pitchFamily="34" charset="-122"/>
              <a:ea typeface="微软雅黑" panose="020B0503020204020204" pitchFamily="34" charset="-122"/>
            </a:endParaRPr>
          </a:p>
        </p:txBody>
      </p:sp>
      <p:sp>
        <p:nvSpPr>
          <p:cNvPr id="21" name="任意多边形 26">
            <a:extLst>
              <a:ext uri="{FF2B5EF4-FFF2-40B4-BE49-F238E27FC236}">
                <a16:creationId xmlns:a16="http://schemas.microsoft.com/office/drawing/2014/main" id="{F0410B8C-C9D3-4120-A2BA-74F5332344EA}"/>
              </a:ext>
            </a:extLst>
          </p:cNvPr>
          <p:cNvSpPr/>
          <p:nvPr>
            <p:custDataLst>
              <p:tags r:id="rId3"/>
            </p:custDataLst>
          </p:nvPr>
        </p:nvSpPr>
        <p:spPr>
          <a:xfrm>
            <a:off x="1059181" y="3209660"/>
            <a:ext cx="1074420" cy="1057540"/>
          </a:xfrm>
          <a:custGeom>
            <a:avLst/>
            <a:gdLst>
              <a:gd name="connsiteX0" fmla="*/ 0 w 1625603"/>
              <a:gd name="connsiteY0" fmla="*/ 754870 h 1509740"/>
              <a:gd name="connsiteX1" fmla="*/ 812802 w 1625603"/>
              <a:gd name="connsiteY1" fmla="*/ 0 h 1509740"/>
              <a:gd name="connsiteX2" fmla="*/ 1625604 w 1625603"/>
              <a:gd name="connsiteY2" fmla="*/ 754870 h 1509740"/>
              <a:gd name="connsiteX3" fmla="*/ 812802 w 1625603"/>
              <a:gd name="connsiteY3" fmla="*/ 1509740 h 1509740"/>
              <a:gd name="connsiteX4" fmla="*/ 0 w 1625603"/>
              <a:gd name="connsiteY4" fmla="*/ 754870 h 1509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5602" h="1509740">
                <a:moveTo>
                  <a:pt x="0" y="754870"/>
                </a:moveTo>
                <a:cubicBezTo>
                  <a:pt x="0" y="337967"/>
                  <a:pt x="363904" y="0"/>
                  <a:pt x="812802" y="0"/>
                </a:cubicBezTo>
                <a:cubicBezTo>
                  <a:pt x="1261700" y="0"/>
                  <a:pt x="1625604" y="337967"/>
                  <a:pt x="1625604" y="754870"/>
                </a:cubicBezTo>
                <a:cubicBezTo>
                  <a:pt x="1625604" y="1171773"/>
                  <a:pt x="1261700" y="1509740"/>
                  <a:pt x="812802" y="1509740"/>
                </a:cubicBezTo>
                <a:cubicBezTo>
                  <a:pt x="363904" y="1509740"/>
                  <a:pt x="0" y="1171773"/>
                  <a:pt x="0" y="754870"/>
                </a:cubicBezTo>
                <a:close/>
              </a:path>
            </a:pathLst>
          </a:cu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scene3d>
          <a:sp3d contourW="44450" prstMaterial="matte">
            <a:bevelT w="63500" h="63500" prst="artDeco"/>
            <a:contourClr>
              <a:srgbClr val="FFFFFF"/>
            </a:contourClr>
          </a:sp3d>
        </p:spPr>
        <p:style>
          <a:lnRef idx="1">
            <a:schemeClr val="accent2"/>
          </a:lnRef>
          <a:fillRef idx="3">
            <a:schemeClr val="accent2"/>
          </a:fillRef>
          <a:effectRef idx="2">
            <a:schemeClr val="accent2"/>
          </a:effectRef>
          <a:fontRef idx="minor">
            <a:schemeClr val="lt1"/>
          </a:fontRef>
        </p:style>
        <p:txBody>
          <a:bodyPr spcFirstLastPara="0" vert="horz" wrap="square" lIns="208512" tIns="195817" rIns="208512" bIns="195817" numCol="1" spcCol="1270" anchor="ctr" anchorCtr="0">
            <a:noAutofit/>
          </a:bodyPr>
          <a:lstStyle/>
          <a:p>
            <a:pPr algn="ctr" defTabSz="1064097">
              <a:lnSpc>
                <a:spcPct val="90000"/>
              </a:lnSpc>
              <a:spcBef>
                <a:spcPct val="0"/>
              </a:spcBef>
              <a:spcAft>
                <a:spcPct val="35000"/>
              </a:spcAft>
            </a:pPr>
            <a:r>
              <a:rPr lang="zh-CN" altLang="en-US" sz="1800" b="1" spc="-100">
                <a:latin typeface="微软雅黑" panose="020B0503020204020204" pitchFamily="34" charset="-122"/>
                <a:ea typeface="微软雅黑" panose="020B0503020204020204" pitchFamily="34" charset="-122"/>
              </a:rPr>
              <a:t>伽利略</a:t>
            </a:r>
          </a:p>
        </p:txBody>
      </p:sp>
      <p:sp>
        <p:nvSpPr>
          <p:cNvPr id="22" name="任意多边形 26">
            <a:extLst>
              <a:ext uri="{FF2B5EF4-FFF2-40B4-BE49-F238E27FC236}">
                <a16:creationId xmlns:a16="http://schemas.microsoft.com/office/drawing/2014/main" id="{F3E502DF-1D96-4331-8F10-616433C4DD70}"/>
              </a:ext>
            </a:extLst>
          </p:cNvPr>
          <p:cNvSpPr/>
          <p:nvPr>
            <p:custDataLst>
              <p:tags r:id="rId4"/>
            </p:custDataLst>
          </p:nvPr>
        </p:nvSpPr>
        <p:spPr>
          <a:xfrm>
            <a:off x="4129595" y="3209662"/>
            <a:ext cx="1074420" cy="1057540"/>
          </a:xfrm>
          <a:custGeom>
            <a:avLst/>
            <a:gdLst>
              <a:gd name="connsiteX0" fmla="*/ 0 w 1625603"/>
              <a:gd name="connsiteY0" fmla="*/ 754870 h 1509740"/>
              <a:gd name="connsiteX1" fmla="*/ 812802 w 1625603"/>
              <a:gd name="connsiteY1" fmla="*/ 0 h 1509740"/>
              <a:gd name="connsiteX2" fmla="*/ 1625604 w 1625603"/>
              <a:gd name="connsiteY2" fmla="*/ 754870 h 1509740"/>
              <a:gd name="connsiteX3" fmla="*/ 812802 w 1625603"/>
              <a:gd name="connsiteY3" fmla="*/ 1509740 h 1509740"/>
              <a:gd name="connsiteX4" fmla="*/ 0 w 1625603"/>
              <a:gd name="connsiteY4" fmla="*/ 754870 h 1509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5602" h="1509740">
                <a:moveTo>
                  <a:pt x="0" y="754870"/>
                </a:moveTo>
                <a:cubicBezTo>
                  <a:pt x="0" y="337967"/>
                  <a:pt x="363904" y="0"/>
                  <a:pt x="812802" y="0"/>
                </a:cubicBezTo>
                <a:cubicBezTo>
                  <a:pt x="1261700" y="0"/>
                  <a:pt x="1625604" y="337967"/>
                  <a:pt x="1625604" y="754870"/>
                </a:cubicBezTo>
                <a:cubicBezTo>
                  <a:pt x="1625604" y="1171773"/>
                  <a:pt x="1261700" y="1509740"/>
                  <a:pt x="812802" y="1509740"/>
                </a:cubicBezTo>
                <a:cubicBezTo>
                  <a:pt x="363904" y="1509740"/>
                  <a:pt x="0" y="1171773"/>
                  <a:pt x="0" y="754870"/>
                </a:cubicBezTo>
                <a:close/>
              </a:path>
            </a:pathLst>
          </a:custGeom>
          <a:solidFill>
            <a:srgbClr val="9B73B1"/>
          </a:solidFill>
          <a:ln>
            <a:noFill/>
          </a:ln>
          <a:effectLst>
            <a:outerShdw blurRad="107950" dist="12700" dir="5400000" algn="ctr">
              <a:srgbClr val="000000"/>
            </a:outerShdw>
          </a:effectLst>
          <a:scene3d>
            <a:camera prst="orthographicFront">
              <a:rot lat="0" lon="0" rev="0"/>
            </a:camera>
            <a:lightRig rig="soft" dir="t"/>
          </a:scene3d>
          <a:sp3d contourW="44450" prstMaterial="matte">
            <a:bevelT w="63500" h="63500" prst="artDeco"/>
            <a:contourClr>
              <a:srgbClr val="FFFFFF"/>
            </a:contourClr>
          </a:sp3d>
        </p:spPr>
        <p:style>
          <a:lnRef idx="1">
            <a:schemeClr val="accent2"/>
          </a:lnRef>
          <a:fillRef idx="3">
            <a:schemeClr val="accent2"/>
          </a:fillRef>
          <a:effectRef idx="2">
            <a:schemeClr val="accent2"/>
          </a:effectRef>
          <a:fontRef idx="minor">
            <a:schemeClr val="lt1"/>
          </a:fontRef>
        </p:style>
        <p:txBody>
          <a:bodyPr spcFirstLastPara="0" vert="horz" wrap="square" lIns="208512" tIns="195817" rIns="208512" bIns="195817" numCol="1" spcCol="1270" anchor="ctr" anchorCtr="0">
            <a:noAutofit/>
          </a:bodyPr>
          <a:lstStyle/>
          <a:p>
            <a:pPr algn="ctr" defTabSz="1064097">
              <a:lnSpc>
                <a:spcPct val="90000"/>
              </a:lnSpc>
              <a:spcBef>
                <a:spcPct val="0"/>
              </a:spcBef>
              <a:spcAft>
                <a:spcPct val="35000"/>
              </a:spcAft>
            </a:pPr>
            <a:r>
              <a:rPr lang="zh-CN" altLang="en-US" sz="1800" b="1" spc="-100">
                <a:latin typeface="微软雅黑" panose="020B0503020204020204" pitchFamily="34" charset="-122"/>
                <a:ea typeface="微软雅黑" panose="020B0503020204020204" pitchFamily="34" charset="-122"/>
              </a:rPr>
              <a:t>笛卡尔</a:t>
            </a:r>
          </a:p>
        </p:txBody>
      </p:sp>
      <p:sp>
        <p:nvSpPr>
          <p:cNvPr id="24" name="任意多边形 26">
            <a:extLst>
              <a:ext uri="{FF2B5EF4-FFF2-40B4-BE49-F238E27FC236}">
                <a16:creationId xmlns:a16="http://schemas.microsoft.com/office/drawing/2014/main" id="{64891459-A44B-4AAC-9AD6-59905324D2C2}"/>
              </a:ext>
            </a:extLst>
          </p:cNvPr>
          <p:cNvSpPr/>
          <p:nvPr>
            <p:custDataLst>
              <p:tags r:id="rId5"/>
            </p:custDataLst>
          </p:nvPr>
        </p:nvSpPr>
        <p:spPr>
          <a:xfrm>
            <a:off x="6997550" y="3209661"/>
            <a:ext cx="1087269" cy="1057540"/>
          </a:xfrm>
          <a:custGeom>
            <a:avLst/>
            <a:gdLst>
              <a:gd name="connsiteX0" fmla="*/ 0 w 1625603"/>
              <a:gd name="connsiteY0" fmla="*/ 754870 h 1509740"/>
              <a:gd name="connsiteX1" fmla="*/ 812802 w 1625603"/>
              <a:gd name="connsiteY1" fmla="*/ 0 h 1509740"/>
              <a:gd name="connsiteX2" fmla="*/ 1625604 w 1625603"/>
              <a:gd name="connsiteY2" fmla="*/ 754870 h 1509740"/>
              <a:gd name="connsiteX3" fmla="*/ 812802 w 1625603"/>
              <a:gd name="connsiteY3" fmla="*/ 1509740 h 1509740"/>
              <a:gd name="connsiteX4" fmla="*/ 0 w 1625603"/>
              <a:gd name="connsiteY4" fmla="*/ 754870 h 1509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5602" h="1509740">
                <a:moveTo>
                  <a:pt x="0" y="754870"/>
                </a:moveTo>
                <a:cubicBezTo>
                  <a:pt x="0" y="337967"/>
                  <a:pt x="363904" y="0"/>
                  <a:pt x="812802" y="0"/>
                </a:cubicBezTo>
                <a:cubicBezTo>
                  <a:pt x="1261700" y="0"/>
                  <a:pt x="1625604" y="337967"/>
                  <a:pt x="1625604" y="754870"/>
                </a:cubicBezTo>
                <a:cubicBezTo>
                  <a:pt x="1625604" y="1171773"/>
                  <a:pt x="1261700" y="1509740"/>
                  <a:pt x="812802" y="1509740"/>
                </a:cubicBezTo>
                <a:cubicBezTo>
                  <a:pt x="363904" y="1509740"/>
                  <a:pt x="0" y="1171773"/>
                  <a:pt x="0" y="754870"/>
                </a:cubicBezTo>
                <a:close/>
              </a:path>
            </a:pathLst>
          </a:custGeom>
          <a:solidFill>
            <a:srgbClr val="025EAA"/>
          </a:solidFill>
          <a:ln>
            <a:noFill/>
          </a:ln>
          <a:effectLst>
            <a:outerShdw blurRad="107950" dist="12700" dir="5400000" algn="ctr">
              <a:srgbClr val="000000"/>
            </a:outerShdw>
          </a:effectLst>
          <a:scene3d>
            <a:camera prst="orthographicFront">
              <a:rot lat="0" lon="0" rev="0"/>
            </a:camera>
            <a:lightRig rig="soft" dir="t"/>
          </a:scene3d>
          <a:sp3d contourW="44450" prstMaterial="matte">
            <a:bevelT w="63500" h="63500" prst="artDeco"/>
            <a:contourClr>
              <a:srgbClr val="FFFFFF"/>
            </a:contourClr>
          </a:sp3d>
        </p:spPr>
        <p:style>
          <a:lnRef idx="1">
            <a:schemeClr val="accent2"/>
          </a:lnRef>
          <a:fillRef idx="3">
            <a:schemeClr val="accent2"/>
          </a:fillRef>
          <a:effectRef idx="2">
            <a:schemeClr val="accent2"/>
          </a:effectRef>
          <a:fontRef idx="minor">
            <a:schemeClr val="lt1"/>
          </a:fontRef>
        </p:style>
        <p:txBody>
          <a:bodyPr spcFirstLastPara="0" vert="horz" wrap="square" lIns="208512" tIns="195817" rIns="208512" bIns="195817" numCol="1" spcCol="1270" anchor="ctr" anchorCtr="0">
            <a:noAutofit/>
          </a:bodyPr>
          <a:lstStyle/>
          <a:p>
            <a:pPr algn="ctr" defTabSz="1064097">
              <a:lnSpc>
                <a:spcPct val="90000"/>
              </a:lnSpc>
              <a:spcBef>
                <a:spcPct val="0"/>
              </a:spcBef>
              <a:spcAft>
                <a:spcPct val="35000"/>
              </a:spcAft>
            </a:pPr>
            <a:r>
              <a:rPr lang="zh-CN" altLang="en-US" sz="1800" b="1">
                <a:latin typeface="微软雅黑" panose="020B0503020204020204" pitchFamily="34" charset="-122"/>
                <a:ea typeface="微软雅黑" panose="020B0503020204020204" pitchFamily="34" charset="-122"/>
              </a:rPr>
              <a:t>牛顿</a:t>
            </a:r>
          </a:p>
        </p:txBody>
      </p:sp>
      <p:sp>
        <p:nvSpPr>
          <p:cNvPr id="4" name="文本框 3">
            <a:extLst>
              <a:ext uri="{FF2B5EF4-FFF2-40B4-BE49-F238E27FC236}">
                <a16:creationId xmlns:a16="http://schemas.microsoft.com/office/drawing/2014/main" id="{63F25D00-2BE3-BC68-C890-72E41FCE65A8}"/>
              </a:ext>
            </a:extLst>
          </p:cNvPr>
          <p:cNvSpPr txBox="1"/>
          <p:nvPr>
            <p:custDataLst>
              <p:tags r:id="rId6"/>
            </p:custDataLst>
          </p:nvPr>
        </p:nvSpPr>
        <p:spPr>
          <a:xfrm>
            <a:off x="6354507" y="1009876"/>
            <a:ext cx="2171700" cy="400110"/>
          </a:xfrm>
          <a:prstGeom prst="rect">
            <a:avLst/>
          </a:prstGeom>
          <a:solidFill>
            <a:srgbClr val="FF0000">
              <a:alpha val="50000"/>
            </a:srgbClr>
          </a:solidFill>
          <a:ln w="12700">
            <a:solidFill>
              <a:srgbClr val="0070C0"/>
            </a:solidFill>
          </a:ln>
          <a:scene3d>
            <a:camera prst="orthographicFront"/>
            <a:lightRig rig="threePt" dir="t"/>
          </a:scene3d>
          <a:sp3d>
            <a:bevelT prst="slope"/>
            <a:bevelB prst="convex"/>
          </a:sp3d>
        </p:spPr>
        <p:txBody>
          <a:bodyPr wrap="square">
            <a:spAutoFit/>
          </a:bodyPr>
          <a:lstStyle/>
          <a:p>
            <a:pPr algn="ctr"/>
            <a:r>
              <a:rPr kumimoji="0" lang="zh-CN" altLang="en-US" sz="20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rPr>
              <a:t>牛顿第一定律</a:t>
            </a:r>
            <a:endParaRPr lang="zh-CN" altLang="en-US"/>
          </a:p>
        </p:txBody>
      </p:sp>
      <p:sp>
        <p:nvSpPr>
          <p:cNvPr id="2" name="文本框 1">
            <a:extLst>
              <a:ext uri="{FF2B5EF4-FFF2-40B4-BE49-F238E27FC236}">
                <a16:creationId xmlns:a16="http://schemas.microsoft.com/office/drawing/2014/main" id="{8DD5071D-54BD-8B6B-BA47-A9DC8780A8ED}"/>
              </a:ext>
            </a:extLst>
          </p:cNvPr>
          <p:cNvSpPr txBox="1"/>
          <p:nvPr>
            <p:custDataLst>
              <p:tags r:id="rId7"/>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pic>
        <p:nvPicPr>
          <p:cNvPr id="26" name="图片 25">
            <a:extLst>
              <a:ext uri="{FF2B5EF4-FFF2-40B4-BE49-F238E27FC236}">
                <a16:creationId xmlns:a16="http://schemas.microsoft.com/office/drawing/2014/main" id="{818D1D16-2163-3C51-9E89-FEC061218D81}"/>
              </a:ext>
            </a:extLst>
          </p:cNvPr>
          <p:cNvPicPr>
            <a:picLocks noChangeAspect="1"/>
          </p:cNvPicPr>
          <p:nvPr>
            <p:custDataLst>
              <p:tags r:id="rId8"/>
            </p:custDataLst>
          </p:nvPr>
        </p:nvPicPr>
        <p:blipFill>
          <a:blip r:embed="rId12">
            <a:extLst>
              <a:ext uri="{BEBA8EAE-BF5A-486C-A8C5-ECC9F3942E4B}">
                <a14:imgProps xmlns:a14="http://schemas.microsoft.com/office/drawing/2010/main">
                  <a14:imgLayer r:embed="rId13">
                    <a14:imgEffect>
                      <a14:sharpenSoften amount="25000"/>
                    </a14:imgEffect>
                  </a14:imgLayer>
                </a14:imgProps>
              </a:ext>
            </a:extLst>
          </a:blip>
          <a:stretch>
            <a:fillRect/>
          </a:stretch>
        </p:blipFill>
        <p:spPr>
          <a:xfrm>
            <a:off x="119717" y="1442993"/>
            <a:ext cx="2860551" cy="1728906"/>
          </a:xfrm>
          <a:prstGeom prst="rect">
            <a:avLst/>
          </a:prstGeom>
        </p:spPr>
      </p:pic>
      <p:pic>
        <p:nvPicPr>
          <p:cNvPr id="28" name="图片 27">
            <a:extLst>
              <a:ext uri="{FF2B5EF4-FFF2-40B4-BE49-F238E27FC236}">
                <a16:creationId xmlns:a16="http://schemas.microsoft.com/office/drawing/2014/main" id="{EA8D43F1-1D7D-6C88-9E6F-402D24263A82}"/>
              </a:ext>
            </a:extLst>
          </p:cNvPr>
          <p:cNvPicPr>
            <a:picLocks noChangeAspect="1"/>
          </p:cNvPicPr>
          <p:nvPr>
            <p:custDataLst>
              <p:tags r:id="rId9"/>
            </p:custDataLst>
          </p:nvPr>
        </p:nvPicPr>
        <p:blipFill>
          <a:blip r:embed="rId14">
            <a:extLst>
              <a:ext uri="{BEBA8EAE-BF5A-486C-A8C5-ECC9F3942E4B}">
                <a14:imgProps xmlns:a14="http://schemas.microsoft.com/office/drawing/2010/main">
                  <a14:imgLayer r:embed="rId15">
                    <a14:imgEffect>
                      <a14:sharpenSoften amount="25000"/>
                    </a14:imgEffect>
                  </a14:imgLayer>
                </a14:imgProps>
              </a:ext>
            </a:extLst>
          </a:blip>
          <a:stretch>
            <a:fillRect/>
          </a:stretch>
        </p:blipFill>
        <p:spPr>
          <a:xfrm>
            <a:off x="2944194" y="1491085"/>
            <a:ext cx="2907964" cy="1640417"/>
          </a:xfrm>
          <a:prstGeom prst="rect">
            <a:avLst/>
          </a:prstGeom>
        </p:spPr>
      </p:pic>
      <p:pic>
        <p:nvPicPr>
          <p:cNvPr id="30" name="图片 29">
            <a:extLst>
              <a:ext uri="{FF2B5EF4-FFF2-40B4-BE49-F238E27FC236}">
                <a16:creationId xmlns:a16="http://schemas.microsoft.com/office/drawing/2014/main" id="{E11692DC-BCDA-F370-F7E6-A47A9D5B055E}"/>
              </a:ext>
            </a:extLst>
          </p:cNvPr>
          <p:cNvPicPr>
            <a:picLocks noChangeAspect="1"/>
          </p:cNvPicPr>
          <p:nvPr>
            <p:custDataLst>
              <p:tags r:id="rId10"/>
            </p:custDataLst>
          </p:nvPr>
        </p:nvPicPr>
        <p:blipFill>
          <a:blip r:embed="rId16">
            <a:extLst>
              <a:ext uri="{BEBA8EAE-BF5A-486C-A8C5-ECC9F3942E4B}">
                <a14:imgProps xmlns:a14="http://schemas.microsoft.com/office/drawing/2010/main">
                  <a14:imgLayer r:embed="rId17">
                    <a14:imgEffect>
                      <a14:sharpenSoften amount="25000"/>
                    </a14:imgEffect>
                  </a14:imgLayer>
                </a14:imgProps>
              </a:ext>
            </a:extLst>
          </a:blip>
          <a:stretch>
            <a:fillRect/>
          </a:stretch>
        </p:blipFill>
        <p:spPr>
          <a:xfrm>
            <a:off x="5865557" y="1463072"/>
            <a:ext cx="3149600" cy="1640417"/>
          </a:xfrm>
          <a:prstGeom prst="rect">
            <a:avLst/>
          </a:prstGeom>
        </p:spPr>
      </p:pic>
    </p:spTree>
    <p:extLst>
      <p:ext uri="{BB962C8B-B14F-4D97-AF65-F5344CB8AC3E}">
        <p14:creationId xmlns:p14="http://schemas.microsoft.com/office/powerpoint/2010/main" val="3431817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25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arn(inVertical)">
                                      <p:cBhvr>
                                        <p:cTn id="12" dur="750"/>
                                        <p:tgtEl>
                                          <p:spTgt spid="26"/>
                                        </p:tgtEl>
                                      </p:cBhvr>
                                    </p:animEffect>
                                  </p:childTnLst>
                                </p:cTn>
                              </p:par>
                            </p:childTnLst>
                          </p:cTn>
                        </p:par>
                        <p:par>
                          <p:cTn id="13" fill="hold" nodeType="afterGroup">
                            <p:stCondLst>
                              <p:cond delay="750"/>
                            </p:stCondLst>
                            <p:childTnLst>
                              <p:par>
                                <p:cTn id="14" presetID="53" presetClass="entr" presetSubtype="0"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p:cTn id="16" dur="750" fill="hold"/>
                                        <p:tgtEl>
                                          <p:spTgt spid="21"/>
                                        </p:tgtEl>
                                        <p:attrNameLst>
                                          <p:attrName>ppt_w</p:attrName>
                                        </p:attrNameLst>
                                      </p:cBhvr>
                                      <p:tavLst>
                                        <p:tav tm="0">
                                          <p:val>
                                            <p:fltVal val="0"/>
                                          </p:val>
                                        </p:tav>
                                        <p:tav tm="100000">
                                          <p:val>
                                            <p:strVal val="#ppt_w"/>
                                          </p:val>
                                        </p:tav>
                                      </p:tavLst>
                                    </p:anim>
                                    <p:anim calcmode="lin" valueType="num">
                                      <p:cBhvr>
                                        <p:cTn id="17" dur="750" fill="hold"/>
                                        <p:tgtEl>
                                          <p:spTgt spid="21"/>
                                        </p:tgtEl>
                                        <p:attrNameLst>
                                          <p:attrName>ppt_h</p:attrName>
                                        </p:attrNameLst>
                                      </p:cBhvr>
                                      <p:tavLst>
                                        <p:tav tm="0">
                                          <p:val>
                                            <p:fltVal val="0"/>
                                          </p:val>
                                        </p:tav>
                                        <p:tav tm="100000">
                                          <p:val>
                                            <p:strVal val="#ppt_h"/>
                                          </p:val>
                                        </p:tav>
                                      </p:tavLst>
                                    </p:anim>
                                    <p:animEffect transition="in" filter="fade">
                                      <p:cBhvr>
                                        <p:cTn id="18" dur="750"/>
                                        <p:tgtEl>
                                          <p:spTgt spid="21"/>
                                        </p:tgtEl>
                                      </p:cBhvr>
                                    </p:animEffect>
                                  </p:childTnLst>
                                </p:cTn>
                              </p:par>
                            </p:childTnLst>
                          </p:cTn>
                        </p:par>
                      </p:childTnLst>
                    </p:cTn>
                  </p:par>
                  <p:par>
                    <p:cTn id="19" fill="hold" nodeType="clickPar">
                      <p:stCondLst>
                        <p:cond delay="indefinite"/>
                      </p:stCondLst>
                      <p:childTnLst>
                        <p:par>
                          <p:cTn id="20" fill="hold" nodeType="afterGroup">
                            <p:stCondLst>
                              <p:cond delay="0"/>
                            </p:stCondLst>
                            <p:childTnLst>
                              <p:par>
                                <p:cTn id="21" presetID="16" presetClass="entr" presetSubtype="37"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barn(outVertical)">
                                      <p:cBhvr>
                                        <p:cTn id="23" dur="750"/>
                                        <p:tgtEl>
                                          <p:spTgt spid="28"/>
                                        </p:tgtEl>
                                      </p:cBhvr>
                                    </p:animEffect>
                                  </p:childTnLst>
                                </p:cTn>
                              </p:par>
                            </p:childTnLst>
                          </p:cTn>
                        </p:par>
                        <p:par>
                          <p:cTn id="24" fill="hold" nodeType="afterGroup">
                            <p:stCondLst>
                              <p:cond delay="750"/>
                            </p:stCondLst>
                            <p:childTnLst>
                              <p:par>
                                <p:cTn id="25" presetID="53" presetClass="entr" presetSubtype="0"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750" fill="hold"/>
                                        <p:tgtEl>
                                          <p:spTgt spid="22"/>
                                        </p:tgtEl>
                                        <p:attrNameLst>
                                          <p:attrName>ppt_w</p:attrName>
                                        </p:attrNameLst>
                                      </p:cBhvr>
                                      <p:tavLst>
                                        <p:tav tm="0">
                                          <p:val>
                                            <p:fltVal val="0"/>
                                          </p:val>
                                        </p:tav>
                                        <p:tav tm="100000">
                                          <p:val>
                                            <p:strVal val="#ppt_w"/>
                                          </p:val>
                                        </p:tav>
                                      </p:tavLst>
                                    </p:anim>
                                    <p:anim calcmode="lin" valueType="num">
                                      <p:cBhvr>
                                        <p:cTn id="28" dur="750" fill="hold"/>
                                        <p:tgtEl>
                                          <p:spTgt spid="22"/>
                                        </p:tgtEl>
                                        <p:attrNameLst>
                                          <p:attrName>ppt_h</p:attrName>
                                        </p:attrNameLst>
                                      </p:cBhvr>
                                      <p:tavLst>
                                        <p:tav tm="0">
                                          <p:val>
                                            <p:fltVal val="0"/>
                                          </p:val>
                                        </p:tav>
                                        <p:tav tm="100000">
                                          <p:val>
                                            <p:strVal val="#ppt_h"/>
                                          </p:val>
                                        </p:tav>
                                      </p:tavLst>
                                    </p:anim>
                                    <p:animEffect transition="in" filter="fade">
                                      <p:cBhvr>
                                        <p:cTn id="29" dur="750"/>
                                        <p:tgtEl>
                                          <p:spTgt spid="22"/>
                                        </p:tgtEl>
                                      </p:cBhvr>
                                    </p:animEffect>
                                  </p:childTnLst>
                                </p:cTn>
                              </p:par>
                            </p:childTnLst>
                          </p:cTn>
                        </p:par>
                      </p:childTnLst>
                    </p:cTn>
                  </p:par>
                  <p:par>
                    <p:cTn id="30" fill="hold" nodeType="clickPar">
                      <p:stCondLst>
                        <p:cond delay="indefinite"/>
                      </p:stCondLst>
                      <p:childTnLst>
                        <p:par>
                          <p:cTn id="31" fill="hold" nodeType="afterGroup">
                            <p:stCondLst>
                              <p:cond delay="0"/>
                            </p:stCondLst>
                            <p:childTnLst>
                              <p:par>
                                <p:cTn id="32" presetID="16" presetClass="entr" presetSubtype="37"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barn(outVertical)">
                                      <p:cBhvr>
                                        <p:cTn id="34" dur="1000"/>
                                        <p:tgtEl>
                                          <p:spTgt spid="30"/>
                                        </p:tgtEl>
                                      </p:cBhvr>
                                    </p:animEffect>
                                  </p:childTnLst>
                                </p:cTn>
                              </p:par>
                            </p:childTnLst>
                          </p:cTn>
                        </p:par>
                        <p:par>
                          <p:cTn id="35" fill="hold" nodeType="afterGroup">
                            <p:stCondLst>
                              <p:cond delay="1000"/>
                            </p:stCondLst>
                            <p:childTnLst>
                              <p:par>
                                <p:cTn id="36" presetID="10" presetClass="entr" presetSubtype="0"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500"/>
                                        <p:tgtEl>
                                          <p:spTgt spid="4"/>
                                        </p:tgtEl>
                                      </p:cBhvr>
                                    </p:animEffect>
                                  </p:childTnLst>
                                </p:cTn>
                              </p:par>
                            </p:childTnLst>
                          </p:cTn>
                        </p:par>
                        <p:par>
                          <p:cTn id="39" fill="hold" nodeType="afterGroup">
                            <p:stCondLst>
                              <p:cond delay="1500"/>
                            </p:stCondLst>
                            <p:childTnLst>
                              <p:par>
                                <p:cTn id="40" presetID="53" presetClass="entr" presetSubtype="0" fill="hold" grpId="0" nodeType="after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p:cTn id="42" dur="750" fill="hold"/>
                                        <p:tgtEl>
                                          <p:spTgt spid="24"/>
                                        </p:tgtEl>
                                        <p:attrNameLst>
                                          <p:attrName>ppt_w</p:attrName>
                                        </p:attrNameLst>
                                      </p:cBhvr>
                                      <p:tavLst>
                                        <p:tav tm="0">
                                          <p:val>
                                            <p:fltVal val="0"/>
                                          </p:val>
                                        </p:tav>
                                        <p:tav tm="100000">
                                          <p:val>
                                            <p:strVal val="#ppt_w"/>
                                          </p:val>
                                        </p:tav>
                                      </p:tavLst>
                                    </p:anim>
                                    <p:anim calcmode="lin" valueType="num">
                                      <p:cBhvr>
                                        <p:cTn id="43" dur="750" fill="hold"/>
                                        <p:tgtEl>
                                          <p:spTgt spid="24"/>
                                        </p:tgtEl>
                                        <p:attrNameLst>
                                          <p:attrName>ppt_h</p:attrName>
                                        </p:attrNameLst>
                                      </p:cBhvr>
                                      <p:tavLst>
                                        <p:tav tm="0">
                                          <p:val>
                                            <p:fltVal val="0"/>
                                          </p:val>
                                        </p:tav>
                                        <p:tav tm="100000">
                                          <p:val>
                                            <p:strVal val="#ppt_h"/>
                                          </p:val>
                                        </p:tav>
                                      </p:tavLst>
                                    </p:anim>
                                    <p:animEffect transition="in" filter="fade">
                                      <p:cBhvr>
                                        <p:cTn id="44" dur="7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 grpId="0" animBg="1"/>
      <p:bldP spid="22" grpId="0" animBg="1"/>
      <p:bldP spid="24" grpId="0" animBg="1"/>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9F420739-FE11-4467-BEC6-69C2CFE1F3CF}"/>
              </a:ext>
            </a:extLst>
          </p:cNvPr>
          <p:cNvSpPr txBox="1"/>
          <p:nvPr>
            <p:custDataLst>
              <p:tags r:id="rId1"/>
            </p:custDataLst>
          </p:nvPr>
        </p:nvSpPr>
        <p:spPr bwMode="auto">
          <a:xfrm>
            <a:off x="1271257" y="991603"/>
            <a:ext cx="6673333" cy="83272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a:lnSpc>
                <a:spcPts val="3000"/>
              </a:lnSpc>
              <a:defRPr/>
            </a:pPr>
            <a:r>
              <a:rPr lang="zh-CN" altLang="en-US" sz="2200">
                <a:solidFill>
                  <a:srgbClr val="002060"/>
                </a:solidFill>
                <a:latin typeface="微软雅黑" panose="020B0503020204020204" pitchFamily="34" charset="-122"/>
                <a:ea typeface="微软雅黑" panose="020B0503020204020204" pitchFamily="34" charset="-122"/>
              </a:rPr>
              <a:t>       一切物体在没有受到力的作用时，总保持静止或匀速直线运动状态。</a:t>
            </a:r>
          </a:p>
        </p:txBody>
      </p:sp>
      <p:sp>
        <p:nvSpPr>
          <p:cNvPr id="16" name="矩形 15">
            <a:extLst>
              <a:ext uri="{FF2B5EF4-FFF2-40B4-BE49-F238E27FC236}">
                <a16:creationId xmlns:a16="http://schemas.microsoft.com/office/drawing/2014/main" id="{78C7EB17-2D7C-499B-ACA7-5A158B4FB4CA}"/>
              </a:ext>
            </a:extLst>
          </p:cNvPr>
          <p:cNvSpPr/>
          <p:nvPr>
            <p:custDataLst>
              <p:tags r:id="rId2"/>
            </p:custDataLst>
          </p:nvPr>
        </p:nvSpPr>
        <p:spPr>
          <a:xfrm>
            <a:off x="626496" y="557679"/>
            <a:ext cx="4088379" cy="461665"/>
          </a:xfrm>
          <a:prstGeom prst="rect">
            <a:avLst/>
          </a:prstGeom>
        </p:spPr>
        <p:txBody>
          <a:bodyPr wrap="square">
            <a:spAutoFit/>
          </a:bodyPr>
          <a:lstStyle/>
          <a:p>
            <a:r>
              <a:rPr lang="en-US" altLang="zh-CN" sz="2400">
                <a:solidFill>
                  <a:srgbClr val="002060"/>
                </a:solidFill>
                <a:ea typeface="微软雅黑" panose="020B0503020204020204" pitchFamily="34" charset="-122"/>
              </a:rPr>
              <a:t>   2. </a:t>
            </a:r>
            <a:r>
              <a:rPr lang="zh-CN" altLang="en-US" sz="2400">
                <a:solidFill>
                  <a:srgbClr val="002060"/>
                </a:solidFill>
                <a:ea typeface="微软雅黑" panose="020B0503020204020204" pitchFamily="34" charset="-122"/>
              </a:rPr>
              <a:t>牛顿第一定律的内容 </a:t>
            </a:r>
            <a:endParaRPr lang="zh-CN" altLang="en-US" sz="2400"/>
          </a:p>
        </p:txBody>
      </p:sp>
      <p:sp>
        <p:nvSpPr>
          <p:cNvPr id="17" name="矩形 16">
            <a:extLst>
              <a:ext uri="{FF2B5EF4-FFF2-40B4-BE49-F238E27FC236}">
                <a16:creationId xmlns:a16="http://schemas.microsoft.com/office/drawing/2014/main" id="{B80050A8-C70B-4AAB-A8E2-72C7DEC2A7C2}"/>
              </a:ext>
            </a:extLst>
          </p:cNvPr>
          <p:cNvSpPr/>
          <p:nvPr>
            <p:custDataLst>
              <p:tags r:id="rId3"/>
            </p:custDataLst>
          </p:nvPr>
        </p:nvSpPr>
        <p:spPr>
          <a:xfrm>
            <a:off x="567192" y="1833380"/>
            <a:ext cx="4638449" cy="461665"/>
          </a:xfrm>
          <a:prstGeom prst="rect">
            <a:avLst/>
          </a:prstGeom>
        </p:spPr>
        <p:txBody>
          <a:bodyPr wrap="square">
            <a:spAutoFit/>
          </a:bodyPr>
          <a:lstStyle/>
          <a:p>
            <a:r>
              <a:rPr lang="en-US" altLang="zh-CN" sz="2400">
                <a:solidFill>
                  <a:srgbClr val="002060"/>
                </a:solidFill>
                <a:ea typeface="微软雅黑" panose="020B0503020204020204" pitchFamily="34" charset="-122"/>
              </a:rPr>
              <a:t>   3. </a:t>
            </a:r>
            <a:r>
              <a:rPr lang="zh-CN" altLang="en-US" sz="2400">
                <a:solidFill>
                  <a:srgbClr val="002060"/>
                </a:solidFill>
                <a:ea typeface="微软雅黑" panose="020B0503020204020204" pitchFamily="34" charset="-122"/>
              </a:rPr>
              <a:t>对牛顿第一定律的解读 </a:t>
            </a:r>
            <a:endParaRPr lang="zh-CN" altLang="en-US" sz="2400"/>
          </a:p>
        </p:txBody>
      </p:sp>
      <p:sp>
        <p:nvSpPr>
          <p:cNvPr id="18" name="Text Box 3">
            <a:extLst>
              <a:ext uri="{FF2B5EF4-FFF2-40B4-BE49-F238E27FC236}">
                <a16:creationId xmlns:a16="http://schemas.microsoft.com/office/drawing/2014/main" id="{0FBD2940-6ABA-4B0E-AA58-A1269F887AA5}"/>
              </a:ext>
            </a:extLst>
          </p:cNvPr>
          <p:cNvSpPr txBox="1">
            <a:spLocks noChangeArrowheads="1"/>
          </p:cNvSpPr>
          <p:nvPr>
            <p:custDataLst>
              <p:tags r:id="rId4"/>
            </p:custDataLst>
          </p:nvPr>
        </p:nvSpPr>
        <p:spPr bwMode="auto">
          <a:xfrm>
            <a:off x="1271256" y="2284856"/>
            <a:ext cx="7242823" cy="832536"/>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wrap="square">
            <a:spAutoFit/>
          </a:bodyPr>
          <a:lstStyle/>
          <a:p>
            <a:pPr indent="457200">
              <a:lnSpc>
                <a:spcPts val="3000"/>
              </a:lnSpc>
            </a:pPr>
            <a:r>
              <a:rPr kumimoji="1" lang="en-US" altLang="zh-CN" sz="2200">
                <a:solidFill>
                  <a:srgbClr val="002060"/>
                </a:solidFill>
                <a:ea typeface="微软雅黑" panose="020B0503020204020204" pitchFamily="34" charset="-122"/>
              </a:rPr>
              <a:t>①</a:t>
            </a:r>
            <a:r>
              <a:rPr kumimoji="1" lang="zh-CN" altLang="en-US" sz="2200">
                <a:solidFill>
                  <a:srgbClr val="002060"/>
                </a:solidFill>
                <a:ea typeface="微软雅黑" panose="020B0503020204020204" pitchFamily="34" charset="-122"/>
              </a:rPr>
              <a:t>“一切”表示宇宙间万事万物，即三维空间中的所有物体都应遵循这一规律。</a:t>
            </a:r>
          </a:p>
        </p:txBody>
      </p:sp>
      <p:sp>
        <p:nvSpPr>
          <p:cNvPr id="19" name="Text Box 4">
            <a:extLst>
              <a:ext uri="{FF2B5EF4-FFF2-40B4-BE49-F238E27FC236}">
                <a16:creationId xmlns:a16="http://schemas.microsoft.com/office/drawing/2014/main" id="{D0A4E3E2-EEAA-4936-ABE9-B0D7DAEB342E}"/>
              </a:ext>
            </a:extLst>
          </p:cNvPr>
          <p:cNvSpPr txBox="1">
            <a:spLocks noChangeArrowheads="1"/>
          </p:cNvSpPr>
          <p:nvPr>
            <p:custDataLst>
              <p:tags r:id="rId5"/>
            </p:custDataLst>
          </p:nvPr>
        </p:nvSpPr>
        <p:spPr bwMode="auto">
          <a:xfrm>
            <a:off x="1271256" y="3117392"/>
            <a:ext cx="7242823" cy="832536"/>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a:spAutoFit/>
          </a:bodyPr>
          <a:lstStyle/>
          <a:p>
            <a:pPr indent="457200">
              <a:lnSpc>
                <a:spcPts val="3000"/>
              </a:lnSpc>
            </a:pPr>
            <a:r>
              <a:rPr kumimoji="1" lang="en-US" altLang="zh-CN" sz="2200">
                <a:solidFill>
                  <a:srgbClr val="002060"/>
                </a:solidFill>
                <a:ea typeface="微软雅黑" panose="020B0503020204020204" pitchFamily="34" charset="-122"/>
              </a:rPr>
              <a:t>②</a:t>
            </a:r>
            <a:r>
              <a:rPr kumimoji="1" lang="zh-CN" altLang="en-US" sz="2200">
                <a:solidFill>
                  <a:srgbClr val="002060"/>
                </a:solidFill>
                <a:ea typeface="微软雅黑" panose="020B0503020204020204" pitchFamily="34" charset="-122"/>
              </a:rPr>
              <a:t>“总”表示过去遵循、现在遵循、将来也遵循，即在时间流失过程中第一定律总是成立的。 </a:t>
            </a:r>
          </a:p>
        </p:txBody>
      </p:sp>
      <p:sp>
        <p:nvSpPr>
          <p:cNvPr id="20" name="矩形 19">
            <a:extLst>
              <a:ext uri="{FF2B5EF4-FFF2-40B4-BE49-F238E27FC236}">
                <a16:creationId xmlns:a16="http://schemas.microsoft.com/office/drawing/2014/main" id="{395540C1-F30C-49C2-9ABF-2FE27364C7F0}"/>
              </a:ext>
            </a:extLst>
          </p:cNvPr>
          <p:cNvSpPr/>
          <p:nvPr>
            <p:custDataLst>
              <p:tags r:id="rId6"/>
            </p:custDataLst>
          </p:nvPr>
        </p:nvSpPr>
        <p:spPr>
          <a:xfrm>
            <a:off x="1298351" y="3949928"/>
            <a:ext cx="7215728" cy="832536"/>
          </a:xfrm>
          <a:prstGeom prst="rect">
            <a:avLst/>
          </a:prstGeom>
        </p:spPr>
        <p:txBody>
          <a:bodyPr wrap="square">
            <a:spAutoFit/>
          </a:bodyPr>
          <a:lstStyle/>
          <a:p>
            <a:pPr indent="457200">
              <a:lnSpc>
                <a:spcPts val="3000"/>
              </a:lnSpc>
            </a:pPr>
            <a:r>
              <a:rPr kumimoji="1" lang="en-US" altLang="zh-CN" sz="2200">
                <a:solidFill>
                  <a:srgbClr val="002060"/>
                </a:solidFill>
                <a:ea typeface="微软雅黑" panose="020B0503020204020204" pitchFamily="34" charset="-122"/>
              </a:rPr>
              <a:t>③ </a:t>
            </a:r>
            <a:r>
              <a:rPr kumimoji="1" lang="zh-CN" altLang="en-US" sz="2200">
                <a:solidFill>
                  <a:srgbClr val="002060"/>
                </a:solidFill>
                <a:ea typeface="微软雅黑" panose="020B0503020204020204" pitchFamily="34" charset="-122"/>
              </a:rPr>
              <a:t>“或”表示“两者居其一”，即原来静止的物体仍保持静止；原来运动的将保持匀速直线运动状态。</a:t>
            </a:r>
            <a:endParaRPr lang="zh-CN" altLang="en-US" sz="2200" b="1">
              <a:solidFill>
                <a:srgbClr val="002060"/>
              </a:solidFill>
              <a:ea typeface="仿宋" pitchFamily="49" charset="-122"/>
            </a:endParaRPr>
          </a:p>
        </p:txBody>
      </p:sp>
      <p:sp>
        <p:nvSpPr>
          <p:cNvPr id="3" name="文本框 2">
            <a:extLst>
              <a:ext uri="{FF2B5EF4-FFF2-40B4-BE49-F238E27FC236}">
                <a16:creationId xmlns:a16="http://schemas.microsoft.com/office/drawing/2014/main" id="{9E544A54-ED10-B5F5-20E1-35629C76BEF0}"/>
              </a:ext>
            </a:extLst>
          </p:cNvPr>
          <p:cNvSpPr txBox="1"/>
          <p:nvPr>
            <p:custDataLst>
              <p:tags r:id="rId7"/>
            </p:custDataLst>
          </p:nvPr>
        </p:nvSpPr>
        <p:spPr>
          <a:xfrm>
            <a:off x="322549" y="72453"/>
            <a:ext cx="3304575" cy="355675"/>
          </a:xfrm>
          <a:prstGeom prst="rect">
            <a:avLst/>
          </a:prstGeom>
          <a:noFill/>
        </p:spPr>
        <p:txBody>
          <a:bodyPr wrap="square" lIns="0" tIns="0" rIns="0" bIns="0" rtlCol="0">
            <a:spAutoFit/>
          </a:bodyPr>
          <a:lstStyle/>
          <a:p>
            <a:pPr fontAlgn="base">
              <a:lnSpc>
                <a:spcPct val="125000"/>
              </a:lnSpc>
            </a:pPr>
            <a:r>
              <a:rPr lang="zh-CN" altLang="en-US" sz="2000">
                <a:solidFill>
                  <a:srgbClr val="FFFF00"/>
                </a:solidFill>
                <a:latin typeface="微软雅黑" panose="020B0503020204020204" pitchFamily="34" charset="-122"/>
                <a:ea typeface="微软雅黑" panose="020B0503020204020204" pitchFamily="34" charset="-122"/>
              </a:rPr>
              <a:t>知识点二、牛顿第一定律</a:t>
            </a:r>
            <a:endParaRPr lang="en-US" sz="2000">
              <a:solidFill>
                <a:srgbClr val="FFFF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CAAE3D81-4F7B-65D8-E7D8-9093CEC7492E}"/>
              </a:ext>
            </a:extLst>
          </p:cNvPr>
          <p:cNvSpPr txBox="1"/>
          <p:nvPr>
            <p:custDataLst>
              <p:tags r:id="rId8"/>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872551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1250"/>
                                        <p:tgtEl>
                                          <p:spTgt spid="17"/>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linds(horizontal)">
                                      <p:cBhvr>
                                        <p:cTn id="22" dur="500"/>
                                        <p:tgtEl>
                                          <p:spTgt spid="19"/>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18" grpId="0"/>
      <p:bldP spid="19"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90CD0FC-80B7-43F9-9057-444B12735F31}"/>
              </a:ext>
            </a:extLst>
          </p:cNvPr>
          <p:cNvSpPr/>
          <p:nvPr>
            <p:custDataLst>
              <p:tags r:id="rId1"/>
            </p:custDataLst>
          </p:nvPr>
        </p:nvSpPr>
        <p:spPr>
          <a:xfrm>
            <a:off x="744692" y="1126193"/>
            <a:ext cx="7702521" cy="874535"/>
          </a:xfrm>
          <a:prstGeom prst="rect">
            <a:avLst/>
          </a:prstGeom>
        </p:spPr>
        <p:txBody>
          <a:bodyPr wrap="square">
            <a:spAutoFit/>
          </a:bodyPr>
          <a:lstStyle/>
          <a:p>
            <a:pPr>
              <a:lnSpc>
                <a:spcPts val="3200"/>
              </a:lnSpc>
            </a:pPr>
            <a:r>
              <a:rPr kumimoji="1" lang="zh-CN" altLang="en-US" sz="2100">
                <a:solidFill>
                  <a:srgbClr val="002060"/>
                </a:solidFill>
                <a:latin typeface="微软雅黑" panose="020B0503020204020204" pitchFamily="34" charset="-122"/>
                <a:ea typeface="微软雅黑" panose="020B0503020204020204" pitchFamily="34" charset="-122"/>
              </a:rPr>
              <a:t>      牛顿第一定律是在大量经验事实的基础上，通过合理而科学的推测得到的，不能用实验直接证明。</a:t>
            </a:r>
          </a:p>
        </p:txBody>
      </p:sp>
      <p:sp>
        <p:nvSpPr>
          <p:cNvPr id="4" name="矩形 3">
            <a:extLst>
              <a:ext uri="{FF2B5EF4-FFF2-40B4-BE49-F238E27FC236}">
                <a16:creationId xmlns:a16="http://schemas.microsoft.com/office/drawing/2014/main" id="{A68CF436-C39A-42A9-8348-220326418F2B}"/>
              </a:ext>
            </a:extLst>
          </p:cNvPr>
          <p:cNvSpPr/>
          <p:nvPr>
            <p:custDataLst>
              <p:tags r:id="rId2"/>
            </p:custDataLst>
          </p:nvPr>
        </p:nvSpPr>
        <p:spPr>
          <a:xfrm>
            <a:off x="5542514" y="3130072"/>
            <a:ext cx="2886968" cy="1403718"/>
          </a:xfrm>
          <a:prstGeom prst="rect">
            <a:avLst/>
          </a:prstGeom>
          <a:ln>
            <a:solidFill>
              <a:srgbClr val="1DACC2"/>
            </a:solidFill>
            <a:prstDash val="dash"/>
          </a:ln>
        </p:spPr>
        <p:txBody>
          <a:bodyPr wrap="square">
            <a:spAutoFit/>
          </a:bodyPr>
          <a:lstStyle/>
          <a:p>
            <a:pPr indent="457200">
              <a:lnSpc>
                <a:spcPts val="2600"/>
              </a:lnSpc>
            </a:pPr>
            <a:r>
              <a:rPr kumimoji="1" lang="zh-CN" altLang="en-US" sz="2000">
                <a:solidFill>
                  <a:srgbClr val="002060"/>
                </a:solidFill>
                <a:latin typeface="微软雅黑" panose="020B0503020204020204" pitchFamily="34" charset="-122"/>
                <a:ea typeface="微软雅黑" panose="020B0503020204020204" pitchFamily="34" charset="-122"/>
              </a:rPr>
              <a:t>实验加科学推理得出物理规律。</a:t>
            </a:r>
            <a:endParaRPr kumimoji="1" lang="en-US" altLang="zh-CN" sz="2000">
              <a:solidFill>
                <a:srgbClr val="002060"/>
              </a:solidFill>
              <a:latin typeface="微软雅黑" panose="020B0503020204020204" pitchFamily="34" charset="-122"/>
              <a:ea typeface="微软雅黑" panose="020B0503020204020204" pitchFamily="34" charset="-122"/>
            </a:endParaRPr>
          </a:p>
          <a:p>
            <a:pPr indent="457200">
              <a:lnSpc>
                <a:spcPts val="2600"/>
              </a:lnSpc>
            </a:pPr>
            <a:r>
              <a:rPr kumimoji="1" lang="zh-CN" altLang="en-US" sz="2000">
                <a:solidFill>
                  <a:srgbClr val="002060"/>
                </a:solidFill>
                <a:latin typeface="微软雅黑" panose="020B0503020204020204" pitchFamily="34" charset="-122"/>
                <a:ea typeface="微软雅黑" panose="020B0503020204020204" pitchFamily="34" charset="-122"/>
              </a:rPr>
              <a:t>这也是物理学中常用的一种研究方法。</a:t>
            </a:r>
          </a:p>
        </p:txBody>
      </p:sp>
      <p:sp>
        <p:nvSpPr>
          <p:cNvPr id="6" name="矩形 5">
            <a:extLst>
              <a:ext uri="{FF2B5EF4-FFF2-40B4-BE49-F238E27FC236}">
                <a16:creationId xmlns:a16="http://schemas.microsoft.com/office/drawing/2014/main" id="{9D737683-6A73-4D01-A135-0453D3CA0C8D}"/>
              </a:ext>
            </a:extLst>
          </p:cNvPr>
          <p:cNvSpPr/>
          <p:nvPr>
            <p:custDataLst>
              <p:tags r:id="rId3"/>
            </p:custDataLst>
          </p:nvPr>
        </p:nvSpPr>
        <p:spPr>
          <a:xfrm>
            <a:off x="696787" y="2000728"/>
            <a:ext cx="7634100" cy="874535"/>
          </a:xfrm>
          <a:prstGeom prst="rect">
            <a:avLst/>
          </a:prstGeom>
        </p:spPr>
        <p:txBody>
          <a:bodyPr wrap="square">
            <a:spAutoFit/>
          </a:bodyPr>
          <a:lstStyle/>
          <a:p>
            <a:pPr indent="457200">
              <a:lnSpc>
                <a:spcPts val="3200"/>
              </a:lnSpc>
            </a:pPr>
            <a:r>
              <a:rPr kumimoji="1" lang="zh-CN" altLang="en-US" sz="2100">
                <a:solidFill>
                  <a:srgbClr val="002060"/>
                </a:solidFill>
                <a:latin typeface="微软雅黑" panose="020B0503020204020204" pitchFamily="34" charset="-122"/>
                <a:ea typeface="微软雅黑" panose="020B0503020204020204" pitchFamily="34" charset="-122"/>
              </a:rPr>
              <a:t>但是从这个定律得出的一切推论，都经受住了实践的检验，因此，牛顿第一定律已经成为公认的物理学基本定律之一。</a:t>
            </a:r>
          </a:p>
        </p:txBody>
      </p:sp>
      <p:sp>
        <p:nvSpPr>
          <p:cNvPr id="9" name="矩形: 圆角 8">
            <a:extLst>
              <a:ext uri="{FF2B5EF4-FFF2-40B4-BE49-F238E27FC236}">
                <a16:creationId xmlns:a16="http://schemas.microsoft.com/office/drawing/2014/main" id="{05F83CB3-89D3-4244-9828-C7D4325FF934}"/>
              </a:ext>
            </a:extLst>
          </p:cNvPr>
          <p:cNvSpPr/>
          <p:nvPr>
            <p:custDataLst>
              <p:tags r:id="rId4"/>
            </p:custDataLst>
          </p:nvPr>
        </p:nvSpPr>
        <p:spPr>
          <a:xfrm>
            <a:off x="894920" y="641631"/>
            <a:ext cx="6743236" cy="52961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4</a:t>
            </a:r>
            <a:r>
              <a:rPr kumimoji="1" lang="en-US" altLang="zh-CN" sz="2300">
                <a:solidFill>
                  <a:srgbClr val="002060"/>
                </a:solidFill>
                <a:latin typeface="微软雅黑" panose="020B0503020204020204" pitchFamily="34" charset="-122"/>
                <a:ea typeface="微软雅黑" panose="020B0503020204020204" pitchFamily="34" charset="-122"/>
              </a:rPr>
              <a:t>. </a:t>
            </a:r>
            <a:r>
              <a:rPr kumimoji="1" lang="zh-CN" altLang="en-US" sz="2300">
                <a:solidFill>
                  <a:srgbClr val="002060"/>
                </a:solidFill>
                <a:latin typeface="微软雅黑" panose="020B0503020204020204" pitchFamily="34" charset="-122"/>
                <a:ea typeface="微软雅黑" panose="020B0503020204020204" pitchFamily="34" charset="-122"/>
              </a:rPr>
              <a:t>牛顿第一定律的建立方法：</a:t>
            </a:r>
            <a:r>
              <a:rPr kumimoji="1" lang="zh-CN" altLang="en-US" sz="2300" u="wavyDbl">
                <a:solidFill>
                  <a:srgbClr val="C00000"/>
                </a:solidFill>
                <a:latin typeface="微软雅黑" panose="020B0503020204020204" pitchFamily="34" charset="-122"/>
                <a:ea typeface="微软雅黑" panose="020B0503020204020204" pitchFamily="34" charset="-122"/>
              </a:rPr>
              <a:t>实验</a:t>
            </a:r>
            <a:r>
              <a:rPr kumimoji="1" lang="en-US" altLang="zh-CN" sz="2300" u="wavyDbl">
                <a:solidFill>
                  <a:srgbClr val="C00000"/>
                </a:solidFill>
                <a:latin typeface="微软雅黑" panose="020B0503020204020204" pitchFamily="34" charset="-122"/>
                <a:ea typeface="微软雅黑" panose="020B0503020204020204" pitchFamily="34" charset="-122"/>
              </a:rPr>
              <a:t>+</a:t>
            </a:r>
            <a:r>
              <a:rPr kumimoji="1" lang="zh-CN" altLang="en-US" sz="2300" u="wavyDbl">
                <a:solidFill>
                  <a:srgbClr val="C00000"/>
                </a:solidFill>
                <a:latin typeface="微软雅黑" panose="020B0503020204020204" pitchFamily="34" charset="-122"/>
                <a:ea typeface="微软雅黑" panose="020B0503020204020204" pitchFamily="34" charset="-122"/>
              </a:rPr>
              <a:t>科学推理</a:t>
            </a:r>
            <a:endParaRPr lang="zh-CN" altLang="en-US" sz="2300" u="wavyDbl">
              <a:solidFill>
                <a:srgbClr val="C00000"/>
              </a:solidFill>
            </a:endParaRPr>
          </a:p>
        </p:txBody>
      </p:sp>
      <p:pic>
        <p:nvPicPr>
          <p:cNvPr id="3" name="图片 2">
            <a:extLst>
              <a:ext uri="{FF2B5EF4-FFF2-40B4-BE49-F238E27FC236}">
                <a16:creationId xmlns:a16="http://schemas.microsoft.com/office/drawing/2014/main" id="{5BDD8F2F-DDF2-4E31-A02C-6BFCA6899137}"/>
              </a:ext>
            </a:extLst>
          </p:cNvPr>
          <p:cNvPicPr>
            <a:picLocks noChangeAspect="1"/>
          </p:cNvPicPr>
          <p:nvPr>
            <p:custDataLst>
              <p:tags r:id="rId5"/>
            </p:custDataLst>
          </p:nvPr>
        </p:nvPicPr>
        <p:blipFill>
          <a:blip r:embed="rId9">
            <a:extLst>
              <a:ext uri="{BEBA8EAE-BF5A-486C-A8C5-ECC9F3942E4B}">
                <a14:imgProps xmlns:a14="http://schemas.microsoft.com/office/drawing/2010/main">
                  <a14:imgLayer r:embed="rId10">
                    <a14:imgEffect>
                      <a14:sharpenSoften amount="50000"/>
                    </a14:imgEffect>
                    <a14:imgEffect>
                      <a14:brightnessContrast bright="20000" contrast="-40000"/>
                    </a14:imgEffect>
                  </a14:imgLayer>
                </a14:imgProps>
              </a:ext>
            </a:extLst>
          </a:blip>
          <a:srcRect l="6858" t="11872" r="2445" b="26230"/>
          <a:stretch>
            <a:fillRect/>
          </a:stretch>
        </p:blipFill>
        <p:spPr>
          <a:xfrm>
            <a:off x="894920" y="3121497"/>
            <a:ext cx="4490426" cy="1411110"/>
          </a:xfrm>
          <a:prstGeom prst="rect">
            <a:avLst/>
          </a:prstGeom>
          <a:ln>
            <a:solidFill>
              <a:srgbClr val="1DACC2"/>
            </a:solidFill>
            <a:prstDash val="sysDash"/>
          </a:ln>
        </p:spPr>
      </p:pic>
      <p:sp>
        <p:nvSpPr>
          <p:cNvPr id="5" name="文本框 4">
            <a:extLst>
              <a:ext uri="{FF2B5EF4-FFF2-40B4-BE49-F238E27FC236}">
                <a16:creationId xmlns:a16="http://schemas.microsoft.com/office/drawing/2014/main" id="{9D35C108-FE6B-98F2-156E-939C56E8AFEE}"/>
              </a:ext>
            </a:extLst>
          </p:cNvPr>
          <p:cNvSpPr txBox="1"/>
          <p:nvPr>
            <p:custDataLst>
              <p:tags r:id="rId6"/>
            </p:custDataLst>
          </p:nvPr>
        </p:nvSpPr>
        <p:spPr>
          <a:xfrm>
            <a:off x="322549" y="72453"/>
            <a:ext cx="3304575" cy="355675"/>
          </a:xfrm>
          <a:prstGeom prst="rect">
            <a:avLst/>
          </a:prstGeom>
          <a:noFill/>
        </p:spPr>
        <p:txBody>
          <a:bodyPr wrap="square" lIns="0" tIns="0" rIns="0" bIns="0" rtlCol="0">
            <a:spAutoFit/>
          </a:bodyPr>
          <a:lstStyle/>
          <a:p>
            <a:pPr fontAlgn="base">
              <a:lnSpc>
                <a:spcPct val="125000"/>
              </a:lnSpc>
            </a:pPr>
            <a:r>
              <a:rPr lang="zh-CN" altLang="en-US" sz="2000">
                <a:solidFill>
                  <a:srgbClr val="FFFF00"/>
                </a:solidFill>
                <a:latin typeface="微软雅黑" panose="020B0503020204020204" pitchFamily="34" charset="-122"/>
                <a:ea typeface="微软雅黑" panose="020B0503020204020204" pitchFamily="34" charset="-122"/>
              </a:rPr>
              <a:t>知识点二、牛顿第一定律</a:t>
            </a:r>
            <a:endParaRPr lang="en-US" sz="2000">
              <a:solidFill>
                <a:srgbClr val="FFFF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47053B9F-14FA-9510-F7DB-BFBDFA6A3CFB}"/>
              </a:ext>
            </a:extLst>
          </p:cNvPr>
          <p:cNvSpPr txBox="1"/>
          <p:nvPr>
            <p:custDataLst>
              <p:tags r:id="rId7"/>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1612132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250"/>
                                        <p:tgtEl>
                                          <p:spTgt spid="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6" presetClass="entr" presetSubtype="37"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Vertical)">
                                      <p:cBhvr>
                                        <p:cTn id="12" dur="1000"/>
                                        <p:tgtEl>
                                          <p:spTgt spid="3"/>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
            <a:extLst>
              <a:ext uri="{FF2B5EF4-FFF2-40B4-BE49-F238E27FC236}">
                <a16:creationId xmlns:a16="http://schemas.microsoft.com/office/drawing/2014/main" id="{FDFCEA7F-D428-47AF-A312-F160A3791F8F}"/>
              </a:ext>
            </a:extLst>
          </p:cNvPr>
          <p:cNvSpPr txBox="1"/>
          <p:nvPr>
            <p:custDataLst>
              <p:tags r:id="rId1"/>
            </p:custDataLst>
          </p:nvPr>
        </p:nvSpPr>
        <p:spPr bwMode="auto">
          <a:xfrm>
            <a:off x="945294" y="1941746"/>
            <a:ext cx="4579318" cy="476734"/>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indent="457200">
              <a:lnSpc>
                <a:spcPts val="3300"/>
              </a:lnSpc>
            </a:pPr>
            <a:r>
              <a:rPr lang="zh-CN" altLang="en-US" sz="2195">
                <a:solidFill>
                  <a:srgbClr val="002060"/>
                </a:solidFill>
                <a:latin typeface="微软雅黑" panose="020B0503020204020204" pitchFamily="34" charset="-122"/>
                <a:ea typeface="微软雅黑" panose="020B0503020204020204" pitchFamily="34" charset="-122"/>
                <a:cs typeface="Arial"/>
              </a:rPr>
              <a:t>牛顿第一定律也叫惯性定律。</a:t>
            </a:r>
          </a:p>
        </p:txBody>
      </p:sp>
      <p:sp>
        <p:nvSpPr>
          <p:cNvPr id="11" name="矩形 45">
            <a:extLst>
              <a:ext uri="{FF2B5EF4-FFF2-40B4-BE49-F238E27FC236}">
                <a16:creationId xmlns:a16="http://schemas.microsoft.com/office/drawing/2014/main" id="{79210F98-F0C4-41D5-844F-6BB09738AEC5}"/>
              </a:ext>
            </a:extLst>
          </p:cNvPr>
          <p:cNvSpPr>
            <a:spLocks noChangeArrowheads="1"/>
          </p:cNvSpPr>
          <p:nvPr>
            <p:custDataLst>
              <p:tags r:id="rId2"/>
            </p:custDataLst>
          </p:nvPr>
        </p:nvSpPr>
        <p:spPr bwMode="auto">
          <a:xfrm>
            <a:off x="945294" y="1031684"/>
            <a:ext cx="7253412" cy="9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eaLnBrk="0" hangingPunct="0">
              <a:lnSpc>
                <a:spcPts val="3300"/>
              </a:lnSpc>
            </a:pPr>
            <a:r>
              <a:rPr lang="zh-CN" altLang="en-US" sz="22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sym typeface="Wingdings"/>
              </a:rPr>
              <a:t>我们将物体具有保持静止或匀速直线运动状态不变的性质称为惯性</a:t>
            </a:r>
            <a:r>
              <a:rPr lang="en-US" altLang="zh-CN" sz="22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sym typeface="Wingdings"/>
              </a:rPr>
              <a:t>.</a:t>
            </a:r>
            <a:endParaRPr lang="zh-CN" altLang="en-US" sz="22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sym typeface="Wingdings"/>
            </a:endParaRPr>
          </a:p>
        </p:txBody>
      </p:sp>
      <p:sp>
        <p:nvSpPr>
          <p:cNvPr id="12" name="矩形 11">
            <a:extLst>
              <a:ext uri="{FF2B5EF4-FFF2-40B4-BE49-F238E27FC236}">
                <a16:creationId xmlns:a16="http://schemas.microsoft.com/office/drawing/2014/main" id="{6A1044CC-7E9A-4D35-BE0E-EABA4434015C}"/>
              </a:ext>
            </a:extLst>
          </p:cNvPr>
          <p:cNvSpPr/>
          <p:nvPr>
            <p:custDataLst>
              <p:tags r:id="rId3"/>
            </p:custDataLst>
          </p:nvPr>
        </p:nvSpPr>
        <p:spPr>
          <a:xfrm>
            <a:off x="760075" y="560012"/>
            <a:ext cx="2276020" cy="461665"/>
          </a:xfrm>
          <a:prstGeom prst="rect">
            <a:avLst/>
          </a:prstGeom>
        </p:spPr>
        <p:txBody>
          <a:bodyPr wrap="square">
            <a:spAutoFit/>
          </a:bodyPr>
          <a:lstStyle/>
          <a:p>
            <a:r>
              <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1. </a:t>
            </a:r>
            <a:r>
              <a:rPr lang="zh-CN" altLang="en-US"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惯性</a:t>
            </a:r>
            <a:endParaRPr lang="zh-CN" altLang="en-US" sz="2400">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0D7D38F6-DCA0-4FDA-BA9C-40C4CDF2DE69}"/>
              </a:ext>
            </a:extLst>
          </p:cNvPr>
          <p:cNvSpPr/>
          <p:nvPr>
            <p:custDataLst>
              <p:tags r:id="rId4"/>
            </p:custDataLst>
          </p:nvPr>
        </p:nvSpPr>
        <p:spPr>
          <a:xfrm>
            <a:off x="760074" y="2428487"/>
            <a:ext cx="3240425" cy="461665"/>
          </a:xfrm>
          <a:prstGeom prst="rect">
            <a:avLst/>
          </a:prstGeom>
        </p:spPr>
        <p:txBody>
          <a:bodyPr wrap="square">
            <a:spAutoFit/>
          </a:bodyPr>
          <a:lstStyle/>
          <a:p>
            <a:r>
              <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2. </a:t>
            </a:r>
            <a:r>
              <a:rPr lang="zh-CN" altLang="en-US"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对惯性的理解</a:t>
            </a:r>
            <a:endParaRPr lang="zh-CN" altLang="en-US" sz="2400">
              <a:latin typeface="Times New Roman" panose="02020603050405020304" pitchFamily="18" charset="0"/>
              <a:cs typeface="Times New Roman" panose="02020603050405020304" pitchFamily="18" charset="0"/>
            </a:endParaRPr>
          </a:p>
        </p:txBody>
      </p:sp>
      <p:sp>
        <p:nvSpPr>
          <p:cNvPr id="14" name="Text Box 2">
            <a:extLst>
              <a:ext uri="{FF2B5EF4-FFF2-40B4-BE49-F238E27FC236}">
                <a16:creationId xmlns:a16="http://schemas.microsoft.com/office/drawing/2014/main" id="{AF3745C5-90FF-4509-80DB-BB7351497E3C}"/>
              </a:ext>
            </a:extLst>
          </p:cNvPr>
          <p:cNvSpPr txBox="1">
            <a:spLocks noChangeArrowheads="1"/>
          </p:cNvSpPr>
          <p:nvPr>
            <p:custDataLst>
              <p:tags r:id="rId5"/>
            </p:custDataLst>
          </p:nvPr>
        </p:nvSpPr>
        <p:spPr bwMode="auto">
          <a:xfrm>
            <a:off x="945294" y="2900159"/>
            <a:ext cx="6163644" cy="476862"/>
          </a:xfrm>
          <a:prstGeom prst="rect">
            <a:avLst/>
          </a:prstGeom>
          <a:noFill/>
          <a:ln w="9525">
            <a:noFill/>
            <a:miter lim="800000"/>
          </a:ln>
          <a:effectLst/>
        </p:spPr>
        <p:txBody>
          <a:bodyPr wrap="square">
            <a:spAutoFit/>
          </a:bodyPr>
          <a:lstStyle/>
          <a:p>
            <a:pPr>
              <a:lnSpc>
                <a:spcPts val="3300"/>
              </a:lnSpc>
            </a:pPr>
            <a:r>
              <a:rPr lang="en-US" altLang="en-US" sz="2200">
                <a:solidFill>
                  <a:srgbClr val="002060"/>
                </a:solidFill>
                <a:latin typeface="微软雅黑" panose="020B0503020204020204" pitchFamily="34" charset="-122"/>
                <a:ea typeface="微软雅黑" panose="020B0503020204020204" pitchFamily="34" charset="-122"/>
              </a:rPr>
              <a:t>     ①</a:t>
            </a:r>
            <a:r>
              <a:rPr lang="zh-CN" altLang="en-US" sz="2200">
                <a:solidFill>
                  <a:srgbClr val="002060"/>
                </a:solidFill>
                <a:latin typeface="微软雅黑" panose="020B0503020204020204" pitchFamily="34" charset="-122"/>
                <a:ea typeface="微软雅黑" panose="020B0503020204020204" pitchFamily="34" charset="-122"/>
              </a:rPr>
              <a:t>惯性是物体本身的一种</a:t>
            </a:r>
            <a:r>
              <a:rPr lang="zh-CN" altLang="en-US" sz="2200">
                <a:solidFill>
                  <a:srgbClr val="C00000"/>
                </a:solidFill>
                <a:latin typeface="微软雅黑" panose="020B0503020204020204" pitchFamily="34" charset="-122"/>
                <a:ea typeface="微软雅黑" panose="020B0503020204020204" pitchFamily="34" charset="-122"/>
              </a:rPr>
              <a:t>属性</a:t>
            </a:r>
            <a:r>
              <a:rPr lang="zh-CN" altLang="en-US" sz="2200">
                <a:solidFill>
                  <a:srgbClr val="002060"/>
                </a:solidFill>
                <a:latin typeface="微软雅黑" panose="020B0503020204020204" pitchFamily="34" charset="-122"/>
                <a:ea typeface="微软雅黑" panose="020B0503020204020204" pitchFamily="34" charset="-122"/>
              </a:rPr>
              <a:t>。</a:t>
            </a:r>
            <a:endParaRPr lang="en-US" altLang="zh-CN" sz="2200">
              <a:solidFill>
                <a:srgbClr val="002060"/>
              </a:solidFill>
              <a:latin typeface="微软雅黑" panose="020B0503020204020204" pitchFamily="34" charset="-122"/>
              <a:ea typeface="微软雅黑" panose="020B0503020204020204" pitchFamily="34" charset="-122"/>
            </a:endParaRPr>
          </a:p>
        </p:txBody>
      </p:sp>
      <p:sp>
        <p:nvSpPr>
          <p:cNvPr id="15" name="Text Box 2">
            <a:extLst>
              <a:ext uri="{FF2B5EF4-FFF2-40B4-BE49-F238E27FC236}">
                <a16:creationId xmlns:a16="http://schemas.microsoft.com/office/drawing/2014/main" id="{A8DC5376-817D-4811-BA0C-54C27DAFFD13}"/>
              </a:ext>
            </a:extLst>
          </p:cNvPr>
          <p:cNvSpPr txBox="1">
            <a:spLocks noChangeArrowheads="1"/>
          </p:cNvSpPr>
          <p:nvPr>
            <p:custDataLst>
              <p:tags r:id="rId6"/>
            </p:custDataLst>
          </p:nvPr>
        </p:nvSpPr>
        <p:spPr bwMode="auto">
          <a:xfrm>
            <a:off x="1046892" y="3387029"/>
            <a:ext cx="7335228" cy="1323247"/>
          </a:xfrm>
          <a:prstGeom prst="rect">
            <a:avLst/>
          </a:prstGeom>
          <a:noFill/>
          <a:ln w="9525">
            <a:noFill/>
            <a:miter lim="800000"/>
          </a:ln>
          <a:effectLst/>
        </p:spPr>
        <p:txBody>
          <a:bodyPr wrap="square">
            <a:spAutoFit/>
          </a:bodyPr>
          <a:lstStyle/>
          <a:p>
            <a:pPr indent="457200">
              <a:lnSpc>
                <a:spcPts val="3300"/>
              </a:lnSpc>
            </a:pPr>
            <a:r>
              <a:rPr lang="zh-CN" altLang="en-US" sz="2200">
                <a:solidFill>
                  <a:srgbClr val="002060"/>
                </a:solidFill>
                <a:latin typeface="微软雅黑" panose="020B0503020204020204" pitchFamily="34" charset="-122"/>
                <a:ea typeface="微软雅黑" panose="020B0503020204020204" pitchFamily="34" charset="-122"/>
              </a:rPr>
              <a:t>任何物体，不论是静止的还是运动的，都具有惯性。惯性是物体的一种属性。牛顿第一定律揭示了物体的这一重要属性，因而牛顿第一定律又称为惯性定律。</a:t>
            </a:r>
          </a:p>
        </p:txBody>
      </p:sp>
      <p:sp>
        <p:nvSpPr>
          <p:cNvPr id="17" name="文本框 16">
            <a:extLst>
              <a:ext uri="{FF2B5EF4-FFF2-40B4-BE49-F238E27FC236}">
                <a16:creationId xmlns:a16="http://schemas.microsoft.com/office/drawing/2014/main" id="{289CEF2B-802D-47B8-B7C4-4D12524DB82A}"/>
              </a:ext>
            </a:extLst>
          </p:cNvPr>
          <p:cNvSpPr txBox="1"/>
          <p:nvPr>
            <p:custDataLst>
              <p:tags r:id="rId7"/>
            </p:custDataLst>
          </p:nvPr>
        </p:nvSpPr>
        <p:spPr>
          <a:xfrm>
            <a:off x="571625" y="73681"/>
            <a:ext cx="2304450" cy="355675"/>
          </a:xfrm>
          <a:prstGeom prst="rect">
            <a:avLst/>
          </a:prstGeom>
          <a:noFill/>
        </p:spPr>
        <p:txBody>
          <a:bodyPr wrap="square" lIns="0" tIns="0" rIns="0" bIns="0" rtlCol="0">
            <a:spAutoFit/>
          </a:bodyPr>
          <a:lstStyle/>
          <a:p>
            <a:pPr fontAlgn="base">
              <a:lnSpc>
                <a:spcPct val="125000"/>
              </a:lnSpc>
            </a:pPr>
            <a:r>
              <a:rPr lang="zh-CN" altLang="en-US" sz="2000">
                <a:solidFill>
                  <a:schemeClr val="bg1"/>
                </a:solidFill>
                <a:latin typeface="微软雅黑" panose="020B0503020204020204" pitchFamily="34" charset="-122"/>
                <a:ea typeface="微软雅黑" panose="020B0503020204020204" pitchFamily="34" charset="-122"/>
              </a:rPr>
              <a:t>知识点三、惯性</a:t>
            </a:r>
            <a:endParaRPr lang="en-US" sz="2000">
              <a:solidFill>
                <a:schemeClr val="bg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D1C21CF3-B10B-1048-85F9-9A3CD1AAAFEC}"/>
              </a:ext>
            </a:extLst>
          </p:cNvPr>
          <p:cNvSpPr txBox="1"/>
          <p:nvPr>
            <p:custDataLst>
              <p:tags r:id="rId8"/>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60656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750" fill="hold"/>
                                        <p:tgtEl>
                                          <p:spTgt spid="11"/>
                                        </p:tgtEl>
                                        <p:attrNameLst>
                                          <p:attrName>ppt_w</p:attrName>
                                        </p:attrNameLst>
                                      </p:cBhvr>
                                      <p:tavLst>
                                        <p:tav tm="0">
                                          <p:val>
                                            <p:fltVal val="0"/>
                                          </p:val>
                                        </p:tav>
                                        <p:tav tm="100000">
                                          <p:val>
                                            <p:strVal val="#ppt_w"/>
                                          </p:val>
                                        </p:tav>
                                      </p:tavLst>
                                    </p:anim>
                                    <p:anim calcmode="lin" valueType="num">
                                      <p:cBhvr>
                                        <p:cTn id="8" dur="750" fill="hold"/>
                                        <p:tgtEl>
                                          <p:spTgt spid="11"/>
                                        </p:tgtEl>
                                        <p:attrNameLst>
                                          <p:attrName>ppt_h</p:attrName>
                                        </p:attrNameLst>
                                      </p:cBhvr>
                                      <p:tavLst>
                                        <p:tav tm="0">
                                          <p:val>
                                            <p:fltVal val="0"/>
                                          </p:val>
                                        </p:tav>
                                        <p:tav tm="100000">
                                          <p:val>
                                            <p:strVal val="#ppt_h"/>
                                          </p:val>
                                        </p:tav>
                                      </p:tavLst>
                                    </p:anim>
                                    <p:animEffect transition="in" filter="fade">
                                      <p:cBhvr>
                                        <p:cTn id="9" dur="750"/>
                                        <p:tgtEl>
                                          <p:spTgt spid="11"/>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childTnLst>
                          </p:cTn>
                        </p:par>
                      </p:childTnLst>
                    </p:cTn>
                  </p:par>
                  <p:par>
                    <p:cTn id="15" fill="hold" nodeType="clickPar">
                      <p:stCondLst>
                        <p:cond delay="indefinite"/>
                      </p:stCondLst>
                      <p:childTnLst>
                        <p:par>
                          <p:cTn id="16" fill="hold" nodeType="after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after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linds(horizontal)">
                                      <p:cBhvr>
                                        <p:cTn id="23" dur="500"/>
                                        <p:tgtEl>
                                          <p:spTgt spid="14"/>
                                        </p:tgtEl>
                                      </p:cBhvr>
                                    </p:animEffect>
                                  </p:childTnLst>
                                </p:cTn>
                              </p:par>
                            </p:childTnLst>
                          </p:cTn>
                        </p:par>
                      </p:childTnLst>
                    </p:cTn>
                  </p:par>
                  <p:par>
                    <p:cTn id="24" fill="hold" nodeType="clickPar">
                      <p:stCondLst>
                        <p:cond delay="indefinite"/>
                      </p:stCondLst>
                      <p:childTnLst>
                        <p:par>
                          <p:cTn id="25" fill="hold" nodeType="after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linds(horizontal)">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B911BD0C-2FC9-450C-A946-A2AF56DB483F}"/>
              </a:ext>
            </a:extLst>
          </p:cNvPr>
          <p:cNvSpPr txBox="1">
            <a:spLocks noChangeArrowheads="1"/>
          </p:cNvSpPr>
          <p:nvPr>
            <p:custDataLst>
              <p:tags r:id="rId1"/>
            </p:custDataLst>
          </p:nvPr>
        </p:nvSpPr>
        <p:spPr bwMode="auto">
          <a:xfrm>
            <a:off x="887855" y="1158484"/>
            <a:ext cx="7286975" cy="1323247"/>
          </a:xfrm>
          <a:prstGeom prst="rect">
            <a:avLst/>
          </a:prstGeom>
          <a:noFill/>
          <a:ln w="9525">
            <a:noFill/>
            <a:miter lim="800000"/>
          </a:ln>
          <a:effectLst/>
        </p:spPr>
        <p:txBody>
          <a:bodyPr wrap="square">
            <a:spAutoFit/>
          </a:bodyPr>
          <a:lstStyle/>
          <a:p>
            <a:pPr indent="457200">
              <a:lnSpc>
                <a:spcPts val="3300"/>
              </a:lnSpc>
            </a:pPr>
            <a:r>
              <a:rPr lang="zh-CN" altLang="en-US" sz="2200">
                <a:solidFill>
                  <a:srgbClr val="002060"/>
                </a:solidFill>
                <a:latin typeface="微软雅黑" panose="020B0503020204020204" pitchFamily="34" charset="-122"/>
                <a:ea typeface="微软雅黑" panose="020B0503020204020204" pitchFamily="34" charset="-122"/>
              </a:rPr>
              <a:t>物体的惯性</a:t>
            </a:r>
            <a:r>
              <a:rPr lang="zh-CN" altLang="en-US" sz="2200">
                <a:solidFill>
                  <a:srgbClr val="C00000"/>
                </a:solidFill>
                <a:latin typeface="微软雅黑" panose="020B0503020204020204" pitchFamily="34" charset="-122"/>
                <a:ea typeface="微软雅黑" panose="020B0503020204020204" pitchFamily="34" charset="-122"/>
              </a:rPr>
              <a:t>只与物体的质量</a:t>
            </a:r>
            <a:r>
              <a:rPr lang="zh-CN" altLang="en-US" sz="2200">
                <a:solidFill>
                  <a:srgbClr val="002060"/>
                </a:solidFill>
                <a:latin typeface="微软雅黑" panose="020B0503020204020204" pitchFamily="34" charset="-122"/>
                <a:ea typeface="微软雅黑" panose="020B0503020204020204" pitchFamily="34" charset="-122"/>
              </a:rPr>
              <a:t>有关，物体的质量越大，惯性越大。物体的惯性越大，理解为：物体的运动状态越难改变。</a:t>
            </a:r>
          </a:p>
        </p:txBody>
      </p:sp>
      <p:sp>
        <p:nvSpPr>
          <p:cNvPr id="6" name="圆角矩形 5">
            <a:extLst>
              <a:ext uri="{FF2B5EF4-FFF2-40B4-BE49-F238E27FC236}">
                <a16:creationId xmlns:a16="http://schemas.microsoft.com/office/drawing/2014/main" id="{3DAF46AD-5ED6-4735-A367-BAF034F07AEA}"/>
              </a:ext>
            </a:extLst>
          </p:cNvPr>
          <p:cNvSpPr/>
          <p:nvPr>
            <p:custDataLst>
              <p:tags r:id="rId2"/>
            </p:custDataLst>
          </p:nvPr>
        </p:nvSpPr>
        <p:spPr>
          <a:xfrm>
            <a:off x="738112" y="715188"/>
            <a:ext cx="2287775" cy="425956"/>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300">
                <a:solidFill>
                  <a:srgbClr val="002060"/>
                </a:solidFill>
                <a:latin typeface="微软雅黑" panose="020B0503020204020204" pitchFamily="34" charset="-122"/>
                <a:ea typeface="微软雅黑" panose="020B0503020204020204" pitchFamily="34" charset="-122"/>
                <a:cs typeface="Arial"/>
              </a:rPr>
              <a:t> ②</a:t>
            </a:r>
            <a:r>
              <a:rPr lang="zh-CN" altLang="en-US" sz="2300">
                <a:solidFill>
                  <a:srgbClr val="002060"/>
                </a:solidFill>
                <a:latin typeface="微软雅黑" panose="020B0503020204020204" pitchFamily="34" charset="-122"/>
                <a:ea typeface="微软雅黑" panose="020B0503020204020204" pitchFamily="34" charset="-122"/>
                <a:cs typeface="Arial"/>
              </a:rPr>
              <a:t>惯性的大小</a:t>
            </a:r>
            <a:endParaRPr lang="en-US" altLang="zh-CN" sz="2300">
              <a:solidFill>
                <a:srgbClr val="002060"/>
              </a:solidFill>
              <a:latin typeface="微软雅黑" panose="020B0503020204020204" pitchFamily="34" charset="-122"/>
              <a:ea typeface="微软雅黑" panose="020B0503020204020204" pitchFamily="34" charset="-122"/>
              <a:cs typeface="Arial"/>
            </a:endParaRPr>
          </a:p>
        </p:txBody>
      </p:sp>
      <p:pic>
        <p:nvPicPr>
          <p:cNvPr id="9" name="图片 8">
            <a:extLst>
              <a:ext uri="{FF2B5EF4-FFF2-40B4-BE49-F238E27FC236}">
                <a16:creationId xmlns:a16="http://schemas.microsoft.com/office/drawing/2014/main" id="{67C19337-8293-4850-8958-DC3968595F7A}"/>
              </a:ext>
            </a:extLst>
          </p:cNvPr>
          <p:cNvPicPr>
            <a:picLocks noChangeAspect="1"/>
          </p:cNvPicPr>
          <p:nvPr>
            <p:custDataLst>
              <p:tags r:id="rId3"/>
            </p:custDataLst>
          </p:nvPr>
        </p:nvPicPr>
        <p:blipFill>
          <a:blip r:embed="rId14">
            <a:extLst>
              <a:ext uri="{BEBA8EAE-BF5A-486C-A8C5-ECC9F3942E4B}">
                <a14:imgProps xmlns:a14="http://schemas.microsoft.com/office/drawing/2010/main">
                  <a14:imgLayer r:embed="rId15">
                    <a14:imgEffect>
                      <a14:brightnessContrast bright="20000"/>
                    </a14:imgEffect>
                  </a14:imgLayer>
                </a14:imgProps>
              </a:ext>
            </a:extLst>
          </a:blip>
          <a:stretch>
            <a:fillRect/>
          </a:stretch>
        </p:blipFill>
        <p:spPr>
          <a:xfrm>
            <a:off x="2606591" y="2740503"/>
            <a:ext cx="3414300" cy="1879784"/>
          </a:xfrm>
          <a:prstGeom prst="rect">
            <a:avLst/>
          </a:prstGeom>
          <a:effectLst>
            <a:softEdge rad="31750"/>
          </a:effectLst>
        </p:spPr>
      </p:pic>
      <p:grpSp>
        <p:nvGrpSpPr>
          <p:cNvPr id="14" name="组合 13">
            <a:extLst>
              <a:ext uri="{FF2B5EF4-FFF2-40B4-BE49-F238E27FC236}">
                <a16:creationId xmlns:a16="http://schemas.microsoft.com/office/drawing/2014/main" id="{0FE204C2-4139-49A1-96FF-1900737A2204}"/>
              </a:ext>
            </a:extLst>
          </p:cNvPr>
          <p:cNvGrpSpPr/>
          <p:nvPr>
            <p:custDataLst>
              <p:tags r:id="rId4"/>
            </p:custDataLst>
          </p:nvPr>
        </p:nvGrpSpPr>
        <p:grpSpPr>
          <a:xfrm>
            <a:off x="5911421" y="3264430"/>
            <a:ext cx="2263409" cy="707886"/>
            <a:chOff x="6101921" y="2999348"/>
            <a:chExt cx="2263409" cy="707886"/>
          </a:xfrm>
        </p:grpSpPr>
        <p:sp>
          <p:nvSpPr>
            <p:cNvPr id="11" name="文本框 10">
              <a:extLst>
                <a:ext uri="{FF2B5EF4-FFF2-40B4-BE49-F238E27FC236}">
                  <a16:creationId xmlns:a16="http://schemas.microsoft.com/office/drawing/2014/main" id="{44C08E8A-04A0-497A-B37D-9A63C551FB2B}"/>
                </a:ext>
              </a:extLst>
            </p:cNvPr>
            <p:cNvSpPr txBox="1"/>
            <p:nvPr>
              <p:custDataLst>
                <p:tags r:id="rId11"/>
              </p:custDataLst>
            </p:nvPr>
          </p:nvSpPr>
          <p:spPr>
            <a:xfrm>
              <a:off x="6303599" y="2999348"/>
              <a:ext cx="2061731" cy="707886"/>
            </a:xfrm>
            <a:prstGeom prst="rect">
              <a:avLst/>
            </a:prstGeom>
            <a:noFill/>
          </p:spPr>
          <p:txBody>
            <a:bodyPr wrap="square">
              <a:spAutoFit/>
            </a:bodyPr>
            <a:lstStyle/>
            <a:p>
              <a:pPr algn="ctr"/>
              <a:r>
                <a:rPr lang="zh-CN" altLang="en-US" sz="2000">
                  <a:solidFill>
                    <a:srgbClr val="002060"/>
                  </a:solidFill>
                  <a:latin typeface="微软雅黑" panose="020B0503020204020204" pitchFamily="34" charset="-122"/>
                  <a:ea typeface="微软雅黑" panose="020B0503020204020204" pitchFamily="34" charset="-122"/>
                </a:rPr>
                <a:t>惯性大，运动</a:t>
              </a:r>
              <a:endParaRPr lang="en-US" altLang="zh-CN" sz="2000">
                <a:solidFill>
                  <a:srgbClr val="002060"/>
                </a:solidFill>
                <a:latin typeface="微软雅黑" panose="020B0503020204020204" pitchFamily="34" charset="-122"/>
                <a:ea typeface="微软雅黑" panose="020B0503020204020204" pitchFamily="34" charset="-122"/>
              </a:endParaRPr>
            </a:p>
            <a:p>
              <a:pPr algn="ctr"/>
              <a:r>
                <a:rPr lang="zh-CN" altLang="en-US" sz="2000">
                  <a:solidFill>
                    <a:srgbClr val="002060"/>
                  </a:solidFill>
                  <a:latin typeface="微软雅黑" panose="020B0503020204020204" pitchFamily="34" charset="-122"/>
                  <a:ea typeface="微软雅黑" panose="020B0503020204020204" pitchFamily="34" charset="-122"/>
                </a:rPr>
                <a:t>状态不容易改变</a:t>
              </a:r>
              <a:endParaRPr lang="zh-CN" altLang="en-US" sz="2000"/>
            </a:p>
          </p:txBody>
        </p:sp>
        <p:cxnSp>
          <p:nvCxnSpPr>
            <p:cNvPr id="13" name="直接连接符 12">
              <a:extLst>
                <a:ext uri="{FF2B5EF4-FFF2-40B4-BE49-F238E27FC236}">
                  <a16:creationId xmlns:a16="http://schemas.microsoft.com/office/drawing/2014/main" id="{39867BA0-B2C8-4381-84B0-9AB440E08886}"/>
                </a:ext>
              </a:extLst>
            </p:cNvPr>
            <p:cNvCxnSpPr/>
            <p:nvPr>
              <p:custDataLst>
                <p:tags r:id="rId12"/>
              </p:custDataLst>
            </p:nvPr>
          </p:nvCxnSpPr>
          <p:spPr>
            <a:xfrm flipV="1">
              <a:off x="6101921" y="3353291"/>
              <a:ext cx="392436" cy="100992"/>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37D6BEA4-56A5-4AF7-8A42-0EB713CA9CF0}"/>
              </a:ext>
            </a:extLst>
          </p:cNvPr>
          <p:cNvGrpSpPr/>
          <p:nvPr>
            <p:custDataLst>
              <p:tags r:id="rId5"/>
            </p:custDataLst>
          </p:nvPr>
        </p:nvGrpSpPr>
        <p:grpSpPr>
          <a:xfrm>
            <a:off x="487824" y="3321208"/>
            <a:ext cx="2323109" cy="707886"/>
            <a:chOff x="5689549" y="2640161"/>
            <a:chExt cx="2323109" cy="707886"/>
          </a:xfrm>
        </p:grpSpPr>
        <p:sp>
          <p:nvSpPr>
            <p:cNvPr id="16" name="文本框 15">
              <a:extLst>
                <a:ext uri="{FF2B5EF4-FFF2-40B4-BE49-F238E27FC236}">
                  <a16:creationId xmlns:a16="http://schemas.microsoft.com/office/drawing/2014/main" id="{6D1CB523-9ECD-41D8-BC79-693EB2EA7512}"/>
                </a:ext>
              </a:extLst>
            </p:cNvPr>
            <p:cNvSpPr txBox="1"/>
            <p:nvPr>
              <p:custDataLst>
                <p:tags r:id="rId9"/>
              </p:custDataLst>
            </p:nvPr>
          </p:nvSpPr>
          <p:spPr>
            <a:xfrm>
              <a:off x="5689549" y="2640161"/>
              <a:ext cx="1879291" cy="707886"/>
            </a:xfrm>
            <a:prstGeom prst="rect">
              <a:avLst/>
            </a:prstGeom>
            <a:noFill/>
          </p:spPr>
          <p:txBody>
            <a:bodyPr wrap="square">
              <a:spAutoFit/>
            </a:bodyPr>
            <a:lstStyle/>
            <a:p>
              <a:pPr algn="ctr"/>
              <a:r>
                <a:rPr lang="zh-CN" altLang="en-US" sz="2000">
                  <a:solidFill>
                    <a:srgbClr val="002060"/>
                  </a:solidFill>
                  <a:latin typeface="微软雅黑" panose="020B0503020204020204" pitchFamily="34" charset="-122"/>
                  <a:ea typeface="微软雅黑" panose="020B0503020204020204" pitchFamily="34" charset="-122"/>
                </a:rPr>
                <a:t>惯性小，运动</a:t>
              </a:r>
              <a:endParaRPr lang="en-US" altLang="zh-CN" sz="2000">
                <a:solidFill>
                  <a:srgbClr val="002060"/>
                </a:solidFill>
                <a:latin typeface="微软雅黑" panose="020B0503020204020204" pitchFamily="34" charset="-122"/>
                <a:ea typeface="微软雅黑" panose="020B0503020204020204" pitchFamily="34" charset="-122"/>
              </a:endParaRPr>
            </a:p>
            <a:p>
              <a:pPr algn="ctr"/>
              <a:r>
                <a:rPr lang="zh-CN" altLang="en-US" sz="2000">
                  <a:solidFill>
                    <a:srgbClr val="002060"/>
                  </a:solidFill>
                  <a:latin typeface="微软雅黑" panose="020B0503020204020204" pitchFamily="34" charset="-122"/>
                  <a:ea typeface="微软雅黑" panose="020B0503020204020204" pitchFamily="34" charset="-122"/>
                </a:rPr>
                <a:t>状态容易改变</a:t>
              </a:r>
              <a:endParaRPr lang="zh-CN" altLang="en-US" sz="2000"/>
            </a:p>
          </p:txBody>
        </p:sp>
        <p:cxnSp>
          <p:nvCxnSpPr>
            <p:cNvPr id="17" name="直接连接符 16">
              <a:extLst>
                <a:ext uri="{FF2B5EF4-FFF2-40B4-BE49-F238E27FC236}">
                  <a16:creationId xmlns:a16="http://schemas.microsoft.com/office/drawing/2014/main" id="{04006F65-D49B-4DE4-B254-1AB5EE19FA99}"/>
                </a:ext>
              </a:extLst>
            </p:cNvPr>
            <p:cNvCxnSpPr/>
            <p:nvPr>
              <p:custDataLst>
                <p:tags r:id="rId10"/>
              </p:custDataLst>
            </p:nvPr>
          </p:nvCxnSpPr>
          <p:spPr>
            <a:xfrm>
              <a:off x="7457245" y="3105246"/>
              <a:ext cx="55541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cxnSp>
        <p:nvCxnSpPr>
          <p:cNvPr id="18" name="直接连接符 17">
            <a:extLst>
              <a:ext uri="{FF2B5EF4-FFF2-40B4-BE49-F238E27FC236}">
                <a16:creationId xmlns:a16="http://schemas.microsoft.com/office/drawing/2014/main" id="{CAA07419-A8DB-4913-AAD2-F45B69158A57}"/>
              </a:ext>
            </a:extLst>
          </p:cNvPr>
          <p:cNvCxnSpPr/>
          <p:nvPr>
            <p:custDataLst>
              <p:tags r:id="rId6"/>
            </p:custDataLst>
          </p:nvPr>
        </p:nvCxnSpPr>
        <p:spPr>
          <a:xfrm flipH="1">
            <a:off x="160286" y="2633192"/>
            <a:ext cx="8673482" cy="13868"/>
          </a:xfrm>
          <a:prstGeom prst="line">
            <a:avLst/>
          </a:prstGeom>
          <a:ln>
            <a:solidFill>
              <a:srgbClr val="131426"/>
            </a:solidFill>
            <a:prstDash val="lgDash"/>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38850930-1151-7785-2EA9-75B69BDECD77}"/>
              </a:ext>
            </a:extLst>
          </p:cNvPr>
          <p:cNvSpPr txBox="1"/>
          <p:nvPr>
            <p:custDataLst>
              <p:tags r:id="rId7"/>
            </p:custDataLst>
          </p:nvPr>
        </p:nvSpPr>
        <p:spPr>
          <a:xfrm>
            <a:off x="571625" y="73681"/>
            <a:ext cx="2304450" cy="355675"/>
          </a:xfrm>
          <a:prstGeom prst="rect">
            <a:avLst/>
          </a:prstGeom>
          <a:noFill/>
        </p:spPr>
        <p:txBody>
          <a:bodyPr wrap="square" lIns="0" tIns="0" rIns="0" bIns="0" rtlCol="0">
            <a:spAutoFit/>
          </a:bodyPr>
          <a:lstStyle/>
          <a:p>
            <a:pPr fontAlgn="base">
              <a:lnSpc>
                <a:spcPct val="125000"/>
              </a:lnSpc>
            </a:pPr>
            <a:r>
              <a:rPr lang="zh-CN" altLang="en-US" sz="2000">
                <a:solidFill>
                  <a:schemeClr val="bg1"/>
                </a:solidFill>
                <a:latin typeface="微软雅黑" panose="020B0503020204020204" pitchFamily="34" charset="-122"/>
                <a:ea typeface="微软雅黑" panose="020B0503020204020204" pitchFamily="34" charset="-122"/>
              </a:rPr>
              <a:t>知识点三、惯性</a:t>
            </a:r>
            <a:endParaRPr lang="en-US" sz="2000">
              <a:solidFill>
                <a:schemeClr val="bg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A9A20B46-F155-3464-3910-E23D69010938}"/>
              </a:ext>
            </a:extLst>
          </p:cNvPr>
          <p:cNvSpPr txBox="1"/>
          <p:nvPr>
            <p:custDataLst>
              <p:tags r:id="rId8"/>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6746356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par>
                                <p:cTn id="12" presetID="1"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afterGroup">
                            <p:stCondLst>
                              <p:cond delay="0"/>
                            </p:stCondLst>
                            <p:childTnLst>
                              <p:par>
                                <p:cTn id="16" presetID="1"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750"/>
                                        <p:tgtEl>
                                          <p:spTgt spid="14"/>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D9852C3-A591-4ED2-AD94-0AF34775FB52}"/>
              </a:ext>
            </a:extLst>
          </p:cNvPr>
          <p:cNvSpPr/>
          <p:nvPr>
            <p:custDataLst>
              <p:tags r:id="rId1"/>
            </p:custDataLst>
          </p:nvPr>
        </p:nvSpPr>
        <p:spPr>
          <a:xfrm>
            <a:off x="571625" y="745997"/>
            <a:ext cx="4219119" cy="461665"/>
          </a:xfrm>
          <a:prstGeom prst="rect">
            <a:avLst/>
          </a:prstGeom>
        </p:spPr>
        <p:txBody>
          <a:bodyPr wrap="square">
            <a:spAutoFit/>
          </a:bodyPr>
          <a:lstStyle/>
          <a:p>
            <a:r>
              <a:rPr lang="en-US" altLang="zh-CN" sz="2300">
                <a:solidFill>
                  <a:srgbClr val="002060"/>
                </a:solidFill>
                <a:ea typeface="微软雅黑" panose="020B0503020204020204" pitchFamily="34" charset="-122"/>
              </a:rPr>
              <a:t>   3. </a:t>
            </a:r>
            <a:r>
              <a:rPr lang="zh-CN" altLang="en-US" sz="2300">
                <a:solidFill>
                  <a:srgbClr val="002060"/>
                </a:solidFill>
                <a:ea typeface="微软雅黑" panose="020B0503020204020204" pitchFamily="34" charset="-122"/>
              </a:rPr>
              <a:t>用惯性解释有关现象</a:t>
            </a:r>
            <a:endParaRPr lang="zh-CN" altLang="en-US" sz="2300"/>
          </a:p>
        </p:txBody>
      </p:sp>
      <p:sp>
        <p:nvSpPr>
          <p:cNvPr id="14" name="文本框 13">
            <a:extLst>
              <a:ext uri="{FF2B5EF4-FFF2-40B4-BE49-F238E27FC236}">
                <a16:creationId xmlns:a16="http://schemas.microsoft.com/office/drawing/2014/main" id="{CE86BB75-18DA-826D-A53A-A9F127919B70}"/>
              </a:ext>
            </a:extLst>
          </p:cNvPr>
          <p:cNvSpPr txBox="1"/>
          <p:nvPr>
            <p:custDataLst>
              <p:tags r:id="rId2"/>
            </p:custDataLst>
          </p:nvPr>
        </p:nvSpPr>
        <p:spPr>
          <a:xfrm>
            <a:off x="571625" y="73681"/>
            <a:ext cx="2304450" cy="355675"/>
          </a:xfrm>
          <a:prstGeom prst="rect">
            <a:avLst/>
          </a:prstGeom>
          <a:noFill/>
        </p:spPr>
        <p:txBody>
          <a:bodyPr wrap="square" lIns="0" tIns="0" rIns="0" bIns="0" rtlCol="0">
            <a:spAutoFit/>
          </a:bodyPr>
          <a:lstStyle/>
          <a:p>
            <a:pPr fontAlgn="base">
              <a:lnSpc>
                <a:spcPct val="125000"/>
              </a:lnSpc>
            </a:pPr>
            <a:r>
              <a:rPr lang="zh-CN" altLang="en-US" sz="2000">
                <a:solidFill>
                  <a:schemeClr val="bg1"/>
                </a:solidFill>
                <a:latin typeface="微软雅黑" panose="020B0503020204020204" pitchFamily="34" charset="-122"/>
                <a:ea typeface="微软雅黑" panose="020B0503020204020204" pitchFamily="34" charset="-122"/>
              </a:rPr>
              <a:t>知识点三、惯性</a:t>
            </a:r>
            <a:endParaRPr lang="en-US" sz="2000">
              <a:solidFill>
                <a:schemeClr val="bg1"/>
              </a:solidFill>
              <a:latin typeface="微软雅黑" panose="020B0503020204020204" pitchFamily="34" charset="-122"/>
              <a:ea typeface="微软雅黑" panose="020B0503020204020204" pitchFamily="34" charset="-122"/>
            </a:endParaRPr>
          </a:p>
        </p:txBody>
      </p:sp>
      <p:graphicFrame>
        <p:nvGraphicFramePr>
          <p:cNvPr id="8" name="表格 12">
            <a:extLst>
              <a:ext uri="{FF2B5EF4-FFF2-40B4-BE49-F238E27FC236}">
                <a16:creationId xmlns:a16="http://schemas.microsoft.com/office/drawing/2014/main" id="{DF90CF32-44B3-509C-DC7B-50F1D1297F15}"/>
              </a:ext>
            </a:extLst>
          </p:cNvPr>
          <p:cNvGraphicFramePr>
            <a:graphicFrameLocks noGrp="1"/>
          </p:cNvGraphicFramePr>
          <p:nvPr>
            <p:custDataLst>
              <p:tags r:id="rId3"/>
            </p:custDataLst>
            <p:extLst>
              <p:ext uri="{D42A27DB-BD31-4B8C-83A1-F6EECF244321}">
                <p14:modId xmlns:p14="http://schemas.microsoft.com/office/powerpoint/2010/main" val="1627019475"/>
              </p:ext>
            </p:extLst>
          </p:nvPr>
        </p:nvGraphicFramePr>
        <p:xfrm>
          <a:off x="820976" y="2171586"/>
          <a:ext cx="7502048" cy="2320482"/>
        </p:xfrm>
        <a:graphic>
          <a:graphicData uri="http://schemas.openxmlformats.org/drawingml/2006/table">
            <a:tbl>
              <a:tblPr firstRow="1" bandRow="1">
                <a:tableStyleId>{5C22544A-7EE6-4342-B048-85BDC9FD1C3A}</a:tableStyleId>
              </a:tblPr>
              <a:tblGrid>
                <a:gridCol w="1457880">
                  <a:extLst>
                    <a:ext uri="{9D8B030D-6E8A-4147-A177-3AD203B41FA5}">
                      <a16:colId xmlns:a16="http://schemas.microsoft.com/office/drawing/2014/main" val="314646053"/>
                    </a:ext>
                  </a:extLst>
                </a:gridCol>
                <a:gridCol w="1700213">
                  <a:extLst>
                    <a:ext uri="{9D8B030D-6E8A-4147-A177-3AD203B41FA5}">
                      <a16:colId xmlns:a16="http://schemas.microsoft.com/office/drawing/2014/main" val="4119052602"/>
                    </a:ext>
                  </a:extLst>
                </a:gridCol>
                <a:gridCol w="2650888">
                  <a:extLst>
                    <a:ext uri="{9D8B030D-6E8A-4147-A177-3AD203B41FA5}">
                      <a16:colId xmlns:a16="http://schemas.microsoft.com/office/drawing/2014/main" val="2994002571"/>
                    </a:ext>
                  </a:extLst>
                </a:gridCol>
                <a:gridCol w="1693067">
                  <a:extLst>
                    <a:ext uri="{9D8B030D-6E8A-4147-A177-3AD203B41FA5}">
                      <a16:colId xmlns:a16="http://schemas.microsoft.com/office/drawing/2014/main" val="303884759"/>
                    </a:ext>
                  </a:extLst>
                </a:gridCol>
              </a:tblGrid>
              <a:tr h="561152">
                <a:tc>
                  <a:txBody>
                    <a:bodyPr/>
                    <a:lstStyle/>
                    <a:p>
                      <a:r>
                        <a:rPr lang="zh-CN" altLang="en-US" sz="2000" b="0">
                          <a:solidFill>
                            <a:schemeClr val="tx1"/>
                          </a:solidFill>
                        </a:rPr>
                        <a:t>研究对象</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5E5F2"/>
                    </a:solidFill>
                  </a:tcPr>
                </a:tc>
                <a:tc>
                  <a:txBody>
                    <a:bodyPr/>
                    <a:lstStyle/>
                    <a:p>
                      <a:r>
                        <a:rPr lang="zh-CN" altLang="en-US" sz="2000" b="0">
                          <a:solidFill>
                            <a:schemeClr val="tx1"/>
                          </a:solidFill>
                        </a:rPr>
                        <a:t>原来的状态</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5E5F2"/>
                    </a:solidFill>
                  </a:tcPr>
                </a:tc>
                <a:tc>
                  <a:txBody>
                    <a:bodyPr/>
                    <a:lstStyle/>
                    <a:p>
                      <a:pPr algn="ctr">
                        <a:lnSpc>
                          <a:spcPts val="2800"/>
                        </a:lnSpc>
                      </a:pPr>
                      <a:r>
                        <a:rPr lang="zh-CN" altLang="en-US" sz="2000" b="0">
                          <a:solidFill>
                            <a:schemeClr val="tx1"/>
                          </a:solidFill>
                        </a:rPr>
                        <a:t>状态是否</a:t>
                      </a:r>
                      <a:endParaRPr lang="en-US" altLang="zh-CN" sz="2000" b="0">
                        <a:solidFill>
                          <a:schemeClr val="tx1"/>
                        </a:solidFill>
                      </a:endParaRPr>
                    </a:p>
                    <a:p>
                      <a:pPr algn="ctr">
                        <a:lnSpc>
                          <a:spcPts val="2800"/>
                        </a:lnSpc>
                      </a:pPr>
                      <a:r>
                        <a:rPr lang="zh-CN" altLang="en-US" sz="2000" b="0">
                          <a:solidFill>
                            <a:schemeClr val="tx1"/>
                          </a:solidFill>
                        </a:rPr>
                        <a:t>变化的原因</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5E5F2"/>
                    </a:solidFill>
                  </a:tcPr>
                </a:tc>
                <a:tc>
                  <a:txBody>
                    <a:bodyPr/>
                    <a:lstStyle/>
                    <a:p>
                      <a:r>
                        <a:rPr lang="zh-CN" altLang="en-US" sz="2000" b="0">
                          <a:solidFill>
                            <a:schemeClr val="tx1"/>
                          </a:solidFill>
                        </a:rPr>
                        <a:t>后来的状态</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5E5F2"/>
                    </a:solidFill>
                  </a:tcPr>
                </a:tc>
                <a:extLst>
                  <a:ext uri="{0D108BD9-81ED-4DB2-BD59-A6C34878D82A}">
                    <a16:rowId xmlns:a16="http://schemas.microsoft.com/office/drawing/2014/main" val="2008274278"/>
                  </a:ext>
                </a:extLst>
              </a:tr>
              <a:tr h="561152">
                <a:tc>
                  <a:txBody>
                    <a:bodyPr/>
                    <a:lstStyle/>
                    <a:p>
                      <a:r>
                        <a:rPr lang="zh-CN" altLang="en-US" sz="2000" b="0">
                          <a:solidFill>
                            <a:srgbClr val="0070C0"/>
                          </a:solidFill>
                        </a:rPr>
                        <a:t>鸡蛋</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zh-CN" altLang="en-US" sz="2000" b="0">
                          <a:solidFill>
                            <a:srgbClr val="0070C0"/>
                          </a:solidFill>
                        </a:rPr>
                        <a:t>静止</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lnSpc>
                          <a:spcPts val="2800"/>
                        </a:lnSpc>
                      </a:pPr>
                      <a:endParaRPr lang="en-US" altLang="zh-CN" sz="2000" b="0">
                        <a:solidFill>
                          <a:srgbClr val="0070C0"/>
                        </a:solidFill>
                      </a:endParaRPr>
                    </a:p>
                    <a:p>
                      <a:pPr algn="ctr">
                        <a:lnSpc>
                          <a:spcPts val="2800"/>
                        </a:lnSpc>
                      </a:pPr>
                      <a:endParaRPr lang="zh-CN" altLang="en-US" sz="2000" b="0">
                        <a:solidFill>
                          <a:srgbClr val="0070C0"/>
                        </a:solidFill>
                      </a:endParaRP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zh-CN" altLang="en-US" sz="2000" b="0">
                        <a:solidFill>
                          <a:srgbClr val="0070C0"/>
                        </a:solidFill>
                      </a:endParaRP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9337826"/>
                  </a:ext>
                </a:extLst>
              </a:tr>
              <a:tr h="561152">
                <a:tc>
                  <a:txBody>
                    <a:bodyPr/>
                    <a:lstStyle/>
                    <a:p>
                      <a:r>
                        <a:rPr lang="zh-CN" altLang="en-US" sz="2000" b="0">
                          <a:solidFill>
                            <a:srgbClr val="7030A0"/>
                          </a:solidFill>
                        </a:rPr>
                        <a:t>硬纸片</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zh-CN" altLang="en-US" sz="2000" b="0">
                          <a:solidFill>
                            <a:srgbClr val="7030A0"/>
                          </a:solidFill>
                        </a:rPr>
                        <a:t>静止</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lnSpc>
                          <a:spcPts val="2800"/>
                        </a:lnSpc>
                      </a:pPr>
                      <a:endParaRPr lang="en-US" altLang="zh-CN" sz="2000" b="0">
                        <a:solidFill>
                          <a:srgbClr val="7030A0"/>
                        </a:solidFill>
                      </a:endParaRPr>
                    </a:p>
                    <a:p>
                      <a:pPr algn="ctr">
                        <a:lnSpc>
                          <a:spcPts val="2800"/>
                        </a:lnSpc>
                      </a:pPr>
                      <a:endParaRPr lang="zh-CN" altLang="en-US" sz="2000" b="0">
                        <a:solidFill>
                          <a:srgbClr val="7030A0"/>
                        </a:solidFill>
                      </a:endParaRP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zh-CN" altLang="en-US" sz="2000" b="0">
                        <a:solidFill>
                          <a:srgbClr val="7030A0"/>
                        </a:solidFill>
                      </a:endParaRP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0782694"/>
                  </a:ext>
                </a:extLst>
              </a:tr>
            </a:tbl>
          </a:graphicData>
        </a:graphic>
      </p:graphicFrame>
      <p:pic>
        <p:nvPicPr>
          <p:cNvPr id="11" name="图片 10">
            <a:extLst>
              <a:ext uri="{FF2B5EF4-FFF2-40B4-BE49-F238E27FC236}">
                <a16:creationId xmlns:a16="http://schemas.microsoft.com/office/drawing/2014/main" id="{2D321490-DE9C-7AE9-2FC5-5CD4DBC56542}"/>
              </a:ext>
            </a:extLst>
          </p:cNvPr>
          <p:cNvPicPr>
            <a:picLocks noChangeAspect="1"/>
          </p:cNvPicPr>
          <p:nvPr>
            <p:custDataLst>
              <p:tags r:id="rId4"/>
            </p:custDataLst>
          </p:nvPr>
        </p:nvPicPr>
        <p:blipFill>
          <a:blip r:embed="rId12">
            <a:extLst>
              <a:ext uri="{BEBA8EAE-BF5A-486C-A8C5-ECC9F3942E4B}">
                <a14:imgProps xmlns:a14="http://schemas.microsoft.com/office/drawing/2010/main">
                  <a14:imgLayer r:embed="rId13">
                    <a14:imgEffect>
                      <a14:sharpenSoften amount="25000"/>
                    </a14:imgEffect>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6046947" y="510248"/>
            <a:ext cx="2467563" cy="1646056"/>
          </a:xfrm>
          <a:prstGeom prst="rect">
            <a:avLst/>
          </a:prstGeom>
        </p:spPr>
      </p:pic>
      <p:sp>
        <p:nvSpPr>
          <p:cNvPr id="13" name="Text Box 3">
            <a:extLst>
              <a:ext uri="{FF2B5EF4-FFF2-40B4-BE49-F238E27FC236}">
                <a16:creationId xmlns:a16="http://schemas.microsoft.com/office/drawing/2014/main" id="{04FC02F6-53BF-65D5-82F2-2D495EA7C7AD}"/>
              </a:ext>
            </a:extLst>
          </p:cNvPr>
          <p:cNvSpPr txBox="1">
            <a:spLocks noChangeArrowheads="1"/>
          </p:cNvSpPr>
          <p:nvPr>
            <p:custDataLst>
              <p:tags r:id="rId5"/>
            </p:custDataLst>
          </p:nvPr>
        </p:nvSpPr>
        <p:spPr bwMode="auto">
          <a:xfrm>
            <a:off x="1076385" y="1300299"/>
            <a:ext cx="4357414" cy="448008"/>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wrap="square">
            <a:spAutoFit/>
          </a:bodyPr>
          <a:lstStyle/>
          <a:p>
            <a:pPr>
              <a:lnSpc>
                <a:spcPts val="3000"/>
              </a:lnSpc>
            </a:pPr>
            <a:r>
              <a:rPr lang="zh-CN" altLang="en-US" sz="2200">
                <a:solidFill>
                  <a:srgbClr val="002060"/>
                </a:solidFill>
                <a:latin typeface="微软雅黑" panose="020B0503020204020204" pitchFamily="34" charset="-122"/>
                <a:ea typeface="微软雅黑" panose="020B0503020204020204" pitchFamily="34" charset="-122"/>
              </a:rPr>
              <a:t> 以“打蛋入杯”为例进行分析</a:t>
            </a:r>
          </a:p>
        </p:txBody>
      </p:sp>
      <p:sp>
        <p:nvSpPr>
          <p:cNvPr id="16" name="文本框 15">
            <a:extLst>
              <a:ext uri="{FF2B5EF4-FFF2-40B4-BE49-F238E27FC236}">
                <a16:creationId xmlns:a16="http://schemas.microsoft.com/office/drawing/2014/main" id="{F0558455-EDCC-D129-9333-297488081028}"/>
              </a:ext>
            </a:extLst>
          </p:cNvPr>
          <p:cNvSpPr txBox="1"/>
          <p:nvPr>
            <p:custDataLst>
              <p:tags r:id="rId6"/>
            </p:custDataLst>
          </p:nvPr>
        </p:nvSpPr>
        <p:spPr>
          <a:xfrm>
            <a:off x="4282440" y="2941427"/>
            <a:ext cx="2043853" cy="781561"/>
          </a:xfrm>
          <a:prstGeom prst="rect">
            <a:avLst/>
          </a:prstGeom>
          <a:noFill/>
        </p:spPr>
        <p:txBody>
          <a:bodyPr wrap="square">
            <a:spAutoFit/>
          </a:bodyPr>
          <a:lstStyle/>
          <a:p>
            <a:pPr marL="0" marR="0" lvl="0" indent="0" algn="ctr" defTabSz="684059" rtl="0" eaLnBrk="1" fontAlgn="auto" latinLnBrk="0" hangingPunct="1">
              <a:lnSpc>
                <a:spcPts val="28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70C0"/>
                </a:solidFill>
                <a:effectLst/>
                <a:uLnTx/>
                <a:uFillTx/>
                <a:latin typeface="Times New Roman"/>
                <a:ea typeface="微软雅黑"/>
                <a:cs typeface="+mn-cs"/>
              </a:rPr>
              <a:t>由于惯性</a:t>
            </a:r>
            <a:endParaRPr kumimoji="0" lang="en-US" altLang="zh-CN" sz="2000" b="0" i="0" u="none" strike="noStrike" kern="1200" cap="none" spc="0" normalizeH="0" baseline="0" noProof="0">
              <a:ln>
                <a:noFill/>
              </a:ln>
              <a:solidFill>
                <a:srgbClr val="0070C0"/>
              </a:solidFill>
              <a:effectLst/>
              <a:uLnTx/>
              <a:uFillTx/>
              <a:latin typeface="Times New Roman"/>
              <a:ea typeface="微软雅黑"/>
              <a:cs typeface="+mn-cs"/>
            </a:endParaRPr>
          </a:p>
          <a:p>
            <a:pPr marL="0" marR="0" lvl="0" indent="0" algn="ctr" defTabSz="684059" rtl="0" eaLnBrk="1" fontAlgn="auto" latinLnBrk="0" hangingPunct="1">
              <a:lnSpc>
                <a:spcPts val="28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70C0"/>
                </a:solidFill>
                <a:effectLst/>
                <a:uLnTx/>
                <a:uFillTx/>
                <a:latin typeface="Times New Roman"/>
                <a:ea typeface="微软雅黑"/>
                <a:cs typeface="+mn-cs"/>
              </a:rPr>
              <a:t>保持原来的状态</a:t>
            </a:r>
          </a:p>
        </p:txBody>
      </p:sp>
      <p:sp>
        <p:nvSpPr>
          <p:cNvPr id="17" name="文本框 16">
            <a:extLst>
              <a:ext uri="{FF2B5EF4-FFF2-40B4-BE49-F238E27FC236}">
                <a16:creationId xmlns:a16="http://schemas.microsoft.com/office/drawing/2014/main" id="{F0A2BDA3-D568-E51E-14DF-9CB37CE5BDC8}"/>
              </a:ext>
            </a:extLst>
          </p:cNvPr>
          <p:cNvSpPr txBox="1"/>
          <p:nvPr>
            <p:custDataLst>
              <p:tags r:id="rId7"/>
            </p:custDataLst>
          </p:nvPr>
        </p:nvSpPr>
        <p:spPr>
          <a:xfrm>
            <a:off x="3835399" y="3704267"/>
            <a:ext cx="2937933" cy="781561"/>
          </a:xfrm>
          <a:prstGeom prst="rect">
            <a:avLst/>
          </a:prstGeom>
          <a:noFill/>
        </p:spPr>
        <p:txBody>
          <a:bodyPr wrap="square">
            <a:spAutoFit/>
          </a:bodyPr>
          <a:lstStyle/>
          <a:p>
            <a:pPr marL="0" marR="0" lvl="0" indent="0" algn="ctr" defTabSz="684059" rtl="0" eaLnBrk="1" fontAlgn="auto" latinLnBrk="0" hangingPunct="1">
              <a:lnSpc>
                <a:spcPts val="28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7030A0"/>
                </a:solidFill>
                <a:effectLst/>
                <a:uLnTx/>
                <a:uFillTx/>
                <a:latin typeface="Times New Roman"/>
                <a:ea typeface="微软雅黑"/>
                <a:cs typeface="+mn-cs"/>
              </a:rPr>
              <a:t>由于受到力的作用</a:t>
            </a:r>
            <a:endParaRPr kumimoji="0" lang="en-US" altLang="zh-CN" sz="2000" b="0" i="0" u="none" strike="noStrike" kern="1200" cap="none" spc="0" normalizeH="0" baseline="0" noProof="0">
              <a:ln>
                <a:noFill/>
              </a:ln>
              <a:solidFill>
                <a:srgbClr val="7030A0"/>
              </a:solidFill>
              <a:effectLst/>
              <a:uLnTx/>
              <a:uFillTx/>
              <a:latin typeface="Times New Roman"/>
              <a:ea typeface="微软雅黑"/>
              <a:cs typeface="+mn-cs"/>
            </a:endParaRPr>
          </a:p>
          <a:p>
            <a:pPr marL="0" marR="0" lvl="0" indent="0" algn="ctr" defTabSz="684059" rtl="0" eaLnBrk="1" fontAlgn="auto" latinLnBrk="0" hangingPunct="1">
              <a:lnSpc>
                <a:spcPts val="28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7030A0"/>
                </a:solidFill>
                <a:effectLst/>
                <a:uLnTx/>
                <a:uFillTx/>
                <a:latin typeface="Times New Roman"/>
                <a:ea typeface="微软雅黑"/>
                <a:cs typeface="+mn-cs"/>
              </a:rPr>
              <a:t>由静止变为运动</a:t>
            </a:r>
          </a:p>
        </p:txBody>
      </p:sp>
      <p:sp>
        <p:nvSpPr>
          <p:cNvPr id="18" name="文本框 17">
            <a:extLst>
              <a:ext uri="{FF2B5EF4-FFF2-40B4-BE49-F238E27FC236}">
                <a16:creationId xmlns:a16="http://schemas.microsoft.com/office/drawing/2014/main" id="{B34CAA11-DFD9-A648-A531-9CCE79EF93DA}"/>
              </a:ext>
            </a:extLst>
          </p:cNvPr>
          <p:cNvSpPr txBox="1"/>
          <p:nvPr>
            <p:custDataLst>
              <p:tags r:id="rId8"/>
            </p:custDataLst>
          </p:nvPr>
        </p:nvSpPr>
        <p:spPr>
          <a:xfrm>
            <a:off x="6834584" y="3132595"/>
            <a:ext cx="1711960" cy="400110"/>
          </a:xfrm>
          <a:prstGeom prst="rect">
            <a:avLst/>
          </a:prstGeom>
          <a:noFill/>
        </p:spPr>
        <p:txBody>
          <a:bodyPr wrap="square">
            <a:spAutoFit/>
          </a:bodyPr>
          <a:lstStyle/>
          <a:p>
            <a:pPr marL="0" marR="0" lvl="0" indent="0" algn="l" defTabSz="684059"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70C0"/>
                </a:solidFill>
                <a:effectLst/>
                <a:uLnTx/>
                <a:uFillTx/>
                <a:latin typeface="Times New Roman"/>
                <a:ea typeface="微软雅黑"/>
                <a:cs typeface="+mn-cs"/>
              </a:rPr>
              <a:t>落入杯中</a:t>
            </a:r>
          </a:p>
        </p:txBody>
      </p:sp>
      <p:sp>
        <p:nvSpPr>
          <p:cNvPr id="19" name="文本框 18">
            <a:extLst>
              <a:ext uri="{FF2B5EF4-FFF2-40B4-BE49-F238E27FC236}">
                <a16:creationId xmlns:a16="http://schemas.microsoft.com/office/drawing/2014/main" id="{522E53E5-4871-3644-05BF-F8B977ED99B8}"/>
              </a:ext>
            </a:extLst>
          </p:cNvPr>
          <p:cNvSpPr txBox="1"/>
          <p:nvPr>
            <p:custDataLst>
              <p:tags r:id="rId9"/>
            </p:custDataLst>
          </p:nvPr>
        </p:nvSpPr>
        <p:spPr>
          <a:xfrm>
            <a:off x="6834584" y="3894992"/>
            <a:ext cx="1617133" cy="400110"/>
          </a:xfrm>
          <a:prstGeom prst="rect">
            <a:avLst/>
          </a:prstGeom>
          <a:noFill/>
        </p:spPr>
        <p:txBody>
          <a:bodyPr wrap="square">
            <a:spAutoFit/>
          </a:bodyPr>
          <a:lstStyle/>
          <a:p>
            <a:pPr marL="0" marR="0" lvl="0" indent="0" algn="l" defTabSz="684059"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7030A0"/>
                </a:solidFill>
                <a:effectLst/>
                <a:uLnTx/>
                <a:uFillTx/>
                <a:latin typeface="Times New Roman"/>
                <a:ea typeface="微软雅黑"/>
                <a:cs typeface="+mn-cs"/>
              </a:rPr>
              <a:t>飞了出去</a:t>
            </a:r>
          </a:p>
        </p:txBody>
      </p:sp>
      <p:sp>
        <p:nvSpPr>
          <p:cNvPr id="20" name="文本框 19">
            <a:extLst>
              <a:ext uri="{FF2B5EF4-FFF2-40B4-BE49-F238E27FC236}">
                <a16:creationId xmlns:a16="http://schemas.microsoft.com/office/drawing/2014/main" id="{0A33DC51-3910-8202-4B67-249592224D1C}"/>
              </a:ext>
            </a:extLst>
          </p:cNvPr>
          <p:cNvSpPr txBox="1"/>
          <p:nvPr>
            <p:custDataLst>
              <p:tags r:id="rId10"/>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3125943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750"/>
                                        <p:tgtEl>
                                          <p:spTgt spid="11"/>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barn(inVertical)">
                                      <p:cBhvr>
                                        <p:cTn id="21" dur="500"/>
                                        <p:tgtEl>
                                          <p:spTgt spid="16"/>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barn(inVertical)">
                                      <p:cBhvr>
                                        <p:cTn id="31" dur="500"/>
                                        <p:tgtEl>
                                          <p:spTgt spid="17"/>
                                        </p:tgtEl>
                                      </p:cBhvr>
                                    </p:animEffect>
                                  </p:childTnLst>
                                </p:cTn>
                              </p:par>
                            </p:childTnLst>
                          </p:cTn>
                        </p:par>
                      </p:childTnLst>
                    </p:cTn>
                  </p:par>
                  <p:par>
                    <p:cTn id="32" fill="hold" nodeType="clickPar">
                      <p:stCondLst>
                        <p:cond delay="indefinite"/>
                      </p:stCondLst>
                      <p:childTnLst>
                        <p:par>
                          <p:cTn id="33" fill="hold" nodeType="afterGroup">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down)">
                                      <p:cBhvr>
                                        <p:cTn id="3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8BD63808-EE8C-4F89-A4C9-2B08DE28F539}"/>
              </a:ext>
            </a:extLst>
          </p:cNvPr>
          <p:cNvSpPr/>
          <p:nvPr>
            <p:custDataLst>
              <p:tags r:id="rId1"/>
            </p:custDataLst>
          </p:nvPr>
        </p:nvSpPr>
        <p:spPr>
          <a:xfrm>
            <a:off x="413349" y="603594"/>
            <a:ext cx="3508411" cy="446276"/>
          </a:xfrm>
          <a:prstGeom prst="rect">
            <a:avLst/>
          </a:prstGeom>
        </p:spPr>
        <p:txBody>
          <a:bodyPr wrap="square">
            <a:spAutoFit/>
          </a:bodyPr>
          <a:lstStyle/>
          <a:p>
            <a:r>
              <a:rPr lang="en-US" altLang="zh-CN" sz="2300">
                <a:solidFill>
                  <a:srgbClr val="002060"/>
                </a:solidFill>
                <a:latin typeface="微软雅黑" panose="020B0503020204020204" pitchFamily="34" charset="-122"/>
                <a:ea typeface="微软雅黑" panose="020B0503020204020204" pitchFamily="34" charset="-122"/>
              </a:rPr>
              <a:t>   </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2300">
                <a:solidFill>
                  <a:srgbClr val="002060"/>
                </a:solidFill>
                <a:latin typeface="微软雅黑" panose="020B0503020204020204" pitchFamily="34" charset="-122"/>
                <a:ea typeface="微软雅黑" panose="020B0503020204020204" pitchFamily="34" charset="-122"/>
              </a:rPr>
              <a:t>. </a:t>
            </a:r>
            <a:r>
              <a:rPr lang="zh-CN" altLang="en-US" sz="2300">
                <a:solidFill>
                  <a:srgbClr val="002060"/>
                </a:solidFill>
                <a:latin typeface="微软雅黑" panose="020B0503020204020204" pitchFamily="34" charset="-122"/>
                <a:ea typeface="微软雅黑" panose="020B0503020204020204" pitchFamily="34" charset="-122"/>
              </a:rPr>
              <a:t>惯性的利用</a:t>
            </a:r>
            <a:endParaRPr lang="zh-CN" altLang="en-US" sz="2300"/>
          </a:p>
        </p:txBody>
      </p:sp>
      <p:sp>
        <p:nvSpPr>
          <p:cNvPr id="6" name="文本框 5">
            <a:extLst>
              <a:ext uri="{FF2B5EF4-FFF2-40B4-BE49-F238E27FC236}">
                <a16:creationId xmlns:a16="http://schemas.microsoft.com/office/drawing/2014/main" id="{380DDA03-AD30-4CEA-9CE0-33B56124B15B}"/>
              </a:ext>
            </a:extLst>
          </p:cNvPr>
          <p:cNvSpPr txBox="1"/>
          <p:nvPr>
            <p:custDataLst>
              <p:tags r:id="rId2"/>
            </p:custDataLst>
          </p:nvPr>
        </p:nvSpPr>
        <p:spPr>
          <a:xfrm>
            <a:off x="571624" y="1049870"/>
            <a:ext cx="8099935" cy="1284711"/>
          </a:xfrm>
          <a:prstGeom prst="rect">
            <a:avLst/>
          </a:prstGeom>
          <a:noFill/>
        </p:spPr>
        <p:txBody>
          <a:bodyPr wrap="square">
            <a:spAutoFit/>
          </a:bodyPr>
          <a:lstStyle/>
          <a:p>
            <a:pPr indent="457200">
              <a:lnSpc>
                <a:spcPts val="3200"/>
              </a:lnSpc>
            </a:pPr>
            <a:r>
              <a:rPr lang="zh-CN" altLang="en-US" sz="2100" b="0" i="0">
                <a:solidFill>
                  <a:srgbClr val="002060"/>
                </a:solidFill>
                <a:effectLst/>
                <a:latin typeface="PingFang SC"/>
              </a:rPr>
              <a:t>在生活生产中，人们可以利用惯性。</a:t>
            </a:r>
            <a:endParaRPr lang="en-US" altLang="zh-CN" sz="2100" b="0" i="0">
              <a:solidFill>
                <a:srgbClr val="002060"/>
              </a:solidFill>
              <a:effectLst/>
              <a:latin typeface="PingFang SC"/>
            </a:endParaRPr>
          </a:p>
          <a:p>
            <a:pPr indent="457200">
              <a:lnSpc>
                <a:spcPts val="3200"/>
              </a:lnSpc>
            </a:pPr>
            <a:r>
              <a:rPr lang="zh-CN" altLang="en-US" sz="2100" b="0" i="0">
                <a:solidFill>
                  <a:srgbClr val="002060"/>
                </a:solidFill>
                <a:effectLst/>
                <a:latin typeface="PingFang SC"/>
              </a:rPr>
              <a:t>很多情况下，是通过增加物体脱离手时的运动速度，使物体离开手之后由于具有惯性，将保持这个速度运动下去，运动的更远。</a:t>
            </a:r>
            <a:endParaRPr lang="zh-CN" altLang="en-US" sz="2100">
              <a:solidFill>
                <a:srgbClr val="002060"/>
              </a:solidFill>
            </a:endParaRPr>
          </a:p>
        </p:txBody>
      </p:sp>
      <p:grpSp>
        <p:nvGrpSpPr>
          <p:cNvPr id="9" name="组合 8">
            <a:extLst>
              <a:ext uri="{FF2B5EF4-FFF2-40B4-BE49-F238E27FC236}">
                <a16:creationId xmlns:a16="http://schemas.microsoft.com/office/drawing/2014/main" id="{4145E902-4F52-4E4D-A823-8D7B28D3C368}"/>
              </a:ext>
            </a:extLst>
          </p:cNvPr>
          <p:cNvGrpSpPr/>
          <p:nvPr>
            <p:custDataLst>
              <p:tags r:id="rId3"/>
            </p:custDataLst>
          </p:nvPr>
        </p:nvGrpSpPr>
        <p:grpSpPr>
          <a:xfrm>
            <a:off x="6118980" y="2597803"/>
            <a:ext cx="2180049" cy="2102442"/>
            <a:chOff x="5922524" y="1512397"/>
            <a:chExt cx="2180049" cy="2102442"/>
          </a:xfrm>
        </p:grpSpPr>
        <p:pic>
          <p:nvPicPr>
            <p:cNvPr id="10" name="图片 9">
              <a:extLst>
                <a:ext uri="{FF2B5EF4-FFF2-40B4-BE49-F238E27FC236}">
                  <a16:creationId xmlns:a16="http://schemas.microsoft.com/office/drawing/2014/main" id="{3C2543FB-9996-4950-B8FD-49714C134BFE}"/>
                </a:ext>
              </a:extLst>
            </p:cNvPr>
            <p:cNvPicPr>
              <a:picLocks noChangeAspect="1"/>
            </p:cNvPicPr>
            <p:nvPr>
              <p:custDataLst>
                <p:tags r:id="rId13"/>
              </p:custDataLst>
            </p:nvPr>
          </p:nvPicPr>
          <p:blipFill>
            <a:blip r:embed="rId16"/>
            <a:srcRect l="3663" t="12014" r="7279" b="17095"/>
            <a:stretch>
              <a:fillRect/>
            </a:stretch>
          </p:blipFill>
          <p:spPr>
            <a:xfrm>
              <a:off x="5922524" y="1512397"/>
              <a:ext cx="2180049" cy="1735337"/>
            </a:xfrm>
            <a:prstGeom prst="rect">
              <a:avLst/>
            </a:prstGeom>
          </p:spPr>
        </p:pic>
        <p:sp>
          <p:nvSpPr>
            <p:cNvPr id="11" name="TextBox 5">
              <a:extLst>
                <a:ext uri="{FF2B5EF4-FFF2-40B4-BE49-F238E27FC236}">
                  <a16:creationId xmlns:a16="http://schemas.microsoft.com/office/drawing/2014/main" id="{864E7DA2-70AE-4128-B0AA-D71EC7F7913B}"/>
                </a:ext>
              </a:extLst>
            </p:cNvPr>
            <p:cNvSpPr txBox="1"/>
            <p:nvPr>
              <p:custDataLst>
                <p:tags r:id="rId14"/>
              </p:custDataLst>
            </p:nvPr>
          </p:nvSpPr>
          <p:spPr bwMode="auto">
            <a:xfrm>
              <a:off x="6339738" y="3245507"/>
              <a:ext cx="1591384" cy="369332"/>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r>
                <a:rPr lang="zh-CN" altLang="en-US" sz="1800">
                  <a:solidFill>
                    <a:srgbClr val="002060"/>
                  </a:solidFill>
                  <a:latin typeface="微软雅黑" panose="020B0503020204020204" pitchFamily="34" charset="-122"/>
                  <a:ea typeface="微软雅黑" panose="020B0503020204020204" pitchFamily="34" charset="-122"/>
                </a:rPr>
                <a:t>③投标枪</a:t>
              </a:r>
            </a:p>
          </p:txBody>
        </p:sp>
      </p:grpSp>
      <p:cxnSp>
        <p:nvCxnSpPr>
          <p:cNvPr id="14" name="直接连接符 13">
            <a:extLst>
              <a:ext uri="{FF2B5EF4-FFF2-40B4-BE49-F238E27FC236}">
                <a16:creationId xmlns:a16="http://schemas.microsoft.com/office/drawing/2014/main" id="{B78F04A9-7C67-460A-8269-65C866E51FF9}"/>
              </a:ext>
            </a:extLst>
          </p:cNvPr>
          <p:cNvCxnSpPr/>
          <p:nvPr>
            <p:custDataLst>
              <p:tags r:id="rId4"/>
            </p:custDataLst>
          </p:nvPr>
        </p:nvCxnSpPr>
        <p:spPr>
          <a:xfrm flipH="1">
            <a:off x="284849" y="2459258"/>
            <a:ext cx="8673482" cy="13868"/>
          </a:xfrm>
          <a:prstGeom prst="line">
            <a:avLst/>
          </a:prstGeom>
          <a:ln>
            <a:solidFill>
              <a:srgbClr val="131426"/>
            </a:solidFill>
            <a:prstDash val="lgDash"/>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4B8E8B8-29F9-2D77-A13F-D8B90843ACF7}"/>
              </a:ext>
            </a:extLst>
          </p:cNvPr>
          <p:cNvSpPr txBox="1"/>
          <p:nvPr>
            <p:custDataLst>
              <p:tags r:id="rId5"/>
            </p:custDataLst>
          </p:nvPr>
        </p:nvSpPr>
        <p:spPr>
          <a:xfrm>
            <a:off x="571625" y="73681"/>
            <a:ext cx="2304450" cy="355675"/>
          </a:xfrm>
          <a:prstGeom prst="rect">
            <a:avLst/>
          </a:prstGeom>
          <a:noFill/>
        </p:spPr>
        <p:txBody>
          <a:bodyPr wrap="square" lIns="0" tIns="0" rIns="0" bIns="0" rtlCol="0">
            <a:spAutoFit/>
          </a:bodyPr>
          <a:lstStyle/>
          <a:p>
            <a:pPr fontAlgn="base">
              <a:lnSpc>
                <a:spcPct val="125000"/>
              </a:lnSpc>
            </a:pPr>
            <a:r>
              <a:rPr lang="zh-CN" altLang="en-US" sz="2000">
                <a:solidFill>
                  <a:schemeClr val="bg1"/>
                </a:solidFill>
                <a:latin typeface="微软雅黑" panose="020B0503020204020204" pitchFamily="34" charset="-122"/>
                <a:ea typeface="微软雅黑" panose="020B0503020204020204" pitchFamily="34" charset="-122"/>
              </a:rPr>
              <a:t>知识点三、惯性</a:t>
            </a:r>
            <a:endParaRPr lang="en-US" sz="2000">
              <a:solidFill>
                <a:schemeClr val="bg1"/>
              </a:solidFill>
              <a:latin typeface="微软雅黑" panose="020B0503020204020204" pitchFamily="34" charset="-122"/>
              <a:ea typeface="微软雅黑" panose="020B0503020204020204" pitchFamily="34" charset="-122"/>
            </a:endParaRPr>
          </a:p>
        </p:txBody>
      </p:sp>
      <p:grpSp>
        <p:nvGrpSpPr>
          <p:cNvPr id="19" name="组合 18">
            <a:extLst>
              <a:ext uri="{FF2B5EF4-FFF2-40B4-BE49-F238E27FC236}">
                <a16:creationId xmlns:a16="http://schemas.microsoft.com/office/drawing/2014/main" id="{17560AAA-BAD6-AB41-089E-C0DCDBA03934}"/>
              </a:ext>
            </a:extLst>
          </p:cNvPr>
          <p:cNvGrpSpPr/>
          <p:nvPr>
            <p:custDataLst>
              <p:tags r:id="rId6"/>
            </p:custDataLst>
          </p:nvPr>
        </p:nvGrpSpPr>
        <p:grpSpPr>
          <a:xfrm>
            <a:off x="550531" y="2780857"/>
            <a:ext cx="2672564" cy="1921615"/>
            <a:chOff x="550531" y="2780857"/>
            <a:chExt cx="2672564" cy="1921615"/>
          </a:xfrm>
        </p:grpSpPr>
        <p:sp>
          <p:nvSpPr>
            <p:cNvPr id="3" name="TextBox 3">
              <a:extLst>
                <a:ext uri="{FF2B5EF4-FFF2-40B4-BE49-F238E27FC236}">
                  <a16:creationId xmlns:a16="http://schemas.microsoft.com/office/drawing/2014/main" id="{412D5FF7-B17A-419F-8C7F-E61E161E83EE}"/>
                </a:ext>
              </a:extLst>
            </p:cNvPr>
            <p:cNvSpPr txBox="1"/>
            <p:nvPr>
              <p:custDataLst>
                <p:tags r:id="rId11"/>
              </p:custDataLst>
            </p:nvPr>
          </p:nvSpPr>
          <p:spPr bwMode="auto">
            <a:xfrm>
              <a:off x="1125190" y="4333140"/>
              <a:ext cx="1750885" cy="369332"/>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r>
                <a:rPr lang="zh-CN" altLang="en-US" sz="1800">
                  <a:solidFill>
                    <a:srgbClr val="002060"/>
                  </a:solidFill>
                  <a:latin typeface="微软雅黑" panose="020B0503020204020204" pitchFamily="34" charset="-122"/>
                  <a:ea typeface="微软雅黑" panose="020B0503020204020204" pitchFamily="34" charset="-122"/>
                </a:rPr>
                <a:t>①跳远时助跑</a:t>
              </a:r>
            </a:p>
          </p:txBody>
        </p:sp>
        <p:pic>
          <p:nvPicPr>
            <p:cNvPr id="18" name="图片 17">
              <a:extLst>
                <a:ext uri="{FF2B5EF4-FFF2-40B4-BE49-F238E27FC236}">
                  <a16:creationId xmlns:a16="http://schemas.microsoft.com/office/drawing/2014/main" id="{33E23DD0-60EA-AF14-8669-E694A642D3FF}"/>
                </a:ext>
              </a:extLst>
            </p:cNvPr>
            <p:cNvPicPr>
              <a:picLocks noChangeAspect="1"/>
            </p:cNvPicPr>
            <p:nvPr>
              <p:custDataLst>
                <p:tags r:id="rId12"/>
              </p:custDataLst>
            </p:nvPr>
          </p:nvPicPr>
          <p:blipFill>
            <a:blip r:embed="rId17"/>
            <a:stretch>
              <a:fillRect/>
            </a:stretch>
          </p:blipFill>
          <p:spPr>
            <a:xfrm>
              <a:off x="550531" y="2780857"/>
              <a:ext cx="2672564" cy="1504317"/>
            </a:xfrm>
            <a:prstGeom prst="rect">
              <a:avLst/>
            </a:prstGeom>
          </p:spPr>
        </p:pic>
      </p:grpSp>
      <p:grpSp>
        <p:nvGrpSpPr>
          <p:cNvPr id="21" name="组合 20">
            <a:extLst>
              <a:ext uri="{FF2B5EF4-FFF2-40B4-BE49-F238E27FC236}">
                <a16:creationId xmlns:a16="http://schemas.microsoft.com/office/drawing/2014/main" id="{E4520DBC-7F60-82FF-9014-CD11AF7FC78B}"/>
              </a:ext>
            </a:extLst>
          </p:cNvPr>
          <p:cNvGrpSpPr/>
          <p:nvPr>
            <p:custDataLst>
              <p:tags r:id="rId7"/>
            </p:custDataLst>
          </p:nvPr>
        </p:nvGrpSpPr>
        <p:grpSpPr>
          <a:xfrm>
            <a:off x="3976958" y="2597803"/>
            <a:ext cx="1472986" cy="2102442"/>
            <a:chOff x="3976958" y="2597803"/>
            <a:chExt cx="1472986" cy="2102442"/>
          </a:xfrm>
        </p:grpSpPr>
        <p:sp>
          <p:nvSpPr>
            <p:cNvPr id="7" name="TextBox 4">
              <a:extLst>
                <a:ext uri="{FF2B5EF4-FFF2-40B4-BE49-F238E27FC236}">
                  <a16:creationId xmlns:a16="http://schemas.microsoft.com/office/drawing/2014/main" id="{0CA2E266-D08A-4118-94DE-4EB60917DD35}"/>
                </a:ext>
              </a:extLst>
            </p:cNvPr>
            <p:cNvSpPr txBox="1"/>
            <p:nvPr>
              <p:custDataLst>
                <p:tags r:id="rId9"/>
              </p:custDataLst>
            </p:nvPr>
          </p:nvSpPr>
          <p:spPr bwMode="auto">
            <a:xfrm>
              <a:off x="4076625" y="4330913"/>
              <a:ext cx="1373319" cy="369332"/>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r>
                <a:rPr lang="zh-CN" altLang="en-US" sz="1800">
                  <a:solidFill>
                    <a:srgbClr val="002060"/>
                  </a:solidFill>
                  <a:latin typeface="微软雅黑" panose="020B0503020204020204" pitchFamily="34" charset="-122"/>
                  <a:ea typeface="微软雅黑" panose="020B0503020204020204" pitchFamily="34" charset="-122"/>
                </a:rPr>
                <a:t>②掷篮球</a:t>
              </a:r>
            </a:p>
          </p:txBody>
        </p:sp>
        <p:pic>
          <p:nvPicPr>
            <p:cNvPr id="20" name="图片 19">
              <a:extLst>
                <a:ext uri="{FF2B5EF4-FFF2-40B4-BE49-F238E27FC236}">
                  <a16:creationId xmlns:a16="http://schemas.microsoft.com/office/drawing/2014/main" id="{605ED8E3-BA0E-CE77-E0F0-79DC4C58A7B1}"/>
                </a:ext>
              </a:extLst>
            </p:cNvPr>
            <p:cNvPicPr>
              <a:picLocks noChangeAspect="1"/>
            </p:cNvPicPr>
            <p:nvPr>
              <p:custDataLst>
                <p:tags r:id="rId10"/>
              </p:custDataLst>
            </p:nvPr>
          </p:nvPicPr>
          <p:blipFill>
            <a:blip r:embed="rId18"/>
            <a:stretch>
              <a:fillRect/>
            </a:stretch>
          </p:blipFill>
          <p:spPr>
            <a:xfrm>
              <a:off x="3976958" y="2597803"/>
              <a:ext cx="1289265" cy="1733110"/>
            </a:xfrm>
            <a:prstGeom prst="rect">
              <a:avLst/>
            </a:prstGeom>
          </p:spPr>
        </p:pic>
      </p:grpSp>
      <p:sp>
        <p:nvSpPr>
          <p:cNvPr id="2" name="文本框 1">
            <a:extLst>
              <a:ext uri="{FF2B5EF4-FFF2-40B4-BE49-F238E27FC236}">
                <a16:creationId xmlns:a16="http://schemas.microsoft.com/office/drawing/2014/main" id="{20B27333-130C-1F2A-5CE3-2DC28A562533}"/>
              </a:ext>
            </a:extLst>
          </p:cNvPr>
          <p:cNvSpPr txBox="1"/>
          <p:nvPr>
            <p:custDataLst>
              <p:tags r:id="rId8"/>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5390015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53"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p:cTn id="11" dur="750" fill="hold"/>
                                        <p:tgtEl>
                                          <p:spTgt spid="6">
                                            <p:txEl>
                                              <p:pRg st="1" end="1"/>
                                            </p:txEl>
                                          </p:spTgt>
                                        </p:tgtEl>
                                        <p:attrNameLst>
                                          <p:attrName>ppt_w</p:attrName>
                                        </p:attrNameLst>
                                      </p:cBhvr>
                                      <p:tavLst>
                                        <p:tav tm="0">
                                          <p:val>
                                            <p:fltVal val="0"/>
                                          </p:val>
                                        </p:tav>
                                        <p:tav tm="100000">
                                          <p:val>
                                            <p:strVal val="#ppt_w"/>
                                          </p:val>
                                        </p:tav>
                                      </p:tavLst>
                                    </p:anim>
                                    <p:anim calcmode="lin" valueType="num">
                                      <p:cBhvr>
                                        <p:cTn id="12" dur="75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13" dur="750"/>
                                        <p:tgtEl>
                                          <p:spTgt spid="6">
                                            <p:txEl>
                                              <p:pRg st="1" end="1"/>
                                            </p:txEl>
                                          </p:spTgt>
                                        </p:tgtEl>
                                      </p:cBhvr>
                                    </p:animEffect>
                                  </p:childTnLst>
                                </p:cTn>
                              </p:par>
                              <p:par>
                                <p:cTn id="14" presetID="1"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afterGroup">
                            <p:stCondLst>
                              <p:cond delay="0"/>
                            </p:stCondLst>
                            <p:childTnLst>
                              <p:par>
                                <p:cTn id="18" presetID="16" presetClass="entr" presetSubtype="37"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barn(outVertical)">
                                      <p:cBhvr>
                                        <p:cTn id="20" dur="500"/>
                                        <p:tgtEl>
                                          <p:spTgt spid="19"/>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16" presetClass="entr" presetSubtype="42"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outHorizontal)">
                                      <p:cBhvr>
                                        <p:cTn id="25" dur="500"/>
                                        <p:tgtEl>
                                          <p:spTgt spid="21"/>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1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8">
            <a:extLst>
              <a:ext uri="{FF2B5EF4-FFF2-40B4-BE49-F238E27FC236}">
                <a16:creationId xmlns:a16="http://schemas.microsoft.com/office/drawing/2014/main" id="{C7AE4CE0-EEF5-425D-B7D1-A138ACD36E25}"/>
              </a:ext>
            </a:extLst>
          </p:cNvPr>
          <p:cNvSpPr txBox="1">
            <a:spLocks noChangeArrowheads="1"/>
          </p:cNvSpPr>
          <p:nvPr>
            <p:custDataLst>
              <p:tags r:id="rId1"/>
            </p:custDataLst>
          </p:nvPr>
        </p:nvSpPr>
        <p:spPr bwMode="auto">
          <a:xfrm>
            <a:off x="864848" y="1680864"/>
            <a:ext cx="4219120" cy="2750048"/>
          </a:xfrm>
          <a:prstGeom prst="rect">
            <a:avLst/>
          </a:prstGeom>
          <a:no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indent="457200">
              <a:lnSpc>
                <a:spcPts val="3000"/>
              </a:lnSpc>
            </a:pPr>
            <a:r>
              <a:rPr lang="zh-CN" altLang="en-US" sz="2100">
                <a:solidFill>
                  <a:srgbClr val="002060"/>
                </a:solidFill>
                <a:latin typeface="微软雅黑" panose="020B0503020204020204" pitchFamily="34" charset="-122"/>
                <a:ea typeface="微软雅黑" panose="020B0503020204020204" pitchFamily="34" charset="-122"/>
              </a:rPr>
              <a:t> 行驶的车辆在遇到紧急情况下刹不住车，最主要的还是由于惯性。根据惯性知识可知，汽车刹车后，即使轮子不转了，但是汽车由于惯性，还会向前滑动一段距离，如果此时前面有物体离得太近，就会发生交通事故。</a:t>
            </a:r>
            <a:endParaRPr lang="en-US" altLang="zh-CN" sz="2100">
              <a:solidFill>
                <a:srgbClr val="002060"/>
              </a:solidFill>
              <a:latin typeface="微软雅黑" panose="020B0503020204020204" pitchFamily="34" charset="-122"/>
              <a:ea typeface="微软雅黑" panose="020B0503020204020204" pitchFamily="34" charset="-122"/>
            </a:endParaRPr>
          </a:p>
        </p:txBody>
      </p:sp>
      <p:sp>
        <p:nvSpPr>
          <p:cNvPr id="4" name="TextBox 8">
            <a:extLst>
              <a:ext uri="{FF2B5EF4-FFF2-40B4-BE49-F238E27FC236}">
                <a16:creationId xmlns:a16="http://schemas.microsoft.com/office/drawing/2014/main" id="{19384E2B-84A1-4FF9-9406-1331E7A755A1}"/>
              </a:ext>
            </a:extLst>
          </p:cNvPr>
          <p:cNvSpPr txBox="1">
            <a:spLocks noChangeArrowheads="1"/>
          </p:cNvSpPr>
          <p:nvPr>
            <p:custDataLst>
              <p:tags r:id="rId2"/>
            </p:custDataLst>
          </p:nvPr>
        </p:nvSpPr>
        <p:spPr bwMode="auto">
          <a:xfrm>
            <a:off x="476228" y="1227299"/>
            <a:ext cx="3435577" cy="428772"/>
          </a:xfrm>
          <a:prstGeom prst="rect">
            <a:avLst/>
          </a:prstGeom>
          <a:no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indent="457200">
              <a:lnSpc>
                <a:spcPts val="2800"/>
              </a:lnSpc>
            </a:pPr>
            <a:r>
              <a:rPr lang="zh-CN" altLang="en-US" sz="2200">
                <a:solidFill>
                  <a:srgbClr val="002060"/>
                </a:solidFill>
                <a:latin typeface="微软雅黑" panose="020B0503020204020204" pitchFamily="34" charset="-122"/>
                <a:ea typeface="微软雅黑" panose="020B0503020204020204" pitchFamily="34" charset="-122"/>
              </a:rPr>
              <a:t>①车辆碰撞原因</a:t>
            </a:r>
            <a:endParaRPr lang="en-US" altLang="zh-CN" sz="2200">
              <a:solidFill>
                <a:srgbClr val="00206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BDCBC590-46DB-447E-B3F5-CD3042331287}"/>
              </a:ext>
            </a:extLst>
          </p:cNvPr>
          <p:cNvSpPr/>
          <p:nvPr>
            <p:custDataLst>
              <p:tags r:id="rId3"/>
            </p:custDataLst>
          </p:nvPr>
        </p:nvSpPr>
        <p:spPr>
          <a:xfrm>
            <a:off x="674348" y="699888"/>
            <a:ext cx="5665492" cy="446276"/>
          </a:xfrm>
          <a:prstGeom prst="rect">
            <a:avLst/>
          </a:prstGeom>
        </p:spPr>
        <p:txBody>
          <a:bodyPr wrap="square">
            <a:spAutoFit/>
          </a:bodyPr>
          <a:lstStyle/>
          <a:p>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5. </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防止惯性的危害</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（以车辆为例分析）</a:t>
            </a:r>
            <a:endParaRPr lang="zh-CN" altLang="en-US" sz="180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F73AFEAE-6AD1-4CB0-9A6B-30CED9B2C72B}"/>
              </a:ext>
            </a:extLst>
          </p:cNvPr>
          <p:cNvPicPr>
            <a:picLocks noChangeAspect="1"/>
          </p:cNvPicPr>
          <p:nvPr>
            <p:custDataLst>
              <p:tags r:id="rId4"/>
            </p:custDataLst>
          </p:nvPr>
        </p:nvPicPr>
        <p:blipFill>
          <a:blip r:embed="rId8"/>
          <a:stretch>
            <a:fillRect/>
          </a:stretch>
        </p:blipFill>
        <p:spPr>
          <a:xfrm>
            <a:off x="5472588" y="1898563"/>
            <a:ext cx="3366464" cy="2314650"/>
          </a:xfrm>
          <a:prstGeom prst="rect">
            <a:avLst/>
          </a:prstGeom>
        </p:spPr>
      </p:pic>
      <p:sp>
        <p:nvSpPr>
          <p:cNvPr id="9" name="文本框 8">
            <a:extLst>
              <a:ext uri="{FF2B5EF4-FFF2-40B4-BE49-F238E27FC236}">
                <a16:creationId xmlns:a16="http://schemas.microsoft.com/office/drawing/2014/main" id="{C38A40FC-3876-E6A8-59F6-A09AFBDB043B}"/>
              </a:ext>
            </a:extLst>
          </p:cNvPr>
          <p:cNvSpPr txBox="1"/>
          <p:nvPr>
            <p:custDataLst>
              <p:tags r:id="rId5"/>
            </p:custDataLst>
          </p:nvPr>
        </p:nvSpPr>
        <p:spPr>
          <a:xfrm>
            <a:off x="571625" y="73681"/>
            <a:ext cx="2304450" cy="355675"/>
          </a:xfrm>
          <a:prstGeom prst="rect">
            <a:avLst/>
          </a:prstGeom>
          <a:noFill/>
        </p:spPr>
        <p:txBody>
          <a:bodyPr wrap="square" lIns="0" tIns="0" rIns="0" bIns="0" rtlCol="0">
            <a:spAutoFit/>
          </a:bodyPr>
          <a:lstStyle/>
          <a:p>
            <a:pPr fontAlgn="base">
              <a:lnSpc>
                <a:spcPct val="125000"/>
              </a:lnSpc>
            </a:pPr>
            <a:r>
              <a:rPr lang="zh-CN" altLang="en-US" sz="2000">
                <a:solidFill>
                  <a:schemeClr val="bg1"/>
                </a:solidFill>
                <a:latin typeface="微软雅黑" panose="020B0503020204020204" pitchFamily="34" charset="-122"/>
                <a:ea typeface="微软雅黑" panose="020B0503020204020204" pitchFamily="34" charset="-122"/>
              </a:rPr>
              <a:t>知识点三、惯性</a:t>
            </a:r>
            <a:endParaRPr lang="en-US" sz="2000">
              <a:solidFill>
                <a:schemeClr val="bg1"/>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509C9658-350C-928C-A1B7-8B03906277BF}"/>
              </a:ext>
            </a:extLst>
          </p:cNvPr>
          <p:cNvSpPr txBox="1"/>
          <p:nvPr>
            <p:custDataLst>
              <p:tags r:id="rId6"/>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259859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77C5474F-1647-1AD4-3CC9-19EBA1894225}"/>
              </a:ext>
            </a:extLst>
          </p:cNvPr>
          <p:cNvSpPr/>
          <p:nvPr>
            <p:custDataLst>
              <p:tags r:id="rId1"/>
            </p:custDataLst>
          </p:nvPr>
        </p:nvSpPr>
        <p:spPr>
          <a:xfrm>
            <a:off x="4373218" y="2687497"/>
            <a:ext cx="4511347" cy="1832935"/>
          </a:xfrm>
          <a:prstGeom prst="rect">
            <a:avLst/>
          </a:prstGeom>
          <a:solidFill>
            <a:srgbClr val="2EA2CF">
              <a:alpha val="37000"/>
            </a:srgbClr>
          </a:solidFill>
          <a:ln>
            <a:solidFill>
              <a:schemeClr val="accent1">
                <a:shade val="50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矩形 15">
            <a:extLst>
              <a:ext uri="{FF2B5EF4-FFF2-40B4-BE49-F238E27FC236}">
                <a16:creationId xmlns:a16="http://schemas.microsoft.com/office/drawing/2014/main" id="{08DA04E1-4FBF-DF43-E049-2EF7A6C76444}"/>
              </a:ext>
            </a:extLst>
          </p:cNvPr>
          <p:cNvSpPr/>
          <p:nvPr>
            <p:custDataLst>
              <p:tags r:id="rId2"/>
            </p:custDataLst>
          </p:nvPr>
        </p:nvSpPr>
        <p:spPr>
          <a:xfrm>
            <a:off x="282294" y="2732387"/>
            <a:ext cx="4021808" cy="1832935"/>
          </a:xfrm>
          <a:prstGeom prst="rect">
            <a:avLst/>
          </a:prstGeom>
          <a:solidFill>
            <a:schemeClr val="accent1">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8">
            <a:extLst>
              <a:ext uri="{FF2B5EF4-FFF2-40B4-BE49-F238E27FC236}">
                <a16:creationId xmlns:a16="http://schemas.microsoft.com/office/drawing/2014/main" id="{20B56F9C-1A2E-4929-B87A-6FE9FEBE5C08}"/>
              </a:ext>
            </a:extLst>
          </p:cNvPr>
          <p:cNvSpPr txBox="1">
            <a:spLocks noChangeArrowheads="1"/>
          </p:cNvSpPr>
          <p:nvPr>
            <p:custDataLst>
              <p:tags r:id="rId3"/>
            </p:custDataLst>
          </p:nvPr>
        </p:nvSpPr>
        <p:spPr bwMode="auto">
          <a:xfrm>
            <a:off x="792824" y="1004375"/>
            <a:ext cx="7413916" cy="1499898"/>
          </a:xfrm>
          <a:prstGeom prst="rect">
            <a:avLst/>
          </a:prstGeom>
          <a:no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a:lnSpc>
                <a:spcPts val="2700"/>
              </a:lnSpc>
            </a:pP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为了人身安全，交通法规定：人们开车或坐车时，要系安全带，车辆安装安全气囊等。同时对车辆限速、限载，要求车辆保持车距，公交车启动时提醒乘客“站稳扶好”等，都是防止惯性可能给人带来的伤害。</a:t>
            </a:r>
          </a:p>
        </p:txBody>
      </p:sp>
      <p:sp>
        <p:nvSpPr>
          <p:cNvPr id="4" name="文本框 3">
            <a:extLst>
              <a:ext uri="{FF2B5EF4-FFF2-40B4-BE49-F238E27FC236}">
                <a16:creationId xmlns:a16="http://schemas.microsoft.com/office/drawing/2014/main" id="{242EA7D6-00EC-450D-993F-94268FD64891}"/>
              </a:ext>
            </a:extLst>
          </p:cNvPr>
          <p:cNvSpPr txBox="1"/>
          <p:nvPr>
            <p:custDataLst>
              <p:tags r:id="rId4"/>
            </p:custDataLst>
          </p:nvPr>
        </p:nvSpPr>
        <p:spPr>
          <a:xfrm>
            <a:off x="770208" y="610368"/>
            <a:ext cx="2011091" cy="430887"/>
          </a:xfrm>
          <a:prstGeom prst="rect">
            <a:avLst/>
          </a:prstGeom>
          <a:noFill/>
        </p:spPr>
        <p:txBody>
          <a:bodyPr wrap="square">
            <a:spAutoFit/>
          </a:bodyPr>
          <a:lstStyle/>
          <a:p>
            <a:r>
              <a:rPr lang="zh-CN" altLang="en-US" sz="2200">
                <a:solidFill>
                  <a:srgbClr val="002060"/>
                </a:solidFill>
                <a:latin typeface="微软雅黑" panose="020B0503020204020204" pitchFamily="34" charset="-122"/>
                <a:ea typeface="微软雅黑" panose="020B0503020204020204" pitchFamily="34" charset="-122"/>
              </a:rPr>
              <a:t> ②防范措施</a:t>
            </a:r>
            <a:endParaRPr lang="zh-CN" altLang="en-US" sz="2200"/>
          </a:p>
        </p:txBody>
      </p:sp>
      <p:sp>
        <p:nvSpPr>
          <p:cNvPr id="5" name="TextBox 35">
            <a:extLst>
              <a:ext uri="{FF2B5EF4-FFF2-40B4-BE49-F238E27FC236}">
                <a16:creationId xmlns:a16="http://schemas.microsoft.com/office/drawing/2014/main" id="{DBF82DE0-E4AE-491E-8140-92816CE3FA50}"/>
              </a:ext>
            </a:extLst>
          </p:cNvPr>
          <p:cNvSpPr txBox="1"/>
          <p:nvPr>
            <p:custDataLst>
              <p:tags r:id="rId5"/>
            </p:custDataLst>
          </p:nvPr>
        </p:nvSpPr>
        <p:spPr bwMode="auto">
          <a:xfrm>
            <a:off x="282294" y="3025021"/>
            <a:ext cx="1979281" cy="1301447"/>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nSpc>
                <a:spcPts val="2400"/>
              </a:lnSpc>
              <a:defRPr/>
            </a:pPr>
            <a:r>
              <a:rPr lang="zh-CN" altLang="en-US" sz="1800">
                <a:solidFill>
                  <a:schemeClr val="tx1"/>
                </a:solidFill>
                <a:latin typeface="微软雅黑" panose="020B0503020204020204" pitchFamily="34" charset="-122"/>
                <a:ea typeface="微软雅黑" panose="020B0503020204020204" pitchFamily="34" charset="-122"/>
                <a:cs typeface="Arial"/>
              </a:rPr>
              <a:t>汽车发生碰撞时，安全带把人固定在坐椅子上，防止飞出车外。</a:t>
            </a:r>
          </a:p>
        </p:txBody>
      </p:sp>
      <p:sp>
        <p:nvSpPr>
          <p:cNvPr id="9" name="TextBox 35">
            <a:extLst>
              <a:ext uri="{FF2B5EF4-FFF2-40B4-BE49-F238E27FC236}">
                <a16:creationId xmlns:a16="http://schemas.microsoft.com/office/drawing/2014/main" id="{A6862C81-4264-4AFA-8A48-2E4A1A711187}"/>
              </a:ext>
            </a:extLst>
          </p:cNvPr>
          <p:cNvSpPr txBox="1"/>
          <p:nvPr>
            <p:custDataLst>
              <p:tags r:id="rId6"/>
            </p:custDataLst>
          </p:nvPr>
        </p:nvSpPr>
        <p:spPr bwMode="auto">
          <a:xfrm>
            <a:off x="7035953" y="2849219"/>
            <a:ext cx="1848613" cy="1609223"/>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nSpc>
                <a:spcPts val="2400"/>
              </a:lnSpc>
              <a:defRPr/>
            </a:pPr>
            <a:r>
              <a:rPr lang="zh-CN" altLang="en-US" sz="1800">
                <a:solidFill>
                  <a:schemeClr val="tx1"/>
                </a:solidFill>
                <a:latin typeface="微软雅黑" panose="020B0503020204020204" pitchFamily="34" charset="-122"/>
                <a:ea typeface="微软雅黑" panose="020B0503020204020204" pitchFamily="34" charset="-122"/>
                <a:cs typeface="Arial"/>
              </a:rPr>
              <a:t>汽车发生碰撞时，</a:t>
            </a:r>
            <a:r>
              <a:rPr lang="zh-CN" altLang="en-US" sz="1800">
                <a:solidFill>
                  <a:schemeClr val="tx1"/>
                </a:solidFill>
                <a:latin typeface="微软雅黑" panose="020B0503020204020204" pitchFamily="34" charset="-122"/>
                <a:ea typeface="微软雅黑" panose="020B0503020204020204" pitchFamily="34" charset="-122"/>
              </a:rPr>
              <a:t>安全气囊会</a:t>
            </a:r>
            <a:r>
              <a:rPr lang="zh-CN" altLang="en-US" sz="1800">
                <a:solidFill>
                  <a:schemeClr val="tx1"/>
                </a:solidFill>
                <a:latin typeface="微软雅黑" panose="020B0503020204020204" pitchFamily="34" charset="-122"/>
                <a:ea typeface="微软雅黑" panose="020B0503020204020204" pitchFamily="34" charset="-122"/>
                <a:cs typeface="Arial"/>
              </a:rPr>
              <a:t>打开，保护人体与方向盘等部件撞击造成的伤害。</a:t>
            </a:r>
          </a:p>
        </p:txBody>
      </p:sp>
      <p:cxnSp>
        <p:nvCxnSpPr>
          <p:cNvPr id="11" name="直接连接符 10">
            <a:extLst>
              <a:ext uri="{FF2B5EF4-FFF2-40B4-BE49-F238E27FC236}">
                <a16:creationId xmlns:a16="http://schemas.microsoft.com/office/drawing/2014/main" id="{85F97645-3023-475A-9643-E7DF1B6A5119}"/>
              </a:ext>
            </a:extLst>
          </p:cNvPr>
          <p:cNvCxnSpPr/>
          <p:nvPr>
            <p:custDataLst>
              <p:tags r:id="rId7"/>
            </p:custDataLst>
          </p:nvPr>
        </p:nvCxnSpPr>
        <p:spPr>
          <a:xfrm flipH="1">
            <a:off x="235259" y="2551532"/>
            <a:ext cx="8673482" cy="13868"/>
          </a:xfrm>
          <a:prstGeom prst="line">
            <a:avLst/>
          </a:prstGeom>
          <a:ln>
            <a:solidFill>
              <a:srgbClr val="131426"/>
            </a:solidFill>
            <a:prstDash val="lgDash"/>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9E46E08E-6EC0-E117-2004-7CBE8E99FFD0}"/>
              </a:ext>
            </a:extLst>
          </p:cNvPr>
          <p:cNvSpPr txBox="1"/>
          <p:nvPr>
            <p:custDataLst>
              <p:tags r:id="rId8"/>
            </p:custDataLst>
          </p:nvPr>
        </p:nvSpPr>
        <p:spPr>
          <a:xfrm>
            <a:off x="571625" y="73681"/>
            <a:ext cx="2304450" cy="355675"/>
          </a:xfrm>
          <a:prstGeom prst="rect">
            <a:avLst/>
          </a:prstGeom>
          <a:noFill/>
        </p:spPr>
        <p:txBody>
          <a:bodyPr wrap="square" lIns="0" tIns="0" rIns="0" bIns="0" rtlCol="0">
            <a:spAutoFit/>
          </a:bodyPr>
          <a:lstStyle/>
          <a:p>
            <a:pPr fontAlgn="base">
              <a:lnSpc>
                <a:spcPct val="125000"/>
              </a:lnSpc>
            </a:pPr>
            <a:r>
              <a:rPr lang="zh-CN" altLang="en-US" sz="2000">
                <a:solidFill>
                  <a:schemeClr val="bg1"/>
                </a:solidFill>
                <a:latin typeface="微软雅黑" panose="020B0503020204020204" pitchFamily="34" charset="-122"/>
                <a:ea typeface="微软雅黑" panose="020B0503020204020204" pitchFamily="34" charset="-122"/>
              </a:rPr>
              <a:t>知识点三、惯性</a:t>
            </a:r>
            <a:endParaRPr lang="en-US" sz="2000">
              <a:solidFill>
                <a:schemeClr val="bg1"/>
              </a:solidFill>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a16="http://schemas.microsoft.com/office/drawing/2014/main" id="{00B73EDF-8B86-C582-716B-8EDB6CCEE2D7}"/>
              </a:ext>
            </a:extLst>
          </p:cNvPr>
          <p:cNvPicPr>
            <a:picLocks noChangeAspect="1"/>
          </p:cNvPicPr>
          <p:nvPr>
            <p:custDataLst>
              <p:tags r:id="rId9"/>
            </p:custDataLst>
          </p:nvPr>
        </p:nvPicPr>
        <p:blipFill>
          <a:blip r:embed="rId13"/>
          <a:stretch>
            <a:fillRect/>
          </a:stretch>
        </p:blipFill>
        <p:spPr>
          <a:xfrm>
            <a:off x="2083491" y="2758158"/>
            <a:ext cx="2197930" cy="1769894"/>
          </a:xfrm>
          <a:prstGeom prst="rect">
            <a:avLst/>
          </a:prstGeom>
        </p:spPr>
      </p:pic>
      <p:pic>
        <p:nvPicPr>
          <p:cNvPr id="15" name="图片 14">
            <a:extLst>
              <a:ext uri="{FF2B5EF4-FFF2-40B4-BE49-F238E27FC236}">
                <a16:creationId xmlns:a16="http://schemas.microsoft.com/office/drawing/2014/main" id="{F8454F0C-62E9-2970-3954-AF41A88E2A2B}"/>
              </a:ext>
            </a:extLst>
          </p:cNvPr>
          <p:cNvPicPr>
            <a:picLocks noChangeAspect="1"/>
          </p:cNvPicPr>
          <p:nvPr>
            <p:custDataLst>
              <p:tags r:id="rId10"/>
            </p:custDataLst>
          </p:nvPr>
        </p:nvPicPr>
        <p:blipFill>
          <a:blip r:embed="rId14"/>
          <a:stretch>
            <a:fillRect/>
          </a:stretch>
        </p:blipFill>
        <p:spPr>
          <a:xfrm>
            <a:off x="4350180" y="2786168"/>
            <a:ext cx="2639695" cy="1779154"/>
          </a:xfrm>
          <a:prstGeom prst="rect">
            <a:avLst/>
          </a:prstGeom>
          <a:effectLst>
            <a:softEdge rad="31750"/>
          </a:effectLst>
        </p:spPr>
      </p:pic>
      <p:sp>
        <p:nvSpPr>
          <p:cNvPr id="2" name="文本框 1">
            <a:extLst>
              <a:ext uri="{FF2B5EF4-FFF2-40B4-BE49-F238E27FC236}">
                <a16:creationId xmlns:a16="http://schemas.microsoft.com/office/drawing/2014/main" id="{DAB8818E-F261-C2DD-28E3-39F62072B295}"/>
              </a:ext>
            </a:extLst>
          </p:cNvPr>
          <p:cNvSpPr txBox="1"/>
          <p:nvPr>
            <p:custDataLst>
              <p:tags r:id="rId11"/>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0560752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afterGroup">
                            <p:stCondLst>
                              <p:cond delay="0"/>
                            </p:stCondLst>
                            <p:childTnLst>
                              <p:par>
                                <p:cTn id="13" presetID="9"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dissolve">
                                      <p:cBhvr>
                                        <p:cTn id="15" dur="500"/>
                                        <p:tgtEl>
                                          <p:spTgt spid="1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dissolve">
                                      <p:cBhvr>
                                        <p:cTn id="21" dur="500"/>
                                        <p:tgtEl>
                                          <p:spTgt spid="16"/>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blinds(horizontal)">
                                      <p:cBhvr>
                                        <p:cTn id="26" dur="500"/>
                                        <p:tgtEl>
                                          <p:spTgt spid="1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P spid="3" grpId="0"/>
      <p:bldP spid="5"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7E5CEFA-6612-8E46-F0CA-075DAD5BD195}"/>
              </a:ext>
            </a:extLst>
          </p:cNvPr>
          <p:cNvSpPr txBox="1"/>
          <p:nvPr>
            <p:custDataLst>
              <p:tags r:id="rId1"/>
            </p:custDataLst>
          </p:nvPr>
        </p:nvSpPr>
        <p:spPr>
          <a:xfrm>
            <a:off x="213359" y="587735"/>
            <a:ext cx="8554721" cy="2365328"/>
          </a:xfrm>
          <a:prstGeom prst="rect">
            <a:avLst/>
          </a:prstGeom>
          <a:noFill/>
        </p:spPr>
        <p:txBody>
          <a:bodyPr wrap="square">
            <a:spAutoFit/>
          </a:bodyPr>
          <a:lstStyle/>
          <a:p>
            <a:pPr marL="0" marR="0" lvl="0" indent="457200" algn="l" defTabSz="685160" rtl="0" eaLnBrk="1" fontAlgn="auto" latinLnBrk="0" hangingPunct="1">
              <a:lnSpc>
                <a:spcPts val="3000"/>
              </a:lnSpc>
              <a:spcBef>
                <a:spcPct val="0"/>
              </a:spcBef>
              <a:spcAft>
                <a:spcPct val="0"/>
              </a:spcAft>
              <a:buClrTx/>
              <a:buSzTx/>
              <a:buFontTx/>
              <a:buNone/>
              <a:defRPr/>
            </a:pPr>
            <a:r>
              <a:rPr kumimoji="0" lang="en-US" altLang="zh-CN" sz="2100" b="1" i="0" u="none" strike="noStrike" kern="1200" cap="none" spc="0" normalizeH="0" baseline="0" noProof="0">
                <a:ln>
                  <a:noFill/>
                </a:ln>
                <a:solidFill>
                  <a:srgbClr val="002060"/>
                </a:solidFill>
                <a:effectLst/>
                <a:uLnTx/>
                <a:uFillTx/>
                <a:latin typeface="Times New Roman"/>
                <a:ea typeface="微软雅黑"/>
                <a:cs typeface="+mn-cs"/>
              </a:rPr>
              <a:t>【</a:t>
            </a:r>
            <a:r>
              <a:rPr kumimoji="0" lang="zh-CN" altLang="en-US" sz="2100" b="1" i="0" u="none" strike="noStrike" kern="1200" cap="none" spc="0" normalizeH="0" baseline="0" noProof="0">
                <a:ln>
                  <a:noFill/>
                </a:ln>
                <a:solidFill>
                  <a:srgbClr val="002060"/>
                </a:solidFill>
                <a:effectLst/>
                <a:uLnTx/>
                <a:uFillTx/>
                <a:latin typeface="Times New Roman"/>
                <a:ea typeface="微软雅黑"/>
                <a:cs typeface="+mn-cs"/>
              </a:rPr>
              <a:t>例题</a:t>
            </a:r>
            <a:r>
              <a:rPr kumimoji="0" lang="en-US" altLang="zh-CN" sz="2100" b="1" i="0" u="none" strike="noStrike" kern="1200" cap="none" spc="0" normalizeH="0" baseline="0" noProof="0">
                <a:ln>
                  <a:noFill/>
                </a:ln>
                <a:solidFill>
                  <a:srgbClr val="002060"/>
                </a:solidFill>
                <a:effectLst/>
                <a:uLnTx/>
                <a:uFillTx/>
                <a:latin typeface="Times New Roman"/>
                <a:ea typeface="微软雅黑"/>
                <a:cs typeface="+mn-cs"/>
              </a:rPr>
              <a:t>1】</a:t>
            </a:r>
            <a:r>
              <a:rPr kumimoji="0" lang="zh-CN" altLang="en-US" sz="2100" b="0" i="0" u="none" strike="noStrike" kern="1200" cap="none" spc="0" normalizeH="0" baseline="0" noProof="0">
                <a:ln>
                  <a:noFill/>
                </a:ln>
                <a:solidFill>
                  <a:srgbClr val="002060"/>
                </a:solidFill>
                <a:effectLst/>
                <a:uLnTx/>
                <a:uFillTx/>
                <a:latin typeface="Times New Roman"/>
                <a:ea typeface="微软雅黑"/>
                <a:cs typeface="+mn-cs"/>
              </a:rPr>
              <a:t>如图所示是探究阻力对物体运动的影响的实验，下列有关叙述正确的是（　　）</a:t>
            </a:r>
          </a:p>
          <a:p>
            <a:pPr marL="0" marR="0" lvl="0" indent="457200" algn="l" defTabSz="685160" rtl="0" eaLnBrk="1" fontAlgn="auto" latinLnBrk="0" hangingPunct="1">
              <a:lnSpc>
                <a:spcPts val="3000"/>
              </a:lnSpc>
              <a:spcBef>
                <a:spcPct val="0"/>
              </a:spcBef>
              <a:spcAft>
                <a:spcPct val="0"/>
              </a:spcAft>
              <a:buClrTx/>
              <a:buSzTx/>
              <a:buFontTx/>
              <a:buNone/>
              <a:defRPr/>
            </a:pPr>
            <a:r>
              <a:rPr kumimoji="0" lang="zh-CN" altLang="en-US" sz="2100" b="0" i="0" u="none" strike="noStrike" kern="1200" cap="none" spc="0" normalizeH="0" baseline="0" noProof="0">
                <a:ln>
                  <a:noFill/>
                </a:ln>
                <a:solidFill>
                  <a:srgbClr val="002060"/>
                </a:solidFill>
                <a:effectLst/>
                <a:uLnTx/>
                <a:uFillTx/>
                <a:latin typeface="Times New Roman"/>
                <a:ea typeface="微软雅黑"/>
                <a:cs typeface="+mn-cs"/>
              </a:rPr>
              <a:t>①实验时小车可以从斜面上的任何位置开始下滑</a:t>
            </a:r>
          </a:p>
          <a:p>
            <a:pPr marL="0" marR="0" lvl="0" indent="457200" algn="l" defTabSz="685160" rtl="0" eaLnBrk="1" fontAlgn="auto" latinLnBrk="0" hangingPunct="1">
              <a:lnSpc>
                <a:spcPts val="3000"/>
              </a:lnSpc>
              <a:spcBef>
                <a:spcPct val="0"/>
              </a:spcBef>
              <a:spcAft>
                <a:spcPct val="0"/>
              </a:spcAft>
              <a:buClrTx/>
              <a:buSzTx/>
              <a:buFontTx/>
              <a:buNone/>
              <a:defRPr/>
            </a:pPr>
            <a:r>
              <a:rPr kumimoji="0" lang="zh-CN" altLang="en-US" sz="2100" b="0" i="0" u="none" strike="noStrike" kern="1200" cap="none" spc="0" normalizeH="0" baseline="0" noProof="0">
                <a:ln>
                  <a:noFill/>
                </a:ln>
                <a:solidFill>
                  <a:srgbClr val="002060"/>
                </a:solidFill>
                <a:effectLst/>
                <a:uLnTx/>
                <a:uFillTx/>
                <a:latin typeface="Times New Roman"/>
                <a:ea typeface="微软雅黑"/>
                <a:cs typeface="+mn-cs"/>
              </a:rPr>
              <a:t>②实验中运动的小车会停下来，说明物体的运动需要力来维持</a:t>
            </a:r>
          </a:p>
          <a:p>
            <a:pPr marL="0" marR="0" lvl="0" indent="457200" algn="l" defTabSz="685160" rtl="0" eaLnBrk="1" fontAlgn="auto" latinLnBrk="0" hangingPunct="1">
              <a:lnSpc>
                <a:spcPts val="3000"/>
              </a:lnSpc>
              <a:spcBef>
                <a:spcPct val="0"/>
              </a:spcBef>
              <a:spcAft>
                <a:spcPct val="0"/>
              </a:spcAft>
              <a:buClrTx/>
              <a:buSzTx/>
              <a:buFontTx/>
              <a:buNone/>
              <a:defRPr/>
            </a:pPr>
            <a:r>
              <a:rPr kumimoji="0" lang="zh-CN" altLang="en-US" sz="2100" b="0" i="0" u="none" strike="noStrike" kern="1200" cap="none" spc="0" normalizeH="0" baseline="0" noProof="0">
                <a:ln>
                  <a:noFill/>
                </a:ln>
                <a:solidFill>
                  <a:srgbClr val="002060"/>
                </a:solidFill>
                <a:effectLst/>
                <a:uLnTx/>
                <a:uFillTx/>
                <a:latin typeface="Times New Roman"/>
                <a:ea typeface="微软雅黑"/>
                <a:cs typeface="+mn-cs"/>
              </a:rPr>
              <a:t>③实验表明，小车受到的阻力越小，运动的距离越远</a:t>
            </a:r>
          </a:p>
          <a:p>
            <a:pPr marL="0" marR="0" lvl="0" indent="457200" algn="l" defTabSz="685160" rtl="0" eaLnBrk="1" fontAlgn="auto" latinLnBrk="0" hangingPunct="1">
              <a:lnSpc>
                <a:spcPts val="3000"/>
              </a:lnSpc>
              <a:spcBef>
                <a:spcPct val="0"/>
              </a:spcBef>
              <a:spcAft>
                <a:spcPct val="0"/>
              </a:spcAft>
              <a:buClrTx/>
              <a:buSzTx/>
              <a:buFontTx/>
              <a:buNone/>
              <a:defRPr/>
            </a:pPr>
            <a:r>
              <a:rPr kumimoji="0" lang="zh-CN" altLang="en-US" sz="2100" b="0" i="0" u="none" strike="noStrike" kern="1200" cap="none" spc="0" normalizeH="0" baseline="0" noProof="0">
                <a:ln>
                  <a:noFill/>
                </a:ln>
                <a:solidFill>
                  <a:srgbClr val="002060"/>
                </a:solidFill>
                <a:effectLst/>
                <a:uLnTx/>
                <a:uFillTx/>
                <a:latin typeface="Times New Roman"/>
                <a:ea typeface="微软雅黑"/>
                <a:cs typeface="+mn-cs"/>
              </a:rPr>
              <a:t>④根据以上实验现象进一步推理抽象概括可以得出牛顿第一定律</a:t>
            </a:r>
          </a:p>
        </p:txBody>
      </p:sp>
      <p:sp>
        <p:nvSpPr>
          <p:cNvPr id="5" name="文本框 4">
            <a:extLst>
              <a:ext uri="{FF2B5EF4-FFF2-40B4-BE49-F238E27FC236}">
                <a16:creationId xmlns:a16="http://schemas.microsoft.com/office/drawing/2014/main" id="{87C94D3E-3CD3-100D-3706-2A8BCDCDAE19}"/>
              </a:ext>
            </a:extLst>
          </p:cNvPr>
          <p:cNvSpPr txBox="1"/>
          <p:nvPr>
            <p:custDataLst>
              <p:tags r:id="rId2"/>
            </p:custDataLst>
          </p:nvPr>
        </p:nvSpPr>
        <p:spPr>
          <a:xfrm>
            <a:off x="1068371" y="3067908"/>
            <a:ext cx="3820160" cy="1043747"/>
          </a:xfrm>
          <a:prstGeom prst="rect">
            <a:avLst/>
          </a:prstGeom>
          <a:noFill/>
        </p:spPr>
        <p:txBody>
          <a:bodyPr wrap="square">
            <a:spAutoFit/>
          </a:bodyPr>
          <a:lstStyle/>
          <a:p>
            <a:pPr marL="0" marR="0" lvl="0" indent="173355" algn="l" defTabSz="685160" rtl="0" eaLnBrk="1" fontAlgn="auto" latinLnBrk="0" hangingPunct="1">
              <a:lnSpc>
                <a:spcPct val="150000"/>
              </a:lnSpc>
              <a:spcBef>
                <a:spcPct val="0"/>
              </a:spcBef>
              <a:spcAft>
                <a:spcPct val="0"/>
              </a:spcAft>
              <a:buClrTx/>
              <a:buSzTx/>
              <a:buFontTx/>
              <a:buNone/>
              <a:tabLst>
                <a:tab pos="1460500" algn="l"/>
                <a:tab pos="2794000" algn="l"/>
                <a:tab pos="4064000" algn="l"/>
              </a:tabLst>
              <a:defRPr/>
            </a:pPr>
            <a:r>
              <a:rPr kumimoji="0" lang="en-US" altLang="zh-CN" sz="2200" b="0" i="0" u="none" strike="noStrike" kern="100" cap="none" spc="0" normalizeH="0" baseline="0" noProof="0">
                <a:ln>
                  <a:noFill/>
                </a:ln>
                <a:solidFill>
                  <a:prstClr val="black"/>
                </a:solidFill>
                <a:effectLst/>
                <a:uLnTx/>
                <a:uFillTx/>
                <a:latin typeface="Times New Roman"/>
                <a:ea typeface="新宋体" panose="02010609030101010101" pitchFamily="49" charset="-122"/>
                <a:cs typeface="Times New Roman" panose="02020603050405020304" pitchFamily="18" charset="0"/>
              </a:rPr>
              <a:t>A</a:t>
            </a:r>
            <a:r>
              <a:rPr kumimoji="0" lang="zh-CN" altLang="zh-CN" sz="2200" b="0" i="0" u="none" strike="noStrike" kern="100" cap="none" spc="0" normalizeH="0" baseline="0" noProof="0">
                <a:ln>
                  <a:noFill/>
                </a:ln>
                <a:solidFill>
                  <a:prstClr val="black"/>
                </a:solidFill>
                <a:effectLst/>
                <a:uLnTx/>
                <a:uFillTx/>
                <a:latin typeface="Times New Roman"/>
                <a:ea typeface="新宋体" panose="02010609030101010101" pitchFamily="49" charset="-122"/>
                <a:cs typeface="Times New Roman" panose="02020603050405020304" pitchFamily="18" charset="0"/>
              </a:rPr>
              <a:t>．</a:t>
            </a:r>
            <a:r>
              <a:rPr kumimoji="0" lang="en-US" altLang="zh-CN" sz="2200" b="0" i="0" u="none" strike="noStrike" kern="100" cap="none" spc="0" normalizeH="0" baseline="0" noProof="0">
                <a:ln>
                  <a:noFill/>
                </a:ln>
                <a:solidFill>
                  <a:prstClr val="black"/>
                </a:solidFill>
                <a:effectLst/>
                <a:uLnTx/>
                <a:uFillTx/>
                <a:latin typeface="Times New Roman"/>
                <a:ea typeface="Cambria Math" panose="02040503050406030204" pitchFamily="18" charset="0"/>
                <a:cs typeface="Times New Roman" panose="02020603050405020304" pitchFamily="18" charset="0"/>
              </a:rPr>
              <a:t>①③</a:t>
            </a:r>
            <a:r>
              <a:rPr kumimoji="0" lang="en-US" altLang="zh-CN" sz="2200" b="0" i="0" u="none" strike="noStrike" kern="100" cap="none" spc="0" normalizeH="0" baseline="0" noProof="0">
                <a:ln>
                  <a:noFill/>
                </a:ln>
                <a:solidFill>
                  <a:prstClr val="black"/>
                </a:solidFill>
                <a:effectLst/>
                <a:uLnTx/>
                <a:uFillTx/>
                <a:latin typeface="Times New Roman"/>
                <a:ea typeface="宋体" panose="02010600030101010101" pitchFamily="2" charset="-122"/>
                <a:cs typeface="Times New Roman" panose="02020603050405020304" pitchFamily="18" charset="0"/>
              </a:rPr>
              <a:t>	  </a:t>
            </a:r>
            <a:r>
              <a:rPr kumimoji="0" lang="en-US" altLang="zh-CN" sz="2200" b="0" i="0" u="none" strike="noStrike" kern="100" cap="none" spc="0" normalizeH="0" baseline="0" noProof="0">
                <a:ln>
                  <a:noFill/>
                </a:ln>
                <a:solidFill>
                  <a:prstClr val="black"/>
                </a:solidFill>
                <a:effectLst/>
                <a:uLnTx/>
                <a:uFillTx/>
                <a:latin typeface="Times New Roman"/>
                <a:ea typeface="新宋体" panose="02010609030101010101" pitchFamily="49" charset="-122"/>
                <a:cs typeface="Times New Roman" panose="02020603050405020304" pitchFamily="18" charset="0"/>
              </a:rPr>
              <a:t>B</a:t>
            </a:r>
            <a:r>
              <a:rPr kumimoji="0" lang="zh-CN" altLang="zh-CN" sz="2200" b="0" i="0" u="none" strike="noStrike" kern="100" cap="none" spc="0" normalizeH="0" baseline="0" noProof="0">
                <a:ln>
                  <a:noFill/>
                </a:ln>
                <a:solidFill>
                  <a:prstClr val="black"/>
                </a:solidFill>
                <a:effectLst/>
                <a:uLnTx/>
                <a:uFillTx/>
                <a:latin typeface="Times New Roman"/>
                <a:ea typeface="新宋体" panose="02010609030101010101" pitchFamily="49" charset="-122"/>
                <a:cs typeface="Times New Roman" panose="02020603050405020304" pitchFamily="18" charset="0"/>
              </a:rPr>
              <a:t>．</a:t>
            </a:r>
            <a:r>
              <a:rPr kumimoji="0" lang="en-US" altLang="zh-CN" sz="2200" b="0" i="0" u="none" strike="noStrike" kern="100" cap="none" spc="0" normalizeH="0" baseline="0" noProof="0">
                <a:ln>
                  <a:noFill/>
                </a:ln>
                <a:solidFill>
                  <a:prstClr val="black"/>
                </a:solidFill>
                <a:effectLst/>
                <a:uLnTx/>
                <a:uFillTx/>
                <a:latin typeface="Times New Roman"/>
                <a:ea typeface="Cambria Math" panose="02040503050406030204" pitchFamily="18" charset="0"/>
                <a:cs typeface="Times New Roman" panose="02020603050405020304" pitchFamily="18" charset="0"/>
              </a:rPr>
              <a:t>③④</a:t>
            </a:r>
            <a:endParaRPr lang="en-US" altLang="zh-CN" sz="2200" kern="100">
              <a:solidFill>
                <a:prstClr val="black"/>
              </a:solidFill>
              <a:latin typeface="Times New Roman"/>
              <a:ea typeface="宋体" panose="02010600030101010101" pitchFamily="2" charset="-122"/>
              <a:cs typeface="Times New Roman" panose="02020603050405020304" pitchFamily="18" charset="0"/>
            </a:endParaRPr>
          </a:p>
          <a:p>
            <a:pPr marL="0" marR="0" lvl="0" indent="173355" algn="l" defTabSz="685160" rtl="0" eaLnBrk="1" fontAlgn="auto" latinLnBrk="0" hangingPunct="1">
              <a:lnSpc>
                <a:spcPct val="150000"/>
              </a:lnSpc>
              <a:spcBef>
                <a:spcPct val="0"/>
              </a:spcBef>
              <a:spcAft>
                <a:spcPct val="0"/>
              </a:spcAft>
              <a:buClrTx/>
              <a:buSzTx/>
              <a:buFontTx/>
              <a:buNone/>
              <a:tabLst>
                <a:tab pos="1460500" algn="l"/>
                <a:tab pos="2794000" algn="l"/>
                <a:tab pos="4064000" algn="l"/>
              </a:tabLst>
              <a:defRPr/>
            </a:pPr>
            <a:r>
              <a:rPr kumimoji="0" lang="en-US" altLang="zh-CN" sz="2200" b="0" i="0" u="none" strike="noStrike" kern="100" cap="none" spc="0" normalizeH="0" baseline="0" noProof="0">
                <a:ln>
                  <a:noFill/>
                </a:ln>
                <a:solidFill>
                  <a:prstClr val="black"/>
                </a:solidFill>
                <a:effectLst/>
                <a:uLnTx/>
                <a:uFillTx/>
                <a:latin typeface="Times New Roman"/>
                <a:ea typeface="新宋体" panose="02010609030101010101" pitchFamily="49" charset="-122"/>
                <a:cs typeface="Times New Roman" panose="02020603050405020304" pitchFamily="18" charset="0"/>
              </a:rPr>
              <a:t>C</a:t>
            </a:r>
            <a:r>
              <a:rPr kumimoji="0" lang="zh-CN" altLang="zh-CN" sz="2200" b="0" i="0" u="none" strike="noStrike" kern="100" cap="none" spc="0" normalizeH="0" baseline="0" noProof="0">
                <a:ln>
                  <a:noFill/>
                </a:ln>
                <a:solidFill>
                  <a:prstClr val="black"/>
                </a:solidFill>
                <a:effectLst/>
                <a:uLnTx/>
                <a:uFillTx/>
                <a:latin typeface="Times New Roman"/>
                <a:ea typeface="新宋体" panose="02010609030101010101" pitchFamily="49" charset="-122"/>
                <a:cs typeface="Times New Roman" panose="02020603050405020304" pitchFamily="18" charset="0"/>
              </a:rPr>
              <a:t>．</a:t>
            </a:r>
            <a:r>
              <a:rPr kumimoji="0" lang="en-US" altLang="zh-CN" sz="2200" b="0" i="0" u="none" strike="noStrike" kern="100" cap="none" spc="0" normalizeH="0" baseline="0" noProof="0">
                <a:ln>
                  <a:noFill/>
                </a:ln>
                <a:solidFill>
                  <a:prstClr val="black"/>
                </a:solidFill>
                <a:effectLst/>
                <a:uLnTx/>
                <a:uFillTx/>
                <a:latin typeface="Times New Roman"/>
                <a:ea typeface="Cambria Math" panose="02040503050406030204" pitchFamily="18" charset="0"/>
                <a:cs typeface="Times New Roman" panose="02020603050405020304" pitchFamily="18" charset="0"/>
              </a:rPr>
              <a:t>②③</a:t>
            </a:r>
            <a:r>
              <a:rPr kumimoji="0" lang="en-US" altLang="zh-CN" sz="2200" b="0" i="0" u="none" strike="noStrike" kern="100" cap="none" spc="0" normalizeH="0" baseline="0" noProof="0">
                <a:ln>
                  <a:noFill/>
                </a:ln>
                <a:solidFill>
                  <a:prstClr val="black"/>
                </a:solidFill>
                <a:effectLst/>
                <a:uLnTx/>
                <a:uFillTx/>
                <a:latin typeface="Times New Roman"/>
                <a:ea typeface="宋体" panose="02010600030101010101" pitchFamily="2" charset="-122"/>
                <a:cs typeface="Times New Roman" panose="02020603050405020304" pitchFamily="18" charset="0"/>
              </a:rPr>
              <a:t>	  </a:t>
            </a:r>
            <a:r>
              <a:rPr kumimoji="0" lang="en-US" altLang="zh-CN" sz="2200" b="0" i="0" u="none" strike="noStrike" kern="100" cap="none" spc="0" normalizeH="0" baseline="0" noProof="0">
                <a:ln>
                  <a:noFill/>
                </a:ln>
                <a:solidFill>
                  <a:prstClr val="black"/>
                </a:solidFill>
                <a:effectLst/>
                <a:uLnTx/>
                <a:uFillTx/>
                <a:latin typeface="Times New Roman"/>
                <a:ea typeface="新宋体" panose="02010609030101010101" pitchFamily="49" charset="-122"/>
                <a:cs typeface="Times New Roman" panose="02020603050405020304" pitchFamily="18" charset="0"/>
              </a:rPr>
              <a:t>D</a:t>
            </a:r>
            <a:r>
              <a:rPr kumimoji="0" lang="zh-CN" altLang="zh-CN" sz="2200" b="0" i="0" u="none" strike="noStrike" kern="100" cap="none" spc="0" normalizeH="0" baseline="0" noProof="0">
                <a:ln>
                  <a:noFill/>
                </a:ln>
                <a:solidFill>
                  <a:prstClr val="black"/>
                </a:solidFill>
                <a:effectLst/>
                <a:uLnTx/>
                <a:uFillTx/>
                <a:latin typeface="Times New Roman"/>
                <a:ea typeface="新宋体" panose="02010609030101010101" pitchFamily="49" charset="-122"/>
                <a:cs typeface="Times New Roman" panose="02020603050405020304" pitchFamily="18" charset="0"/>
              </a:rPr>
              <a:t>．</a:t>
            </a:r>
            <a:r>
              <a:rPr kumimoji="0" lang="en-US" altLang="zh-CN" sz="2200" b="0" i="0" u="none" strike="noStrike" kern="100" cap="none" spc="0" normalizeH="0" baseline="0" noProof="0">
                <a:ln>
                  <a:noFill/>
                </a:ln>
                <a:solidFill>
                  <a:prstClr val="black"/>
                </a:solidFill>
                <a:effectLst/>
                <a:uLnTx/>
                <a:uFillTx/>
                <a:latin typeface="Times New Roman"/>
                <a:ea typeface="Cambria Math" panose="02040503050406030204" pitchFamily="18" charset="0"/>
                <a:cs typeface="Times New Roman" panose="02020603050405020304" pitchFamily="18" charset="0"/>
              </a:rPr>
              <a:t>①②</a:t>
            </a:r>
            <a:endParaRPr kumimoji="0" lang="zh-CN" altLang="zh-CN" sz="2200" b="0" i="0" u="none" strike="noStrike" kern="100" cap="none" spc="0" normalizeH="0" baseline="0" noProof="0">
              <a:ln>
                <a:noFill/>
              </a:ln>
              <a:solidFill>
                <a:prstClr val="black"/>
              </a:solidFill>
              <a:effectLst/>
              <a:uLnTx/>
              <a:uFillTx/>
              <a:latin typeface="Times New Roman"/>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5EC5B229-96D4-0035-2533-BF6CF53E8ECC}"/>
              </a:ext>
            </a:extLst>
          </p:cNvPr>
          <p:cNvSpPr txBox="1"/>
          <p:nvPr>
            <p:custDataLst>
              <p:tags r:id="rId3"/>
            </p:custDataLst>
          </p:nvPr>
        </p:nvSpPr>
        <p:spPr>
          <a:xfrm>
            <a:off x="2189480" y="1019145"/>
            <a:ext cx="944880" cy="43088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000" b="0" i="0" u="none" strike="noStrike" kern="100" cap="none" spc="0" normalizeH="0" baseline="0" noProof="0">
                <a:ln>
                  <a:noFill/>
                </a:ln>
                <a:solidFill>
                  <a:srgbClr val="FF0000"/>
                </a:solidFill>
                <a:effectLst/>
                <a:uLnTx/>
                <a:uFillTx/>
                <a:latin typeface="Times New Roman"/>
                <a:ea typeface="宋体" panose="02010600030101010101" pitchFamily="2" charset="-122"/>
                <a:cs typeface="Times New Roman" panose="02020603050405020304" pitchFamily="18" charset="0"/>
              </a:rPr>
              <a:t> </a:t>
            </a:r>
            <a:r>
              <a:rPr kumimoji="0" lang="en-US" altLang="zh-CN" sz="2200" b="0" i="0" u="none" strike="noStrike" kern="100" cap="none" spc="0" normalizeH="0" baseline="0" noProof="0">
                <a:ln>
                  <a:noFill/>
                </a:ln>
                <a:solidFill>
                  <a:srgbClr val="C00000"/>
                </a:solidFill>
                <a:effectLst/>
                <a:uLnTx/>
                <a:uFillTx/>
                <a:latin typeface="Times New Roman"/>
                <a:ea typeface="新宋体" panose="02010609030101010101" pitchFamily="49" charset="-122"/>
                <a:cs typeface="Times New Roman" panose="02020603050405020304" pitchFamily="18" charset="0"/>
              </a:rPr>
              <a:t>B</a:t>
            </a:r>
            <a:endParaRPr kumimoji="0" lang="zh-CN" altLang="en-US" sz="2200" b="0" i="0" u="none" strike="noStrike" kern="1200" cap="none" spc="0" normalizeH="0" baseline="0" noProof="0">
              <a:ln>
                <a:noFill/>
              </a:ln>
              <a:solidFill>
                <a:srgbClr val="C00000"/>
              </a:solidFill>
              <a:effectLst/>
              <a:uLnTx/>
              <a:uFillTx/>
              <a:latin typeface="Times New Roman"/>
              <a:ea typeface="微软雅黑"/>
              <a:cs typeface="+mn-cs"/>
            </a:endParaRPr>
          </a:p>
        </p:txBody>
      </p:sp>
      <p:pic>
        <p:nvPicPr>
          <p:cNvPr id="6" name="图片 5">
            <a:extLst>
              <a:ext uri="{FF2B5EF4-FFF2-40B4-BE49-F238E27FC236}">
                <a16:creationId xmlns:a16="http://schemas.microsoft.com/office/drawing/2014/main" id="{D2864B1B-2D74-AC44-EFB0-BD8250E1236B}"/>
              </a:ext>
            </a:extLst>
          </p:cNvPr>
          <p:cNvPicPr>
            <a:picLocks noChangeAspect="1"/>
          </p:cNvPicPr>
          <p:nvPr>
            <p:custDataLst>
              <p:tags r:id="rId4"/>
            </p:custDataLst>
          </p:nvPr>
        </p:nvPicPr>
        <p:blipFill>
          <a:blip r:embed="rId8"/>
          <a:srcRect t="8837" r="14175" b="24249"/>
          <a:stretch>
            <a:fillRect/>
          </a:stretch>
        </p:blipFill>
        <p:spPr>
          <a:xfrm>
            <a:off x="435879" y="57836"/>
            <a:ext cx="1281918" cy="358987"/>
          </a:xfrm>
          <a:prstGeom prst="rect">
            <a:avLst/>
          </a:prstGeom>
        </p:spPr>
      </p:pic>
      <p:sp>
        <p:nvSpPr>
          <p:cNvPr id="9" name="文本框 8">
            <a:extLst>
              <a:ext uri="{FF2B5EF4-FFF2-40B4-BE49-F238E27FC236}">
                <a16:creationId xmlns:a16="http://schemas.microsoft.com/office/drawing/2014/main" id="{52DDCCCD-D5F8-04DE-A57B-F0BD5E9BFC10}"/>
              </a:ext>
            </a:extLst>
          </p:cNvPr>
          <p:cNvSpPr txBox="1"/>
          <p:nvPr>
            <p:custDataLst>
              <p:tags r:id="rId5"/>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牛顿第一定律</a:t>
            </a:r>
          </a:p>
        </p:txBody>
      </p:sp>
      <p:pic>
        <p:nvPicPr>
          <p:cNvPr id="16" name="图片 15">
            <a:extLst>
              <a:ext uri="{FF2B5EF4-FFF2-40B4-BE49-F238E27FC236}">
                <a16:creationId xmlns:a16="http://schemas.microsoft.com/office/drawing/2014/main" id="{7BA0A758-F661-608E-79EB-6B359D4056CE}"/>
              </a:ext>
            </a:extLst>
          </p:cNvPr>
          <p:cNvPicPr>
            <a:picLocks noChangeAspect="1"/>
          </p:cNvPicPr>
          <p:nvPr>
            <p:custDataLst>
              <p:tags r:id="rId6"/>
            </p:custDataLst>
          </p:nvPr>
        </p:nvPicPr>
        <p:blipFill>
          <a:blip r:embed="rId9">
            <a:extLst>
              <a:ext uri="{BEBA8EAE-BF5A-486C-A8C5-ECC9F3942E4B}">
                <a14:imgProps xmlns:a14="http://schemas.microsoft.com/office/drawing/2010/main">
                  <a14:imgLayer r:embed="rId10">
                    <a14:imgEffect>
                      <a14:sharpenSoften amount="25000"/>
                    </a14:imgEffect>
                  </a14:imgLayer>
                </a14:imgProps>
              </a:ext>
            </a:extLst>
          </a:blip>
          <a:stretch>
            <a:fillRect/>
          </a:stretch>
        </p:blipFill>
        <p:spPr>
          <a:xfrm>
            <a:off x="5373511" y="2997393"/>
            <a:ext cx="2219395" cy="1948234"/>
          </a:xfrm>
          <a:prstGeom prst="rect">
            <a:avLst/>
          </a:prstGeom>
        </p:spPr>
      </p:pic>
    </p:spTree>
    <p:extLst>
      <p:ext uri="{BB962C8B-B14F-4D97-AF65-F5344CB8AC3E}">
        <p14:creationId xmlns:p14="http://schemas.microsoft.com/office/powerpoint/2010/main" val="5733805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A454E04-B385-DDF6-3FFD-69D2C6730138}"/>
              </a:ext>
            </a:extLst>
          </p:cNvPr>
          <p:cNvGrpSpPr/>
          <p:nvPr>
            <p:custDataLst>
              <p:tags r:id="rId1"/>
            </p:custDataLst>
          </p:nvPr>
        </p:nvGrpSpPr>
        <p:grpSpPr>
          <a:xfrm>
            <a:off x="108373" y="3633188"/>
            <a:ext cx="8962298" cy="1353379"/>
            <a:chOff x="276531" y="2730594"/>
            <a:chExt cx="8794140" cy="2255973"/>
          </a:xfrm>
        </p:grpSpPr>
        <p:sp>
          <p:nvSpPr>
            <p:cNvPr id="6" name="矩形 37">
              <a:extLst>
                <a:ext uri="{FF2B5EF4-FFF2-40B4-BE49-F238E27FC236}">
                  <a16:creationId xmlns:a16="http://schemas.microsoft.com/office/drawing/2014/main" id="{4342C68E-622A-A703-74B9-49089897A8B0}"/>
                </a:ext>
              </a:extLst>
            </p:cNvPr>
            <p:cNvSpPr>
              <a:spLocks noChangeArrowheads="1"/>
            </p:cNvSpPr>
            <p:nvPr>
              <p:custDataLst>
                <p:tags r:id="rId13"/>
              </p:custDataLst>
            </p:nvPr>
          </p:nvSpPr>
          <p:spPr bwMode="auto">
            <a:xfrm>
              <a:off x="276531" y="2730594"/>
              <a:ext cx="8794140" cy="2255973"/>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9" name="图片 8">
              <a:extLst>
                <a:ext uri="{FF2B5EF4-FFF2-40B4-BE49-F238E27FC236}">
                  <a16:creationId xmlns:a16="http://schemas.microsoft.com/office/drawing/2014/main" id="{926C7B0C-CF28-46E9-6E80-034376E82EAB}"/>
                </a:ext>
              </a:extLst>
            </p:cNvPr>
            <p:cNvPicPr>
              <a:picLocks noChangeAspect="1"/>
            </p:cNvPicPr>
            <p:nvPr>
              <p:custDataLst>
                <p:tags r:id="rId14"/>
              </p:custDataLst>
            </p:nvPr>
          </p:nvPicPr>
          <p:blipFill>
            <a:blip r:embed="rId16"/>
            <a:srcRect l="16093" t="19040" r="16095" b="25092"/>
            <a:stretch>
              <a:fillRect/>
            </a:stretch>
          </p:blipFill>
          <p:spPr>
            <a:xfrm>
              <a:off x="276531" y="2782725"/>
              <a:ext cx="895256" cy="712569"/>
            </a:xfrm>
            <a:prstGeom prst="rect">
              <a:avLst/>
            </a:prstGeom>
          </p:spPr>
        </p:pic>
      </p:grpSp>
      <p:sp>
        <p:nvSpPr>
          <p:cNvPr id="4" name="文本框 3">
            <a:extLst>
              <a:ext uri="{FF2B5EF4-FFF2-40B4-BE49-F238E27FC236}">
                <a16:creationId xmlns:a16="http://schemas.microsoft.com/office/drawing/2014/main" id="{67E5CEFA-6612-8E46-F0CA-075DAD5BD195}"/>
              </a:ext>
            </a:extLst>
          </p:cNvPr>
          <p:cNvSpPr txBox="1"/>
          <p:nvPr>
            <p:custDataLst>
              <p:tags r:id="rId2"/>
            </p:custDataLst>
          </p:nvPr>
        </p:nvSpPr>
        <p:spPr>
          <a:xfrm>
            <a:off x="361418" y="548078"/>
            <a:ext cx="5968298" cy="733662"/>
          </a:xfrm>
          <a:prstGeom prst="rect">
            <a:avLst/>
          </a:prstGeom>
          <a:noFill/>
        </p:spPr>
        <p:txBody>
          <a:bodyPr wrap="square">
            <a:spAutoFit/>
          </a:bodyPr>
          <a:lstStyle/>
          <a:p>
            <a:pPr marL="0" marR="0" lvl="0" indent="360000" algn="l" defTabSz="685160" rtl="0" eaLnBrk="1" fontAlgn="auto" latinLnBrk="0" hangingPunct="1">
              <a:lnSpc>
                <a:spcPts val="2600"/>
              </a:lnSpc>
              <a:spcBef>
                <a:spcPct val="0"/>
              </a:spcBef>
              <a:spcAft>
                <a:spcPct val="0"/>
              </a:spcAft>
              <a:buClrTx/>
              <a:buSzTx/>
              <a:buFontTx/>
              <a:buNone/>
              <a:defRPr/>
            </a:pPr>
            <a:r>
              <a:rPr kumimoji="0" lang="en-US" altLang="zh-CN" sz="1900" b="1" i="0" u="none" strike="noStrike" kern="1200" cap="none" spc="0" normalizeH="0" baseline="0" noProof="0">
                <a:ln>
                  <a:noFill/>
                </a:ln>
                <a:solidFill>
                  <a:srgbClr val="002060"/>
                </a:solidFill>
                <a:effectLst/>
                <a:uLnTx/>
                <a:uFillTx/>
                <a:latin typeface="Times New Roman"/>
                <a:ea typeface="微软雅黑"/>
                <a:cs typeface="+mn-cs"/>
              </a:rPr>
              <a:t>【</a:t>
            </a:r>
            <a:r>
              <a:rPr kumimoji="0" lang="zh-CN" altLang="en-US" sz="1900" b="1" i="0" u="none" strike="noStrike" kern="1200" cap="none" spc="0" normalizeH="0" baseline="0" noProof="0">
                <a:ln>
                  <a:noFill/>
                </a:ln>
                <a:solidFill>
                  <a:srgbClr val="002060"/>
                </a:solidFill>
                <a:effectLst/>
                <a:uLnTx/>
                <a:uFillTx/>
                <a:latin typeface="Times New Roman"/>
                <a:ea typeface="微软雅黑"/>
                <a:cs typeface="+mn-cs"/>
              </a:rPr>
              <a:t>例题</a:t>
            </a:r>
            <a:r>
              <a:rPr kumimoji="0" lang="en-US" altLang="zh-CN" sz="1900" b="1" i="0" u="none" strike="noStrike" kern="1200" cap="none" spc="0" normalizeH="0" baseline="0" noProof="0">
                <a:ln>
                  <a:noFill/>
                </a:ln>
                <a:solidFill>
                  <a:srgbClr val="002060"/>
                </a:solidFill>
                <a:effectLst/>
                <a:uLnTx/>
                <a:uFillTx/>
                <a:latin typeface="Times New Roman"/>
                <a:ea typeface="微软雅黑"/>
                <a:cs typeface="+mn-cs"/>
              </a:rPr>
              <a:t>2】</a:t>
            </a:r>
            <a:r>
              <a:rPr kumimoji="0" lang="zh-CN" altLang="en-US" sz="1900" b="0" i="0" u="none" strike="noStrike" kern="1200" cap="none" spc="0" normalizeH="0" baseline="0" noProof="0">
                <a:ln>
                  <a:noFill/>
                </a:ln>
                <a:solidFill>
                  <a:srgbClr val="002060"/>
                </a:solidFill>
                <a:effectLst/>
                <a:uLnTx/>
                <a:uFillTx/>
                <a:latin typeface="Times New Roman"/>
                <a:ea typeface="微软雅黑"/>
                <a:cs typeface="+mn-cs"/>
              </a:rPr>
              <a:t>在探究“阻力对物体运动的影响”实验时，所用器材有斜面、木板、毛巾、棉布和小车。</a:t>
            </a:r>
          </a:p>
        </p:txBody>
      </p:sp>
      <p:sp>
        <p:nvSpPr>
          <p:cNvPr id="8" name="文本框 7">
            <a:extLst>
              <a:ext uri="{FF2B5EF4-FFF2-40B4-BE49-F238E27FC236}">
                <a16:creationId xmlns:a16="http://schemas.microsoft.com/office/drawing/2014/main" id="{A9F0203C-C327-C43E-C15A-CC7C1F984794}"/>
              </a:ext>
            </a:extLst>
          </p:cNvPr>
          <p:cNvSpPr txBox="1"/>
          <p:nvPr>
            <p:custDataLst>
              <p:tags r:id="rId3"/>
            </p:custDataLst>
          </p:nvPr>
        </p:nvSpPr>
        <p:spPr>
          <a:xfrm>
            <a:off x="1077383" y="3699515"/>
            <a:ext cx="7268632" cy="1105367"/>
          </a:xfrm>
          <a:prstGeom prst="rect">
            <a:avLst/>
          </a:prstGeom>
          <a:noFill/>
        </p:spPr>
        <p:txBody>
          <a:bodyPr wrap="square">
            <a:spAutoFit/>
          </a:bodyPr>
          <a:lstStyle/>
          <a:p>
            <a:pPr marL="0" marR="0" lvl="0" indent="457200" algn="l" defTabSz="685160" rtl="0" eaLnBrk="1" fontAlgn="auto" latinLnBrk="0" hangingPunct="1">
              <a:lnSpc>
                <a:spcPts val="27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Times New Roman"/>
                <a:ea typeface="微软雅黑"/>
                <a:cs typeface="+mn-cs"/>
              </a:rPr>
              <a:t>②木板表面最光滑，毛巾最粗糙，根据实验现象，可得出结论：水平面越光滑，小车受到的阻力越小，在水平面上运动的距离越远，速度减小的越慢；</a:t>
            </a:r>
          </a:p>
        </p:txBody>
      </p:sp>
      <p:sp>
        <p:nvSpPr>
          <p:cNvPr id="5" name="文本框 4">
            <a:extLst>
              <a:ext uri="{FF2B5EF4-FFF2-40B4-BE49-F238E27FC236}">
                <a16:creationId xmlns:a16="http://schemas.microsoft.com/office/drawing/2014/main" id="{51C0965A-8EAF-5329-34D8-1DABBAA24C00}"/>
              </a:ext>
            </a:extLst>
          </p:cNvPr>
          <p:cNvSpPr txBox="1"/>
          <p:nvPr>
            <p:custDataLst>
              <p:tags r:id="rId4"/>
            </p:custDataLst>
          </p:nvPr>
        </p:nvSpPr>
        <p:spPr>
          <a:xfrm>
            <a:off x="306895" y="1281740"/>
            <a:ext cx="5613845" cy="1496692"/>
          </a:xfrm>
          <a:prstGeom prst="rect">
            <a:avLst/>
          </a:prstGeom>
          <a:noFill/>
        </p:spPr>
        <p:txBody>
          <a:bodyPr wrap="square">
            <a:spAutoFit/>
          </a:bodyPr>
          <a:lstStyle/>
          <a:p>
            <a:pPr marL="0" marR="0" lvl="0" indent="457200" algn="just" defTabSz="685160" rtl="0" eaLnBrk="1" fontAlgn="auto" latinLnBrk="0" hangingPunct="1">
              <a:lnSpc>
                <a:spcPts val="2800"/>
              </a:lnSpc>
              <a:spcBef>
                <a:spcPct val="0"/>
              </a:spcBef>
              <a:spcAft>
                <a:spcPct val="0"/>
              </a:spcAft>
              <a:buClrTx/>
              <a:buSzTx/>
              <a:buFontTx/>
              <a:buNone/>
              <a:defRPr/>
            </a:pPr>
            <a:r>
              <a:rPr kumimoji="0" lang="zh-CN" altLang="en-US"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①</a:t>
            </a:r>
            <a:r>
              <a:rPr kumimoji="0" lang="zh-CN" altLang="zh-CN"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实验时要固定斜面，并让小车从斜面上</a:t>
            </a:r>
            <a:endParaRPr kumimoji="0" lang="en-US" altLang="zh-CN"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endParaRPr>
          </a:p>
          <a:p>
            <a:pPr marL="0" marR="0" lvl="0" indent="0" algn="just" defTabSz="685160" rtl="0" eaLnBrk="1" fontAlgn="auto" latinLnBrk="0" hangingPunct="1">
              <a:lnSpc>
                <a:spcPts val="2800"/>
              </a:lnSpc>
              <a:spcBef>
                <a:spcPct val="0"/>
              </a:spcBef>
              <a:spcAft>
                <a:spcPct val="0"/>
              </a:spcAft>
              <a:buClrTx/>
              <a:buSzTx/>
              <a:buFontTx/>
              <a:buNone/>
              <a:defRPr/>
            </a:pPr>
            <a:r>
              <a:rPr kumimoji="0" lang="zh-CN" altLang="zh-CN" sz="1900" b="0" i="0" u="sng"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　</a:t>
            </a:r>
            <a:r>
              <a:rPr kumimoji="0" lang="en-US" altLang="zh-CN" sz="1900" b="0" i="0" u="sng"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    </a:t>
            </a:r>
            <a:r>
              <a:rPr kumimoji="0" lang="zh-CN" altLang="zh-CN"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（选填“同一“或“不同”）位置由静止滑下，目的是使小车到达水平面时的速度大小</a:t>
            </a:r>
            <a:r>
              <a:rPr kumimoji="0" lang="zh-CN" altLang="zh-CN" sz="1900" b="0" i="0" u="sng"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　　</a:t>
            </a:r>
            <a:r>
              <a:rPr kumimoji="0" lang="zh-CN" altLang="zh-CN"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（选填“相同”或“不相同”）。</a:t>
            </a:r>
          </a:p>
        </p:txBody>
      </p:sp>
      <p:pic>
        <p:nvPicPr>
          <p:cNvPr id="13" name="图片 12">
            <a:extLst>
              <a:ext uri="{FF2B5EF4-FFF2-40B4-BE49-F238E27FC236}">
                <a16:creationId xmlns:a16="http://schemas.microsoft.com/office/drawing/2014/main" id="{B0AD733F-70F0-966F-F51E-BB700D9BBA68}"/>
              </a:ext>
            </a:extLst>
          </p:cNvPr>
          <p:cNvPicPr>
            <a:picLocks noChangeAspect="1"/>
          </p:cNvPicPr>
          <p:nvPr>
            <p:custDataLst>
              <p:tags r:id="rId5"/>
            </p:custDataLst>
          </p:nvPr>
        </p:nvPicPr>
        <p:blipFill>
          <a:blip r:embed="rId17"/>
          <a:stretch>
            <a:fillRect/>
          </a:stretch>
        </p:blipFill>
        <p:spPr>
          <a:xfrm>
            <a:off x="6329716" y="675863"/>
            <a:ext cx="2721996" cy="1889223"/>
          </a:xfrm>
          <a:prstGeom prst="rect">
            <a:avLst/>
          </a:prstGeom>
        </p:spPr>
      </p:pic>
      <p:sp>
        <p:nvSpPr>
          <p:cNvPr id="15" name="文本框 14">
            <a:extLst>
              <a:ext uri="{FF2B5EF4-FFF2-40B4-BE49-F238E27FC236}">
                <a16:creationId xmlns:a16="http://schemas.microsoft.com/office/drawing/2014/main" id="{091C7A2A-5F27-0FCF-CD30-ADB087528EF7}"/>
              </a:ext>
            </a:extLst>
          </p:cNvPr>
          <p:cNvSpPr txBox="1"/>
          <p:nvPr>
            <p:custDataLst>
              <p:tags r:id="rId6"/>
            </p:custDataLst>
          </p:nvPr>
        </p:nvSpPr>
        <p:spPr>
          <a:xfrm>
            <a:off x="361418" y="2709864"/>
            <a:ext cx="8361787" cy="778546"/>
          </a:xfrm>
          <a:prstGeom prst="rect">
            <a:avLst/>
          </a:prstGeom>
          <a:noFill/>
        </p:spPr>
        <p:txBody>
          <a:bodyPr wrap="square">
            <a:spAutoFit/>
          </a:bodyPr>
          <a:lstStyle/>
          <a:p>
            <a:pPr marL="0" marR="0" lvl="0" indent="457200" algn="just" defTabSz="685160" rtl="0" eaLnBrk="1" fontAlgn="auto" latinLnBrk="0" hangingPunct="1">
              <a:lnSpc>
                <a:spcPts val="2800"/>
              </a:lnSpc>
              <a:spcBef>
                <a:spcPct val="0"/>
              </a:spcBef>
              <a:spcAft>
                <a:spcPct val="0"/>
              </a:spcAft>
              <a:buClrTx/>
              <a:buSzTx/>
              <a:buFontTx/>
              <a:buNone/>
              <a:defRPr/>
            </a:pPr>
            <a:r>
              <a:rPr kumimoji="0" lang="zh-CN" altLang="en-US"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②</a:t>
            </a:r>
            <a:r>
              <a:rPr kumimoji="0" lang="zh-CN" altLang="zh-CN"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根据实验现象，可得出结论：水平面越光滑，小车受到的阻力越</a:t>
            </a:r>
            <a:r>
              <a:rPr kumimoji="0" lang="zh-CN" altLang="zh-CN" sz="1900" b="0" i="0" u="sng"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　　</a:t>
            </a:r>
            <a:r>
              <a:rPr kumimoji="0" lang="zh-CN" altLang="en-US"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a:t>
            </a:r>
            <a:r>
              <a:rPr kumimoji="0" lang="zh-CN" altLang="zh-CN"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在水平面上运动的距离越</a:t>
            </a:r>
            <a:r>
              <a:rPr kumimoji="0" lang="zh-CN" altLang="zh-CN" sz="1900" b="0" i="0" u="sng"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　　</a:t>
            </a:r>
            <a:r>
              <a:rPr kumimoji="0" lang="zh-CN" altLang="zh-CN" sz="1900" b="0" i="0" u="none" strike="noStrike" kern="100" cap="none" spc="0" normalizeH="0" baseline="0" noProof="0">
                <a:ln>
                  <a:noFill/>
                </a:ln>
                <a:solidFill>
                  <a:srgbClr val="002060"/>
                </a:solidFill>
                <a:effectLst/>
                <a:uLnTx/>
                <a:uFillTx/>
                <a:latin typeface="Times New Roman"/>
                <a:ea typeface="微软雅黑"/>
                <a:cs typeface="Times New Roman" panose="02020603050405020304" pitchFamily="18" charset="0"/>
              </a:rPr>
              <a:t>（选填“远”或“近”）。</a:t>
            </a:r>
          </a:p>
        </p:txBody>
      </p:sp>
      <p:sp>
        <p:nvSpPr>
          <p:cNvPr id="17" name="文本框 16">
            <a:extLst>
              <a:ext uri="{FF2B5EF4-FFF2-40B4-BE49-F238E27FC236}">
                <a16:creationId xmlns:a16="http://schemas.microsoft.com/office/drawing/2014/main" id="{968AB832-674E-3FEC-980D-4831C9942A0C}"/>
              </a:ext>
            </a:extLst>
          </p:cNvPr>
          <p:cNvSpPr txBox="1"/>
          <p:nvPr>
            <p:custDataLst>
              <p:tags r:id="rId7"/>
            </p:custDataLst>
          </p:nvPr>
        </p:nvSpPr>
        <p:spPr>
          <a:xfrm>
            <a:off x="480908" y="1630463"/>
            <a:ext cx="960120" cy="384721"/>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zh-CN" sz="1900" b="0" i="0" u="none" strike="noStrike" kern="100" cap="none" spc="0" normalizeH="0" baseline="0" noProof="0">
                <a:ln>
                  <a:noFill/>
                </a:ln>
                <a:solidFill>
                  <a:srgbClr val="FF0000"/>
                </a:solidFill>
                <a:effectLst/>
                <a:uLnTx/>
                <a:uFillTx/>
                <a:latin typeface="Times New Roman"/>
                <a:ea typeface="微软雅黑"/>
                <a:cs typeface="Times New Roman" panose="02020603050405020304" pitchFamily="18" charset="0"/>
              </a:rPr>
              <a:t>同一　</a:t>
            </a:r>
            <a:endParaRPr kumimoji="0" lang="zh-CN" altLang="en-US" sz="1349" b="0" i="0" u="none" strike="noStrike" kern="1200" cap="none" spc="0" normalizeH="0" baseline="0" noProof="0">
              <a:ln>
                <a:noFill/>
              </a:ln>
              <a:solidFill>
                <a:srgbClr val="FF0000"/>
              </a:solidFill>
              <a:effectLst/>
              <a:uLnTx/>
              <a:uFillTx/>
              <a:latin typeface="Times New Roman"/>
              <a:ea typeface="微软雅黑"/>
              <a:cs typeface="+mn-cs"/>
            </a:endParaRPr>
          </a:p>
        </p:txBody>
      </p:sp>
      <p:sp>
        <p:nvSpPr>
          <p:cNvPr id="19" name="文本框 18">
            <a:extLst>
              <a:ext uri="{FF2B5EF4-FFF2-40B4-BE49-F238E27FC236}">
                <a16:creationId xmlns:a16="http://schemas.microsoft.com/office/drawing/2014/main" id="{CAA40B79-A5F3-F329-78B1-2D7EE1DE6B20}"/>
              </a:ext>
            </a:extLst>
          </p:cNvPr>
          <p:cNvSpPr txBox="1"/>
          <p:nvPr>
            <p:custDataLst>
              <p:tags r:id="rId8"/>
            </p:custDataLst>
          </p:nvPr>
        </p:nvSpPr>
        <p:spPr>
          <a:xfrm>
            <a:off x="4572000" y="1974152"/>
            <a:ext cx="1203960" cy="384721"/>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zh-CN" sz="1900" b="0" i="0" u="none" strike="noStrike" kern="100" cap="none" spc="0" normalizeH="0" baseline="0" noProof="0">
                <a:ln>
                  <a:noFill/>
                </a:ln>
                <a:solidFill>
                  <a:srgbClr val="FF0000"/>
                </a:solidFill>
                <a:effectLst/>
                <a:uLnTx/>
                <a:uFillTx/>
                <a:latin typeface="Times New Roman"/>
                <a:ea typeface="微软雅黑"/>
                <a:cs typeface="Times New Roman" panose="02020603050405020304" pitchFamily="18" charset="0"/>
              </a:rPr>
              <a:t>相同</a:t>
            </a:r>
            <a:endParaRPr kumimoji="0" lang="zh-CN" altLang="en-US" sz="1349" b="0" i="0" u="none" strike="noStrike" kern="1200" cap="none" spc="0" normalizeH="0" baseline="0" noProof="0">
              <a:ln>
                <a:noFill/>
              </a:ln>
              <a:solidFill>
                <a:srgbClr val="FF0000"/>
              </a:solidFill>
              <a:effectLst/>
              <a:uLnTx/>
              <a:uFillTx/>
              <a:latin typeface="Times New Roman"/>
              <a:ea typeface="微软雅黑"/>
              <a:cs typeface="+mn-cs"/>
            </a:endParaRPr>
          </a:p>
        </p:txBody>
      </p:sp>
      <p:sp>
        <p:nvSpPr>
          <p:cNvPr id="21" name="文本框 20">
            <a:extLst>
              <a:ext uri="{FF2B5EF4-FFF2-40B4-BE49-F238E27FC236}">
                <a16:creationId xmlns:a16="http://schemas.microsoft.com/office/drawing/2014/main" id="{201C95B1-32D3-C43F-1FFA-3FCC7D799E20}"/>
              </a:ext>
            </a:extLst>
          </p:cNvPr>
          <p:cNvSpPr txBox="1"/>
          <p:nvPr>
            <p:custDataLst>
              <p:tags r:id="rId9"/>
            </p:custDataLst>
          </p:nvPr>
        </p:nvSpPr>
        <p:spPr>
          <a:xfrm>
            <a:off x="7968825" y="2721842"/>
            <a:ext cx="754380"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zh-CN" sz="2000" b="0" i="0" u="none" strike="noStrike" kern="100" cap="none" spc="0" normalizeH="0" baseline="0" noProof="0">
                <a:ln>
                  <a:noFill/>
                </a:ln>
                <a:solidFill>
                  <a:srgbClr val="FF0000"/>
                </a:solidFill>
                <a:effectLst/>
                <a:uLnTx/>
                <a:uFillTx/>
                <a:latin typeface="Times New Roman"/>
                <a:ea typeface="微软雅黑"/>
                <a:cs typeface="Times New Roman" panose="02020603050405020304" pitchFamily="18" charset="0"/>
              </a:rPr>
              <a:t>小</a:t>
            </a:r>
            <a:endParaRPr kumimoji="0" lang="zh-CN" altLang="en-US" sz="2000" b="0" i="0" u="none" strike="noStrike" kern="1200" cap="none" spc="0" normalizeH="0" baseline="0" noProof="0">
              <a:ln>
                <a:noFill/>
              </a:ln>
              <a:solidFill>
                <a:srgbClr val="FF0000"/>
              </a:solidFill>
              <a:effectLst/>
              <a:uLnTx/>
              <a:uFillTx/>
              <a:latin typeface="Times New Roman"/>
              <a:ea typeface="微软雅黑"/>
              <a:cs typeface="+mn-cs"/>
            </a:endParaRPr>
          </a:p>
        </p:txBody>
      </p:sp>
      <p:sp>
        <p:nvSpPr>
          <p:cNvPr id="23" name="文本框 22">
            <a:extLst>
              <a:ext uri="{FF2B5EF4-FFF2-40B4-BE49-F238E27FC236}">
                <a16:creationId xmlns:a16="http://schemas.microsoft.com/office/drawing/2014/main" id="{2529492A-9B29-B54C-D0C5-5A6C63833E86}"/>
              </a:ext>
            </a:extLst>
          </p:cNvPr>
          <p:cNvSpPr txBox="1"/>
          <p:nvPr>
            <p:custDataLst>
              <p:tags r:id="rId10"/>
            </p:custDataLst>
          </p:nvPr>
        </p:nvSpPr>
        <p:spPr>
          <a:xfrm>
            <a:off x="3113817" y="3055283"/>
            <a:ext cx="906780"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zh-CN" sz="2000" b="0" i="0" u="none" strike="noStrike" kern="100" cap="none" spc="0" normalizeH="0" baseline="0" noProof="0">
                <a:ln>
                  <a:noFill/>
                </a:ln>
                <a:solidFill>
                  <a:srgbClr val="FF0000"/>
                </a:solidFill>
                <a:effectLst/>
                <a:uLnTx/>
                <a:uFillTx/>
                <a:latin typeface="Times New Roman"/>
                <a:ea typeface="微软雅黑"/>
                <a:cs typeface="Times New Roman" panose="02020603050405020304" pitchFamily="18" charset="0"/>
              </a:rPr>
              <a:t>远</a:t>
            </a:r>
            <a:endParaRPr kumimoji="0" lang="zh-CN" altLang="en-US" sz="2000" b="0" i="0" u="none" strike="noStrike" kern="1200" cap="none" spc="0" normalizeH="0" baseline="0" noProof="0">
              <a:ln>
                <a:noFill/>
              </a:ln>
              <a:solidFill>
                <a:srgbClr val="FF0000"/>
              </a:solidFill>
              <a:effectLst/>
              <a:uLnTx/>
              <a:uFillTx/>
              <a:latin typeface="Times New Roman"/>
              <a:ea typeface="微软雅黑"/>
              <a:cs typeface="+mn-cs"/>
            </a:endParaRPr>
          </a:p>
        </p:txBody>
      </p:sp>
      <p:pic>
        <p:nvPicPr>
          <p:cNvPr id="3" name="图片 2">
            <a:extLst>
              <a:ext uri="{FF2B5EF4-FFF2-40B4-BE49-F238E27FC236}">
                <a16:creationId xmlns:a16="http://schemas.microsoft.com/office/drawing/2014/main" id="{0A726E45-7EA4-6784-D9A2-686E49685D97}"/>
              </a:ext>
            </a:extLst>
          </p:cNvPr>
          <p:cNvPicPr>
            <a:picLocks noChangeAspect="1"/>
          </p:cNvPicPr>
          <p:nvPr>
            <p:custDataLst>
              <p:tags r:id="rId11"/>
            </p:custDataLst>
          </p:nvPr>
        </p:nvPicPr>
        <p:blipFill>
          <a:blip r:embed="rId18"/>
          <a:srcRect t="8837" r="14175" b="24249"/>
          <a:stretch>
            <a:fillRect/>
          </a:stretch>
        </p:blipFill>
        <p:spPr>
          <a:xfrm>
            <a:off x="435879" y="57836"/>
            <a:ext cx="1281918" cy="358987"/>
          </a:xfrm>
          <a:prstGeom prst="rect">
            <a:avLst/>
          </a:prstGeom>
        </p:spPr>
      </p:pic>
      <p:sp>
        <p:nvSpPr>
          <p:cNvPr id="7" name="文本框 6">
            <a:extLst>
              <a:ext uri="{FF2B5EF4-FFF2-40B4-BE49-F238E27FC236}">
                <a16:creationId xmlns:a16="http://schemas.microsoft.com/office/drawing/2014/main" id="{C4A32F1A-70A1-52E3-5DA8-EEF73FED1A46}"/>
              </a:ext>
            </a:extLst>
          </p:cNvPr>
          <p:cNvSpPr txBox="1"/>
          <p:nvPr>
            <p:custDataLst>
              <p:tags r:id="rId12"/>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牛顿第一定律</a:t>
            </a:r>
          </a:p>
        </p:txBody>
      </p:sp>
    </p:spTree>
    <p:extLst>
      <p:ext uri="{BB962C8B-B14F-4D97-AF65-F5344CB8AC3E}">
        <p14:creationId xmlns:p14="http://schemas.microsoft.com/office/powerpoint/2010/main" val="3250885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750" fill="hold"/>
                                        <p:tgtEl>
                                          <p:spTgt spid="17"/>
                                        </p:tgtEl>
                                        <p:attrNameLst>
                                          <p:attrName>ppt_w</p:attrName>
                                        </p:attrNameLst>
                                      </p:cBhvr>
                                      <p:tavLst>
                                        <p:tav tm="0">
                                          <p:val>
                                            <p:fltVal val="0"/>
                                          </p:val>
                                        </p:tav>
                                        <p:tav tm="100000">
                                          <p:val>
                                            <p:strVal val="#ppt_w"/>
                                          </p:val>
                                        </p:tav>
                                      </p:tavLst>
                                    </p:anim>
                                    <p:anim calcmode="lin" valueType="num">
                                      <p:cBhvr>
                                        <p:cTn id="18" dur="750" fill="hold"/>
                                        <p:tgtEl>
                                          <p:spTgt spid="17"/>
                                        </p:tgtEl>
                                        <p:attrNameLst>
                                          <p:attrName>ppt_h</p:attrName>
                                        </p:attrNameLst>
                                      </p:cBhvr>
                                      <p:tavLst>
                                        <p:tav tm="0">
                                          <p:val>
                                            <p:fltVal val="0"/>
                                          </p:val>
                                        </p:tav>
                                        <p:tav tm="100000">
                                          <p:val>
                                            <p:strVal val="#ppt_h"/>
                                          </p:val>
                                        </p:tav>
                                      </p:tavLst>
                                    </p:anim>
                                    <p:anim calcmode="lin" valueType="num">
                                      <p:cBhvr>
                                        <p:cTn id="19" dur="750" fill="hold"/>
                                        <p:tgtEl>
                                          <p:spTgt spid="17"/>
                                        </p:tgtEl>
                                        <p:attrNameLst>
                                          <p:attrName>style.rotation</p:attrName>
                                        </p:attrNameLst>
                                      </p:cBhvr>
                                      <p:tavLst>
                                        <p:tav tm="0">
                                          <p:val>
                                            <p:fltVal val="90"/>
                                          </p:val>
                                        </p:tav>
                                        <p:tav tm="100000">
                                          <p:val>
                                            <p:fltVal val="0"/>
                                          </p:val>
                                        </p:tav>
                                      </p:tavLst>
                                    </p:anim>
                                    <p:animEffect transition="in" filter="fade">
                                      <p:cBhvr>
                                        <p:cTn id="20" dur="750"/>
                                        <p:tgtEl>
                                          <p:spTgt spid="17"/>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p:cTn id="25" dur="750" fill="hold"/>
                                        <p:tgtEl>
                                          <p:spTgt spid="19"/>
                                        </p:tgtEl>
                                        <p:attrNameLst>
                                          <p:attrName>ppt_w</p:attrName>
                                        </p:attrNameLst>
                                      </p:cBhvr>
                                      <p:tavLst>
                                        <p:tav tm="0">
                                          <p:val>
                                            <p:fltVal val="0"/>
                                          </p:val>
                                        </p:tav>
                                        <p:tav tm="100000">
                                          <p:val>
                                            <p:strVal val="#ppt_w"/>
                                          </p:val>
                                        </p:tav>
                                      </p:tavLst>
                                    </p:anim>
                                    <p:anim calcmode="lin" valueType="num">
                                      <p:cBhvr>
                                        <p:cTn id="26" dur="750" fill="hold"/>
                                        <p:tgtEl>
                                          <p:spTgt spid="19"/>
                                        </p:tgtEl>
                                        <p:attrNameLst>
                                          <p:attrName>ppt_h</p:attrName>
                                        </p:attrNameLst>
                                      </p:cBhvr>
                                      <p:tavLst>
                                        <p:tav tm="0">
                                          <p:val>
                                            <p:fltVal val="0"/>
                                          </p:val>
                                        </p:tav>
                                        <p:tav tm="100000">
                                          <p:val>
                                            <p:strVal val="#ppt_h"/>
                                          </p:val>
                                        </p:tav>
                                      </p:tavLst>
                                    </p:anim>
                                    <p:anim calcmode="lin" valueType="num">
                                      <p:cBhvr>
                                        <p:cTn id="27" dur="750" fill="hold"/>
                                        <p:tgtEl>
                                          <p:spTgt spid="19"/>
                                        </p:tgtEl>
                                        <p:attrNameLst>
                                          <p:attrName>style.rotation</p:attrName>
                                        </p:attrNameLst>
                                      </p:cBhvr>
                                      <p:tavLst>
                                        <p:tav tm="0">
                                          <p:val>
                                            <p:fltVal val="90"/>
                                          </p:val>
                                        </p:tav>
                                        <p:tav tm="100000">
                                          <p:val>
                                            <p:fltVal val="0"/>
                                          </p:val>
                                        </p:tav>
                                      </p:tavLst>
                                    </p:anim>
                                    <p:animEffect transition="in" filter="fade">
                                      <p:cBhvr>
                                        <p:cTn id="28" dur="750"/>
                                        <p:tgtEl>
                                          <p:spTgt spid="19"/>
                                        </p:tgtEl>
                                      </p:cBhvr>
                                    </p:animEffect>
                                  </p:childTnLst>
                                </p:cTn>
                              </p:par>
                            </p:childTnLst>
                          </p:cTn>
                        </p:par>
                      </p:childTnLst>
                    </p:cTn>
                  </p:par>
                  <p:par>
                    <p:cTn id="29" fill="hold" nodeType="clickPar">
                      <p:stCondLst>
                        <p:cond delay="indefinite"/>
                      </p:stCondLst>
                      <p:childTnLst>
                        <p:par>
                          <p:cTn id="30" fill="hold" nodeType="afterGroup">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p:cTn id="33" dur="750" fill="hold"/>
                                        <p:tgtEl>
                                          <p:spTgt spid="21"/>
                                        </p:tgtEl>
                                        <p:attrNameLst>
                                          <p:attrName>ppt_w</p:attrName>
                                        </p:attrNameLst>
                                      </p:cBhvr>
                                      <p:tavLst>
                                        <p:tav tm="0">
                                          <p:val>
                                            <p:fltVal val="0"/>
                                          </p:val>
                                        </p:tav>
                                        <p:tav tm="100000">
                                          <p:val>
                                            <p:strVal val="#ppt_w"/>
                                          </p:val>
                                        </p:tav>
                                      </p:tavLst>
                                    </p:anim>
                                    <p:anim calcmode="lin" valueType="num">
                                      <p:cBhvr>
                                        <p:cTn id="34" dur="750" fill="hold"/>
                                        <p:tgtEl>
                                          <p:spTgt spid="21"/>
                                        </p:tgtEl>
                                        <p:attrNameLst>
                                          <p:attrName>ppt_h</p:attrName>
                                        </p:attrNameLst>
                                      </p:cBhvr>
                                      <p:tavLst>
                                        <p:tav tm="0">
                                          <p:val>
                                            <p:fltVal val="0"/>
                                          </p:val>
                                        </p:tav>
                                        <p:tav tm="100000">
                                          <p:val>
                                            <p:strVal val="#ppt_h"/>
                                          </p:val>
                                        </p:tav>
                                      </p:tavLst>
                                    </p:anim>
                                    <p:anim calcmode="lin" valueType="num">
                                      <p:cBhvr>
                                        <p:cTn id="35" dur="750" fill="hold"/>
                                        <p:tgtEl>
                                          <p:spTgt spid="21"/>
                                        </p:tgtEl>
                                        <p:attrNameLst>
                                          <p:attrName>style.rotation</p:attrName>
                                        </p:attrNameLst>
                                      </p:cBhvr>
                                      <p:tavLst>
                                        <p:tav tm="0">
                                          <p:val>
                                            <p:fltVal val="90"/>
                                          </p:val>
                                        </p:tav>
                                        <p:tav tm="100000">
                                          <p:val>
                                            <p:fltVal val="0"/>
                                          </p:val>
                                        </p:tav>
                                      </p:tavLst>
                                    </p:anim>
                                    <p:animEffect transition="in" filter="fade">
                                      <p:cBhvr>
                                        <p:cTn id="36" dur="750"/>
                                        <p:tgtEl>
                                          <p:spTgt spid="21"/>
                                        </p:tgtEl>
                                      </p:cBhvr>
                                    </p:animEffect>
                                  </p:childTnLst>
                                </p:cTn>
                              </p:par>
                            </p:childTnLst>
                          </p:cTn>
                        </p:par>
                      </p:childTnLst>
                    </p:cTn>
                  </p:par>
                  <p:par>
                    <p:cTn id="37" fill="hold" nodeType="clickPar">
                      <p:stCondLst>
                        <p:cond delay="indefinite"/>
                      </p:stCondLst>
                      <p:childTnLst>
                        <p:par>
                          <p:cTn id="38" fill="hold" nodeType="afterGroup">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p:cTn id="41" dur="750" fill="hold"/>
                                        <p:tgtEl>
                                          <p:spTgt spid="23"/>
                                        </p:tgtEl>
                                        <p:attrNameLst>
                                          <p:attrName>ppt_w</p:attrName>
                                        </p:attrNameLst>
                                      </p:cBhvr>
                                      <p:tavLst>
                                        <p:tav tm="0">
                                          <p:val>
                                            <p:fltVal val="0"/>
                                          </p:val>
                                        </p:tav>
                                        <p:tav tm="100000">
                                          <p:val>
                                            <p:strVal val="#ppt_w"/>
                                          </p:val>
                                        </p:tav>
                                      </p:tavLst>
                                    </p:anim>
                                    <p:anim calcmode="lin" valueType="num">
                                      <p:cBhvr>
                                        <p:cTn id="42" dur="750" fill="hold"/>
                                        <p:tgtEl>
                                          <p:spTgt spid="23"/>
                                        </p:tgtEl>
                                        <p:attrNameLst>
                                          <p:attrName>ppt_h</p:attrName>
                                        </p:attrNameLst>
                                      </p:cBhvr>
                                      <p:tavLst>
                                        <p:tav tm="0">
                                          <p:val>
                                            <p:fltVal val="0"/>
                                          </p:val>
                                        </p:tav>
                                        <p:tav tm="100000">
                                          <p:val>
                                            <p:strVal val="#ppt_h"/>
                                          </p:val>
                                        </p:tav>
                                      </p:tavLst>
                                    </p:anim>
                                    <p:anim calcmode="lin" valueType="num">
                                      <p:cBhvr>
                                        <p:cTn id="43" dur="750" fill="hold"/>
                                        <p:tgtEl>
                                          <p:spTgt spid="23"/>
                                        </p:tgtEl>
                                        <p:attrNameLst>
                                          <p:attrName>style.rotation</p:attrName>
                                        </p:attrNameLst>
                                      </p:cBhvr>
                                      <p:tavLst>
                                        <p:tav tm="0">
                                          <p:val>
                                            <p:fltVal val="90"/>
                                          </p:val>
                                        </p:tav>
                                        <p:tav tm="100000">
                                          <p:val>
                                            <p:fltVal val="0"/>
                                          </p:val>
                                        </p:tav>
                                      </p:tavLst>
                                    </p:anim>
                                    <p:animEffect transition="in" filter="fade">
                                      <p:cBhvr>
                                        <p:cTn id="44" dur="7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335F88C-8F07-AE0C-9853-1E4FC595406A}"/>
              </a:ext>
            </a:extLst>
          </p:cNvPr>
          <p:cNvGrpSpPr/>
          <p:nvPr>
            <p:custDataLst>
              <p:tags r:id="rId1"/>
            </p:custDataLst>
          </p:nvPr>
        </p:nvGrpSpPr>
        <p:grpSpPr>
          <a:xfrm>
            <a:off x="108373" y="2565400"/>
            <a:ext cx="8962298" cy="2421167"/>
            <a:chOff x="276531" y="2730594"/>
            <a:chExt cx="8794140" cy="2255973"/>
          </a:xfrm>
        </p:grpSpPr>
        <p:sp>
          <p:nvSpPr>
            <p:cNvPr id="3" name="矩形 37">
              <a:extLst>
                <a:ext uri="{FF2B5EF4-FFF2-40B4-BE49-F238E27FC236}">
                  <a16:creationId xmlns:a16="http://schemas.microsoft.com/office/drawing/2014/main" id="{8EAECAE3-60D0-2F66-3CA4-FF791A1B986B}"/>
                </a:ext>
              </a:extLst>
            </p:cNvPr>
            <p:cNvSpPr>
              <a:spLocks noChangeArrowheads="1"/>
            </p:cNvSpPr>
            <p:nvPr>
              <p:custDataLst>
                <p:tags r:id="rId10"/>
              </p:custDataLst>
            </p:nvPr>
          </p:nvSpPr>
          <p:spPr bwMode="auto">
            <a:xfrm>
              <a:off x="276531" y="2730594"/>
              <a:ext cx="8794140" cy="2255973"/>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9" name="图片 8">
              <a:extLst>
                <a:ext uri="{FF2B5EF4-FFF2-40B4-BE49-F238E27FC236}">
                  <a16:creationId xmlns:a16="http://schemas.microsoft.com/office/drawing/2014/main" id="{B33EDF86-3C8B-C814-F802-E0E4E9AE4091}"/>
                </a:ext>
              </a:extLst>
            </p:cNvPr>
            <p:cNvPicPr>
              <a:picLocks noChangeAspect="1"/>
            </p:cNvPicPr>
            <p:nvPr>
              <p:custDataLst>
                <p:tags r:id="rId11"/>
              </p:custDataLst>
            </p:nvPr>
          </p:nvPicPr>
          <p:blipFill>
            <a:blip r:embed="rId13"/>
            <a:srcRect l="16093" t="19040" r="16095" b="25092"/>
            <a:stretch>
              <a:fillRect/>
            </a:stretch>
          </p:blipFill>
          <p:spPr>
            <a:xfrm>
              <a:off x="276531" y="2782727"/>
              <a:ext cx="895256" cy="403945"/>
            </a:xfrm>
            <a:prstGeom prst="rect">
              <a:avLst/>
            </a:prstGeom>
          </p:spPr>
        </p:pic>
      </p:grpSp>
      <p:sp>
        <p:nvSpPr>
          <p:cNvPr id="8" name="文本框 7">
            <a:extLst>
              <a:ext uri="{FF2B5EF4-FFF2-40B4-BE49-F238E27FC236}">
                <a16:creationId xmlns:a16="http://schemas.microsoft.com/office/drawing/2014/main" id="{A9F0203C-C327-C43E-C15A-CC7C1F984794}"/>
              </a:ext>
            </a:extLst>
          </p:cNvPr>
          <p:cNvSpPr txBox="1"/>
          <p:nvPr>
            <p:custDataLst>
              <p:tags r:id="rId2"/>
            </p:custDataLst>
          </p:nvPr>
        </p:nvSpPr>
        <p:spPr>
          <a:xfrm>
            <a:off x="666749" y="2743111"/>
            <a:ext cx="7962900" cy="2217851"/>
          </a:xfrm>
          <a:prstGeom prst="rect">
            <a:avLst/>
          </a:prstGeom>
          <a:noFill/>
        </p:spPr>
        <p:txBody>
          <a:bodyPr wrap="square">
            <a:spAutoFit/>
          </a:bodyPr>
          <a:lstStyle/>
          <a:p>
            <a:pPr marL="0" marR="0" lvl="0" indent="457200" algn="l" defTabSz="685160" rtl="0" eaLnBrk="1" fontAlgn="auto" latinLnBrk="0" hangingPunct="1">
              <a:lnSpc>
                <a:spcPts val="28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Times New Roman"/>
                <a:ea typeface="微软雅黑"/>
                <a:cs typeface="+mn-cs"/>
              </a:rPr>
              <a:t> 通过图中小车滑动的距离可以得出：水平面越光滑，小车运动的越远，速度减小的越慢。进一步推理可知，若水平面绝对光滑（小车不受阻力），则小车的运动速度不再减小，会在水平面匀速直线运动，这用到了“实验一推理”的研究方法，在物理学中称为实验推理法，研究真空不能传声实验，是根据空气越稀薄，听到的声音越小，据此推理得了真空不能传声音。</a:t>
            </a:r>
          </a:p>
        </p:txBody>
      </p:sp>
      <p:sp>
        <p:nvSpPr>
          <p:cNvPr id="5" name="文本框 4">
            <a:extLst>
              <a:ext uri="{FF2B5EF4-FFF2-40B4-BE49-F238E27FC236}">
                <a16:creationId xmlns:a16="http://schemas.microsoft.com/office/drawing/2014/main" id="{51C0965A-8EAF-5329-34D8-1DABBAA24C00}"/>
              </a:ext>
            </a:extLst>
          </p:cNvPr>
          <p:cNvSpPr txBox="1"/>
          <p:nvPr>
            <p:custDataLst>
              <p:tags r:id="rId3"/>
            </p:custDataLst>
          </p:nvPr>
        </p:nvSpPr>
        <p:spPr>
          <a:xfrm>
            <a:off x="292798" y="588243"/>
            <a:ext cx="5368862" cy="1858779"/>
          </a:xfrm>
          <a:prstGeom prst="rect">
            <a:avLst/>
          </a:prstGeom>
          <a:noFill/>
        </p:spPr>
        <p:txBody>
          <a:bodyPr wrap="square">
            <a:spAutoFit/>
          </a:bodyPr>
          <a:lstStyle/>
          <a:p>
            <a:pPr marL="0" marR="0" lvl="0" indent="396000" algn="just" defTabSz="685160" rtl="0" eaLnBrk="1" fontAlgn="auto" latinLnBrk="0" hangingPunct="1">
              <a:lnSpc>
                <a:spcPts val="2800"/>
              </a:lnSpc>
              <a:spcBef>
                <a:spcPct val="0"/>
              </a:spcBef>
              <a:spcAft>
                <a:spcPct val="0"/>
              </a:spcAft>
              <a:buClrTx/>
              <a:buSzTx/>
              <a:buFontTx/>
              <a:buNone/>
              <a:defRPr/>
            </a:pPr>
            <a:r>
              <a:rPr kumimoji="0" lang="zh-CN" altLang="en-US" sz="2000" b="0" i="0" u="none"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③</a:t>
            </a:r>
            <a:r>
              <a:rPr kumimoji="0" lang="zh-CN" altLang="zh-CN" sz="2000" b="0" i="0" u="none"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如果水平面绝对光滑，不考虑空气阻力，小车在光滑水平面上做</a:t>
            </a:r>
            <a:r>
              <a:rPr kumimoji="0" lang="zh-CN" altLang="zh-CN" sz="2000" b="0" i="0" u="sng"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　</a:t>
            </a:r>
            <a:r>
              <a:rPr kumimoji="0" lang="en-US" altLang="zh-CN" sz="2000" b="0" i="0" u="sng"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              </a:t>
            </a:r>
            <a:r>
              <a:rPr kumimoji="0" lang="zh-CN" altLang="zh-CN" sz="2000" b="0" i="0" u="none"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运动。</a:t>
            </a:r>
          </a:p>
          <a:p>
            <a:pPr marL="0" marR="0" lvl="0" indent="396000" algn="just" defTabSz="685160" rtl="0" eaLnBrk="1" fontAlgn="auto" latinLnBrk="0" hangingPunct="1">
              <a:lnSpc>
                <a:spcPts val="2800"/>
              </a:lnSpc>
              <a:spcBef>
                <a:spcPct val="0"/>
              </a:spcBef>
              <a:spcAft>
                <a:spcPct val="0"/>
              </a:spcAft>
              <a:buClrTx/>
              <a:buSzTx/>
              <a:buFontTx/>
              <a:buNone/>
              <a:defRPr/>
            </a:pPr>
            <a:r>
              <a:rPr kumimoji="0" lang="zh-CN" altLang="en-US" sz="2000" b="0" i="0" u="none"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④</a:t>
            </a:r>
            <a:r>
              <a:rPr kumimoji="0" lang="zh-CN" altLang="zh-CN" sz="2000" b="0" i="0" u="none"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在我们已学的物理知识中，也有用到这种“实验一推理”的研究方法，在物理学中称为</a:t>
            </a:r>
            <a:r>
              <a:rPr kumimoji="0" lang="zh-CN" altLang="zh-CN" sz="2000" b="0" i="0" u="sng"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　</a:t>
            </a:r>
            <a:r>
              <a:rPr kumimoji="0" lang="en-US" altLang="zh-CN" sz="2000" b="0" i="0" u="sng"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                      </a:t>
            </a:r>
            <a:r>
              <a:rPr kumimoji="0" lang="zh-CN" altLang="zh-CN" sz="2000" b="0" i="0" u="none"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，如</a:t>
            </a:r>
            <a:r>
              <a:rPr kumimoji="0" lang="zh-CN" altLang="zh-CN" sz="2000" b="0" i="0" u="sng"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　</a:t>
            </a:r>
            <a:r>
              <a:rPr kumimoji="0" lang="en-US" altLang="zh-CN" sz="2000" b="0" i="0" u="sng"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          </a:t>
            </a:r>
            <a:r>
              <a:rPr kumimoji="0" lang="zh-CN" altLang="zh-CN" sz="2000" b="0" i="0" u="none" strike="noStrike" kern="100" cap="none" spc="0" normalizeH="0" baseline="0" noProof="0">
                <a:ln>
                  <a:noFill/>
                </a:ln>
                <a:solidFill>
                  <a:prstClr val="black"/>
                </a:solidFill>
                <a:effectLst/>
                <a:uLnTx/>
                <a:uFillTx/>
                <a:latin typeface="Times New Roman"/>
                <a:ea typeface="微软雅黑"/>
                <a:cs typeface="Times New Roman" panose="02020603050405020304" pitchFamily="18" charset="0"/>
              </a:rPr>
              <a:t>（列举一例）。</a:t>
            </a:r>
          </a:p>
        </p:txBody>
      </p:sp>
      <p:pic>
        <p:nvPicPr>
          <p:cNvPr id="13" name="图片 12">
            <a:extLst>
              <a:ext uri="{FF2B5EF4-FFF2-40B4-BE49-F238E27FC236}">
                <a16:creationId xmlns:a16="http://schemas.microsoft.com/office/drawing/2014/main" id="{B0AD733F-70F0-966F-F51E-BB700D9BBA68}"/>
              </a:ext>
            </a:extLst>
          </p:cNvPr>
          <p:cNvPicPr>
            <a:picLocks noChangeAspect="1"/>
          </p:cNvPicPr>
          <p:nvPr>
            <p:custDataLst>
              <p:tags r:id="rId4"/>
            </p:custDataLst>
          </p:nvPr>
        </p:nvPicPr>
        <p:blipFill>
          <a:blip r:embed="rId14"/>
          <a:stretch>
            <a:fillRect/>
          </a:stretch>
        </p:blipFill>
        <p:spPr>
          <a:xfrm>
            <a:off x="6129206" y="613507"/>
            <a:ext cx="2721996" cy="1889223"/>
          </a:xfrm>
          <a:prstGeom prst="rect">
            <a:avLst/>
          </a:prstGeom>
        </p:spPr>
      </p:pic>
      <p:sp>
        <p:nvSpPr>
          <p:cNvPr id="7" name="文本框 6">
            <a:extLst>
              <a:ext uri="{FF2B5EF4-FFF2-40B4-BE49-F238E27FC236}">
                <a16:creationId xmlns:a16="http://schemas.microsoft.com/office/drawing/2014/main" id="{BB43445F-E942-1C5C-D60C-87465A4D19E6}"/>
              </a:ext>
            </a:extLst>
          </p:cNvPr>
          <p:cNvSpPr txBox="1"/>
          <p:nvPr>
            <p:custDataLst>
              <p:tags r:id="rId5"/>
            </p:custDataLst>
          </p:nvPr>
        </p:nvSpPr>
        <p:spPr>
          <a:xfrm>
            <a:off x="2809333" y="2034340"/>
            <a:ext cx="3086100" cy="400110"/>
          </a:xfrm>
          <a:prstGeom prst="rect">
            <a:avLst/>
          </a:prstGeom>
          <a:solidFill>
            <a:schemeClr val="bg1"/>
          </a:solid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000" b="0" i="0" u="none" strike="noStrike" kern="100" cap="none" spc="0" normalizeH="0" baseline="0" noProof="0">
                <a:ln>
                  <a:noFill/>
                </a:ln>
                <a:solidFill>
                  <a:srgbClr val="FF0000"/>
                </a:solidFill>
                <a:effectLst/>
                <a:uLnTx/>
                <a:uFillTx/>
                <a:latin typeface="微软雅黑"/>
                <a:ea typeface="微软雅黑"/>
                <a:cs typeface="Times New Roman" panose="02020603050405020304" pitchFamily="18" charset="0"/>
              </a:rPr>
              <a:t> </a:t>
            </a:r>
            <a:r>
              <a:rPr kumimoji="0" lang="zh-CN" altLang="zh-CN" sz="2000" b="0" i="0" u="none" strike="noStrike" kern="100" cap="none" spc="0" normalizeH="0" baseline="0" noProof="0">
                <a:ln>
                  <a:noFill/>
                </a:ln>
                <a:solidFill>
                  <a:srgbClr val="FF0000"/>
                </a:solidFill>
                <a:effectLst/>
                <a:uLnTx/>
                <a:uFillTx/>
                <a:latin typeface="微软雅黑"/>
                <a:ea typeface="微软雅黑"/>
                <a:cs typeface="Times New Roman" panose="02020603050405020304" pitchFamily="18" charset="0"/>
              </a:rPr>
              <a:t>研究真空不能传声实验</a:t>
            </a:r>
            <a:endParaRPr kumimoji="0" lang="zh-CN" altLang="en-US" sz="2000" b="0" i="0" u="none" strike="noStrike" kern="1200" cap="none" spc="0" normalizeH="0" baseline="0" noProof="0">
              <a:ln>
                <a:noFill/>
              </a:ln>
              <a:solidFill>
                <a:srgbClr val="FF0000"/>
              </a:solidFill>
              <a:effectLst/>
              <a:uLnTx/>
              <a:uFillTx/>
              <a:latin typeface="微软雅黑"/>
              <a:ea typeface="微软雅黑"/>
              <a:cs typeface="+mn-cs"/>
            </a:endParaRPr>
          </a:p>
        </p:txBody>
      </p:sp>
      <p:sp>
        <p:nvSpPr>
          <p:cNvPr id="14" name="文本框 13">
            <a:extLst>
              <a:ext uri="{FF2B5EF4-FFF2-40B4-BE49-F238E27FC236}">
                <a16:creationId xmlns:a16="http://schemas.microsoft.com/office/drawing/2014/main" id="{18AB1560-1E9A-F60E-F8BE-86FAB0A6E345}"/>
              </a:ext>
            </a:extLst>
          </p:cNvPr>
          <p:cNvSpPr txBox="1"/>
          <p:nvPr>
            <p:custDataLst>
              <p:tags r:id="rId6"/>
            </p:custDataLst>
          </p:nvPr>
        </p:nvSpPr>
        <p:spPr>
          <a:xfrm>
            <a:off x="2865120" y="959470"/>
            <a:ext cx="1683172"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zh-CN" sz="2000" b="0" i="0" u="none" strike="noStrike" kern="100" cap="none" spc="0" normalizeH="0" baseline="0" noProof="0">
                <a:ln>
                  <a:noFill/>
                </a:ln>
                <a:solidFill>
                  <a:srgbClr val="FF0000"/>
                </a:solidFill>
                <a:effectLst/>
                <a:uLnTx/>
                <a:uFillTx/>
                <a:latin typeface="微软雅黑"/>
                <a:ea typeface="微软雅黑"/>
                <a:cs typeface="Times New Roman" panose="02020603050405020304" pitchFamily="18" charset="0"/>
              </a:rPr>
              <a:t>匀速直线</a:t>
            </a:r>
            <a:endParaRPr kumimoji="0" lang="zh-CN" altLang="en-US" sz="1349"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18" name="文本框 17">
            <a:extLst>
              <a:ext uri="{FF2B5EF4-FFF2-40B4-BE49-F238E27FC236}">
                <a16:creationId xmlns:a16="http://schemas.microsoft.com/office/drawing/2014/main" id="{438A6F67-C0F9-9FA0-DDC5-CF1B45C977CA}"/>
              </a:ext>
            </a:extLst>
          </p:cNvPr>
          <p:cNvSpPr txBox="1"/>
          <p:nvPr>
            <p:custDataLst>
              <p:tags r:id="rId7"/>
            </p:custDataLst>
          </p:nvPr>
        </p:nvSpPr>
        <p:spPr>
          <a:xfrm>
            <a:off x="693420" y="2020085"/>
            <a:ext cx="1905000"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zh-CN" sz="2000" b="0" i="0" u="none" strike="noStrike" kern="100" cap="none" spc="0" normalizeH="0" baseline="0" noProof="0">
                <a:ln>
                  <a:noFill/>
                </a:ln>
                <a:solidFill>
                  <a:srgbClr val="FF0000"/>
                </a:solidFill>
                <a:effectLst/>
                <a:uLnTx/>
                <a:uFillTx/>
                <a:latin typeface="微软雅黑"/>
                <a:ea typeface="微软雅黑"/>
                <a:cs typeface="Times New Roman" panose="02020603050405020304" pitchFamily="18" charset="0"/>
              </a:rPr>
              <a:t>实验推理法</a:t>
            </a:r>
            <a:endParaRPr kumimoji="0" lang="zh-CN" altLang="en-US" sz="1349" b="0" i="0" u="none" strike="noStrike" kern="1200" cap="none" spc="0" normalizeH="0" baseline="0" noProof="0">
              <a:ln>
                <a:noFill/>
              </a:ln>
              <a:solidFill>
                <a:prstClr val="black"/>
              </a:solidFill>
              <a:effectLst/>
              <a:uLnTx/>
              <a:uFillTx/>
              <a:latin typeface="Times New Roman"/>
              <a:ea typeface="微软雅黑"/>
              <a:cs typeface="+mn-cs"/>
            </a:endParaRPr>
          </a:p>
        </p:txBody>
      </p:sp>
      <p:pic>
        <p:nvPicPr>
          <p:cNvPr id="4" name="图片 3">
            <a:extLst>
              <a:ext uri="{FF2B5EF4-FFF2-40B4-BE49-F238E27FC236}">
                <a16:creationId xmlns:a16="http://schemas.microsoft.com/office/drawing/2014/main" id="{33FD231F-11B8-FCA2-4378-CD87076F2E6B}"/>
              </a:ext>
            </a:extLst>
          </p:cNvPr>
          <p:cNvPicPr>
            <a:picLocks noChangeAspect="1"/>
          </p:cNvPicPr>
          <p:nvPr>
            <p:custDataLst>
              <p:tags r:id="rId8"/>
            </p:custDataLst>
          </p:nvPr>
        </p:nvPicPr>
        <p:blipFill>
          <a:blip r:embed="rId15"/>
          <a:srcRect t="8837" r="14175" b="24249"/>
          <a:stretch>
            <a:fillRect/>
          </a:stretch>
        </p:blipFill>
        <p:spPr>
          <a:xfrm>
            <a:off x="435879" y="57836"/>
            <a:ext cx="1281918" cy="358987"/>
          </a:xfrm>
          <a:prstGeom prst="rect">
            <a:avLst/>
          </a:prstGeom>
        </p:spPr>
      </p:pic>
      <p:sp>
        <p:nvSpPr>
          <p:cNvPr id="6" name="文本框 5">
            <a:extLst>
              <a:ext uri="{FF2B5EF4-FFF2-40B4-BE49-F238E27FC236}">
                <a16:creationId xmlns:a16="http://schemas.microsoft.com/office/drawing/2014/main" id="{B544C1E6-32BC-A309-3918-1253A0B0CD6E}"/>
              </a:ext>
            </a:extLst>
          </p:cNvPr>
          <p:cNvSpPr txBox="1"/>
          <p:nvPr>
            <p:custDataLst>
              <p:tags r:id="rId9"/>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牛顿第一定律</a:t>
            </a:r>
          </a:p>
        </p:txBody>
      </p:sp>
    </p:spTree>
    <p:extLst>
      <p:ext uri="{BB962C8B-B14F-4D97-AF65-F5344CB8AC3E}">
        <p14:creationId xmlns:p14="http://schemas.microsoft.com/office/powerpoint/2010/main" val="20452707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P spid="1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B0EFA5E-AFD1-A553-701A-4758B674EFE2}"/>
              </a:ext>
            </a:extLst>
          </p:cNvPr>
          <p:cNvGrpSpPr/>
          <p:nvPr>
            <p:custDataLst>
              <p:tags r:id="rId1"/>
            </p:custDataLst>
          </p:nvPr>
        </p:nvGrpSpPr>
        <p:grpSpPr>
          <a:xfrm>
            <a:off x="108373" y="2366114"/>
            <a:ext cx="8962298" cy="2620454"/>
            <a:chOff x="276531" y="2366114"/>
            <a:chExt cx="8794140" cy="2620454"/>
          </a:xfrm>
        </p:grpSpPr>
        <p:sp>
          <p:nvSpPr>
            <p:cNvPr id="9" name="矩形 37">
              <a:extLst>
                <a:ext uri="{FF2B5EF4-FFF2-40B4-BE49-F238E27FC236}">
                  <a16:creationId xmlns:a16="http://schemas.microsoft.com/office/drawing/2014/main" id="{53C504E9-F0AD-4144-13FC-8926F9CDB202}"/>
                </a:ext>
              </a:extLst>
            </p:cNvPr>
            <p:cNvSpPr>
              <a:spLocks noChangeArrowheads="1"/>
            </p:cNvSpPr>
            <p:nvPr>
              <p:custDataLst>
                <p:tags r:id="rId10"/>
              </p:custDataLst>
            </p:nvPr>
          </p:nvSpPr>
          <p:spPr bwMode="auto">
            <a:xfrm>
              <a:off x="276531" y="2366114"/>
              <a:ext cx="8794140" cy="2620454"/>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1" name="图片 10">
              <a:extLst>
                <a:ext uri="{FF2B5EF4-FFF2-40B4-BE49-F238E27FC236}">
                  <a16:creationId xmlns:a16="http://schemas.microsoft.com/office/drawing/2014/main" id="{12A96207-A31A-FF91-235A-4FD2242955EA}"/>
                </a:ext>
              </a:extLst>
            </p:cNvPr>
            <p:cNvPicPr>
              <a:picLocks noChangeAspect="1"/>
            </p:cNvPicPr>
            <p:nvPr>
              <p:custDataLst>
                <p:tags r:id="rId11"/>
              </p:custDataLst>
            </p:nvPr>
          </p:nvPicPr>
          <p:blipFill>
            <a:blip r:embed="rId13"/>
            <a:srcRect l="16093" t="19040" r="16095" b="25092"/>
            <a:stretch>
              <a:fillRect/>
            </a:stretch>
          </p:blipFill>
          <p:spPr>
            <a:xfrm>
              <a:off x="276531" y="2451021"/>
              <a:ext cx="895256" cy="403945"/>
            </a:xfrm>
            <a:prstGeom prst="rect">
              <a:avLst/>
            </a:prstGeom>
          </p:spPr>
        </p:pic>
      </p:grpSp>
      <p:sp>
        <p:nvSpPr>
          <p:cNvPr id="2" name="Rectangle 2">
            <a:extLst>
              <a:ext uri="{FF2B5EF4-FFF2-40B4-BE49-F238E27FC236}">
                <a16:creationId xmlns:a16="http://schemas.microsoft.com/office/drawing/2014/main" id="{DA5C05DD-A642-49EE-8AF0-2024A801B112}"/>
              </a:ext>
            </a:extLst>
          </p:cNvPr>
          <p:cNvSpPr>
            <a:spLocks noChangeArrowheads="1"/>
          </p:cNvSpPr>
          <p:nvPr>
            <p:custDataLst>
              <p:tags r:id="rId2"/>
            </p:custDataLst>
          </p:nvPr>
        </p:nvSpPr>
        <p:spPr bwMode="auto">
          <a:xfrm>
            <a:off x="398145" y="541410"/>
            <a:ext cx="6353175" cy="1208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32000" algn="l" defTabSz="914400" rtl="0" eaLnBrk="0" fontAlgn="ctr" latinLnBrk="0" hangingPunct="0">
              <a:lnSpc>
                <a:spcPts val="2900"/>
              </a:lnSpc>
              <a:spcBef>
                <a:spcPct val="0"/>
              </a:spcBef>
              <a:spcAft>
                <a:spcPct val="0"/>
              </a:spcAft>
              <a:buClrTx/>
              <a:buSzTx/>
              <a:buFontTx/>
              <a:buNone/>
            </a:pPr>
            <a:r>
              <a:rPr lang="en-US" altLang="zh-CN" sz="2100" b="1">
                <a:ln w="9525" cap="flat" cmpd="sng" algn="ctr">
                  <a:noFill/>
                  <a:prstDash val="solid"/>
                  <a:round/>
                  <a:headEnd type="none" w="med" len="med"/>
                  <a:tailEnd type="none" w="med" len="med"/>
                </a:ln>
                <a:solidFill>
                  <a:srgbClr val="002060"/>
                </a:solidFill>
                <a:latin typeface="+mn-lt"/>
                <a:ea typeface="+mj-ea"/>
                <a:sym typeface="Wingdings"/>
              </a:rPr>
              <a:t>【</a:t>
            </a:r>
            <a:r>
              <a:rPr lang="zh-CN" altLang="en-US" sz="2100" b="1">
                <a:ln w="9525" cap="flat" cmpd="sng" algn="ctr">
                  <a:noFill/>
                  <a:prstDash val="solid"/>
                  <a:round/>
                  <a:headEnd type="none" w="med" len="med"/>
                  <a:tailEnd type="none" w="med" len="med"/>
                </a:ln>
                <a:solidFill>
                  <a:srgbClr val="002060"/>
                </a:solidFill>
                <a:latin typeface="+mn-lt"/>
                <a:ea typeface="+mj-ea"/>
                <a:sym typeface="Wingdings"/>
              </a:rPr>
              <a:t>例题</a:t>
            </a:r>
            <a:r>
              <a:rPr lang="en-US" altLang="zh-CN" sz="2100" b="1">
                <a:ln w="9525" cap="flat" cmpd="sng" algn="ctr">
                  <a:noFill/>
                  <a:prstDash val="solid"/>
                  <a:round/>
                  <a:headEnd type="none" w="med" len="med"/>
                  <a:tailEnd type="none" w="med" len="med"/>
                </a:ln>
                <a:solidFill>
                  <a:srgbClr val="002060"/>
                </a:solidFill>
                <a:latin typeface="+mn-lt"/>
                <a:ea typeface="+mj-ea"/>
                <a:sym typeface="Wingdings"/>
              </a:rPr>
              <a:t>3】</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轿车除了安全带以外，还有一种安全装置“头枕”，对人起保护作用，如图所示。“头枕”主要是防止以下哪种情况对人体造成伤害（        ）</a:t>
            </a:r>
            <a:endParaRPr kumimoji="0" lang="zh-CN" altLang="en-US" sz="2100" b="0" i="0" u="none" strike="noStrike" cap="none" normalizeH="0" baseline="0">
              <a:ln>
                <a:noFill/>
              </a:ln>
              <a:solidFill>
                <a:srgbClr val="002060"/>
              </a:solidFill>
              <a:effectLst/>
              <a:latin typeface="+mn-lt"/>
              <a:ea typeface="+mj-ea"/>
            </a:endParaRPr>
          </a:p>
        </p:txBody>
      </p:sp>
      <p:sp>
        <p:nvSpPr>
          <p:cNvPr id="3" name="Rectangle 3">
            <a:extLst>
              <a:ext uri="{FF2B5EF4-FFF2-40B4-BE49-F238E27FC236}">
                <a16:creationId xmlns:a16="http://schemas.microsoft.com/office/drawing/2014/main" id="{D721DE1E-9719-40CB-BE19-3F1228F74466}"/>
              </a:ext>
            </a:extLst>
          </p:cNvPr>
          <p:cNvSpPr>
            <a:spLocks noChangeArrowheads="1"/>
          </p:cNvSpPr>
          <p:nvPr>
            <p:custDataLst>
              <p:tags r:id="rId3"/>
            </p:custDataLst>
          </p:nvPr>
        </p:nvSpPr>
        <p:spPr bwMode="auto">
          <a:xfrm>
            <a:off x="278130" y="1842859"/>
            <a:ext cx="8305801" cy="464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tabLst>
                <a:tab pos="2636838"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2636838"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2636838"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2636838"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2636838"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2636838"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2636838"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2636838"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2636838" algn="l"/>
              </a:tabLst>
              <a:defRPr>
                <a:solidFill>
                  <a:schemeClr val="tx1"/>
                </a:solidFill>
                <a:latin typeface="Arial" panose="020B0604020202020204" pitchFamily="34" charset="0"/>
              </a:defRPr>
            </a:lvl9pPr>
          </a:lstStyle>
          <a:p>
            <a:pPr marL="0" marR="0" lvl="0" indent="432000" algn="l" defTabSz="914400" rtl="0" eaLnBrk="0" fontAlgn="ctr" latinLnBrk="0" hangingPunct="0">
              <a:lnSpc>
                <a:spcPts val="2900"/>
              </a:lnSpc>
              <a:spcBef>
                <a:spcPct val="0"/>
              </a:spcBef>
              <a:spcAft>
                <a:spcPct val="0"/>
              </a:spcAft>
              <a:buClrTx/>
              <a:buSzTx/>
              <a:buFontTx/>
              <a:buNone/>
              <a:tabLst>
                <a:tab pos="2636838" algn="l"/>
              </a:tabLst>
            </a:pPr>
            <a:r>
              <a:rPr kumimoji="0" lang="en-US" altLang="zh-CN" sz="2100" b="0" i="0" u="none" strike="noStrike" cap="none" normalizeH="0" baseline="0">
                <a:ln>
                  <a:noFill/>
                </a:ln>
                <a:solidFill>
                  <a:srgbClr val="002060"/>
                </a:solidFill>
                <a:effectLst/>
                <a:latin typeface="+mn-lt"/>
                <a:ea typeface="+mj-ea"/>
                <a:cs typeface="Times New Roman" panose="02020603050405020304" pitchFamily="18" charset="0"/>
              </a:rPr>
              <a:t>A</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．紧急刹车    </a:t>
            </a:r>
            <a:r>
              <a:rPr kumimoji="0" lang="en-US" altLang="zh-CN" sz="2100" b="0" i="0" u="none" strike="noStrike" cap="none" normalizeH="0" baseline="0">
                <a:ln>
                  <a:noFill/>
                </a:ln>
                <a:solidFill>
                  <a:srgbClr val="002060"/>
                </a:solidFill>
                <a:effectLst/>
                <a:latin typeface="+mn-lt"/>
                <a:ea typeface="+mj-ea"/>
                <a:cs typeface="Times New Roman" panose="02020603050405020304" pitchFamily="18" charset="0"/>
              </a:rPr>
              <a:t>B</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．左右转弯    </a:t>
            </a:r>
            <a:r>
              <a:rPr kumimoji="0" lang="en-US" altLang="zh-CN" sz="2100" b="0" i="0" u="none" strike="noStrike" cap="none" normalizeH="0" baseline="0">
                <a:ln>
                  <a:noFill/>
                </a:ln>
                <a:solidFill>
                  <a:srgbClr val="002060"/>
                </a:solidFill>
                <a:effectLst/>
                <a:latin typeface="+mn-lt"/>
                <a:ea typeface="+mj-ea"/>
                <a:cs typeface="Times New Roman" panose="02020603050405020304" pitchFamily="18" charset="0"/>
              </a:rPr>
              <a:t>C</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．前方碰撞     </a:t>
            </a:r>
            <a:r>
              <a:rPr kumimoji="0" lang="en-US" altLang="zh-CN" sz="2100" b="0" i="0" u="none" strike="noStrike" cap="none" normalizeH="0" baseline="0">
                <a:ln>
                  <a:noFill/>
                </a:ln>
                <a:solidFill>
                  <a:srgbClr val="002060"/>
                </a:solidFill>
                <a:effectLst/>
                <a:latin typeface="+mn-lt"/>
                <a:ea typeface="+mj-ea"/>
                <a:cs typeface="Times New Roman" panose="02020603050405020304" pitchFamily="18" charset="0"/>
              </a:rPr>
              <a:t>D</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．后方追尾</a:t>
            </a:r>
          </a:p>
        </p:txBody>
      </p:sp>
      <p:sp>
        <p:nvSpPr>
          <p:cNvPr id="6" name="Rectangle 3">
            <a:extLst>
              <a:ext uri="{FF2B5EF4-FFF2-40B4-BE49-F238E27FC236}">
                <a16:creationId xmlns:a16="http://schemas.microsoft.com/office/drawing/2014/main" id="{C36D6ACE-0B3C-4B06-A5FB-F4F6BD4A5C19}"/>
              </a:ext>
            </a:extLst>
          </p:cNvPr>
          <p:cNvSpPr>
            <a:spLocks noChangeArrowheads="1"/>
          </p:cNvSpPr>
          <p:nvPr>
            <p:custDataLst>
              <p:tags r:id="rId4"/>
            </p:custDataLst>
          </p:nvPr>
        </p:nvSpPr>
        <p:spPr bwMode="auto">
          <a:xfrm>
            <a:off x="777366" y="2400491"/>
            <a:ext cx="7947534"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tabLst>
                <a:tab pos="2636838"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2636838"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2636838"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2636838"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2636838"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2636838"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2636838"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2636838"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2636838" algn="l"/>
              </a:tabLst>
              <a:defRPr>
                <a:solidFill>
                  <a:schemeClr val="tx1"/>
                </a:solidFill>
                <a:latin typeface="Arial" panose="020B0604020202020204" pitchFamily="34" charset="0"/>
              </a:defRPr>
            </a:lvl9pPr>
          </a:lstStyle>
          <a:p>
            <a:pPr lvl="0" defTabSz="914400" fontAlgn="ctr">
              <a:lnSpc>
                <a:spcPts val="2700"/>
              </a:lnSpc>
            </a:pPr>
            <a:r>
              <a:rPr lang="zh-CN" altLang="en-US" sz="2000">
                <a:solidFill>
                  <a:schemeClr val="bg1"/>
                </a:solidFill>
                <a:latin typeface="+mn-lt"/>
                <a:cs typeface="Times New Roman" panose="02020603050405020304" pitchFamily="18" charset="0"/>
              </a:rPr>
              <a:t>     选项</a:t>
            </a:r>
            <a:r>
              <a:rPr lang="en-US" altLang="zh-CN" sz="2000">
                <a:solidFill>
                  <a:schemeClr val="bg1"/>
                </a:solidFill>
                <a:latin typeface="+mn-lt"/>
                <a:cs typeface="Times New Roman" panose="02020603050405020304" pitchFamily="18" charset="0"/>
              </a:rPr>
              <a:t>A</a:t>
            </a:r>
            <a:r>
              <a:rPr lang="zh-CN" altLang="en-US" sz="2000">
                <a:solidFill>
                  <a:schemeClr val="bg1"/>
                </a:solidFill>
                <a:latin typeface="+mn-lt"/>
                <a:cs typeface="Times New Roman" panose="02020603050405020304" pitchFamily="18" charset="0"/>
              </a:rPr>
              <a:t>与</a:t>
            </a:r>
            <a:r>
              <a:rPr lang="en-US" altLang="zh-CN" sz="2000">
                <a:solidFill>
                  <a:schemeClr val="bg1"/>
                </a:solidFill>
                <a:latin typeface="+mn-lt"/>
                <a:cs typeface="Times New Roman" panose="02020603050405020304" pitchFamily="18" charset="0"/>
              </a:rPr>
              <a:t>C</a:t>
            </a:r>
            <a:r>
              <a:rPr lang="zh-CN" altLang="en-US" sz="2000">
                <a:solidFill>
                  <a:schemeClr val="bg1"/>
                </a:solidFill>
                <a:latin typeface="+mn-lt"/>
                <a:cs typeface="Times New Roman" panose="02020603050405020304" pitchFamily="18" charset="0"/>
              </a:rPr>
              <a:t>：紧急刹车或前方碰撞时，人下身（脚与屁股都与车厢、座位接触）随车停止了运动，而上身由于惯性继续向前运动，身体会向前倾，安全带和安全气囊起作用，头枕不起作用； </a:t>
            </a:r>
          </a:p>
          <a:p>
            <a:pPr lvl="0" defTabSz="914400" fontAlgn="ctr">
              <a:lnSpc>
                <a:spcPts val="2700"/>
              </a:lnSpc>
            </a:pPr>
            <a:r>
              <a:rPr lang="zh-CN" altLang="en-US" sz="2000">
                <a:solidFill>
                  <a:schemeClr val="bg1"/>
                </a:solidFill>
                <a:latin typeface="+mn-lt"/>
                <a:cs typeface="Times New Roman" panose="02020603050405020304" pitchFamily="18" charset="0"/>
              </a:rPr>
              <a:t>选项</a:t>
            </a:r>
            <a:r>
              <a:rPr lang="en-US" altLang="zh-CN" sz="2000">
                <a:solidFill>
                  <a:schemeClr val="bg1"/>
                </a:solidFill>
                <a:latin typeface="+mn-lt"/>
                <a:cs typeface="Times New Roman" panose="02020603050405020304" pitchFamily="18" charset="0"/>
              </a:rPr>
              <a:t>B</a:t>
            </a:r>
            <a:r>
              <a:rPr lang="zh-CN" altLang="en-US" sz="2000">
                <a:solidFill>
                  <a:schemeClr val="bg1"/>
                </a:solidFill>
                <a:latin typeface="+mn-lt"/>
                <a:cs typeface="Times New Roman" panose="02020603050405020304" pitchFamily="18" charset="0"/>
              </a:rPr>
              <a:t>：左右转弯，身体会向右，向左偏，头枕不起作用； </a:t>
            </a:r>
          </a:p>
          <a:p>
            <a:pPr lvl="0" defTabSz="914400" fontAlgn="ctr">
              <a:lnSpc>
                <a:spcPts val="2700"/>
              </a:lnSpc>
            </a:pPr>
            <a:r>
              <a:rPr lang="zh-CN" altLang="en-US" sz="2000">
                <a:solidFill>
                  <a:srgbClr val="FFFF00"/>
                </a:solidFill>
                <a:latin typeface="+mn-lt"/>
                <a:cs typeface="Times New Roman" panose="02020603050405020304" pitchFamily="18" charset="0"/>
              </a:rPr>
              <a:t>选项</a:t>
            </a:r>
            <a:r>
              <a:rPr lang="en-US" altLang="zh-CN" sz="2000">
                <a:solidFill>
                  <a:srgbClr val="FFFF00"/>
                </a:solidFill>
                <a:latin typeface="+mn-lt"/>
                <a:cs typeface="Times New Roman" panose="02020603050405020304" pitchFamily="18" charset="0"/>
              </a:rPr>
              <a:t>D</a:t>
            </a:r>
            <a:r>
              <a:rPr lang="zh-CN" altLang="en-US" sz="2000">
                <a:solidFill>
                  <a:srgbClr val="FFFF00"/>
                </a:solidFill>
                <a:latin typeface="+mn-lt"/>
                <a:cs typeface="Times New Roman" panose="02020603050405020304" pitchFamily="18" charset="0"/>
              </a:rPr>
              <a:t>：后方追尾时，车辆相对于地面运动速度加快，人下身随车加速向前运动，而上身由于惯性继续保持原来的速度，所以会向后倾，头就靠在头枕上，起到保护的作用。</a:t>
            </a:r>
            <a:endParaRPr lang="zh-CN" altLang="en-US" sz="2000" b="1">
              <a:solidFill>
                <a:srgbClr val="FFC000"/>
              </a:solidFill>
              <a:latin typeface="+mn-lt"/>
              <a:cs typeface="Times New Roman" panose="02020603050405020304" pitchFamily="18" charset="0"/>
            </a:endParaRPr>
          </a:p>
        </p:txBody>
      </p:sp>
      <p:sp>
        <p:nvSpPr>
          <p:cNvPr id="7" name="矩形 1036290">
            <a:extLst>
              <a:ext uri="{FF2B5EF4-FFF2-40B4-BE49-F238E27FC236}">
                <a16:creationId xmlns:a16="http://schemas.microsoft.com/office/drawing/2014/main" id="{57AEB4EB-9921-4AFB-BC84-CE920725B770}"/>
              </a:ext>
            </a:extLst>
          </p:cNvPr>
          <p:cNvSpPr/>
          <p:nvPr>
            <p:custDataLst>
              <p:tags r:id="rId5"/>
            </p:custDataLst>
          </p:nvPr>
        </p:nvSpPr>
        <p:spPr>
          <a:xfrm>
            <a:off x="5573506" y="1330826"/>
            <a:ext cx="498157" cy="453009"/>
          </a:xfrm>
          <a:prstGeom prst="rect">
            <a:avLst/>
          </a:prstGeom>
          <a:noFill/>
          <a:ln>
            <a:noFill/>
            <a:miter lim="800000"/>
          </a:ln>
        </p:spPr>
        <p:txBody>
          <a:bodyPr wrap="square">
            <a:spAutoFit/>
          </a:bodyPr>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1pPr>
            <a:lvl2pPr marL="4572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2pPr>
            <a:lvl3pPr marL="9144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3pPr>
            <a:lvl4pPr marL="13716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4pPr>
            <a:lvl5pPr marL="18288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5pPr>
          </a:lstStyle>
          <a:p>
            <a:pPr>
              <a:lnSpc>
                <a:spcPts val="3000"/>
              </a:lnSpc>
            </a:pPr>
            <a:r>
              <a:rPr lang="en-US" altLang="zh-CN" sz="2400" b="1">
                <a:ln w="9525" cap="flat" cmpd="sng" algn="ctr">
                  <a:noFill/>
                  <a:prstDash val="solid"/>
                  <a:round/>
                  <a:headEnd type="none" w="med" len="med"/>
                  <a:tailEnd type="none" w="med" len="med"/>
                </a:ln>
                <a:solidFill>
                  <a:srgbClr val="C00000"/>
                </a:solidFill>
                <a:latin typeface="+mn-lt"/>
                <a:ea typeface="+mj-ea"/>
                <a:sym typeface="Wingdings"/>
              </a:rPr>
              <a:t>D</a:t>
            </a:r>
            <a:endParaRPr sz="2400" b="1">
              <a:solidFill>
                <a:srgbClr val="C00000"/>
              </a:solidFill>
              <a:latin typeface="+mn-lt"/>
              <a:ea typeface="+mj-ea"/>
            </a:endParaRPr>
          </a:p>
        </p:txBody>
      </p:sp>
      <p:sp>
        <p:nvSpPr>
          <p:cNvPr id="5" name="文本框 4">
            <a:extLst>
              <a:ext uri="{FF2B5EF4-FFF2-40B4-BE49-F238E27FC236}">
                <a16:creationId xmlns:a16="http://schemas.microsoft.com/office/drawing/2014/main" id="{37092E58-4F83-E4FF-1699-D6AAD9935F75}"/>
              </a:ext>
            </a:extLst>
          </p:cNvPr>
          <p:cNvSpPr txBox="1"/>
          <p:nvPr>
            <p:custDataLst>
              <p:tags r:id="rId6"/>
            </p:custDataLst>
          </p:nvPr>
        </p:nvSpPr>
        <p:spPr>
          <a:xfrm>
            <a:off x="571625" y="73681"/>
            <a:ext cx="2304450" cy="355675"/>
          </a:xfrm>
          <a:prstGeom prst="rect">
            <a:avLst/>
          </a:prstGeom>
          <a:noFill/>
        </p:spPr>
        <p:txBody>
          <a:bodyPr wrap="square" lIns="0" tIns="0" rIns="0" bIns="0" rtlCol="0">
            <a:spAutoFit/>
          </a:bodyPr>
          <a:lstStyle/>
          <a:p>
            <a:pPr fontAlgn="base">
              <a:lnSpc>
                <a:spcPct val="125000"/>
              </a:lnSpc>
            </a:pPr>
            <a:r>
              <a:rPr lang="zh-CN" altLang="en-US" sz="2000">
                <a:solidFill>
                  <a:schemeClr val="bg1"/>
                </a:solidFill>
                <a:latin typeface="微软雅黑" panose="020B0503020204020204" pitchFamily="34" charset="-122"/>
                <a:ea typeface="微软雅黑" panose="020B0503020204020204" pitchFamily="34" charset="-122"/>
              </a:rPr>
              <a:t>知识点三、惯性</a:t>
            </a:r>
            <a:endParaRPr lang="en-US" sz="2000">
              <a:solidFill>
                <a:schemeClr val="bg1"/>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F2E319BC-1920-C64E-A5CD-005A1D66195E}"/>
              </a:ext>
            </a:extLst>
          </p:cNvPr>
          <p:cNvPicPr>
            <a:picLocks noChangeAspect="1"/>
          </p:cNvPicPr>
          <p:nvPr>
            <p:custDataLst>
              <p:tags r:id="rId7"/>
            </p:custDataLst>
          </p:nvPr>
        </p:nvPicPr>
        <p:blipFill>
          <a:blip r:embed="rId14"/>
          <a:stretch>
            <a:fillRect/>
          </a:stretch>
        </p:blipFill>
        <p:spPr>
          <a:xfrm>
            <a:off x="6949304" y="606989"/>
            <a:ext cx="1916532" cy="1211248"/>
          </a:xfrm>
          <a:prstGeom prst="rect">
            <a:avLst/>
          </a:prstGeom>
          <a:effectLst>
            <a:softEdge rad="63500"/>
          </a:effectLst>
        </p:spPr>
      </p:pic>
      <p:sp>
        <p:nvSpPr>
          <p:cNvPr id="4" name="文本框 3">
            <a:extLst>
              <a:ext uri="{FF2B5EF4-FFF2-40B4-BE49-F238E27FC236}">
                <a16:creationId xmlns:a16="http://schemas.microsoft.com/office/drawing/2014/main" id="{57504DE5-265A-C3CE-4937-F177D1685738}"/>
              </a:ext>
            </a:extLst>
          </p:cNvPr>
          <p:cNvSpPr txBox="1"/>
          <p:nvPr>
            <p:custDataLst>
              <p:tags r:id="rId8"/>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7282F72E-0031-E1DE-E2FA-F0FD1810463C}"/>
              </a:ext>
            </a:extLst>
          </p:cNvPr>
          <p:cNvSpPr txBox="1"/>
          <p:nvPr>
            <p:custDataLst>
              <p:tags r:id="rId9"/>
            </p:custDataLst>
          </p:nvPr>
        </p:nvSpPr>
        <p:spPr>
          <a:xfrm>
            <a:off x="6751320" y="4488446"/>
            <a:ext cx="1510453" cy="400110"/>
          </a:xfrm>
          <a:prstGeom prst="rect">
            <a:avLst/>
          </a:prstGeom>
          <a:noFill/>
        </p:spPr>
        <p:txBody>
          <a:bodyPr wrap="square">
            <a:spAutoFit/>
          </a:bodyPr>
          <a:lstStyle/>
          <a:p>
            <a:r>
              <a:rPr kumimoji="0" lang="zh-CN" altLang="en-US"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所以选</a:t>
            </a:r>
            <a:r>
              <a:rPr kumimoji="0" lang="en-US" altLang="zh-CN"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D</a:t>
            </a:r>
            <a:r>
              <a:rPr kumimoji="0" lang="zh-CN" altLang="en-US"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a:t>
            </a:r>
            <a:endParaRPr lang="zh-CN" altLang="en-US"/>
          </a:p>
        </p:txBody>
      </p:sp>
    </p:spTree>
    <p:extLst>
      <p:ext uri="{BB962C8B-B14F-4D97-AF65-F5344CB8AC3E}">
        <p14:creationId xmlns:p14="http://schemas.microsoft.com/office/powerpoint/2010/main" val="20485769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down)">
                                      <p:cBhvr>
                                        <p:cTn id="17" dur="500"/>
                                        <p:tgtEl>
                                          <p:spTgt spid="6">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blinds(horizontal)">
                                      <p:cBhvr>
                                        <p:cTn id="22" dur="500"/>
                                        <p:tgtEl>
                                          <p:spTgt spid="6">
                                            <p:txEl>
                                              <p:pRg st="2" end="2"/>
                                            </p:txEl>
                                          </p:spTgt>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6"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7">
                                          <p:stCondLst>
                                            <p:cond delay="0"/>
                                          </p:stCondLst>
                                        </p:cTn>
                                        <p:tgtEl>
                                          <p:spTgt spid="7"/>
                                        </p:tgtEl>
                                      </p:cBhvr>
                                    </p:animEffect>
                                    <p:anim calcmode="lin" valueType="num">
                                      <p:cBhvr>
                                        <p:cTn id="28" dur="1594"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9" dur="581"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0" dur="581" tmFilter="0, 0; 0.125,0.2665; 0.25,0.4; 0.375,0.465; 0.5,0.5;  0.625,0.535; 0.75,0.6; 0.875,0.7335; 1,1">
                                          <p:stCondLst>
                                            <p:cond delay="581"/>
                                          </p:stCondLst>
                                        </p:cTn>
                                        <p:tgtEl>
                                          <p:spTgt spid="7"/>
                                        </p:tgtEl>
                                        <p:attrNameLst>
                                          <p:attrName>ppt_y</p:attrName>
                                        </p:attrNameLst>
                                      </p:cBhvr>
                                      <p:tavLst>
                                        <p:tav tm="0" fmla="#ppt_y-sin(pi*$)/9">
                                          <p:val>
                                            <p:fltVal val="0"/>
                                          </p:val>
                                        </p:tav>
                                        <p:tav tm="100000">
                                          <p:val>
                                            <p:fltVal val="1"/>
                                          </p:val>
                                        </p:tav>
                                      </p:tavLst>
                                    </p:anim>
                                    <p:anim calcmode="lin" valueType="num">
                                      <p:cBhvr>
                                        <p:cTn id="31" dur="290" tmFilter="0, 0; 0.125,0.2665; 0.25,0.4; 0.375,0.465; 0.5,0.5;  0.625,0.535; 0.75,0.6; 0.875,0.7335; 1,1">
                                          <p:stCondLst>
                                            <p:cond delay="1159"/>
                                          </p:stCondLst>
                                        </p:cTn>
                                        <p:tgtEl>
                                          <p:spTgt spid="7"/>
                                        </p:tgtEl>
                                        <p:attrNameLst>
                                          <p:attrName>ppt_y</p:attrName>
                                        </p:attrNameLst>
                                      </p:cBhvr>
                                      <p:tavLst>
                                        <p:tav tm="0" fmla="#ppt_y-sin(pi*$)/27">
                                          <p:val>
                                            <p:fltVal val="0"/>
                                          </p:val>
                                        </p:tav>
                                        <p:tav tm="100000">
                                          <p:val>
                                            <p:fltVal val="1"/>
                                          </p:val>
                                        </p:tav>
                                      </p:tavLst>
                                    </p:anim>
                                    <p:anim calcmode="lin" valueType="num">
                                      <p:cBhvr>
                                        <p:cTn id="32" dur="144" tmFilter="0, 0; 0.125,0.2665; 0.25,0.4; 0.375,0.465; 0.5,0.5;  0.625,0.535; 0.75,0.6; 0.875,0.7335; 1,1">
                                          <p:stCondLst>
                                            <p:cond delay="1449"/>
                                          </p:stCondLst>
                                        </p:cTn>
                                        <p:tgtEl>
                                          <p:spTgt spid="7"/>
                                        </p:tgtEl>
                                        <p:attrNameLst>
                                          <p:attrName>ppt_y</p:attrName>
                                        </p:attrNameLst>
                                      </p:cBhvr>
                                      <p:tavLst>
                                        <p:tav tm="0" fmla="#ppt_y-sin(pi*$)/81">
                                          <p:val>
                                            <p:fltVal val="0"/>
                                          </p:val>
                                        </p:tav>
                                        <p:tav tm="100000">
                                          <p:val>
                                            <p:fltVal val="1"/>
                                          </p:val>
                                        </p:tav>
                                      </p:tavLst>
                                    </p:anim>
                                    <p:animScale>
                                      <p:cBhvr>
                                        <p:cTn id="33" dur="23">
                                          <p:stCondLst>
                                            <p:cond delay="569"/>
                                          </p:stCondLst>
                                        </p:cTn>
                                        <p:tgtEl>
                                          <p:spTgt spid="7"/>
                                        </p:tgtEl>
                                      </p:cBhvr>
                                      <p:to x="100000" y="60000"/>
                                    </p:animScale>
                                    <p:animScale>
                                      <p:cBhvr>
                                        <p:cTn id="34" dur="145" decel="50000">
                                          <p:stCondLst>
                                            <p:cond delay="592"/>
                                          </p:stCondLst>
                                        </p:cTn>
                                        <p:tgtEl>
                                          <p:spTgt spid="7"/>
                                        </p:tgtEl>
                                      </p:cBhvr>
                                      <p:to x="100000" y="100000"/>
                                    </p:animScale>
                                    <p:animScale>
                                      <p:cBhvr>
                                        <p:cTn id="35" dur="23">
                                          <p:stCondLst>
                                            <p:cond delay="1148"/>
                                          </p:stCondLst>
                                        </p:cTn>
                                        <p:tgtEl>
                                          <p:spTgt spid="7"/>
                                        </p:tgtEl>
                                      </p:cBhvr>
                                      <p:to x="100000" y="80000"/>
                                    </p:animScale>
                                    <p:animScale>
                                      <p:cBhvr>
                                        <p:cTn id="36" dur="145" decel="50000">
                                          <p:stCondLst>
                                            <p:cond delay="1171"/>
                                          </p:stCondLst>
                                        </p:cTn>
                                        <p:tgtEl>
                                          <p:spTgt spid="7"/>
                                        </p:tgtEl>
                                      </p:cBhvr>
                                      <p:to x="100000" y="100000"/>
                                    </p:animScale>
                                    <p:animScale>
                                      <p:cBhvr>
                                        <p:cTn id="37" dur="23">
                                          <p:stCondLst>
                                            <p:cond delay="1437"/>
                                          </p:stCondLst>
                                        </p:cTn>
                                        <p:tgtEl>
                                          <p:spTgt spid="7"/>
                                        </p:tgtEl>
                                      </p:cBhvr>
                                      <p:to x="100000" y="90000"/>
                                    </p:animScale>
                                    <p:animScale>
                                      <p:cBhvr>
                                        <p:cTn id="38" dur="145" decel="50000">
                                          <p:stCondLst>
                                            <p:cond delay="1459"/>
                                          </p:stCondLst>
                                        </p:cTn>
                                        <p:tgtEl>
                                          <p:spTgt spid="7"/>
                                        </p:tgtEl>
                                      </p:cBhvr>
                                      <p:to x="100000" y="100000"/>
                                    </p:animScale>
                                    <p:animScale>
                                      <p:cBhvr>
                                        <p:cTn id="39" dur="23">
                                          <p:stCondLst>
                                            <p:cond delay="1582"/>
                                          </p:stCondLst>
                                        </p:cTn>
                                        <p:tgtEl>
                                          <p:spTgt spid="7"/>
                                        </p:tgtEl>
                                      </p:cBhvr>
                                      <p:to x="100000" y="95000"/>
                                    </p:animScale>
                                    <p:animScale>
                                      <p:cBhvr>
                                        <p:cTn id="40" dur="145" decel="50000">
                                          <p:stCondLst>
                                            <p:cond delay="1605"/>
                                          </p:stCondLst>
                                        </p:cTn>
                                        <p:tgtEl>
                                          <p:spTgt spid="7"/>
                                        </p:tgtEl>
                                      </p:cBhvr>
                                      <p:to x="100000" y="100000"/>
                                    </p:animScale>
                                  </p:childTnLst>
                                </p:cTn>
                              </p:par>
                              <p:par>
                                <p:cTn id="41" presetID="16" presetClass="entr" presetSubtype="21"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arn(inVertical)">
                                      <p:cBhvr>
                                        <p:cTn id="4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A5C05DD-A642-49EE-8AF0-2024A801B112}"/>
              </a:ext>
            </a:extLst>
          </p:cNvPr>
          <p:cNvSpPr>
            <a:spLocks noChangeArrowheads="1"/>
          </p:cNvSpPr>
          <p:nvPr>
            <p:custDataLst>
              <p:tags r:id="rId1"/>
            </p:custDataLst>
          </p:nvPr>
        </p:nvSpPr>
        <p:spPr bwMode="auto">
          <a:xfrm>
            <a:off x="628713" y="498868"/>
            <a:ext cx="7463728"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32000" algn="l" defTabSz="914400" rtl="0" eaLnBrk="0" fontAlgn="ctr" latinLnBrk="0" hangingPunct="0">
              <a:lnSpc>
                <a:spcPts val="3300"/>
              </a:lnSpc>
              <a:spcBef>
                <a:spcPct val="0"/>
              </a:spcBef>
              <a:spcAft>
                <a:spcPct val="0"/>
              </a:spcAft>
              <a:buClrTx/>
              <a:buSzTx/>
              <a:buFontTx/>
              <a:buNone/>
            </a:pPr>
            <a:r>
              <a:rPr lang="en-US" altLang="zh-CN" sz="2100" b="1">
                <a:ln w="9525" cap="flat" cmpd="sng" algn="ctr">
                  <a:noFill/>
                  <a:prstDash val="solid"/>
                  <a:round/>
                  <a:headEnd type="none" w="med" len="med"/>
                  <a:tailEnd type="none" w="med" len="med"/>
                </a:ln>
                <a:solidFill>
                  <a:srgbClr val="002060"/>
                </a:solidFill>
                <a:latin typeface="+mn-lt"/>
                <a:ea typeface="+mj-ea"/>
                <a:sym typeface="Wingdings"/>
              </a:rPr>
              <a:t>【</a:t>
            </a:r>
            <a:r>
              <a:rPr lang="zh-CN" altLang="en-US" sz="2100" b="1">
                <a:ln w="9525" cap="flat" cmpd="sng" algn="ctr">
                  <a:noFill/>
                  <a:prstDash val="solid"/>
                  <a:round/>
                  <a:headEnd type="none" w="med" len="med"/>
                  <a:tailEnd type="none" w="med" len="med"/>
                </a:ln>
                <a:solidFill>
                  <a:srgbClr val="002060"/>
                </a:solidFill>
                <a:latin typeface="+mn-lt"/>
                <a:ea typeface="+mj-ea"/>
                <a:sym typeface="Wingdings"/>
              </a:rPr>
              <a:t>例题</a:t>
            </a:r>
            <a:r>
              <a:rPr lang="en-US" altLang="zh-CN" sz="2100" b="1">
                <a:ln w="9525" cap="flat" cmpd="sng" algn="ctr">
                  <a:noFill/>
                  <a:prstDash val="solid"/>
                  <a:round/>
                  <a:headEnd type="none" w="med" len="med"/>
                  <a:tailEnd type="none" w="med" len="med"/>
                </a:ln>
                <a:solidFill>
                  <a:srgbClr val="002060"/>
                </a:solidFill>
                <a:latin typeface="+mn-lt"/>
                <a:ea typeface="+mj-ea"/>
                <a:sym typeface="Wingdings"/>
              </a:rPr>
              <a:t>4】</a:t>
            </a:r>
            <a:r>
              <a:rPr lang="zh-CN" altLang="en-US" sz="2100" b="1">
                <a:ln w="9525" cap="flat" cmpd="sng" algn="ctr">
                  <a:noFill/>
                  <a:prstDash val="solid"/>
                  <a:round/>
                  <a:headEnd type="none" w="med" len="med"/>
                  <a:tailEnd type="none" w="med" len="med"/>
                </a:ln>
                <a:solidFill>
                  <a:srgbClr val="002060"/>
                </a:solidFill>
                <a:latin typeface="+mn-lt"/>
                <a:ea typeface="+mj-ea"/>
                <a:sym typeface="Wingdings"/>
              </a:rPr>
              <a:t>（多选题）</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如图为小华拉着放有一盛水器具的小车在水平桌面上运动的瞬间所发生的现象，对此现象，下列判断正确的是（        ）</a:t>
            </a:r>
            <a:endParaRPr kumimoji="0" lang="en-US" altLang="zh-CN" sz="2100" b="0" i="0" u="none" strike="noStrike" cap="none" normalizeH="0" baseline="0">
              <a:ln>
                <a:noFill/>
              </a:ln>
              <a:solidFill>
                <a:srgbClr val="002060"/>
              </a:solidFill>
              <a:effectLst/>
              <a:latin typeface="+mn-lt"/>
              <a:ea typeface="+mj-ea"/>
              <a:cs typeface="Times New Roman" panose="02020603050405020304" pitchFamily="18" charset="0"/>
            </a:endParaRPr>
          </a:p>
        </p:txBody>
      </p:sp>
      <p:sp>
        <p:nvSpPr>
          <p:cNvPr id="7" name="矩形 1036290">
            <a:extLst>
              <a:ext uri="{FF2B5EF4-FFF2-40B4-BE49-F238E27FC236}">
                <a16:creationId xmlns:a16="http://schemas.microsoft.com/office/drawing/2014/main" id="{57AEB4EB-9921-4AFB-BC84-CE920725B770}"/>
              </a:ext>
            </a:extLst>
          </p:cNvPr>
          <p:cNvSpPr/>
          <p:nvPr>
            <p:custDataLst>
              <p:tags r:id="rId2"/>
            </p:custDataLst>
          </p:nvPr>
        </p:nvSpPr>
        <p:spPr>
          <a:xfrm>
            <a:off x="2251186" y="1423010"/>
            <a:ext cx="1048274" cy="453009"/>
          </a:xfrm>
          <a:prstGeom prst="rect">
            <a:avLst/>
          </a:prstGeom>
          <a:noFill/>
          <a:ln>
            <a:noFill/>
            <a:miter lim="800000"/>
          </a:ln>
        </p:spPr>
        <p:txBody>
          <a:bodyPr wrap="square">
            <a:spAutoFit/>
          </a:bodyPr>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1pPr>
            <a:lvl2pPr marL="4572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2pPr>
            <a:lvl3pPr marL="9144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3pPr>
            <a:lvl4pPr marL="13716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4pPr>
            <a:lvl5pPr marL="1828800" indent="0" algn="l" defTabSz="914400" rtl="0" eaLnBrk="1" fontAlgn="base" hangingPunct="1">
              <a:lnSpc>
                <a:spcPct val="100000"/>
              </a:lnSpc>
              <a:spcBef>
                <a:spcPct val="0"/>
              </a:spcBef>
              <a:spcAft>
                <a:spcPct val="0"/>
              </a:spcAft>
              <a:buClrTx/>
              <a:buSzTx/>
              <a:buFont typeface="Arial" panose="020B0604020202020204" pitchFamily="34" charset="0"/>
              <a:buNone/>
              <a:defRPr lang="zh-CN" altLang="en-US" sz="2000" b="0" i="0" u="none" baseline="0">
                <a:solidFill>
                  <a:schemeClr val="tx1"/>
                </a:solidFill>
                <a:latin typeface="Times New Roman" panose="02020603050405020304" pitchFamily="18" charset="0"/>
                <a:ea typeface="华文新魏" pitchFamily="2" charset="-122"/>
              </a:defRPr>
            </a:lvl5pPr>
          </a:lstStyle>
          <a:p>
            <a:pPr>
              <a:lnSpc>
                <a:spcPts val="3000"/>
              </a:lnSpc>
            </a:pPr>
            <a:r>
              <a:rPr lang="en-US" altLang="zh-CN" sz="2200" b="1">
                <a:ln w="9525" cap="flat" cmpd="sng" algn="ctr">
                  <a:noFill/>
                  <a:prstDash val="solid"/>
                  <a:round/>
                  <a:headEnd type="none" w="med" len="med"/>
                  <a:tailEnd type="none" w="med" len="med"/>
                </a:ln>
                <a:solidFill>
                  <a:srgbClr val="C00000"/>
                </a:solidFill>
                <a:latin typeface="+mn-lt"/>
                <a:ea typeface="+mj-ea"/>
                <a:sym typeface="Wingdings"/>
              </a:rPr>
              <a:t>CD</a:t>
            </a:r>
            <a:endParaRPr sz="2200" b="1">
              <a:solidFill>
                <a:srgbClr val="C00000"/>
              </a:solidFill>
              <a:latin typeface="+mn-lt"/>
              <a:ea typeface="+mj-ea"/>
            </a:endParaRPr>
          </a:p>
        </p:txBody>
      </p:sp>
      <p:sp>
        <p:nvSpPr>
          <p:cNvPr id="5" name="文本框 4">
            <a:extLst>
              <a:ext uri="{FF2B5EF4-FFF2-40B4-BE49-F238E27FC236}">
                <a16:creationId xmlns:a16="http://schemas.microsoft.com/office/drawing/2014/main" id="{37092E58-4F83-E4FF-1699-D6AAD9935F75}"/>
              </a:ext>
            </a:extLst>
          </p:cNvPr>
          <p:cNvSpPr txBox="1"/>
          <p:nvPr>
            <p:custDataLst>
              <p:tags r:id="rId3"/>
            </p:custDataLst>
          </p:nvPr>
        </p:nvSpPr>
        <p:spPr>
          <a:xfrm>
            <a:off x="571625" y="73681"/>
            <a:ext cx="2304450" cy="355675"/>
          </a:xfrm>
          <a:prstGeom prst="rect">
            <a:avLst/>
          </a:prstGeom>
          <a:noFill/>
        </p:spPr>
        <p:txBody>
          <a:bodyPr wrap="square" lIns="0" tIns="0" rIns="0" bIns="0" rtlCol="0">
            <a:spAutoFit/>
          </a:bodyPr>
          <a:lstStyle/>
          <a:p>
            <a:pPr fontAlgn="base">
              <a:lnSpc>
                <a:spcPct val="125000"/>
              </a:lnSpc>
            </a:pPr>
            <a:r>
              <a:rPr lang="zh-CN" altLang="en-US" sz="2000">
                <a:solidFill>
                  <a:schemeClr val="bg1"/>
                </a:solidFill>
                <a:latin typeface="微软雅黑" panose="020B0503020204020204" pitchFamily="34" charset="-122"/>
                <a:ea typeface="微软雅黑" panose="020B0503020204020204" pitchFamily="34" charset="-122"/>
              </a:rPr>
              <a:t>知识点三、惯性</a:t>
            </a:r>
            <a:endParaRPr lang="en-US" sz="2000">
              <a:solidFill>
                <a:schemeClr val="bg1"/>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57504DE5-265A-C3CE-4937-F177D1685738}"/>
              </a:ext>
            </a:extLst>
          </p:cNvPr>
          <p:cNvSpPr txBox="1"/>
          <p:nvPr>
            <p:custDataLst>
              <p:tags r:id="rId4"/>
            </p:custDataLst>
          </p:nvPr>
        </p:nvSpPr>
        <p:spPr>
          <a:xfrm>
            <a:off x="6046947" y="44290"/>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a:t>
            </a:r>
            <a:r>
              <a:rPr lang="zh-CN" altLang="en-US" sz="2000" b="1">
                <a:solidFill>
                  <a:srgbClr val="FFC000"/>
                </a:solidFill>
                <a:latin typeface="微软雅黑" panose="020B0503020204020204" pitchFamily="34" charset="-122"/>
                <a:ea typeface="微软雅黑" panose="020B0503020204020204" pitchFamily="34" charset="-122"/>
              </a:rPr>
              <a:t>牛顿第一定律</a:t>
            </a:r>
            <a:endPar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endParaRPr>
          </a:p>
        </p:txBody>
      </p:sp>
      <p:pic>
        <p:nvPicPr>
          <p:cNvPr id="10" name="图片 9">
            <a:extLst>
              <a:ext uri="{FF2B5EF4-FFF2-40B4-BE49-F238E27FC236}">
                <a16:creationId xmlns:a16="http://schemas.microsoft.com/office/drawing/2014/main" id="{1377B1C4-2F86-B98B-4A2B-EB076245CF0E}"/>
              </a:ext>
            </a:extLst>
          </p:cNvPr>
          <p:cNvPicPr>
            <a:picLocks noChangeAspect="1"/>
          </p:cNvPicPr>
          <p:nvPr>
            <p:custDataLst>
              <p:tags r:id="rId5"/>
            </p:custDataLst>
          </p:nvPr>
        </p:nvPicPr>
        <p:blipFill>
          <a:blip r:embed="rId8"/>
          <a:stretch>
            <a:fillRect/>
          </a:stretch>
        </p:blipFill>
        <p:spPr>
          <a:xfrm>
            <a:off x="2136409" y="3692207"/>
            <a:ext cx="3686175" cy="1038225"/>
          </a:xfrm>
          <a:prstGeom prst="rect">
            <a:avLst/>
          </a:prstGeom>
        </p:spPr>
      </p:pic>
      <p:sp>
        <p:nvSpPr>
          <p:cNvPr id="12" name="Rectangle 2">
            <a:extLst>
              <a:ext uri="{FF2B5EF4-FFF2-40B4-BE49-F238E27FC236}">
                <a16:creationId xmlns:a16="http://schemas.microsoft.com/office/drawing/2014/main" id="{E064E9DC-D9A5-BA4C-DCF6-42F1E56C3CD0}"/>
              </a:ext>
            </a:extLst>
          </p:cNvPr>
          <p:cNvSpPr>
            <a:spLocks noChangeArrowheads="1"/>
          </p:cNvSpPr>
          <p:nvPr>
            <p:custDataLst>
              <p:tags r:id="rId6"/>
            </p:custDataLst>
          </p:nvPr>
        </p:nvSpPr>
        <p:spPr bwMode="auto">
          <a:xfrm>
            <a:off x="224852" y="1860779"/>
            <a:ext cx="8763361" cy="173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32000" algn="l" defTabSz="914400" rtl="0" eaLnBrk="0" fontAlgn="ctr" latinLnBrk="0" hangingPunct="0">
              <a:lnSpc>
                <a:spcPts val="3200"/>
              </a:lnSpc>
              <a:spcBef>
                <a:spcPct val="0"/>
              </a:spcBef>
              <a:spcAft>
                <a:spcPct val="0"/>
              </a:spcAft>
              <a:buClrTx/>
              <a:buSzTx/>
              <a:buFontTx/>
              <a:buNone/>
            </a:pPr>
            <a:r>
              <a:rPr kumimoji="0" lang="en-US" altLang="zh-CN" sz="2100" b="0" i="0" u="none" strike="noStrike" cap="none" normalizeH="0" baseline="0">
                <a:ln>
                  <a:noFill/>
                </a:ln>
                <a:solidFill>
                  <a:srgbClr val="002060"/>
                </a:solidFill>
                <a:effectLst/>
                <a:latin typeface="+mn-lt"/>
                <a:ea typeface="+mj-ea"/>
                <a:cs typeface="Times New Roman" panose="02020603050405020304" pitchFamily="18" charset="0"/>
              </a:rPr>
              <a:t>A</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．图甲、乙所示的现象都是在小车突然停止时发生</a:t>
            </a:r>
          </a:p>
          <a:p>
            <a:pPr marL="0" marR="0" lvl="0" indent="432000" algn="l" defTabSz="914400" rtl="0" eaLnBrk="0" fontAlgn="ctr" latinLnBrk="0" hangingPunct="0">
              <a:lnSpc>
                <a:spcPts val="3200"/>
              </a:lnSpc>
              <a:spcBef>
                <a:spcPct val="0"/>
              </a:spcBef>
              <a:spcAft>
                <a:spcPct val="0"/>
              </a:spcAft>
              <a:buClrTx/>
              <a:buSzTx/>
              <a:buFontTx/>
              <a:buNone/>
            </a:pPr>
            <a:r>
              <a:rPr kumimoji="0" lang="en-US" altLang="zh-CN" sz="2100" b="0" i="0" u="none" strike="noStrike" cap="none" normalizeH="0" baseline="0">
                <a:ln>
                  <a:noFill/>
                </a:ln>
                <a:solidFill>
                  <a:srgbClr val="002060"/>
                </a:solidFill>
                <a:effectLst/>
                <a:latin typeface="+mn-lt"/>
                <a:ea typeface="+mj-ea"/>
                <a:cs typeface="Times New Roman" panose="02020603050405020304" pitchFamily="18" charset="0"/>
              </a:rPr>
              <a:t>B</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．图甲、乙所示的现象都是在小车突然启动时发生</a:t>
            </a:r>
          </a:p>
          <a:p>
            <a:pPr marL="0" marR="0" lvl="0" indent="432000" algn="l" defTabSz="914400" rtl="0" eaLnBrk="0" fontAlgn="ctr" latinLnBrk="0" hangingPunct="0">
              <a:lnSpc>
                <a:spcPts val="3200"/>
              </a:lnSpc>
              <a:spcBef>
                <a:spcPct val="0"/>
              </a:spcBef>
              <a:spcAft>
                <a:spcPct val="0"/>
              </a:spcAft>
              <a:buClrTx/>
              <a:buSzTx/>
              <a:buFontTx/>
              <a:buNone/>
            </a:pPr>
            <a:r>
              <a:rPr kumimoji="0" lang="en-US" altLang="zh-CN" sz="2100" b="0" i="0" u="none" strike="noStrike" cap="none" normalizeH="0" baseline="0">
                <a:ln>
                  <a:noFill/>
                </a:ln>
                <a:solidFill>
                  <a:srgbClr val="002060"/>
                </a:solidFill>
                <a:effectLst/>
                <a:latin typeface="+mn-lt"/>
                <a:ea typeface="+mj-ea"/>
                <a:cs typeface="Times New Roman" panose="02020603050405020304" pitchFamily="18" charset="0"/>
              </a:rPr>
              <a:t>C</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．图甲所示的现象是在小车突然起动或在运动中突然加速时发生</a:t>
            </a:r>
          </a:p>
          <a:p>
            <a:pPr marL="0" marR="0" lvl="0" indent="432000" algn="l" defTabSz="914400" rtl="0" eaLnBrk="0" fontAlgn="ctr" latinLnBrk="0" hangingPunct="0">
              <a:lnSpc>
                <a:spcPts val="3200"/>
              </a:lnSpc>
              <a:spcBef>
                <a:spcPct val="0"/>
              </a:spcBef>
              <a:spcAft>
                <a:spcPct val="0"/>
              </a:spcAft>
              <a:buClrTx/>
              <a:buSzTx/>
              <a:buFontTx/>
              <a:buNone/>
            </a:pPr>
            <a:r>
              <a:rPr kumimoji="0" lang="en-US" altLang="zh-CN" sz="2100" b="0" i="0" u="none" strike="noStrike" cap="none" normalizeH="0" baseline="0">
                <a:ln>
                  <a:noFill/>
                </a:ln>
                <a:solidFill>
                  <a:srgbClr val="002060"/>
                </a:solidFill>
                <a:effectLst/>
                <a:latin typeface="+mn-lt"/>
                <a:ea typeface="+mj-ea"/>
                <a:cs typeface="Times New Roman" panose="02020603050405020304" pitchFamily="18" charset="0"/>
              </a:rPr>
              <a:t>D</a:t>
            </a:r>
            <a:r>
              <a:rPr kumimoji="0" lang="zh-CN" altLang="en-US" sz="2100" b="0" i="0" u="none" strike="noStrike" cap="none" normalizeH="0" baseline="0">
                <a:ln>
                  <a:noFill/>
                </a:ln>
                <a:solidFill>
                  <a:srgbClr val="002060"/>
                </a:solidFill>
                <a:effectLst/>
                <a:latin typeface="+mn-lt"/>
                <a:ea typeface="+mj-ea"/>
                <a:cs typeface="Times New Roman" panose="02020603050405020304" pitchFamily="18" charset="0"/>
              </a:rPr>
              <a:t>．图乙所示的现象是在小车突然停止或在运动中突然减速时发生</a:t>
            </a:r>
          </a:p>
        </p:txBody>
      </p:sp>
    </p:spTree>
    <p:extLst>
      <p:ext uri="{BB962C8B-B14F-4D97-AF65-F5344CB8AC3E}">
        <p14:creationId xmlns:p14="http://schemas.microsoft.com/office/powerpoint/2010/main" val="32009455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7">
                                          <p:stCondLst>
                                            <p:cond delay="0"/>
                                          </p:stCondLst>
                                        </p:cTn>
                                        <p:tgtEl>
                                          <p:spTgt spid="7"/>
                                        </p:tgtEl>
                                      </p:cBhvr>
                                    </p:animEffect>
                                    <p:anim calcmode="lin" valueType="num">
                                      <p:cBhvr>
                                        <p:cTn id="8" dur="1594"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581"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581" tmFilter="0, 0; 0.125,0.2665; 0.25,0.4; 0.375,0.465; 0.5,0.5;  0.625,0.535; 0.75,0.6; 0.875,0.7335; 1,1">
                                          <p:stCondLst>
                                            <p:cond delay="581"/>
                                          </p:stCondLst>
                                        </p:cTn>
                                        <p:tgtEl>
                                          <p:spTgt spid="7"/>
                                        </p:tgtEl>
                                        <p:attrNameLst>
                                          <p:attrName>ppt_y</p:attrName>
                                        </p:attrNameLst>
                                      </p:cBhvr>
                                      <p:tavLst>
                                        <p:tav tm="0" fmla="#ppt_y-sin(pi*$)/9">
                                          <p:val>
                                            <p:fltVal val="0"/>
                                          </p:val>
                                        </p:tav>
                                        <p:tav tm="100000">
                                          <p:val>
                                            <p:fltVal val="1"/>
                                          </p:val>
                                        </p:tav>
                                      </p:tavLst>
                                    </p:anim>
                                    <p:anim calcmode="lin" valueType="num">
                                      <p:cBhvr>
                                        <p:cTn id="11" dur="290" tmFilter="0, 0; 0.125,0.2665; 0.25,0.4; 0.375,0.465; 0.5,0.5;  0.625,0.535; 0.75,0.6; 0.875,0.7335; 1,1">
                                          <p:stCondLst>
                                            <p:cond delay="1159"/>
                                          </p:stCondLst>
                                        </p:cTn>
                                        <p:tgtEl>
                                          <p:spTgt spid="7"/>
                                        </p:tgtEl>
                                        <p:attrNameLst>
                                          <p:attrName>ppt_y</p:attrName>
                                        </p:attrNameLst>
                                      </p:cBhvr>
                                      <p:tavLst>
                                        <p:tav tm="0" fmla="#ppt_y-sin(pi*$)/27">
                                          <p:val>
                                            <p:fltVal val="0"/>
                                          </p:val>
                                        </p:tav>
                                        <p:tav tm="100000">
                                          <p:val>
                                            <p:fltVal val="1"/>
                                          </p:val>
                                        </p:tav>
                                      </p:tavLst>
                                    </p:anim>
                                    <p:anim calcmode="lin" valueType="num">
                                      <p:cBhvr>
                                        <p:cTn id="12" dur="144" tmFilter="0, 0; 0.125,0.2665; 0.25,0.4; 0.375,0.465; 0.5,0.5;  0.625,0.535; 0.75,0.6; 0.875,0.7335; 1,1">
                                          <p:stCondLst>
                                            <p:cond delay="1449"/>
                                          </p:stCondLst>
                                        </p:cTn>
                                        <p:tgtEl>
                                          <p:spTgt spid="7"/>
                                        </p:tgtEl>
                                        <p:attrNameLst>
                                          <p:attrName>ppt_y</p:attrName>
                                        </p:attrNameLst>
                                      </p:cBhvr>
                                      <p:tavLst>
                                        <p:tav tm="0" fmla="#ppt_y-sin(pi*$)/81">
                                          <p:val>
                                            <p:fltVal val="0"/>
                                          </p:val>
                                        </p:tav>
                                        <p:tav tm="100000">
                                          <p:val>
                                            <p:fltVal val="1"/>
                                          </p:val>
                                        </p:tav>
                                      </p:tavLst>
                                    </p:anim>
                                    <p:animScale>
                                      <p:cBhvr>
                                        <p:cTn id="13" dur="23">
                                          <p:stCondLst>
                                            <p:cond delay="569"/>
                                          </p:stCondLst>
                                        </p:cTn>
                                        <p:tgtEl>
                                          <p:spTgt spid="7"/>
                                        </p:tgtEl>
                                      </p:cBhvr>
                                      <p:to x="100000" y="60000"/>
                                    </p:animScale>
                                    <p:animScale>
                                      <p:cBhvr>
                                        <p:cTn id="14" dur="145" decel="50000">
                                          <p:stCondLst>
                                            <p:cond delay="592"/>
                                          </p:stCondLst>
                                        </p:cTn>
                                        <p:tgtEl>
                                          <p:spTgt spid="7"/>
                                        </p:tgtEl>
                                      </p:cBhvr>
                                      <p:to x="100000" y="100000"/>
                                    </p:animScale>
                                    <p:animScale>
                                      <p:cBhvr>
                                        <p:cTn id="15" dur="23">
                                          <p:stCondLst>
                                            <p:cond delay="1148"/>
                                          </p:stCondLst>
                                        </p:cTn>
                                        <p:tgtEl>
                                          <p:spTgt spid="7"/>
                                        </p:tgtEl>
                                      </p:cBhvr>
                                      <p:to x="100000" y="80000"/>
                                    </p:animScale>
                                    <p:animScale>
                                      <p:cBhvr>
                                        <p:cTn id="16" dur="145" decel="50000">
                                          <p:stCondLst>
                                            <p:cond delay="1171"/>
                                          </p:stCondLst>
                                        </p:cTn>
                                        <p:tgtEl>
                                          <p:spTgt spid="7"/>
                                        </p:tgtEl>
                                      </p:cBhvr>
                                      <p:to x="100000" y="100000"/>
                                    </p:animScale>
                                    <p:animScale>
                                      <p:cBhvr>
                                        <p:cTn id="17" dur="23">
                                          <p:stCondLst>
                                            <p:cond delay="1437"/>
                                          </p:stCondLst>
                                        </p:cTn>
                                        <p:tgtEl>
                                          <p:spTgt spid="7"/>
                                        </p:tgtEl>
                                      </p:cBhvr>
                                      <p:to x="100000" y="90000"/>
                                    </p:animScale>
                                    <p:animScale>
                                      <p:cBhvr>
                                        <p:cTn id="18" dur="145" decel="50000">
                                          <p:stCondLst>
                                            <p:cond delay="1459"/>
                                          </p:stCondLst>
                                        </p:cTn>
                                        <p:tgtEl>
                                          <p:spTgt spid="7"/>
                                        </p:tgtEl>
                                      </p:cBhvr>
                                      <p:to x="100000" y="100000"/>
                                    </p:animScale>
                                    <p:animScale>
                                      <p:cBhvr>
                                        <p:cTn id="19" dur="23">
                                          <p:stCondLst>
                                            <p:cond delay="1582"/>
                                          </p:stCondLst>
                                        </p:cTn>
                                        <p:tgtEl>
                                          <p:spTgt spid="7"/>
                                        </p:tgtEl>
                                      </p:cBhvr>
                                      <p:to x="100000" y="95000"/>
                                    </p:animScale>
                                    <p:animScale>
                                      <p:cBhvr>
                                        <p:cTn id="20" dur="145" decel="50000">
                                          <p:stCondLst>
                                            <p:cond delay="1605"/>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FED32F67-810F-11E1-FE89-51BC62C8C1BE}"/>
              </a:ext>
            </a:extLst>
          </p:cNvPr>
          <p:cNvGrpSpPr/>
          <p:nvPr>
            <p:custDataLst>
              <p:tags r:id="rId1"/>
            </p:custDataLst>
          </p:nvPr>
        </p:nvGrpSpPr>
        <p:grpSpPr>
          <a:xfrm>
            <a:off x="2064685" y="1693865"/>
            <a:ext cx="2723274" cy="2168171"/>
            <a:chOff x="693085" y="1678625"/>
            <a:chExt cx="2723274" cy="2168171"/>
          </a:xfrm>
        </p:grpSpPr>
        <p:grpSp>
          <p:nvGrpSpPr>
            <p:cNvPr id="19" name="组合 18">
              <a:extLst>
                <a:ext uri="{FF2B5EF4-FFF2-40B4-BE49-F238E27FC236}">
                  <a16:creationId xmlns:a16="http://schemas.microsoft.com/office/drawing/2014/main" id="{A0D84D34-A8C1-78F9-98AC-611E86F9910D}"/>
                </a:ext>
              </a:extLst>
            </p:cNvPr>
            <p:cNvGrpSpPr/>
            <p:nvPr>
              <p:custDataLst>
                <p:tags r:id="rId8"/>
              </p:custDataLst>
            </p:nvPr>
          </p:nvGrpSpPr>
          <p:grpSpPr>
            <a:xfrm>
              <a:off x="693085" y="1816567"/>
              <a:ext cx="2723274" cy="2030229"/>
              <a:chOff x="693085" y="1816567"/>
              <a:chExt cx="2723274" cy="2030229"/>
            </a:xfrm>
          </p:grpSpPr>
          <p:sp>
            <p:nvSpPr>
              <p:cNvPr id="10" name="L 形 9">
                <a:extLst>
                  <a:ext uri="{FF2B5EF4-FFF2-40B4-BE49-F238E27FC236}">
                    <a16:creationId xmlns:a16="http://schemas.microsoft.com/office/drawing/2014/main" id="{80715524-4DAD-B950-85FF-6C6D94576E29}"/>
                  </a:ext>
                </a:extLst>
              </p:cNvPr>
              <p:cNvSpPr/>
              <p:nvPr>
                <p:custDataLst>
                  <p:tags r:id="rId10"/>
                </p:custDataLst>
              </p:nvPr>
            </p:nvSpPr>
            <p:spPr>
              <a:xfrm rot="5400000">
                <a:off x="40681" y="2468972"/>
                <a:ext cx="1522671" cy="217861"/>
              </a:xfrm>
              <a:prstGeom prst="corner">
                <a:avLst>
                  <a:gd name="adj1" fmla="val 1000"/>
                  <a:gd name="adj2" fmla="val 1000"/>
                </a:avLst>
              </a:prstGeom>
              <a:ln>
                <a:solidFill>
                  <a:srgbClr val="1973BF"/>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1" name="任意多边形: 形状 10">
                <a:extLst>
                  <a:ext uri="{FF2B5EF4-FFF2-40B4-BE49-F238E27FC236}">
                    <a16:creationId xmlns:a16="http://schemas.microsoft.com/office/drawing/2014/main" id="{BF354845-70BD-F820-BE7E-F2A83ED08EF2}"/>
                  </a:ext>
                </a:extLst>
              </p:cNvPr>
              <p:cNvSpPr/>
              <p:nvPr>
                <p:custDataLst>
                  <p:tags r:id="rId11"/>
                </p:custDataLst>
              </p:nvPr>
            </p:nvSpPr>
            <p:spPr>
              <a:xfrm>
                <a:off x="693085"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0 w 2723274"/>
                  <a:gd name="connsiteY5"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3274" h="507557">
                    <a:moveTo>
                      <a:pt x="0" y="0"/>
                    </a:moveTo>
                    <a:lnTo>
                      <a:pt x="2596385" y="0"/>
                    </a:lnTo>
                    <a:lnTo>
                      <a:pt x="2723274" y="253779"/>
                    </a:lnTo>
                    <a:lnTo>
                      <a:pt x="2596385" y="507557"/>
                    </a:lnTo>
                    <a:lnTo>
                      <a:pt x="0" y="507557"/>
                    </a:lnTo>
                    <a:lnTo>
                      <a:pt x="0" y="0"/>
                    </a:lnTo>
                    <a:close/>
                  </a:path>
                </a:pathLst>
              </a:custGeom>
              <a:solidFill>
                <a:srgbClr val="1973BF"/>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52400" tIns="304800" rIns="215845" bIns="304800" numCol="1" spcCol="1270" anchor="ctr" anchorCtr="0">
                <a:noAutofit/>
              </a:bodyPr>
              <a:lstStyle/>
              <a:p>
                <a:pPr marL="0" marR="0" lvl="0" indent="0" algn="ctr" defTabSz="1066800" rtl="0" eaLnBrk="1" fontAlgn="auto" latinLnBrk="0" hangingPunct="1">
                  <a:lnSpc>
                    <a:spcPts val="3800"/>
                  </a:lnSpc>
                  <a:spcBef>
                    <a:spcPct val="0"/>
                  </a:spcBef>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01</a:t>
                </a:r>
              </a:p>
            </p:txBody>
          </p:sp>
        </p:grpSp>
        <p:sp>
          <p:nvSpPr>
            <p:cNvPr id="12" name="任意多边形: 形状 11">
              <a:extLst>
                <a:ext uri="{FF2B5EF4-FFF2-40B4-BE49-F238E27FC236}">
                  <a16:creationId xmlns:a16="http://schemas.microsoft.com/office/drawing/2014/main" id="{BF42CA25-163B-74EA-943A-F1E44077B5CF}"/>
                </a:ext>
              </a:extLst>
            </p:cNvPr>
            <p:cNvSpPr/>
            <p:nvPr>
              <p:custDataLst>
                <p:tags r:id="rId9"/>
              </p:custDataLst>
            </p:nvPr>
          </p:nvSpPr>
          <p:spPr>
            <a:xfrm>
              <a:off x="949073" y="1678625"/>
              <a:ext cx="2211298" cy="1371053"/>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algn="ctr" defTabSz="1244600">
                <a:lnSpc>
                  <a:spcPts val="3800"/>
                </a:lnSpc>
                <a:spcBef>
                  <a:spcPct val="0"/>
                </a:spcBef>
              </a:pPr>
              <a:r>
                <a:rPr kumimoji="0" lang="zh-CN" altLang="en-US" sz="26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力可以改变运动状态</a:t>
              </a:r>
            </a:p>
          </p:txBody>
        </p:sp>
      </p:grpSp>
      <p:grpSp>
        <p:nvGrpSpPr>
          <p:cNvPr id="21" name="组合 20">
            <a:extLst>
              <a:ext uri="{FF2B5EF4-FFF2-40B4-BE49-F238E27FC236}">
                <a16:creationId xmlns:a16="http://schemas.microsoft.com/office/drawing/2014/main" id="{0C92CA93-FD50-595B-B8AC-6FDF8B734476}"/>
              </a:ext>
            </a:extLst>
          </p:cNvPr>
          <p:cNvGrpSpPr/>
          <p:nvPr>
            <p:custDataLst>
              <p:tags r:id="rId2"/>
            </p:custDataLst>
          </p:nvPr>
        </p:nvGrpSpPr>
        <p:grpSpPr>
          <a:xfrm>
            <a:off x="4706261" y="1693865"/>
            <a:ext cx="2723274" cy="2168171"/>
            <a:chOff x="3334661" y="1678625"/>
            <a:chExt cx="2723274" cy="2168171"/>
          </a:xfrm>
        </p:grpSpPr>
        <p:sp>
          <p:nvSpPr>
            <p:cNvPr id="13" name="L 形 12">
              <a:extLst>
                <a:ext uri="{FF2B5EF4-FFF2-40B4-BE49-F238E27FC236}">
                  <a16:creationId xmlns:a16="http://schemas.microsoft.com/office/drawing/2014/main" id="{6D655BED-CDB4-953A-0335-AC578434D53D}"/>
                </a:ext>
              </a:extLst>
            </p:cNvPr>
            <p:cNvSpPr/>
            <p:nvPr>
              <p:custDataLst>
                <p:tags r:id="rId5"/>
              </p:custDataLst>
            </p:nvPr>
          </p:nvSpPr>
          <p:spPr>
            <a:xfrm rot="5400000">
              <a:off x="2682256" y="2468972"/>
              <a:ext cx="1522671" cy="217861"/>
            </a:xfrm>
            <a:prstGeom prst="corner">
              <a:avLst>
                <a:gd name="adj1" fmla="val 1000"/>
                <a:gd name="adj2" fmla="val 1000"/>
              </a:avLst>
            </a:prstGeom>
            <a:solidFill>
              <a:srgbClr val="338DCD"/>
            </a:solidFill>
            <a:ln>
              <a:solidFill>
                <a:srgbClr val="2EA2CF"/>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4" name="任意多边形: 形状 13">
              <a:extLst>
                <a:ext uri="{FF2B5EF4-FFF2-40B4-BE49-F238E27FC236}">
                  <a16:creationId xmlns:a16="http://schemas.microsoft.com/office/drawing/2014/main" id="{B6DE6EBF-C507-00EE-04E8-4AC06CE00B25}"/>
                </a:ext>
              </a:extLst>
            </p:cNvPr>
            <p:cNvSpPr/>
            <p:nvPr>
              <p:custDataLst>
                <p:tags r:id="rId6"/>
              </p:custDataLst>
            </p:nvPr>
          </p:nvSpPr>
          <p:spPr>
            <a:xfrm>
              <a:off x="3334661"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rgbClr val="2EA2CF"/>
            </a:solid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marR="0" lvl="0" indent="0" algn="ctr" defTabSz="1066800" rtl="0" eaLnBrk="1" fontAlgn="auto" latinLnBrk="0" hangingPunct="1">
                <a:lnSpc>
                  <a:spcPts val="3800"/>
                </a:lnSpc>
                <a:spcBef>
                  <a:spcPct val="0"/>
                </a:spcBef>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02</a:t>
              </a:r>
              <a:endParaRPr kumimoji="0" lang="ru-RU"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endParaRPr>
            </a:p>
          </p:txBody>
        </p:sp>
        <p:sp>
          <p:nvSpPr>
            <p:cNvPr id="15" name="任意多边形: 形状 14">
              <a:extLst>
                <a:ext uri="{FF2B5EF4-FFF2-40B4-BE49-F238E27FC236}">
                  <a16:creationId xmlns:a16="http://schemas.microsoft.com/office/drawing/2014/main" id="{D409B9FC-6DFF-8BE6-D806-FA36B9882149}"/>
                </a:ext>
              </a:extLst>
            </p:cNvPr>
            <p:cNvSpPr/>
            <p:nvPr>
              <p:custDataLst>
                <p:tags r:id="rId7"/>
              </p:custDataLst>
            </p:nvPr>
          </p:nvSpPr>
          <p:spPr>
            <a:xfrm>
              <a:off x="3590649" y="1678625"/>
              <a:ext cx="2211298" cy="100731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marR="0" lvl="0" indent="0" algn="ctr" defTabSz="533400" rtl="0" eaLnBrk="1" fontAlgn="auto" latinLnBrk="0" hangingPunct="1">
                <a:lnSpc>
                  <a:spcPts val="3800"/>
                </a:lnSpc>
                <a:spcBef>
                  <a:spcPct val="0"/>
                </a:spcBef>
                <a:buClrTx/>
                <a:buSzTx/>
                <a:buFontTx/>
                <a:buNone/>
                <a:defRPr/>
              </a:pPr>
              <a:r>
                <a:rPr kumimoji="0" lang="zh-CN" altLang="en-US" sz="2600" b="1" i="0" u="none" strike="noStrike" kern="1200" cap="none" spc="0" normalizeH="0" baseline="0" noProof="0">
                  <a:ln>
                    <a:noFill/>
                  </a:ln>
                  <a:solidFill>
                    <a:srgbClr val="002060"/>
                  </a:solidFill>
                  <a:effectLst/>
                  <a:uLnTx/>
                  <a:uFillTx/>
                  <a:latin typeface="Times New Roman"/>
                  <a:ea typeface="微软雅黑"/>
                  <a:cs typeface="+mn-cs"/>
                </a:rPr>
                <a:t>力与运动的关系</a:t>
              </a:r>
            </a:p>
          </p:txBody>
        </p:sp>
      </p:grpSp>
      <p:sp>
        <p:nvSpPr>
          <p:cNvPr id="7" name="文本框 6">
            <a:extLst>
              <a:ext uri="{FF2B5EF4-FFF2-40B4-BE49-F238E27FC236}">
                <a16:creationId xmlns:a16="http://schemas.microsoft.com/office/drawing/2014/main" id="{B41E3B70-811F-0DC4-0328-C4582BF56289}"/>
              </a:ext>
            </a:extLst>
          </p:cNvPr>
          <p:cNvSpPr txBox="1"/>
          <p:nvPr>
            <p:custDataLst>
              <p:tags r:id="rId3"/>
            </p:custDataLst>
          </p:nvPr>
        </p:nvSpPr>
        <p:spPr>
          <a:xfrm>
            <a:off x="721994" y="885428"/>
            <a:ext cx="2211297" cy="508794"/>
          </a:xfrm>
          <a:prstGeom prst="rect">
            <a:avLst/>
          </a:prstGeom>
          <a:noFill/>
        </p:spPr>
        <p:txBody>
          <a:bodyPr wrap="square">
            <a:spAutoFit/>
          </a:bodyPr>
          <a:lstStyle/>
          <a:p>
            <a:pPr marL="0" marR="0" lvl="0" indent="0" algn="l" defTabSz="685160" rtl="0" eaLnBrk="1" fontAlgn="auto" latinLnBrk="0" hangingPunct="1">
              <a:lnSpc>
                <a:spcPts val="36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本节知识点</a:t>
            </a:r>
          </a:p>
        </p:txBody>
      </p:sp>
      <p:sp>
        <p:nvSpPr>
          <p:cNvPr id="2" name="文本框 1">
            <a:extLst>
              <a:ext uri="{FF2B5EF4-FFF2-40B4-BE49-F238E27FC236}">
                <a16:creationId xmlns:a16="http://schemas.microsoft.com/office/drawing/2014/main" id="{F37198E5-DD87-AE47-029A-B3648BEA7DBF}"/>
              </a:ext>
            </a:extLst>
          </p:cNvPr>
          <p:cNvSpPr txBox="1"/>
          <p:nvPr>
            <p:custDataLst>
              <p:tags r:id="rId4"/>
            </p:custDataLst>
          </p:nvPr>
        </p:nvSpPr>
        <p:spPr>
          <a:xfrm>
            <a:off x="2481453" y="32004"/>
            <a:ext cx="3731003" cy="446276"/>
          </a:xfrm>
          <a:prstGeom prst="rect">
            <a:avLst/>
          </a:prstGeom>
          <a:noFill/>
        </p:spPr>
        <p:txBody>
          <a:bodyPr wrap="square">
            <a:spAutoFit/>
          </a:bodyPr>
          <a:lstStyle/>
          <a:p>
            <a:pPr lvl="0" algn="ctr">
              <a:defRPr/>
            </a:pPr>
            <a:r>
              <a:rPr kumimoji="0" lang="zh-CN" altLang="en-US"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300" b="1">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6995911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750"/>
                                        <p:tgtEl>
                                          <p:spTgt spid="20"/>
                                        </p:tgtEl>
                                      </p:cBhvr>
                                    </p:animEffect>
                                  </p:childTnLst>
                                </p:cTn>
                              </p:par>
                            </p:childTnLst>
                          </p:cTn>
                        </p:par>
                        <p:par>
                          <p:cTn id="8" fill="hold" nodeType="afterGroup">
                            <p:stCondLst>
                              <p:cond delay="750"/>
                            </p:stCondLst>
                            <p:childTnLst>
                              <p:par>
                                <p:cTn id="9" presetID="2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down)">
                                      <p:cBhvr>
                                        <p:cTn id="11" dur="7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2">
            <a:extLst>
              <a:ext uri="{FF2B5EF4-FFF2-40B4-BE49-F238E27FC236}">
                <a16:creationId xmlns:a16="http://schemas.microsoft.com/office/drawing/2014/main" id="{BAA1A1AA-84CD-5760-1CB3-E0AE2A741931}"/>
              </a:ext>
            </a:extLst>
          </p:cNvPr>
          <p:cNvSpPr txBox="1"/>
          <p:nvPr>
            <p:custDataLst>
              <p:tags r:id="rId1"/>
            </p:custDataLst>
          </p:nvPr>
        </p:nvSpPr>
        <p:spPr>
          <a:xfrm>
            <a:off x="715113" y="55354"/>
            <a:ext cx="1909043" cy="358104"/>
          </a:xfrm>
          <a:prstGeom prst="rect">
            <a:avLst/>
          </a:prstGeom>
        </p:spPr>
        <p:txBody>
          <a:bodyPr/>
          <a:lstStyle>
            <a:lvl1pPr marL="171016" indent="-171016" algn="l" defTabSz="684063" rtl="0" eaLnBrk="1" latinLnBrk="0" hangingPunct="1">
              <a:lnSpc>
                <a:spcPct val="90000"/>
              </a:lnSpc>
              <a:spcBef>
                <a:spcPts val="748"/>
              </a:spcBef>
              <a:buFont typeface="Arial" panose="020B0604020202020204" pitchFamily="34" charset="0"/>
              <a:buChar char="•"/>
              <a:defRPr sz="2095" kern="1200">
                <a:solidFill>
                  <a:schemeClr val="tx1"/>
                </a:solidFill>
                <a:latin typeface="+mn-lt"/>
                <a:ea typeface="+mn-ea"/>
                <a:cs typeface="+mn-cs"/>
              </a:defRPr>
            </a:lvl1pPr>
            <a:lvl2pPr marL="513047" indent="-171016" algn="l" defTabSz="684063" rtl="0" eaLnBrk="1" latinLnBrk="0" hangingPunct="1">
              <a:lnSpc>
                <a:spcPct val="90000"/>
              </a:lnSpc>
              <a:spcBef>
                <a:spcPts val="374"/>
              </a:spcBef>
              <a:buFont typeface="Arial" panose="020B0604020202020204" pitchFamily="34" charset="0"/>
              <a:buChar char="•"/>
              <a:defRPr sz="1795" kern="1200">
                <a:solidFill>
                  <a:schemeClr val="tx1"/>
                </a:solidFill>
                <a:latin typeface="+mn-lt"/>
                <a:ea typeface="+mn-ea"/>
                <a:cs typeface="+mn-cs"/>
              </a:defRPr>
            </a:lvl2pPr>
            <a:lvl3pPr marL="855078" indent="-171016" algn="l" defTabSz="684063" rtl="0" eaLnBrk="1" latinLnBrk="0" hangingPunct="1">
              <a:lnSpc>
                <a:spcPct val="90000"/>
              </a:lnSpc>
              <a:spcBef>
                <a:spcPts val="374"/>
              </a:spcBef>
              <a:buFont typeface="Arial" panose="020B0604020202020204" pitchFamily="34" charset="0"/>
              <a:buChar char="•"/>
              <a:defRPr sz="1496" kern="1200">
                <a:solidFill>
                  <a:schemeClr val="tx1"/>
                </a:solidFill>
                <a:latin typeface="+mn-lt"/>
                <a:ea typeface="+mn-ea"/>
                <a:cs typeface="+mn-cs"/>
              </a:defRPr>
            </a:lvl3pPr>
            <a:lvl4pPr marL="1197110"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4pPr>
            <a:lvl5pPr marL="1539141"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5pPr>
            <a:lvl6pPr marL="1881172"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6pPr>
            <a:lvl7pPr marL="2223204"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7pPr>
            <a:lvl8pPr marL="2565235"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8pPr>
            <a:lvl9pPr marL="2907266"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9pPr>
          </a:lstStyle>
          <a:p>
            <a:pPr marL="0" marR="0" lvl="0" indent="0" algn="l" defTabSz="684063" rtl="0" eaLnBrk="1" fontAlgn="auto" latinLnBrk="0" hangingPunct="1">
              <a:lnSpc>
                <a:spcPct val="90000"/>
              </a:lnSpc>
              <a:spcBef>
                <a:spcPts val="748"/>
              </a:spcBef>
              <a:spcAft>
                <a:spcPct val="0"/>
              </a:spcAft>
              <a:buClrTx/>
              <a:buSzTx/>
              <a:buFont typeface="Arial" panose="020B0604020202020204" pitchFamily="34" charset="0"/>
              <a:buNone/>
              <a:defRPr/>
            </a:pPr>
            <a:r>
              <a:rPr kumimoji="0" lang="zh-CN" altLang="en-US" sz="2095"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知识结构 </a:t>
            </a:r>
            <a:r>
              <a:rPr kumimoji="0" lang="en-US" altLang="zh-CN" sz="2095"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 </a:t>
            </a:r>
            <a:endParaRPr kumimoji="0" lang="zh-CN" altLang="en-US" sz="2095"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F95E8F2B-12AC-AA4C-B5A2-57BE2759E788}"/>
              </a:ext>
            </a:extLst>
          </p:cNvPr>
          <p:cNvSpPr txBox="1"/>
          <p:nvPr>
            <p:custDataLst>
              <p:tags r:id="rId2"/>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 name="组合 8">
            <a:extLst>
              <a:ext uri="{FF2B5EF4-FFF2-40B4-BE49-F238E27FC236}">
                <a16:creationId xmlns:a16="http://schemas.microsoft.com/office/drawing/2014/main" id="{67B37F66-0F88-5530-E1BC-2FF6AAEE44D1}"/>
              </a:ext>
            </a:extLst>
          </p:cNvPr>
          <p:cNvGrpSpPr/>
          <p:nvPr>
            <p:custDataLst>
              <p:tags r:id="rId3"/>
            </p:custDataLst>
          </p:nvPr>
        </p:nvGrpSpPr>
        <p:grpSpPr>
          <a:xfrm>
            <a:off x="2856576" y="980377"/>
            <a:ext cx="474458" cy="995215"/>
            <a:chOff x="2703689" y="2466310"/>
            <a:chExt cx="549467" cy="793577"/>
          </a:xfrm>
        </p:grpSpPr>
        <p:grpSp>
          <p:nvGrpSpPr>
            <p:cNvPr id="10" name="组合 9">
              <a:extLst>
                <a:ext uri="{FF2B5EF4-FFF2-40B4-BE49-F238E27FC236}">
                  <a16:creationId xmlns:a16="http://schemas.microsoft.com/office/drawing/2014/main" id="{9AACFF66-BC40-51F1-9C1B-4A2E69492361}"/>
                </a:ext>
              </a:extLst>
            </p:cNvPr>
            <p:cNvGrpSpPr/>
            <p:nvPr>
              <p:custDataLst>
                <p:tags r:id="rId28"/>
              </p:custDataLst>
            </p:nvPr>
          </p:nvGrpSpPr>
          <p:grpSpPr>
            <a:xfrm>
              <a:off x="2955631" y="2466310"/>
              <a:ext cx="297525" cy="793577"/>
              <a:chOff x="2901546" y="4138348"/>
              <a:chExt cx="243678" cy="780524"/>
            </a:xfrm>
          </p:grpSpPr>
          <p:cxnSp>
            <p:nvCxnSpPr>
              <p:cNvPr id="16" name="直接连接符 15">
                <a:extLst>
                  <a:ext uri="{FF2B5EF4-FFF2-40B4-BE49-F238E27FC236}">
                    <a16:creationId xmlns:a16="http://schemas.microsoft.com/office/drawing/2014/main" id="{7B7D1FD0-9D1D-92FC-F080-DA282D0794C7}"/>
                  </a:ext>
                </a:extLst>
              </p:cNvPr>
              <p:cNvCxnSpPr/>
              <p:nvPr>
                <p:custDataLst>
                  <p:tags r:id="rId30"/>
                </p:custDataLst>
              </p:nvPr>
            </p:nvCxnSpPr>
            <p:spPr>
              <a:xfrm flipH="1">
                <a:off x="2901546" y="4138348"/>
                <a:ext cx="0" cy="7805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67A420A-8B10-E8A5-5F5D-448E7C29176C}"/>
                  </a:ext>
                </a:extLst>
              </p:cNvPr>
              <p:cNvCxnSpPr/>
              <p:nvPr>
                <p:custDataLst>
                  <p:tags r:id="rId31"/>
                </p:custDataLst>
              </p:nvPr>
            </p:nvCxnSpPr>
            <p:spPr>
              <a:xfrm>
                <a:off x="2901546" y="4915217"/>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E70B7F5F-0498-0EA9-DE29-EE7F8D8CD4D4}"/>
                  </a:ext>
                </a:extLst>
              </p:cNvPr>
              <p:cNvCxnSpPr/>
              <p:nvPr>
                <p:custDataLst>
                  <p:tags r:id="rId32"/>
                </p:custDataLst>
              </p:nvPr>
            </p:nvCxnSpPr>
            <p:spPr>
              <a:xfrm>
                <a:off x="2901546" y="4141268"/>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直接连接符 11">
              <a:extLst>
                <a:ext uri="{FF2B5EF4-FFF2-40B4-BE49-F238E27FC236}">
                  <a16:creationId xmlns:a16="http://schemas.microsoft.com/office/drawing/2014/main" id="{F0293160-A5E9-25AC-F0F0-CB044819153C}"/>
                </a:ext>
              </a:extLst>
            </p:cNvPr>
            <p:cNvCxnSpPr/>
            <p:nvPr>
              <p:custDataLst>
                <p:tags r:id="rId29"/>
              </p:custDataLst>
            </p:nvPr>
          </p:nvCxnSpPr>
          <p:spPr>
            <a:xfrm>
              <a:off x="2703689" y="2863098"/>
              <a:ext cx="254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 Box 14">
            <a:extLst>
              <a:ext uri="{FF2B5EF4-FFF2-40B4-BE49-F238E27FC236}">
                <a16:creationId xmlns:a16="http://schemas.microsoft.com/office/drawing/2014/main" id="{251B6289-F52B-05DB-78F5-7FFEC6549AF6}"/>
              </a:ext>
            </a:extLst>
          </p:cNvPr>
          <p:cNvSpPr txBox="1">
            <a:spLocks noChangeArrowheads="1"/>
          </p:cNvSpPr>
          <p:nvPr>
            <p:custDataLst>
              <p:tags r:id="rId4"/>
            </p:custDataLst>
          </p:nvPr>
        </p:nvSpPr>
        <p:spPr bwMode="auto">
          <a:xfrm>
            <a:off x="438391" y="1283941"/>
            <a:ext cx="523220" cy="2363400"/>
          </a:xfrm>
          <a:prstGeom prst="rect">
            <a:avLst/>
          </a:prstGeom>
          <a:solidFill>
            <a:schemeClr val="accent2">
              <a:lumMod val="40000"/>
              <a:lumOff val="60000"/>
            </a:schemeClr>
          </a:solidFill>
          <a:ln w="9525">
            <a:solidFill>
              <a:schemeClr val="tx1"/>
            </a:solidFill>
            <a:miter lim="800000"/>
          </a:ln>
        </p:spPr>
        <p:txBody>
          <a:bodyPr vert="eaVert" wrap="square">
            <a:spAutoFit/>
          </a:bodyP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力与运动的关系</a:t>
            </a:r>
          </a:p>
        </p:txBody>
      </p:sp>
      <p:sp>
        <p:nvSpPr>
          <p:cNvPr id="24" name="文本框 23">
            <a:extLst>
              <a:ext uri="{FF2B5EF4-FFF2-40B4-BE49-F238E27FC236}">
                <a16:creationId xmlns:a16="http://schemas.microsoft.com/office/drawing/2014/main" id="{3EC74A2D-0E65-8B5D-5BB3-4105C5D4AC65}"/>
              </a:ext>
            </a:extLst>
          </p:cNvPr>
          <p:cNvSpPr txBox="1"/>
          <p:nvPr>
            <p:custDataLst>
              <p:tags r:id="rId5"/>
            </p:custDataLst>
          </p:nvPr>
        </p:nvSpPr>
        <p:spPr>
          <a:xfrm>
            <a:off x="2843058" y="657307"/>
            <a:ext cx="3921137" cy="397353"/>
          </a:xfrm>
          <a:prstGeom prst="rect">
            <a:avLst/>
          </a:prstGeom>
          <a:noFill/>
          <a:ln>
            <a:noFill/>
          </a:ln>
        </p:spPr>
        <p:txBody>
          <a:bodyPr wrap="square" rtlCol="0">
            <a:spAutoFit/>
          </a:bodyPr>
          <a:lstStyle/>
          <a:p>
            <a:pPr marL="0" marR="0" lvl="0" indent="0" algn="l" defTabSz="685160" rtl="0" eaLnBrk="1" fontAlgn="auto" latinLnBrk="0" hangingPunct="1">
              <a:lnSpc>
                <a:spcPts val="26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charset="0"/>
              </a:rPr>
              <a:t> </a:t>
            </a:r>
          </a:p>
        </p:txBody>
      </p:sp>
      <p:sp>
        <p:nvSpPr>
          <p:cNvPr id="26" name="Text Box 25">
            <a:extLst>
              <a:ext uri="{FF2B5EF4-FFF2-40B4-BE49-F238E27FC236}">
                <a16:creationId xmlns:a16="http://schemas.microsoft.com/office/drawing/2014/main" id="{23B389F5-7346-851E-2D8B-0FF9055D10FC}"/>
              </a:ext>
            </a:extLst>
          </p:cNvPr>
          <p:cNvSpPr txBox="1">
            <a:spLocks noChangeArrowheads="1"/>
          </p:cNvSpPr>
          <p:nvPr>
            <p:custDataLst>
              <p:tags r:id="rId6"/>
            </p:custDataLst>
          </p:nvPr>
        </p:nvSpPr>
        <p:spPr bwMode="auto">
          <a:xfrm>
            <a:off x="1431581" y="1095264"/>
            <a:ext cx="1445008" cy="707886"/>
          </a:xfrm>
          <a:prstGeom prst="rect">
            <a:avLst/>
          </a:prstGeom>
          <a:solidFill>
            <a:schemeClr val="accent1">
              <a:lumMod val="20000"/>
              <a:lumOff val="80000"/>
            </a:schemeClr>
          </a:solidFill>
          <a:ln w="9525">
            <a:solidFill>
              <a:schemeClr val="tx1"/>
            </a:solidFill>
            <a:miter lim="800000"/>
          </a:ln>
        </p:spPr>
        <p:txBody>
          <a:bodyPr wrap="square">
            <a:spAutoFit/>
          </a:bodyP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力的</a:t>
            </a:r>
          </a:p>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作用效果</a:t>
            </a:r>
          </a:p>
        </p:txBody>
      </p:sp>
      <p:sp>
        <p:nvSpPr>
          <p:cNvPr id="28" name="Text Box 25">
            <a:extLst>
              <a:ext uri="{FF2B5EF4-FFF2-40B4-BE49-F238E27FC236}">
                <a16:creationId xmlns:a16="http://schemas.microsoft.com/office/drawing/2014/main" id="{E39059D4-7932-0DA9-23B4-3242E69412BD}"/>
              </a:ext>
            </a:extLst>
          </p:cNvPr>
          <p:cNvSpPr txBox="1">
            <a:spLocks noChangeArrowheads="1"/>
          </p:cNvSpPr>
          <p:nvPr>
            <p:custDataLst>
              <p:tags r:id="rId7"/>
            </p:custDataLst>
          </p:nvPr>
        </p:nvSpPr>
        <p:spPr bwMode="auto">
          <a:xfrm>
            <a:off x="1418366" y="3155204"/>
            <a:ext cx="1458223" cy="707886"/>
          </a:xfrm>
          <a:prstGeom prst="rect">
            <a:avLst/>
          </a:prstGeom>
          <a:solidFill>
            <a:srgbClr val="B9EBDC"/>
          </a:solidFill>
          <a:ln w="9525">
            <a:solidFill>
              <a:schemeClr val="tx1"/>
            </a:solidFill>
            <a:miter lim="800000"/>
          </a:ln>
        </p:spPr>
        <p:txBody>
          <a:bodyPr wrap="square">
            <a:spAutoFit/>
          </a:bodyP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力与运动</a:t>
            </a:r>
            <a:endPar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的关系</a:t>
            </a:r>
          </a:p>
        </p:txBody>
      </p:sp>
      <p:grpSp>
        <p:nvGrpSpPr>
          <p:cNvPr id="54" name="组合 53">
            <a:extLst>
              <a:ext uri="{FF2B5EF4-FFF2-40B4-BE49-F238E27FC236}">
                <a16:creationId xmlns:a16="http://schemas.microsoft.com/office/drawing/2014/main" id="{F9D38E14-9744-9661-6375-E23E6D22588A}"/>
              </a:ext>
            </a:extLst>
          </p:cNvPr>
          <p:cNvGrpSpPr/>
          <p:nvPr>
            <p:custDataLst>
              <p:tags r:id="rId8"/>
            </p:custDataLst>
          </p:nvPr>
        </p:nvGrpSpPr>
        <p:grpSpPr>
          <a:xfrm>
            <a:off x="2856576" y="2940750"/>
            <a:ext cx="479777" cy="1136795"/>
            <a:chOff x="2703689" y="2466310"/>
            <a:chExt cx="549467" cy="793577"/>
          </a:xfrm>
        </p:grpSpPr>
        <p:grpSp>
          <p:nvGrpSpPr>
            <p:cNvPr id="56" name="组合 55">
              <a:extLst>
                <a:ext uri="{FF2B5EF4-FFF2-40B4-BE49-F238E27FC236}">
                  <a16:creationId xmlns:a16="http://schemas.microsoft.com/office/drawing/2014/main" id="{693FA286-524C-02C4-CDDA-14C1CDCD85F8}"/>
                </a:ext>
              </a:extLst>
            </p:cNvPr>
            <p:cNvGrpSpPr/>
            <p:nvPr>
              <p:custDataLst>
                <p:tags r:id="rId23"/>
              </p:custDataLst>
            </p:nvPr>
          </p:nvGrpSpPr>
          <p:grpSpPr>
            <a:xfrm>
              <a:off x="2955631" y="2466310"/>
              <a:ext cx="297525" cy="793577"/>
              <a:chOff x="2901546" y="4138348"/>
              <a:chExt cx="243678" cy="780524"/>
            </a:xfrm>
          </p:grpSpPr>
          <p:cxnSp>
            <p:nvCxnSpPr>
              <p:cNvPr id="59" name="直接连接符 58">
                <a:extLst>
                  <a:ext uri="{FF2B5EF4-FFF2-40B4-BE49-F238E27FC236}">
                    <a16:creationId xmlns:a16="http://schemas.microsoft.com/office/drawing/2014/main" id="{CE4B91C2-ABB1-3687-448C-4CE25EE4F409}"/>
                  </a:ext>
                </a:extLst>
              </p:cNvPr>
              <p:cNvCxnSpPr/>
              <p:nvPr>
                <p:custDataLst>
                  <p:tags r:id="rId25"/>
                </p:custDataLst>
              </p:nvPr>
            </p:nvCxnSpPr>
            <p:spPr>
              <a:xfrm flipH="1">
                <a:off x="2901546" y="4138348"/>
                <a:ext cx="0" cy="7805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3B18CFE9-545B-8444-6829-C228E7A6DB5C}"/>
                  </a:ext>
                </a:extLst>
              </p:cNvPr>
              <p:cNvCxnSpPr/>
              <p:nvPr>
                <p:custDataLst>
                  <p:tags r:id="rId26"/>
                </p:custDataLst>
              </p:nvPr>
            </p:nvCxnSpPr>
            <p:spPr>
              <a:xfrm>
                <a:off x="2901546" y="4915217"/>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D004F80-5D81-F9C5-63FC-A1D1FB81ADF7}"/>
                  </a:ext>
                </a:extLst>
              </p:cNvPr>
              <p:cNvCxnSpPr/>
              <p:nvPr>
                <p:custDataLst>
                  <p:tags r:id="rId27"/>
                </p:custDataLst>
              </p:nvPr>
            </p:nvCxnSpPr>
            <p:spPr>
              <a:xfrm>
                <a:off x="2901546" y="4141268"/>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直接连接符 56">
              <a:extLst>
                <a:ext uri="{FF2B5EF4-FFF2-40B4-BE49-F238E27FC236}">
                  <a16:creationId xmlns:a16="http://schemas.microsoft.com/office/drawing/2014/main" id="{3636163E-3F7A-D34C-3582-023F8004A05E}"/>
                </a:ext>
              </a:extLst>
            </p:cNvPr>
            <p:cNvCxnSpPr/>
            <p:nvPr>
              <p:custDataLst>
                <p:tags r:id="rId24"/>
              </p:custDataLst>
            </p:nvPr>
          </p:nvCxnSpPr>
          <p:spPr>
            <a:xfrm>
              <a:off x="2703689" y="2863098"/>
              <a:ext cx="254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2" name="矩形 61">
            <a:extLst>
              <a:ext uri="{FF2B5EF4-FFF2-40B4-BE49-F238E27FC236}">
                <a16:creationId xmlns:a16="http://schemas.microsoft.com/office/drawing/2014/main" id="{05345DB4-5F87-0849-C4FB-DCAE7D24FE67}"/>
              </a:ext>
            </a:extLst>
          </p:cNvPr>
          <p:cNvSpPr/>
          <p:nvPr>
            <p:custDataLst>
              <p:tags r:id="rId9"/>
            </p:custDataLst>
          </p:nvPr>
        </p:nvSpPr>
        <p:spPr>
          <a:xfrm>
            <a:off x="5810005" y="3522693"/>
            <a:ext cx="2948166" cy="832728"/>
          </a:xfrm>
          <a:prstGeom prst="rect">
            <a:avLst/>
          </a:prstGeom>
          <a:ln>
            <a:solidFill>
              <a:schemeClr val="bg1">
                <a:lumMod val="75000"/>
              </a:schemeClr>
            </a:solidFill>
          </a:ln>
        </p:spPr>
        <p:txBody>
          <a:bodyPr wrap="square">
            <a:spAutoFit/>
          </a:bodyPr>
          <a:lstStyle/>
          <a:p>
            <a:pPr marL="0" marR="0" lvl="0" indent="0" algn="l" defTabSz="685160" rtl="0" eaLnBrk="1" fontAlgn="auto" latinLnBrk="0" hangingPunct="1">
              <a:lnSpc>
                <a:spcPts val="3000"/>
              </a:lnSpc>
              <a:spcBef>
                <a:spcPct val="0"/>
              </a:spcBef>
              <a:spcAft>
                <a:spcPct val="0"/>
              </a:spcAft>
              <a:buClrTx/>
              <a:buSzTx/>
              <a:buFontTx/>
              <a:buNone/>
              <a:defRPr/>
            </a:pPr>
            <a:r>
              <a:rPr kumimoji="0" lang="zh-CN" altLang="en-US" sz="2200" b="0" i="0" u="none" strike="noStrike" kern="1200" cap="none" spc="-10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加速、减速及运动方向改变；运动状态改变</a:t>
            </a:r>
            <a:r>
              <a:rPr kumimoji="0" lang="en-US" altLang="zh-CN" sz="2200" b="0" i="0" u="none" strike="noStrike" kern="1200" cap="none" spc="-10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
        <p:nvSpPr>
          <p:cNvPr id="63" name="矩形: 圆角 62">
            <a:extLst>
              <a:ext uri="{FF2B5EF4-FFF2-40B4-BE49-F238E27FC236}">
                <a16:creationId xmlns:a16="http://schemas.microsoft.com/office/drawing/2014/main" id="{304E72C1-5E04-DB3D-B31C-2813D7F29DEF}"/>
              </a:ext>
            </a:extLst>
          </p:cNvPr>
          <p:cNvSpPr/>
          <p:nvPr>
            <p:custDataLst>
              <p:tags r:id="rId10"/>
            </p:custDataLst>
          </p:nvPr>
        </p:nvSpPr>
        <p:spPr>
          <a:xfrm>
            <a:off x="3330695" y="697325"/>
            <a:ext cx="3817711" cy="494008"/>
          </a:xfrm>
          <a:prstGeom prst="roundRect">
            <a:avLst>
              <a:gd name="adj" fmla="val 0"/>
            </a:avLst>
          </a:prstGeom>
          <a:solidFill>
            <a:schemeClr val="accent1">
              <a:lumMod val="20000"/>
              <a:lumOff val="80000"/>
              <a:alpha val="63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685160" rtl="0" eaLnBrk="1" fontAlgn="auto" latinLnBrk="0" hangingPunct="1">
              <a:lnSpc>
                <a:spcPts val="3000"/>
              </a:lnSpc>
              <a:spcBef>
                <a:spcPct val="0"/>
              </a:spcBef>
              <a:spcAft>
                <a:spcPct val="0"/>
              </a:spcAft>
              <a:buClrTx/>
              <a:buSzTx/>
              <a:buFontTx/>
              <a:buNone/>
              <a:defRPr/>
            </a:pPr>
            <a:r>
              <a:rPr kumimoji="0" lang="zh-CN" altLang="en-US" sz="2200" b="0" i="0" u="none" strike="noStrike" kern="1200" cap="none" spc="10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①力可以改变物体的形状</a:t>
            </a:r>
            <a:r>
              <a:rPr kumimoji="0" lang="en-US" altLang="zh-CN" sz="2200" b="0" i="0" u="none" strike="noStrike" kern="1200" cap="none" spc="10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2200" b="0" i="0" u="none" strike="noStrike" kern="1200" cap="none" spc="10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64" name="矩形: 圆角 63">
            <a:extLst>
              <a:ext uri="{FF2B5EF4-FFF2-40B4-BE49-F238E27FC236}">
                <a16:creationId xmlns:a16="http://schemas.microsoft.com/office/drawing/2014/main" id="{7C627D5B-2868-10AA-096F-7181682A98A5}"/>
              </a:ext>
            </a:extLst>
          </p:cNvPr>
          <p:cNvSpPr/>
          <p:nvPr>
            <p:custDataLst>
              <p:tags r:id="rId11"/>
            </p:custDataLst>
          </p:nvPr>
        </p:nvSpPr>
        <p:spPr>
          <a:xfrm>
            <a:off x="3330695" y="1696043"/>
            <a:ext cx="3876483" cy="494008"/>
          </a:xfrm>
          <a:prstGeom prst="roundRect">
            <a:avLst>
              <a:gd name="adj" fmla="val 0"/>
            </a:avLst>
          </a:prstGeom>
          <a:solidFill>
            <a:schemeClr val="accent1">
              <a:lumMod val="20000"/>
              <a:lumOff val="80000"/>
              <a:alpha val="29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160" rtl="0" eaLnBrk="1" fontAlgn="auto" latinLnBrk="0" hangingPunct="1">
              <a:lnSpc>
                <a:spcPts val="3000"/>
              </a:lnSpc>
              <a:spcBef>
                <a:spcPct val="0"/>
              </a:spcBef>
              <a:spcAft>
                <a:spcPct val="0"/>
              </a:spcAft>
              <a:buClrTx/>
              <a:buSzTx/>
              <a:buFontTx/>
              <a:buNone/>
              <a:defRPr/>
            </a:pPr>
            <a:r>
              <a:rPr kumimoji="0" lang="zh-CN"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charset="0"/>
              </a:rPr>
              <a:t>②力可以改变物体的运动状态</a:t>
            </a:r>
            <a:r>
              <a:rPr kumimoji="0" lang="en-US" altLang="zh-CN"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charset="0"/>
              </a:rPr>
              <a:t>.</a:t>
            </a:r>
            <a:endParaRPr kumimoji="0" lang="zh-CN"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65" name="矩形: 圆角 64">
            <a:extLst>
              <a:ext uri="{FF2B5EF4-FFF2-40B4-BE49-F238E27FC236}">
                <a16:creationId xmlns:a16="http://schemas.microsoft.com/office/drawing/2014/main" id="{8D0071E8-AFCE-FEC1-A950-41E1925405B7}"/>
              </a:ext>
            </a:extLst>
          </p:cNvPr>
          <p:cNvSpPr/>
          <p:nvPr>
            <p:custDataLst>
              <p:tags r:id="rId12"/>
            </p:custDataLst>
          </p:nvPr>
        </p:nvSpPr>
        <p:spPr>
          <a:xfrm>
            <a:off x="3330695" y="2694761"/>
            <a:ext cx="1943208" cy="532897"/>
          </a:xfrm>
          <a:prstGeom prst="roundRect">
            <a:avLst>
              <a:gd name="adj" fmla="val 0"/>
            </a:avLst>
          </a:prstGeom>
          <a:solidFill>
            <a:srgbClr val="B9EBD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200" b="0" i="0" u="none" strike="noStrike" kern="1200" cap="none" spc="10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charset="0"/>
              </a:rPr>
              <a:t>① 受平衡力</a:t>
            </a:r>
            <a:endParaRPr kumimoji="0" lang="zh-CN" altLang="en-US" sz="2200" b="0" i="0" u="none" strike="noStrike" kern="1200" cap="none" spc="10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66" name="矩形: 圆角 65">
            <a:extLst>
              <a:ext uri="{FF2B5EF4-FFF2-40B4-BE49-F238E27FC236}">
                <a16:creationId xmlns:a16="http://schemas.microsoft.com/office/drawing/2014/main" id="{06F92DE6-AC31-F7FB-3E2E-C138231D8703}"/>
              </a:ext>
            </a:extLst>
          </p:cNvPr>
          <p:cNvSpPr/>
          <p:nvPr>
            <p:custDataLst>
              <p:tags r:id="rId13"/>
            </p:custDataLst>
          </p:nvPr>
        </p:nvSpPr>
        <p:spPr>
          <a:xfrm>
            <a:off x="3330695" y="3732367"/>
            <a:ext cx="1943208" cy="532898"/>
          </a:xfrm>
          <a:prstGeom prst="roundRect">
            <a:avLst>
              <a:gd name="adj" fmla="val 0"/>
            </a:avLst>
          </a:prstGeom>
          <a:solidFill>
            <a:srgbClr val="B9EBD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charset="0"/>
              </a:rPr>
              <a:t>②受力不平衡</a:t>
            </a:r>
          </a:p>
        </p:txBody>
      </p:sp>
      <p:sp>
        <p:nvSpPr>
          <p:cNvPr id="67" name="矩形 66">
            <a:extLst>
              <a:ext uri="{FF2B5EF4-FFF2-40B4-BE49-F238E27FC236}">
                <a16:creationId xmlns:a16="http://schemas.microsoft.com/office/drawing/2014/main" id="{86054167-4DAC-2A82-0DA2-D39CDB7E0F72}"/>
              </a:ext>
            </a:extLst>
          </p:cNvPr>
          <p:cNvSpPr/>
          <p:nvPr>
            <p:custDataLst>
              <p:tags r:id="rId14"/>
            </p:custDataLst>
          </p:nvPr>
        </p:nvSpPr>
        <p:spPr>
          <a:xfrm>
            <a:off x="5782910" y="2524386"/>
            <a:ext cx="2995579" cy="832728"/>
          </a:xfrm>
          <a:prstGeom prst="rect">
            <a:avLst/>
          </a:prstGeom>
          <a:ln>
            <a:solidFill>
              <a:schemeClr val="bg1">
                <a:lumMod val="75000"/>
              </a:schemeClr>
            </a:solidFill>
          </a:ln>
        </p:spPr>
        <p:txBody>
          <a:bodyPr wrap="square">
            <a:spAutoFit/>
          </a:bodyPr>
          <a:lstStyle/>
          <a:p>
            <a:pPr marL="0" marR="0" lvl="0" indent="0" algn="l" defTabSz="685160" rtl="0" eaLnBrk="1" fontAlgn="auto" latinLnBrk="0" hangingPunct="1">
              <a:lnSpc>
                <a:spcPts val="3000"/>
              </a:lnSpc>
              <a:spcBef>
                <a:spcPct val="0"/>
              </a:spcBef>
              <a:spcAft>
                <a:spcPct val="0"/>
              </a:spcAft>
              <a:buClrTx/>
              <a:buSzTx/>
              <a:buFontTx/>
              <a:buNone/>
              <a:defRPr/>
            </a:pPr>
            <a:r>
              <a:rPr kumimoji="0" lang="zh-CN"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静止或匀速直线运动；运动状态不变</a:t>
            </a:r>
            <a:r>
              <a:rPr kumimoji="0" lang="en-US" altLang="zh-CN"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cxnSp>
        <p:nvCxnSpPr>
          <p:cNvPr id="68" name="直接箭头连接符 67">
            <a:extLst>
              <a:ext uri="{FF2B5EF4-FFF2-40B4-BE49-F238E27FC236}">
                <a16:creationId xmlns:a16="http://schemas.microsoft.com/office/drawing/2014/main" id="{8170E7ED-98DF-53B3-1B62-A77135428DB4}"/>
              </a:ext>
            </a:extLst>
          </p:cNvPr>
          <p:cNvCxnSpPr>
            <a:stCxn id="65" idx="3"/>
          </p:cNvCxnSpPr>
          <p:nvPr>
            <p:custDataLst>
              <p:tags r:id="rId15"/>
            </p:custDataLst>
          </p:nvPr>
        </p:nvCxnSpPr>
        <p:spPr>
          <a:xfrm>
            <a:off x="5273903" y="2961210"/>
            <a:ext cx="53610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F9CDFB9C-DB81-ABFA-C7D6-C8DCF3F250A8}"/>
              </a:ext>
            </a:extLst>
          </p:cNvPr>
          <p:cNvCxnSpPr/>
          <p:nvPr>
            <p:custDataLst>
              <p:tags r:id="rId16"/>
            </p:custDataLst>
          </p:nvPr>
        </p:nvCxnSpPr>
        <p:spPr>
          <a:xfrm>
            <a:off x="5273903" y="3980598"/>
            <a:ext cx="53610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C5F4F3AB-69A1-5D63-87DF-6BE2B7F16222}"/>
              </a:ext>
            </a:extLst>
          </p:cNvPr>
          <p:cNvGrpSpPr/>
          <p:nvPr>
            <p:custDataLst>
              <p:tags r:id="rId17"/>
            </p:custDataLst>
          </p:nvPr>
        </p:nvGrpSpPr>
        <p:grpSpPr>
          <a:xfrm>
            <a:off x="959844" y="1346146"/>
            <a:ext cx="456429" cy="2176547"/>
            <a:chOff x="2703689" y="2466310"/>
            <a:chExt cx="549467" cy="793577"/>
          </a:xfrm>
        </p:grpSpPr>
        <p:grpSp>
          <p:nvGrpSpPr>
            <p:cNvPr id="3" name="组合 2">
              <a:extLst>
                <a:ext uri="{FF2B5EF4-FFF2-40B4-BE49-F238E27FC236}">
                  <a16:creationId xmlns:a16="http://schemas.microsoft.com/office/drawing/2014/main" id="{19DB7CC3-EB36-3AC4-271E-819B596090F5}"/>
                </a:ext>
              </a:extLst>
            </p:cNvPr>
            <p:cNvGrpSpPr/>
            <p:nvPr>
              <p:custDataLst>
                <p:tags r:id="rId18"/>
              </p:custDataLst>
            </p:nvPr>
          </p:nvGrpSpPr>
          <p:grpSpPr>
            <a:xfrm>
              <a:off x="2955631" y="2466310"/>
              <a:ext cx="297525" cy="793577"/>
              <a:chOff x="2901546" y="4138348"/>
              <a:chExt cx="243678" cy="780524"/>
            </a:xfrm>
          </p:grpSpPr>
          <p:cxnSp>
            <p:nvCxnSpPr>
              <p:cNvPr id="6" name="直接连接符 5">
                <a:extLst>
                  <a:ext uri="{FF2B5EF4-FFF2-40B4-BE49-F238E27FC236}">
                    <a16:creationId xmlns:a16="http://schemas.microsoft.com/office/drawing/2014/main" id="{B7F469DB-8CE4-5302-3C37-CAE9E323CA8C}"/>
                  </a:ext>
                </a:extLst>
              </p:cNvPr>
              <p:cNvCxnSpPr/>
              <p:nvPr>
                <p:custDataLst>
                  <p:tags r:id="rId20"/>
                </p:custDataLst>
              </p:nvPr>
            </p:nvCxnSpPr>
            <p:spPr>
              <a:xfrm flipH="1">
                <a:off x="2901546" y="4138348"/>
                <a:ext cx="0" cy="7805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C5A12603-6F59-5E9C-83CF-E28D88D88EDB}"/>
                  </a:ext>
                </a:extLst>
              </p:cNvPr>
              <p:cNvCxnSpPr/>
              <p:nvPr>
                <p:custDataLst>
                  <p:tags r:id="rId21"/>
                </p:custDataLst>
              </p:nvPr>
            </p:nvCxnSpPr>
            <p:spPr>
              <a:xfrm>
                <a:off x="2901546" y="4915217"/>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7EF56B7-A208-1203-2B40-C2908E2269A7}"/>
                  </a:ext>
                </a:extLst>
              </p:cNvPr>
              <p:cNvCxnSpPr/>
              <p:nvPr>
                <p:custDataLst>
                  <p:tags r:id="rId22"/>
                </p:custDataLst>
              </p:nvPr>
            </p:nvCxnSpPr>
            <p:spPr>
              <a:xfrm>
                <a:off x="2901546" y="4141268"/>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直接连接符 4">
              <a:extLst>
                <a:ext uri="{FF2B5EF4-FFF2-40B4-BE49-F238E27FC236}">
                  <a16:creationId xmlns:a16="http://schemas.microsoft.com/office/drawing/2014/main" id="{31A6B038-41BA-3B96-C69A-0F038D117793}"/>
                </a:ext>
              </a:extLst>
            </p:cNvPr>
            <p:cNvCxnSpPr/>
            <p:nvPr>
              <p:custDataLst>
                <p:tags r:id="rId19"/>
              </p:custDataLst>
            </p:nvPr>
          </p:nvCxnSpPr>
          <p:spPr>
            <a:xfrm>
              <a:off x="2703689" y="2863098"/>
              <a:ext cx="254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250255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750"/>
                                        <p:tgtEl>
                                          <p:spTgt spid="26"/>
                                        </p:tgtEl>
                                      </p:cBhvr>
                                    </p:animEffect>
                                  </p:childTnLst>
                                </p:cTn>
                              </p:par>
                            </p:childTnLst>
                          </p:cTn>
                        </p:par>
                        <p:par>
                          <p:cTn id="8" fill="hold" nodeType="afterGroup">
                            <p:stCondLst>
                              <p:cond delay="750"/>
                            </p:stCondLst>
                            <p:childTnLst>
                              <p:par>
                                <p:cTn id="9" presetID="16" presetClass="entr" presetSubtype="4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outHorizontal)">
                                      <p:cBhvr>
                                        <p:cTn id="11" dur="500"/>
                                        <p:tgtEl>
                                          <p:spTgt spid="9"/>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barn(inVertical)">
                                      <p:cBhvr>
                                        <p:cTn id="16" dur="750"/>
                                        <p:tgtEl>
                                          <p:spTgt spid="63"/>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barn(inVertical)">
                                      <p:cBhvr>
                                        <p:cTn id="21" dur="750"/>
                                        <p:tgtEl>
                                          <p:spTgt spid="64"/>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wipe(left)">
                                      <p:cBhvr>
                                        <p:cTn id="26" dur="750"/>
                                        <p:tgtEl>
                                          <p:spTgt spid="28"/>
                                        </p:tgtEl>
                                      </p:cBhvr>
                                    </p:animEffect>
                                  </p:childTnLst>
                                </p:cTn>
                              </p:par>
                            </p:childTnLst>
                          </p:cTn>
                        </p:par>
                        <p:par>
                          <p:cTn id="27" fill="hold" nodeType="afterGroup">
                            <p:stCondLst>
                              <p:cond delay="750"/>
                            </p:stCondLst>
                            <p:childTnLst>
                              <p:par>
                                <p:cTn id="28" presetID="16" presetClass="entr" presetSubtype="42" fill="hold" nodeType="after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barn(outHorizontal)">
                                      <p:cBhvr>
                                        <p:cTn id="30" dur="500"/>
                                        <p:tgtEl>
                                          <p:spTgt spid="54"/>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5"/>
                                        </p:tgtEl>
                                        <p:attrNameLst>
                                          <p:attrName>style.visibility</p:attrName>
                                        </p:attrNameLst>
                                      </p:cBhvr>
                                      <p:to>
                                        <p:strVal val="visible"/>
                                      </p:to>
                                    </p:set>
                                    <p:animEffect transition="in" filter="wipe(left)">
                                      <p:cBhvr>
                                        <p:cTn id="35" dur="500"/>
                                        <p:tgtEl>
                                          <p:spTgt spid="65"/>
                                        </p:tgtEl>
                                      </p:cBhvr>
                                    </p:animEffect>
                                  </p:childTnLst>
                                </p:cTn>
                              </p:par>
                              <p:par>
                                <p:cTn id="36" presetID="22" presetClass="entr" presetSubtype="4" fill="hold" nodeType="withEffect">
                                  <p:stCondLst>
                                    <p:cond delay="0"/>
                                  </p:stCondLst>
                                  <p:childTnLst>
                                    <p:set>
                                      <p:cBhvr>
                                        <p:cTn id="37" dur="1" fill="hold">
                                          <p:stCondLst>
                                            <p:cond delay="0"/>
                                          </p:stCondLst>
                                        </p:cTn>
                                        <p:tgtEl>
                                          <p:spTgt spid="68"/>
                                        </p:tgtEl>
                                        <p:attrNameLst>
                                          <p:attrName>style.visibility</p:attrName>
                                        </p:attrNameLst>
                                      </p:cBhvr>
                                      <p:to>
                                        <p:strVal val="visible"/>
                                      </p:to>
                                    </p:set>
                                    <p:animEffect transition="in" filter="wipe(down)">
                                      <p:cBhvr>
                                        <p:cTn id="38" dur="500"/>
                                        <p:tgtEl>
                                          <p:spTgt spid="68"/>
                                        </p:tgtEl>
                                      </p:cBhvr>
                                    </p:animEffect>
                                  </p:childTnLst>
                                </p:cTn>
                              </p:par>
                            </p:childTnLst>
                          </p:cTn>
                        </p:par>
                      </p:childTnLst>
                    </p:cTn>
                  </p:par>
                  <p:par>
                    <p:cTn id="39" fill="hold" nodeType="clickPar">
                      <p:stCondLst>
                        <p:cond delay="indefinite"/>
                      </p:stCondLst>
                      <p:childTnLst>
                        <p:par>
                          <p:cTn id="40" fill="hold" nodeType="after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67"/>
                                        </p:tgtEl>
                                        <p:attrNameLst>
                                          <p:attrName>style.visibility</p:attrName>
                                        </p:attrNameLst>
                                      </p:cBhvr>
                                      <p:to>
                                        <p:strVal val="visible"/>
                                      </p:to>
                                    </p:set>
                                    <p:animEffect transition="in" filter="blinds(horizontal)">
                                      <p:cBhvr>
                                        <p:cTn id="43" dur="500"/>
                                        <p:tgtEl>
                                          <p:spTgt spid="67"/>
                                        </p:tgtEl>
                                      </p:cBhvr>
                                    </p:animEffect>
                                  </p:childTnLst>
                                </p:cTn>
                              </p:par>
                            </p:childTnLst>
                          </p:cTn>
                        </p:par>
                      </p:childTnLst>
                    </p:cTn>
                  </p:par>
                  <p:par>
                    <p:cTn id="44" fill="hold" nodeType="clickPar">
                      <p:stCondLst>
                        <p:cond delay="indefinite"/>
                      </p:stCondLst>
                      <p:childTnLst>
                        <p:par>
                          <p:cTn id="45" fill="hold" nodeType="afterGroup">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66"/>
                                        </p:tgtEl>
                                        <p:attrNameLst>
                                          <p:attrName>style.visibility</p:attrName>
                                        </p:attrNameLst>
                                      </p:cBhvr>
                                      <p:to>
                                        <p:strVal val="visible"/>
                                      </p:to>
                                    </p:set>
                                    <p:animEffect transition="in" filter="barn(inVertical)">
                                      <p:cBhvr>
                                        <p:cTn id="48" dur="500"/>
                                        <p:tgtEl>
                                          <p:spTgt spid="66"/>
                                        </p:tgtEl>
                                      </p:cBhvr>
                                    </p:animEffect>
                                  </p:childTnLst>
                                </p:cTn>
                              </p:par>
                              <p:par>
                                <p:cTn id="49" presetID="22" presetClass="entr" presetSubtype="8" fill="hold" nodeType="withEffect">
                                  <p:stCondLst>
                                    <p:cond delay="0"/>
                                  </p:stCondLst>
                                  <p:childTnLst>
                                    <p:set>
                                      <p:cBhvr>
                                        <p:cTn id="50" dur="1" fill="hold">
                                          <p:stCondLst>
                                            <p:cond delay="0"/>
                                          </p:stCondLst>
                                        </p:cTn>
                                        <p:tgtEl>
                                          <p:spTgt spid="69"/>
                                        </p:tgtEl>
                                        <p:attrNameLst>
                                          <p:attrName>style.visibility</p:attrName>
                                        </p:attrNameLst>
                                      </p:cBhvr>
                                      <p:to>
                                        <p:strVal val="visible"/>
                                      </p:to>
                                    </p:set>
                                    <p:animEffect transition="in" filter="wipe(left)">
                                      <p:cBhvr>
                                        <p:cTn id="51" dur="500"/>
                                        <p:tgtEl>
                                          <p:spTgt spid="69"/>
                                        </p:tgtEl>
                                      </p:cBhvr>
                                    </p:animEffect>
                                  </p:childTnLst>
                                </p:cTn>
                              </p:par>
                            </p:childTnLst>
                          </p:cTn>
                        </p:par>
                      </p:childTnLst>
                    </p:cTn>
                  </p:par>
                  <p:par>
                    <p:cTn id="52" fill="hold" nodeType="clickPar">
                      <p:stCondLst>
                        <p:cond delay="indefinite"/>
                      </p:stCondLst>
                      <p:childTnLst>
                        <p:par>
                          <p:cTn id="53" fill="hold" nodeType="afterGroup">
                            <p:stCondLst>
                              <p:cond delay="0"/>
                            </p:stCondLst>
                            <p:childTnLst>
                              <p:par>
                                <p:cTn id="54" presetID="53" presetClass="entr" presetSubtype="0" fill="hold" grpId="0" nodeType="clickEffect">
                                  <p:stCondLst>
                                    <p:cond delay="0"/>
                                  </p:stCondLst>
                                  <p:childTnLst>
                                    <p:set>
                                      <p:cBhvr>
                                        <p:cTn id="55" dur="1" fill="hold">
                                          <p:stCondLst>
                                            <p:cond delay="0"/>
                                          </p:stCondLst>
                                        </p:cTn>
                                        <p:tgtEl>
                                          <p:spTgt spid="62"/>
                                        </p:tgtEl>
                                        <p:attrNameLst>
                                          <p:attrName>style.visibility</p:attrName>
                                        </p:attrNameLst>
                                      </p:cBhvr>
                                      <p:to>
                                        <p:strVal val="visible"/>
                                      </p:to>
                                    </p:set>
                                    <p:anim calcmode="lin" valueType="num">
                                      <p:cBhvr>
                                        <p:cTn id="56" dur="500" fill="hold"/>
                                        <p:tgtEl>
                                          <p:spTgt spid="62"/>
                                        </p:tgtEl>
                                        <p:attrNameLst>
                                          <p:attrName>ppt_w</p:attrName>
                                        </p:attrNameLst>
                                      </p:cBhvr>
                                      <p:tavLst>
                                        <p:tav tm="0">
                                          <p:val>
                                            <p:fltVal val="0"/>
                                          </p:val>
                                        </p:tav>
                                        <p:tav tm="100000">
                                          <p:val>
                                            <p:strVal val="#ppt_w"/>
                                          </p:val>
                                        </p:tav>
                                      </p:tavLst>
                                    </p:anim>
                                    <p:anim calcmode="lin" valueType="num">
                                      <p:cBhvr>
                                        <p:cTn id="57" dur="500" fill="hold"/>
                                        <p:tgtEl>
                                          <p:spTgt spid="62"/>
                                        </p:tgtEl>
                                        <p:attrNameLst>
                                          <p:attrName>ppt_h</p:attrName>
                                        </p:attrNameLst>
                                      </p:cBhvr>
                                      <p:tavLst>
                                        <p:tav tm="0">
                                          <p:val>
                                            <p:fltVal val="0"/>
                                          </p:val>
                                        </p:tav>
                                        <p:tav tm="100000">
                                          <p:val>
                                            <p:strVal val="#ppt_h"/>
                                          </p:val>
                                        </p:tav>
                                      </p:tavLst>
                                    </p:anim>
                                    <p:animEffect transition="in" filter="fade">
                                      <p:cBhvr>
                                        <p:cTn id="58" dur="500"/>
                                        <p:tgtEl>
                                          <p:spTgt spid="62"/>
                                        </p:tgtEl>
                                      </p:cBhvr>
                                    </p:animEffect>
                                  </p:childTnLst>
                                </p:cTn>
                              </p:par>
                            </p:childTnLst>
                          </p:cTn>
                        </p:par>
                        <p:par>
                          <p:cTn id="59" fill="hold" nodeType="afterGroup">
                            <p:stCondLst>
                              <p:cond delay="500"/>
                            </p:stCondLst>
                            <p:childTnLst>
                              <p:par>
                                <p:cTn id="60" presetID="16" presetClass="entr" presetSubtype="42" fill="hold" grpId="0" nodeType="after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barn(outHorizontal)">
                                      <p:cBhvr>
                                        <p:cTn id="62" dur="500"/>
                                        <p:tgtEl>
                                          <p:spTgt spid="23"/>
                                        </p:tgtEl>
                                      </p:cBhvr>
                                    </p:animEffect>
                                  </p:childTnLst>
                                </p:cTn>
                              </p:par>
                            </p:childTnLst>
                          </p:cTn>
                        </p:par>
                        <p:par>
                          <p:cTn id="63" fill="hold" nodeType="afterGroup">
                            <p:stCondLst>
                              <p:cond delay="1000"/>
                            </p:stCondLst>
                            <p:childTnLst>
                              <p:par>
                                <p:cTn id="64" presetID="16" presetClass="entr" presetSubtype="42" fill="hold" nodeType="afterEffect">
                                  <p:stCondLst>
                                    <p:cond delay="0"/>
                                  </p:stCondLst>
                                  <p:childTnLst>
                                    <p:set>
                                      <p:cBhvr>
                                        <p:cTn id="65" dur="1" fill="hold">
                                          <p:stCondLst>
                                            <p:cond delay="0"/>
                                          </p:stCondLst>
                                        </p:cTn>
                                        <p:tgtEl>
                                          <p:spTgt spid="2"/>
                                        </p:tgtEl>
                                        <p:attrNameLst>
                                          <p:attrName>style.visibility</p:attrName>
                                        </p:attrNameLst>
                                      </p:cBhvr>
                                      <p:to>
                                        <p:strVal val="visible"/>
                                      </p:to>
                                    </p:set>
                                    <p:animEffect transition="in" filter="barn(outHorizontal)">
                                      <p:cBhvr>
                                        <p:cTn id="6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8" grpId="0" animBg="1"/>
      <p:bldP spid="62" grpId="0" animBg="1"/>
      <p:bldP spid="63" grpId="0" animBg="1"/>
      <p:bldP spid="64" grpId="0" animBg="1"/>
      <p:bldP spid="65" grpId="0" animBg="1"/>
      <p:bldP spid="66" grpId="0" animBg="1"/>
      <p:bldP spid="6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9BF4DAA9-7DCD-CB1D-24BF-A3558BD2F7C8}"/>
              </a:ext>
            </a:extLst>
          </p:cNvPr>
          <p:cNvSpPr/>
          <p:nvPr>
            <p:custDataLst>
              <p:tags r:id="rId1"/>
            </p:custDataLst>
          </p:nvPr>
        </p:nvSpPr>
        <p:spPr>
          <a:xfrm>
            <a:off x="4781803" y="1639147"/>
            <a:ext cx="3773105" cy="1450640"/>
          </a:xfrm>
          <a:prstGeom prst="rect">
            <a:avLst/>
          </a:prstGeom>
          <a:solidFill>
            <a:schemeClr val="accent6">
              <a:lumMod val="20000"/>
              <a:lumOff val="80000"/>
              <a:alpha val="7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851D877-A7F8-67F5-820A-A8169D059A9E}"/>
              </a:ext>
            </a:extLst>
          </p:cNvPr>
          <p:cNvSpPr/>
          <p:nvPr>
            <p:custDataLst>
              <p:tags r:id="rId2"/>
            </p:custDataLst>
          </p:nvPr>
        </p:nvSpPr>
        <p:spPr>
          <a:xfrm>
            <a:off x="589092" y="1639147"/>
            <a:ext cx="3617186" cy="1438339"/>
          </a:xfrm>
          <a:prstGeom prst="rect">
            <a:avLst/>
          </a:prstGeom>
          <a:solidFill>
            <a:schemeClr val="accent1">
              <a:alpha val="7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4AA8A8DB-253B-8B8C-4D44-84126A56560A}"/>
              </a:ext>
            </a:extLst>
          </p:cNvPr>
          <p:cNvSpPr txBox="1"/>
          <p:nvPr>
            <p:custDataLst>
              <p:tags r:id="rId3"/>
            </p:custDataLst>
          </p:nvPr>
        </p:nvSpPr>
        <p:spPr>
          <a:xfrm>
            <a:off x="209975" y="828079"/>
            <a:ext cx="4575386" cy="430887"/>
          </a:xfrm>
          <a:prstGeom prst="rect">
            <a:avLst/>
          </a:prstGeom>
          <a:noFill/>
        </p:spPr>
        <p:txBody>
          <a:bodyPr wrap="square">
            <a:spAutoFit/>
          </a:bodyPr>
          <a:lstStyle/>
          <a:p>
            <a:pPr marL="0" marR="0" lvl="0" indent="432000" algn="just" defTabSz="685160" rtl="0" eaLnBrk="1" fontAlgn="auto" latinLnBrk="0" hangingPunct="1">
              <a:spcBef>
                <a:spcPts val="600"/>
              </a:spcBef>
              <a:spcAft>
                <a:spcPct val="0"/>
              </a:spcAft>
              <a:buClrTx/>
              <a:buSzTx/>
              <a:buFontTx/>
              <a:buNone/>
              <a:tabLst>
                <a:tab pos="5600700" algn="l"/>
                <a:tab pos="9734550" algn="l"/>
              </a:tabLst>
              <a:defRPr/>
            </a:pPr>
            <a:r>
              <a:rPr kumimoji="0" lang="en-US" altLang="zh-CN" sz="2200" b="0" i="0" u="none" strike="noStrike" kern="100" cap="none" spc="0" normalizeH="0" baseline="0" noProof="0">
                <a:ln>
                  <a:noFill/>
                </a:ln>
                <a:solidFill>
                  <a:srgbClr val="002060"/>
                </a:solidFill>
                <a:effectLst/>
                <a:uLnTx/>
                <a:uFillTx/>
                <a:latin typeface="Times New Roman"/>
                <a:ea typeface="微软雅黑"/>
                <a:cs typeface="Times New Roman" panose="02020603050405020304" charset="0"/>
              </a:rPr>
              <a:t>1. </a:t>
            </a:r>
            <a:r>
              <a:rPr kumimoji="0" lang="zh-CN" altLang="zh-CN" sz="2200" b="0" i="0" u="none" strike="noStrike" kern="100" cap="none" spc="0" normalizeH="0" baseline="0" noProof="0">
                <a:ln>
                  <a:noFill/>
                </a:ln>
                <a:solidFill>
                  <a:srgbClr val="002060"/>
                </a:solidFill>
                <a:effectLst/>
                <a:uLnTx/>
                <a:uFillTx/>
                <a:latin typeface="Times New Roman"/>
                <a:ea typeface="微软雅黑"/>
                <a:cs typeface="Times New Roman" panose="02020603050405020304" charset="0"/>
              </a:rPr>
              <a:t>力能使物体发生</a:t>
            </a:r>
            <a:r>
              <a:rPr kumimoji="0" lang="en-US" altLang="zh-CN" sz="2200" b="0" i="0" u="none" strike="noStrike" kern="100" cap="none" spc="0" normalizeH="0" baseline="0" noProof="0">
                <a:ln>
                  <a:noFill/>
                </a:ln>
                <a:solidFill>
                  <a:srgbClr val="002060"/>
                </a:solidFill>
                <a:effectLst/>
                <a:uLnTx/>
                <a:uFillTx/>
                <a:latin typeface="Times New Roman"/>
                <a:ea typeface="微软雅黑"/>
                <a:cs typeface="Courier New" panose="02070309020205020404"/>
              </a:rPr>
              <a:t>_______</a:t>
            </a:r>
            <a:r>
              <a:rPr kumimoji="0" lang="zh-CN" altLang="en-US" sz="2200" b="0" i="0" u="none" strike="noStrike" kern="100" cap="none" spc="0" normalizeH="0" baseline="0" noProof="0">
                <a:ln>
                  <a:noFill/>
                </a:ln>
                <a:solidFill>
                  <a:srgbClr val="002060"/>
                </a:solidFill>
                <a:effectLst/>
                <a:uLnTx/>
                <a:uFillTx/>
                <a:latin typeface="Times New Roman"/>
                <a:ea typeface="微软雅黑"/>
                <a:cs typeface="Times New Roman" panose="02020603050405020304" charset="0"/>
              </a:rPr>
              <a:t>；</a:t>
            </a:r>
            <a:endParaRPr kumimoji="0" lang="en-US" altLang="zh-CN" sz="2200" b="0" i="0" u="none" strike="noStrike" kern="100" cap="none" spc="0" normalizeH="0" baseline="0" noProof="0">
              <a:ln>
                <a:noFill/>
              </a:ln>
              <a:solidFill>
                <a:srgbClr val="002060"/>
              </a:solidFill>
              <a:effectLst/>
              <a:uLnTx/>
              <a:uFillTx/>
              <a:latin typeface="Times New Roman"/>
              <a:ea typeface="微软雅黑"/>
              <a:cs typeface="Times New Roman" panose="02020603050405020304" charset="0"/>
            </a:endParaRPr>
          </a:p>
        </p:txBody>
      </p:sp>
      <p:sp>
        <p:nvSpPr>
          <p:cNvPr id="5" name="内容占位符 2">
            <a:extLst>
              <a:ext uri="{FF2B5EF4-FFF2-40B4-BE49-F238E27FC236}">
                <a16:creationId xmlns:a16="http://schemas.microsoft.com/office/drawing/2014/main" id="{196A9881-5658-458E-9C2D-84755BDD4408}"/>
              </a:ext>
            </a:extLst>
          </p:cNvPr>
          <p:cNvSpPr txBox="1"/>
          <p:nvPr>
            <p:custDataLst>
              <p:tags r:id="rId4"/>
            </p:custDataLst>
          </p:nvPr>
        </p:nvSpPr>
        <p:spPr>
          <a:xfrm>
            <a:off x="5019825" y="1721110"/>
            <a:ext cx="3596043" cy="1287788"/>
          </a:xfrm>
          <a:prstGeom prst="rect">
            <a:avLst/>
          </a:prstGeom>
          <a:ln>
            <a:noFill/>
            <a:prstDash val="lgDash"/>
          </a:ln>
        </p:spPr>
        <p:txBody>
          <a:bodyPr vert="horz" lIns="91440" tIns="45720" rIns="91440" bIns="45720" rtlCol="0">
            <a:noAutofit/>
          </a:bodyPr>
          <a:lstStyle>
            <a:lvl1pPr marL="0" indent="0" algn="ctr" defTabSz="921624" rtl="0" eaLnBrk="1" latinLnBrk="0" hangingPunct="1">
              <a:lnSpc>
                <a:spcPct val="90000"/>
              </a:lnSpc>
              <a:spcBef>
                <a:spcPts val="1008"/>
              </a:spcBef>
              <a:buFont typeface="Arial" panose="020B0604020202020204" pitchFamily="34" charset="0"/>
              <a:buNone/>
              <a:defRPr sz="2419" kern="1200">
                <a:solidFill>
                  <a:schemeClr val="tx1"/>
                </a:solidFill>
                <a:latin typeface="+mn-lt"/>
                <a:ea typeface="+mn-ea"/>
                <a:cs typeface="+mn-cs"/>
              </a:defRPr>
            </a:lvl1pPr>
            <a:lvl2pPr marL="460812" indent="0" algn="ctr" defTabSz="921624" rtl="0" eaLnBrk="1" latinLnBrk="0" hangingPunct="1">
              <a:lnSpc>
                <a:spcPct val="90000"/>
              </a:lnSpc>
              <a:spcBef>
                <a:spcPts val="504"/>
              </a:spcBef>
              <a:buFont typeface="Arial" panose="020B0604020202020204" pitchFamily="34" charset="0"/>
              <a:buNone/>
              <a:defRPr sz="2016" kern="1200">
                <a:solidFill>
                  <a:schemeClr val="tx1"/>
                </a:solidFill>
                <a:latin typeface="+mn-lt"/>
                <a:ea typeface="+mn-ea"/>
                <a:cs typeface="+mn-cs"/>
              </a:defRPr>
            </a:lvl2pPr>
            <a:lvl3pPr marL="921624" indent="0" algn="ctr" defTabSz="921624" rtl="0" eaLnBrk="1" latinLnBrk="0" hangingPunct="1">
              <a:lnSpc>
                <a:spcPct val="90000"/>
              </a:lnSpc>
              <a:spcBef>
                <a:spcPts val="504"/>
              </a:spcBef>
              <a:buFont typeface="Arial" panose="020B0604020202020204" pitchFamily="34" charset="0"/>
              <a:buNone/>
              <a:defRPr sz="1814" kern="1200">
                <a:solidFill>
                  <a:schemeClr val="tx1"/>
                </a:solidFill>
                <a:latin typeface="+mn-lt"/>
                <a:ea typeface="+mn-ea"/>
                <a:cs typeface="+mn-cs"/>
              </a:defRPr>
            </a:lvl3pPr>
            <a:lvl4pPr marL="1382436" indent="0" algn="ctr" defTabSz="921624" rtl="0" eaLnBrk="1" latinLnBrk="0" hangingPunct="1">
              <a:lnSpc>
                <a:spcPct val="90000"/>
              </a:lnSpc>
              <a:spcBef>
                <a:spcPts val="504"/>
              </a:spcBef>
              <a:buFont typeface="Arial" panose="020B0604020202020204" pitchFamily="34" charset="0"/>
              <a:buNone/>
              <a:defRPr sz="1613" kern="1200">
                <a:solidFill>
                  <a:schemeClr val="tx1"/>
                </a:solidFill>
                <a:latin typeface="+mn-lt"/>
                <a:ea typeface="+mn-ea"/>
                <a:cs typeface="+mn-cs"/>
              </a:defRPr>
            </a:lvl4pPr>
            <a:lvl5pPr marL="1843248" indent="0" algn="ctr" defTabSz="921624" rtl="0" eaLnBrk="1" latinLnBrk="0" hangingPunct="1">
              <a:lnSpc>
                <a:spcPct val="90000"/>
              </a:lnSpc>
              <a:spcBef>
                <a:spcPts val="504"/>
              </a:spcBef>
              <a:buFont typeface="Arial" panose="020B0604020202020204" pitchFamily="34" charset="0"/>
              <a:buNone/>
              <a:defRPr sz="1613" kern="1200">
                <a:solidFill>
                  <a:schemeClr val="tx1"/>
                </a:solidFill>
                <a:latin typeface="+mn-lt"/>
                <a:ea typeface="+mn-ea"/>
                <a:cs typeface="+mn-cs"/>
              </a:defRPr>
            </a:lvl5pPr>
            <a:lvl6pPr marL="2304059" indent="0" algn="ctr" defTabSz="921624" rtl="0" eaLnBrk="1" latinLnBrk="0" hangingPunct="1">
              <a:lnSpc>
                <a:spcPct val="90000"/>
              </a:lnSpc>
              <a:spcBef>
                <a:spcPts val="504"/>
              </a:spcBef>
              <a:buFont typeface="Arial" panose="020B0604020202020204" pitchFamily="34" charset="0"/>
              <a:buNone/>
              <a:defRPr sz="1613" kern="1200">
                <a:solidFill>
                  <a:schemeClr val="tx1"/>
                </a:solidFill>
                <a:latin typeface="+mn-lt"/>
                <a:ea typeface="+mn-ea"/>
                <a:cs typeface="+mn-cs"/>
              </a:defRPr>
            </a:lvl6pPr>
            <a:lvl7pPr marL="2764871" indent="0" algn="ctr" defTabSz="921624" rtl="0" eaLnBrk="1" latinLnBrk="0" hangingPunct="1">
              <a:lnSpc>
                <a:spcPct val="90000"/>
              </a:lnSpc>
              <a:spcBef>
                <a:spcPts val="504"/>
              </a:spcBef>
              <a:buFont typeface="Arial" panose="020B0604020202020204" pitchFamily="34" charset="0"/>
              <a:buNone/>
              <a:defRPr sz="1613" kern="1200">
                <a:solidFill>
                  <a:schemeClr val="tx1"/>
                </a:solidFill>
                <a:latin typeface="+mn-lt"/>
                <a:ea typeface="+mn-ea"/>
                <a:cs typeface="+mn-cs"/>
              </a:defRPr>
            </a:lvl7pPr>
            <a:lvl8pPr marL="3225683" indent="0" algn="ctr" defTabSz="921624" rtl="0" eaLnBrk="1" latinLnBrk="0" hangingPunct="1">
              <a:lnSpc>
                <a:spcPct val="90000"/>
              </a:lnSpc>
              <a:spcBef>
                <a:spcPts val="504"/>
              </a:spcBef>
              <a:buFont typeface="Arial" panose="020B0604020202020204" pitchFamily="34" charset="0"/>
              <a:buNone/>
              <a:defRPr sz="1613" kern="1200">
                <a:solidFill>
                  <a:schemeClr val="tx1"/>
                </a:solidFill>
                <a:latin typeface="+mn-lt"/>
                <a:ea typeface="+mn-ea"/>
                <a:cs typeface="+mn-cs"/>
              </a:defRPr>
            </a:lvl8pPr>
            <a:lvl9pPr marL="3686495" indent="0" algn="ctr" defTabSz="921624" rtl="0" eaLnBrk="1" latinLnBrk="0" hangingPunct="1">
              <a:lnSpc>
                <a:spcPct val="90000"/>
              </a:lnSpc>
              <a:spcBef>
                <a:spcPts val="504"/>
              </a:spcBef>
              <a:buFont typeface="Arial" panose="020B0604020202020204" pitchFamily="34" charset="0"/>
              <a:buNone/>
              <a:defRPr sz="1613" kern="1200">
                <a:solidFill>
                  <a:schemeClr val="tx1"/>
                </a:solidFill>
                <a:latin typeface="+mn-lt"/>
                <a:ea typeface="+mn-ea"/>
                <a:cs typeface="+mn-cs"/>
              </a:defRPr>
            </a:lvl9pPr>
          </a:lstStyle>
          <a:p>
            <a:pPr algn="l">
              <a:lnSpc>
                <a:spcPts val="3000"/>
              </a:lnSpc>
              <a:spcBef>
                <a:spcPct val="0"/>
              </a:spcBef>
              <a:tabLst>
                <a:tab pos="5600700" algn="l"/>
                <a:tab pos="9734550" algn="l"/>
              </a:tabLst>
            </a:pPr>
            <a:r>
              <a:rPr lang="zh-CN" altLang="zh-CN" sz="2100" kern="100">
                <a:solidFill>
                  <a:srgbClr val="002060"/>
                </a:solidFill>
                <a:latin typeface="微软雅黑" panose="020B0503020204020204" pitchFamily="34" charset="-122"/>
                <a:cs typeface="Times New Roman" panose="02020603050405020304" charset="0"/>
              </a:rPr>
              <a:t>运动状态的改变</a:t>
            </a:r>
            <a:r>
              <a:rPr lang="zh-CN" altLang="en-US" sz="2100" kern="100">
                <a:solidFill>
                  <a:srgbClr val="002060"/>
                </a:solidFill>
                <a:latin typeface="微软雅黑" panose="020B0503020204020204" pitchFamily="34" charset="-122"/>
                <a:cs typeface="Times New Roman" panose="02020603050405020304" charset="0"/>
              </a:rPr>
              <a:t>包括两个方面</a:t>
            </a:r>
            <a:r>
              <a:rPr lang="zh-CN" altLang="zh-CN" sz="2100" kern="100">
                <a:solidFill>
                  <a:srgbClr val="002060"/>
                </a:solidFill>
                <a:latin typeface="微软雅黑" panose="020B0503020204020204" pitchFamily="34" charset="-122"/>
                <a:cs typeface="Times New Roman" panose="02020603050405020304" charset="0"/>
              </a:rPr>
              <a:t>：</a:t>
            </a:r>
            <a:r>
              <a:rPr lang="zh-CN" altLang="en-US" sz="2100" kern="100">
                <a:solidFill>
                  <a:srgbClr val="002060"/>
                </a:solidFill>
                <a:latin typeface="微软雅黑" panose="020B0503020204020204" pitchFamily="34" charset="-122"/>
                <a:cs typeface="Times New Roman" panose="02020603050405020304" charset="0"/>
              </a:rPr>
              <a:t>运动</a:t>
            </a:r>
            <a:r>
              <a:rPr lang="zh-CN" altLang="zh-CN" sz="2100" kern="100">
                <a:solidFill>
                  <a:srgbClr val="C00000"/>
                </a:solidFill>
                <a:latin typeface="微软雅黑" panose="020B0503020204020204" pitchFamily="34" charset="-122"/>
                <a:cs typeface="Times New Roman" panose="02020603050405020304" charset="0"/>
              </a:rPr>
              <a:t>速度</a:t>
            </a:r>
            <a:r>
              <a:rPr lang="zh-CN" altLang="zh-CN" sz="2100" kern="100">
                <a:solidFill>
                  <a:srgbClr val="002060"/>
                </a:solidFill>
                <a:latin typeface="微软雅黑" panose="020B0503020204020204" pitchFamily="34" charset="-122"/>
                <a:cs typeface="Times New Roman" panose="02020603050405020304" charset="0"/>
              </a:rPr>
              <a:t>大小的改变，</a:t>
            </a:r>
            <a:endParaRPr lang="en-US" altLang="zh-CN" sz="2100" kern="100">
              <a:solidFill>
                <a:srgbClr val="002060"/>
              </a:solidFill>
              <a:latin typeface="微软雅黑" panose="020B0503020204020204" pitchFamily="34" charset="-122"/>
              <a:cs typeface="Times New Roman" panose="02020603050405020304" charset="0"/>
            </a:endParaRPr>
          </a:p>
          <a:p>
            <a:pPr algn="l">
              <a:lnSpc>
                <a:spcPts val="3000"/>
              </a:lnSpc>
              <a:spcBef>
                <a:spcPct val="0"/>
              </a:spcBef>
              <a:tabLst>
                <a:tab pos="5600700" algn="l"/>
                <a:tab pos="9734550" algn="l"/>
              </a:tabLst>
            </a:pPr>
            <a:r>
              <a:rPr lang="zh-CN" altLang="zh-CN" sz="2100" kern="100">
                <a:solidFill>
                  <a:srgbClr val="002060"/>
                </a:solidFill>
                <a:latin typeface="微软雅黑" panose="020B0503020204020204" pitchFamily="34" charset="-122"/>
                <a:cs typeface="Times New Roman" panose="02020603050405020304" charset="0"/>
              </a:rPr>
              <a:t>运动</a:t>
            </a:r>
            <a:r>
              <a:rPr lang="zh-CN" altLang="zh-CN" sz="2100" kern="100">
                <a:solidFill>
                  <a:srgbClr val="C00000"/>
                </a:solidFill>
                <a:latin typeface="微软雅黑" panose="020B0503020204020204" pitchFamily="34" charset="-122"/>
                <a:cs typeface="Times New Roman" panose="02020603050405020304" charset="0"/>
              </a:rPr>
              <a:t>方向</a:t>
            </a:r>
            <a:r>
              <a:rPr lang="zh-CN" altLang="zh-CN" sz="2100" kern="100">
                <a:solidFill>
                  <a:srgbClr val="002060"/>
                </a:solidFill>
                <a:latin typeface="微软雅黑" panose="020B0503020204020204" pitchFamily="34" charset="-122"/>
                <a:cs typeface="Times New Roman" panose="02020603050405020304" charset="0"/>
              </a:rPr>
              <a:t>的改变</a:t>
            </a:r>
            <a:r>
              <a:rPr lang="zh-CN" altLang="en-US" sz="2100" kern="100">
                <a:solidFill>
                  <a:srgbClr val="002060"/>
                </a:solidFill>
                <a:latin typeface="微软雅黑" panose="020B0503020204020204" pitchFamily="34" charset="-122"/>
                <a:cs typeface="Times New Roman" panose="02020603050405020304" charset="0"/>
              </a:rPr>
              <a:t>。</a:t>
            </a:r>
            <a:endParaRPr lang="en-US" altLang="zh-CN" sz="2100" kern="100">
              <a:solidFill>
                <a:srgbClr val="002060"/>
              </a:solidFill>
              <a:latin typeface="微软雅黑" panose="020B0503020204020204" pitchFamily="34" charset="-122"/>
              <a:cs typeface="Times New Roman" panose="02020603050405020304" charset="0"/>
            </a:endParaRPr>
          </a:p>
        </p:txBody>
      </p:sp>
      <p:sp>
        <p:nvSpPr>
          <p:cNvPr id="6" name="文本框 5">
            <a:extLst>
              <a:ext uri="{FF2B5EF4-FFF2-40B4-BE49-F238E27FC236}">
                <a16:creationId xmlns:a16="http://schemas.microsoft.com/office/drawing/2014/main" id="{A920FC6E-E935-4451-9034-38118A26024D}"/>
              </a:ext>
            </a:extLst>
          </p:cNvPr>
          <p:cNvSpPr txBox="1"/>
          <p:nvPr>
            <p:custDataLst>
              <p:tags r:id="rId5"/>
            </p:custDataLst>
          </p:nvPr>
        </p:nvSpPr>
        <p:spPr>
          <a:xfrm>
            <a:off x="4072404" y="791968"/>
            <a:ext cx="4724251" cy="486480"/>
          </a:xfrm>
          <a:prstGeom prst="rect">
            <a:avLst/>
          </a:prstGeom>
          <a:noFill/>
        </p:spPr>
        <p:txBody>
          <a:bodyPr wrap="square">
            <a:spAutoFit/>
          </a:bodyPr>
          <a:lstStyle/>
          <a:p>
            <a:pPr indent="432000" defTabSz="699059">
              <a:lnSpc>
                <a:spcPts val="3400"/>
              </a:lnSpc>
              <a:tabLst>
                <a:tab pos="5600700" algn="l"/>
                <a:tab pos="9734550" algn="l"/>
              </a:tabLst>
              <a:defRPr/>
            </a:pPr>
            <a:r>
              <a:rPr lang="en-US" altLang="zh-CN" sz="2200" kern="100">
                <a:solidFill>
                  <a:srgbClr val="002060"/>
                </a:solidFill>
                <a:latin typeface="Times New Roman" panose="02020603050405020304" pitchFamily="18" charset="0"/>
                <a:cs typeface="Times New Roman" panose="02020603050405020304" pitchFamily="18" charset="0"/>
              </a:rPr>
              <a:t>2</a:t>
            </a:r>
            <a:r>
              <a:rPr lang="en-US" altLang="zh-CN" sz="2200" kern="100">
                <a:solidFill>
                  <a:srgbClr val="002060"/>
                </a:solidFill>
                <a:latin typeface="微软雅黑" panose="020B0503020204020204" pitchFamily="34" charset="-122"/>
                <a:cs typeface="Times New Roman" panose="02020603050405020304" charset="0"/>
              </a:rPr>
              <a:t>. </a:t>
            </a:r>
            <a:r>
              <a:rPr lang="zh-CN" altLang="zh-CN" sz="2200" kern="100">
                <a:solidFill>
                  <a:srgbClr val="002060"/>
                </a:solidFill>
                <a:latin typeface="微软雅黑" panose="020B0503020204020204" pitchFamily="34" charset="-122"/>
                <a:cs typeface="Times New Roman" panose="02020603050405020304" charset="0"/>
              </a:rPr>
              <a:t>力可以改变物体的</a:t>
            </a:r>
            <a:r>
              <a:rPr lang="en-US" altLang="zh-CN" sz="2200" kern="100">
                <a:solidFill>
                  <a:srgbClr val="002060"/>
                </a:solidFill>
                <a:latin typeface="微软雅黑" panose="020B0503020204020204" pitchFamily="34" charset="-122"/>
                <a:cs typeface="Courier New" panose="02070309020205020404"/>
              </a:rPr>
              <a:t>___________</a:t>
            </a:r>
            <a:r>
              <a:rPr lang="zh-CN" altLang="en-US" sz="2200" kern="100">
                <a:solidFill>
                  <a:srgbClr val="002060"/>
                </a:solidFill>
                <a:latin typeface="微软雅黑" panose="020B0503020204020204" pitchFamily="34" charset="-122"/>
                <a:cs typeface="Courier New" panose="02070309020205020404"/>
              </a:rPr>
              <a:t>。</a:t>
            </a:r>
            <a:endParaRPr lang="zh-CN" altLang="zh-CN" sz="2200" kern="100">
              <a:solidFill>
                <a:srgbClr val="002060"/>
              </a:solidFill>
              <a:latin typeface="微软雅黑" panose="020B0503020204020204" pitchFamily="34" charset="-122"/>
              <a:cs typeface="Courier New" panose="02070309020205020404"/>
            </a:endParaRPr>
          </a:p>
        </p:txBody>
      </p:sp>
      <p:sp>
        <p:nvSpPr>
          <p:cNvPr id="9" name="TextBox 5">
            <a:extLst>
              <a:ext uri="{FF2B5EF4-FFF2-40B4-BE49-F238E27FC236}">
                <a16:creationId xmlns:a16="http://schemas.microsoft.com/office/drawing/2014/main" id="{342CAF24-14FD-46FC-8014-300A56D2D797}"/>
              </a:ext>
            </a:extLst>
          </p:cNvPr>
          <p:cNvSpPr txBox="1"/>
          <p:nvPr>
            <p:custDataLst>
              <p:tags r:id="rId6"/>
            </p:custDataLst>
          </p:nvPr>
        </p:nvSpPr>
        <p:spPr>
          <a:xfrm>
            <a:off x="7064888" y="851290"/>
            <a:ext cx="1391020" cy="430887"/>
          </a:xfrm>
          <a:prstGeom prst="rect">
            <a:avLst/>
          </a:prstGeom>
          <a:noFill/>
        </p:spPr>
        <p:txBody>
          <a:bodyPr wrap="square" rtlCol="0">
            <a:spAutoFit/>
          </a:bodyPr>
          <a:lstStyle/>
          <a:p>
            <a:pPr algn="ctr" defTabSz="699059"/>
            <a:r>
              <a:rPr lang="zh-CN" altLang="zh-CN" sz="2200" kern="100">
                <a:solidFill>
                  <a:srgbClr val="C00000"/>
                </a:solidFill>
                <a:latin typeface="微软雅黑" panose="020B0503020204020204" pitchFamily="34" charset="-122"/>
              </a:rPr>
              <a:t>运动状态　</a:t>
            </a:r>
          </a:p>
        </p:txBody>
      </p:sp>
      <p:sp>
        <p:nvSpPr>
          <p:cNvPr id="13" name="文本框 12">
            <a:extLst>
              <a:ext uri="{FF2B5EF4-FFF2-40B4-BE49-F238E27FC236}">
                <a16:creationId xmlns:a16="http://schemas.microsoft.com/office/drawing/2014/main" id="{A4F5E616-426C-6800-E27B-A9D608F56FB1}"/>
              </a:ext>
            </a:extLst>
          </p:cNvPr>
          <p:cNvSpPr txBox="1"/>
          <p:nvPr>
            <p:custDataLst>
              <p:tags r:id="rId7"/>
            </p:custDataLst>
          </p:nvPr>
        </p:nvSpPr>
        <p:spPr>
          <a:xfrm>
            <a:off x="834523" y="1721110"/>
            <a:ext cx="3310795" cy="1217256"/>
          </a:xfrm>
          <a:prstGeom prst="rect">
            <a:avLst/>
          </a:prstGeom>
          <a:noFill/>
        </p:spPr>
        <p:txBody>
          <a:bodyPr wrap="square">
            <a:spAutoFit/>
          </a:bodyPr>
          <a:lstStyle/>
          <a:p>
            <a:pPr>
              <a:lnSpc>
                <a:spcPts val="3000"/>
              </a:lnSpc>
            </a:pPr>
            <a:r>
              <a:rPr kumimoji="0" lang="zh-CN" altLang="en-US" sz="2100" b="0" i="0" u="none" strike="noStrike" kern="100" cap="none" spc="0" normalizeH="0" baseline="0" noProof="0">
                <a:ln>
                  <a:noFill/>
                </a:ln>
                <a:solidFill>
                  <a:srgbClr val="002060"/>
                </a:solidFill>
                <a:effectLst/>
                <a:uLnTx/>
                <a:uFillTx/>
                <a:latin typeface="Times New Roman"/>
                <a:ea typeface="微软雅黑"/>
                <a:cs typeface="Times New Roman" panose="02020603050405020304" charset="0"/>
              </a:rPr>
              <a:t>形变包括形状和体积的改变，形变可以是很明显的，也可以是非常微小的。</a:t>
            </a:r>
            <a:endParaRPr lang="zh-CN" altLang="en-US" sz="2100"/>
          </a:p>
        </p:txBody>
      </p:sp>
      <p:sp>
        <p:nvSpPr>
          <p:cNvPr id="17" name="文本框 16">
            <a:extLst>
              <a:ext uri="{FF2B5EF4-FFF2-40B4-BE49-F238E27FC236}">
                <a16:creationId xmlns:a16="http://schemas.microsoft.com/office/drawing/2014/main" id="{8191B17F-B394-F28C-CBCC-C3DE3A03AA9F}"/>
              </a:ext>
            </a:extLst>
          </p:cNvPr>
          <p:cNvSpPr txBox="1"/>
          <p:nvPr>
            <p:custDataLst>
              <p:tags r:id="rId8"/>
            </p:custDataLst>
          </p:nvPr>
        </p:nvSpPr>
        <p:spPr>
          <a:xfrm>
            <a:off x="3055643" y="806385"/>
            <a:ext cx="1209205" cy="430887"/>
          </a:xfrm>
          <a:prstGeom prst="rect">
            <a:avLst/>
          </a:prstGeom>
          <a:noFill/>
        </p:spPr>
        <p:txBody>
          <a:bodyPr wrap="square">
            <a:spAutoFit/>
          </a:bodyPr>
          <a:lstStyle/>
          <a:p>
            <a:r>
              <a:rPr kumimoji="0" lang="zh-CN" altLang="zh-CN" sz="2200" b="0" i="0" u="none" strike="noStrike" kern="100" cap="none" spc="0" normalizeH="0" baseline="0" noProof="0">
                <a:ln>
                  <a:noFill/>
                </a:ln>
                <a:solidFill>
                  <a:srgbClr val="C00000"/>
                </a:solidFill>
                <a:effectLst/>
                <a:uLnTx/>
                <a:uFillTx/>
                <a:latin typeface="微软雅黑" panose="020B0503020204020204" pitchFamily="34" charset="-122"/>
                <a:ea typeface="微软雅黑"/>
                <a:cs typeface="+mn-cs"/>
              </a:rPr>
              <a:t>形变</a:t>
            </a:r>
            <a:endParaRPr lang="zh-CN" altLang="en-US"/>
          </a:p>
        </p:txBody>
      </p:sp>
      <p:sp>
        <p:nvSpPr>
          <p:cNvPr id="3" name="内容占位符 2">
            <a:extLst>
              <a:ext uri="{FF2B5EF4-FFF2-40B4-BE49-F238E27FC236}">
                <a16:creationId xmlns:a16="http://schemas.microsoft.com/office/drawing/2014/main" id="{50DE519F-A357-F654-68B6-D8F82D224CA9}"/>
              </a:ext>
            </a:extLst>
          </p:cNvPr>
          <p:cNvSpPr txBox="1"/>
          <p:nvPr>
            <p:custDataLst>
              <p:tags r:id="rId9"/>
            </p:custDataLst>
          </p:nvPr>
        </p:nvSpPr>
        <p:spPr>
          <a:xfrm>
            <a:off x="209975" y="33002"/>
            <a:ext cx="341714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知识点一、力的作用效果 </a:t>
            </a:r>
          </a:p>
          <a:p>
            <a:pPr marL="0" indent="0">
              <a:spcBef>
                <a:spcPct val="0"/>
              </a:spcBef>
              <a:buFontTx/>
              <a:buNone/>
            </a:pPr>
            <a:endParaRPr lang="zh-CN" altLang="en-US" sz="2000" spc="-120">
              <a:solidFill>
                <a:schemeClr val="bg1"/>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3A71FB1-D86A-422D-A24D-BC818E15C870}"/>
              </a:ext>
            </a:extLst>
          </p:cNvPr>
          <p:cNvSpPr txBox="1"/>
          <p:nvPr>
            <p:custDataLst>
              <p:tags r:id="rId10"/>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D415FEF3-FD42-BB37-72E9-0C500FF0F7F0}"/>
              </a:ext>
            </a:extLst>
          </p:cNvPr>
          <p:cNvSpPr/>
          <p:nvPr>
            <p:custDataLst>
              <p:tags r:id="rId11"/>
            </p:custDataLst>
          </p:nvPr>
        </p:nvSpPr>
        <p:spPr>
          <a:xfrm>
            <a:off x="1056640" y="3253030"/>
            <a:ext cx="7179734" cy="1541897"/>
          </a:xfrm>
          <a:prstGeom prst="rect">
            <a:avLst/>
          </a:prstGeom>
        </p:spPr>
        <p:txBody>
          <a:bodyPr wrap="square">
            <a:spAutoFit/>
          </a:bodyPr>
          <a:lstStyle/>
          <a:p>
            <a:pPr indent="457200">
              <a:lnSpc>
                <a:spcPts val="2900"/>
              </a:lnSpc>
            </a:pPr>
            <a:r>
              <a:rPr lang="zh-CN" altLang="en-US" sz="2000">
                <a:solidFill>
                  <a:srgbClr val="002060"/>
                </a:solidFill>
                <a:latin typeface="+mn-ea"/>
                <a:cs typeface="Times New Roman" panose="02020603050405020304" pitchFamily="18" charset="0"/>
              </a:rPr>
              <a:t>  在物理学中，物体</a:t>
            </a:r>
            <a:r>
              <a:rPr lang="zh-CN" altLang="en-US" sz="2000">
                <a:solidFill>
                  <a:srgbClr val="C00000"/>
                </a:solidFill>
                <a:latin typeface="+mn-ea"/>
                <a:cs typeface="Times New Roman" panose="02020603050405020304" pitchFamily="18" charset="0"/>
              </a:rPr>
              <a:t>由静止到运动</a:t>
            </a:r>
            <a:r>
              <a:rPr lang="zh-CN" altLang="en-US" sz="2000">
                <a:solidFill>
                  <a:srgbClr val="002060"/>
                </a:solidFill>
                <a:latin typeface="+mn-ea"/>
                <a:cs typeface="Times New Roman" panose="02020603050405020304" pitchFamily="18" charset="0"/>
              </a:rPr>
              <a:t>，</a:t>
            </a:r>
            <a:r>
              <a:rPr lang="zh-CN" altLang="en-US" sz="2000">
                <a:solidFill>
                  <a:srgbClr val="C00000"/>
                </a:solidFill>
                <a:latin typeface="+mn-ea"/>
                <a:cs typeface="Times New Roman" panose="02020603050405020304" pitchFamily="18" charset="0"/>
              </a:rPr>
              <a:t>由运动到静止</a:t>
            </a:r>
            <a:r>
              <a:rPr lang="zh-CN" altLang="en-US" sz="2000">
                <a:solidFill>
                  <a:srgbClr val="002060"/>
                </a:solidFill>
                <a:latin typeface="+mn-ea"/>
                <a:cs typeface="Times New Roman" panose="02020603050405020304" pitchFamily="18" charset="0"/>
              </a:rPr>
              <a:t>，</a:t>
            </a:r>
            <a:r>
              <a:rPr lang="zh-CN" altLang="en-US" sz="2000">
                <a:solidFill>
                  <a:srgbClr val="C00000"/>
                </a:solidFill>
                <a:latin typeface="+mn-ea"/>
                <a:cs typeface="Times New Roman" panose="02020603050405020304" pitchFamily="18" charset="0"/>
              </a:rPr>
              <a:t>由快变慢，由慢变快</a:t>
            </a:r>
            <a:r>
              <a:rPr lang="zh-CN" altLang="en-US" sz="2000">
                <a:solidFill>
                  <a:srgbClr val="002060"/>
                </a:solidFill>
                <a:latin typeface="+mn-ea"/>
                <a:cs typeface="Times New Roman" panose="02020603050405020304" pitchFamily="18" charset="0"/>
              </a:rPr>
              <a:t>，或者</a:t>
            </a:r>
            <a:r>
              <a:rPr lang="zh-CN" altLang="en-US" sz="2000">
                <a:solidFill>
                  <a:srgbClr val="C00000"/>
                </a:solidFill>
                <a:latin typeface="+mn-ea"/>
                <a:cs typeface="Times New Roman" panose="02020603050405020304" pitchFamily="18" charset="0"/>
              </a:rPr>
              <a:t>运动方向发生改变</a:t>
            </a:r>
            <a:r>
              <a:rPr lang="zh-CN" altLang="en-US" sz="2000">
                <a:solidFill>
                  <a:srgbClr val="002060"/>
                </a:solidFill>
                <a:latin typeface="+mn-ea"/>
                <a:cs typeface="Times New Roman" panose="02020603050405020304" pitchFamily="18" charset="0"/>
              </a:rPr>
              <a:t>，我们就说物体的运动状态发生了改变。（也可描述为“</a:t>
            </a:r>
            <a:r>
              <a:rPr lang="zh-CN" altLang="en-US" sz="2000">
                <a:solidFill>
                  <a:srgbClr val="002060"/>
                </a:solidFill>
                <a:latin typeface="+mn-ea"/>
              </a:rPr>
              <a:t>物体运动的速度大小或运动方向发生改变，物体的运动状态就发生了改变</a:t>
            </a:r>
            <a:r>
              <a:rPr lang="zh-CN" altLang="en-US" sz="2000">
                <a:solidFill>
                  <a:srgbClr val="002060"/>
                </a:solidFill>
                <a:latin typeface="+mn-ea"/>
                <a:cs typeface="Times New Roman" panose="02020603050405020304" pitchFamily="18" charset="0"/>
              </a:rPr>
              <a:t>”）</a:t>
            </a:r>
            <a:r>
              <a:rPr lang="en-US" altLang="zh-CN" sz="2000">
                <a:solidFill>
                  <a:srgbClr val="002060"/>
                </a:solidFill>
                <a:latin typeface="+mn-ea"/>
                <a:cs typeface="Times New Roman" panose="02020603050405020304" pitchFamily="18" charset="0"/>
              </a:rPr>
              <a:t>.</a:t>
            </a:r>
            <a:endParaRPr lang="zh-CN" altLang="en-US" sz="2000">
              <a:solidFill>
                <a:srgbClr val="002060"/>
              </a:solidFill>
              <a:latin typeface="+mn-ea"/>
              <a:cs typeface="Times New Roman" panose="02020603050405020304" pitchFamily="18" charset="0"/>
            </a:endParaRPr>
          </a:p>
        </p:txBody>
      </p:sp>
    </p:spTree>
    <p:extLst>
      <p:ext uri="{BB962C8B-B14F-4D97-AF65-F5344CB8AC3E}">
        <p14:creationId xmlns:p14="http://schemas.microsoft.com/office/powerpoint/2010/main" val="28540321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1000"/>
                                        <p:tgtEl>
                                          <p:spTgt spid="6"/>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blinds(horizontal)">
                                      <p:cBhvr>
                                        <p:cTn id="30" dur="500"/>
                                        <p:tgtEl>
                                          <p:spTgt spid="9">
                                            <p:txEl>
                                              <p:pRg st="0" end="0"/>
                                            </p:txEl>
                                          </p:spTgt>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linds(horizontal)">
                                      <p:cBhvr>
                                        <p:cTn id="35" dur="500"/>
                                        <p:tgtEl>
                                          <p:spTgt spid="5"/>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blinds(horizontal)">
                                      <p:cBhvr>
                                        <p:cTn id="38" dur="500"/>
                                        <p:tgtEl>
                                          <p:spTgt spid="19"/>
                                        </p:tgtEl>
                                      </p:cBhvr>
                                    </p:animEffect>
                                  </p:childTnLst>
                                </p:cTn>
                              </p:par>
                            </p:childTnLst>
                          </p:cTn>
                        </p:par>
                      </p:childTnLst>
                    </p:cTn>
                  </p:par>
                  <p:par>
                    <p:cTn id="39" fill="hold" nodeType="clickPar">
                      <p:stCondLst>
                        <p:cond delay="indefinite"/>
                      </p:stCondLst>
                      <p:childTnLst>
                        <p:par>
                          <p:cTn id="40" fill="hold" nodeType="after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blinds(horizontal)">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5" grpId="0"/>
      <p:bldP spid="6" grpId="0"/>
      <p:bldP spid="13" grpId="0"/>
      <p:bldP spid="17" grpId="0"/>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61D9B946-7DF7-22EA-B9AD-6C488BFB507E}"/>
              </a:ext>
            </a:extLst>
          </p:cNvPr>
          <p:cNvSpPr txBox="1"/>
          <p:nvPr>
            <p:custDataLst>
              <p:tags r:id="rId1"/>
            </p:custDataLst>
          </p:nvPr>
        </p:nvSpPr>
        <p:spPr>
          <a:xfrm>
            <a:off x="209975" y="33002"/>
            <a:ext cx="341714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rgbClr val="FFFF00"/>
                </a:solidFill>
                <a:latin typeface="微软雅黑" panose="020B0503020204020204" pitchFamily="34" charset="-122"/>
                <a:ea typeface="微软雅黑" panose="020B0503020204020204" pitchFamily="34" charset="-122"/>
              </a:rPr>
              <a:t>知识点二、力与运动的关系</a:t>
            </a:r>
          </a:p>
          <a:p>
            <a:pPr marL="0" indent="0">
              <a:spcBef>
                <a:spcPct val="0"/>
              </a:spcBef>
              <a:buFontTx/>
              <a:buNone/>
            </a:pPr>
            <a:endParaRPr lang="zh-CN" altLang="en-US" sz="2000" spc="-120">
              <a:solidFill>
                <a:srgbClr val="FFFF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97356501-0514-DF6A-7300-40FFB7470447}"/>
              </a:ext>
            </a:extLst>
          </p:cNvPr>
          <p:cNvSpPr txBox="1"/>
          <p:nvPr>
            <p:custDataLst>
              <p:tags r:id="rId2"/>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1E87B44D-3459-D96D-9F5D-4B9C4BB1F200}"/>
              </a:ext>
            </a:extLst>
          </p:cNvPr>
          <p:cNvSpPr txBox="1"/>
          <p:nvPr>
            <p:custDataLst>
              <p:tags r:id="rId3"/>
            </p:custDataLst>
          </p:nvPr>
        </p:nvSpPr>
        <p:spPr>
          <a:xfrm>
            <a:off x="810117" y="631055"/>
            <a:ext cx="5800655" cy="446276"/>
          </a:xfrm>
          <a:prstGeom prst="rect">
            <a:avLst/>
          </a:prstGeom>
          <a:noFill/>
        </p:spPr>
        <p:txBody>
          <a:bodyPr wrap="square">
            <a:spAutoFit/>
          </a:bodyPr>
          <a:lstStyle/>
          <a:p>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 </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物体不受力</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或受平衡力的运动情况</a:t>
            </a:r>
            <a:endParaRPr lang="zh-CN" altLang="en-US" sz="2300">
              <a:solidFill>
                <a:srgbClr val="002060"/>
              </a:solidFill>
            </a:endParaRPr>
          </a:p>
        </p:txBody>
      </p:sp>
      <p:sp>
        <p:nvSpPr>
          <p:cNvPr id="5" name="文本框 4">
            <a:extLst>
              <a:ext uri="{FF2B5EF4-FFF2-40B4-BE49-F238E27FC236}">
                <a16:creationId xmlns:a16="http://schemas.microsoft.com/office/drawing/2014/main" id="{8513E4F5-8005-7C0F-90F1-86551DDD1C6D}"/>
              </a:ext>
            </a:extLst>
          </p:cNvPr>
          <p:cNvSpPr txBox="1"/>
          <p:nvPr>
            <p:custDataLst>
              <p:tags r:id="rId4"/>
            </p:custDataLst>
          </p:nvPr>
        </p:nvSpPr>
        <p:spPr>
          <a:xfrm>
            <a:off x="723924" y="1095350"/>
            <a:ext cx="7600503" cy="880497"/>
          </a:xfrm>
          <a:prstGeom prst="rect">
            <a:avLst/>
          </a:prstGeom>
          <a:noFill/>
        </p:spPr>
        <p:txBody>
          <a:bodyPr wrap="square">
            <a:spAutoFit/>
          </a:bodyPr>
          <a:lstStyle/>
          <a:p>
            <a:pPr lvl="0" indent="457200">
              <a:lnSpc>
                <a:spcPts val="3200"/>
              </a:lnSpc>
              <a:defRPr/>
            </a:pPr>
            <a:r>
              <a:rPr lang="en-US" altLang="zh-CN" sz="2200">
                <a:solidFill>
                  <a:srgbClr val="002060"/>
                </a:solidFill>
                <a:ea typeface="微软雅黑" panose="020B0503020204020204" pitchFamily="34" charset="-122"/>
                <a:cs typeface="Times New Roman" panose="02020603050405020304" pitchFamily="18" charset="0"/>
              </a:rPr>
              <a:t>①</a:t>
            </a:r>
            <a:r>
              <a:rPr lang="zh-CN" altLang="en-US" sz="2200">
                <a:solidFill>
                  <a:srgbClr val="002060"/>
                </a:solidFill>
                <a:ea typeface="微软雅黑" panose="020B0503020204020204" pitchFamily="34" charset="-122"/>
                <a:cs typeface="Times New Roman" panose="02020603050405020304" pitchFamily="18" charset="0"/>
              </a:rPr>
              <a:t>物体不受到力的作用时，由牛顿第一定律我们知道，物体的运动状态不改变。</a:t>
            </a:r>
          </a:p>
        </p:txBody>
      </p:sp>
      <p:sp>
        <p:nvSpPr>
          <p:cNvPr id="6" name="文本框 5">
            <a:extLst>
              <a:ext uri="{FF2B5EF4-FFF2-40B4-BE49-F238E27FC236}">
                <a16:creationId xmlns:a16="http://schemas.microsoft.com/office/drawing/2014/main" id="{13D9A7E4-F85F-5A30-DC0A-A67129F4480E}"/>
              </a:ext>
            </a:extLst>
          </p:cNvPr>
          <p:cNvSpPr txBox="1"/>
          <p:nvPr>
            <p:custDataLst>
              <p:tags r:id="rId5"/>
            </p:custDataLst>
          </p:nvPr>
        </p:nvSpPr>
        <p:spPr>
          <a:xfrm>
            <a:off x="723924" y="1993866"/>
            <a:ext cx="7763881" cy="880497"/>
          </a:xfrm>
          <a:prstGeom prst="rect">
            <a:avLst/>
          </a:prstGeom>
          <a:noFill/>
        </p:spPr>
        <p:txBody>
          <a:bodyPr wrap="square">
            <a:spAutoFit/>
          </a:bodyPr>
          <a:lstStyle/>
          <a:p>
            <a:pPr lvl="0" indent="457200">
              <a:lnSpc>
                <a:spcPts val="3200"/>
              </a:lnSpc>
              <a:defRPr/>
            </a:pPr>
            <a:r>
              <a:rPr lang="en-US" altLang="zh-CN" sz="2200">
                <a:solidFill>
                  <a:srgbClr val="002060"/>
                </a:solidFill>
                <a:ea typeface="微软雅黑" panose="020B0503020204020204" pitchFamily="34" charset="-122"/>
                <a:cs typeface="Times New Roman" panose="02020603050405020304" pitchFamily="18" charset="0"/>
              </a:rPr>
              <a:t>②</a:t>
            </a:r>
            <a:r>
              <a:rPr lang="zh-CN" altLang="en-US" sz="2200">
                <a:solidFill>
                  <a:srgbClr val="002060"/>
                </a:solidFill>
                <a:ea typeface="微软雅黑" panose="020B0503020204020204" pitchFamily="34" charset="-122"/>
                <a:cs typeface="Times New Roman" panose="02020603050405020304" pitchFamily="18" charset="0"/>
              </a:rPr>
              <a:t>物体受到平衡力的作用时，根据二力平衡的知识知道，物体的运动状态不改变。</a:t>
            </a:r>
          </a:p>
        </p:txBody>
      </p:sp>
      <p:sp>
        <p:nvSpPr>
          <p:cNvPr id="7" name="文本框 6">
            <a:extLst>
              <a:ext uri="{FF2B5EF4-FFF2-40B4-BE49-F238E27FC236}">
                <a16:creationId xmlns:a16="http://schemas.microsoft.com/office/drawing/2014/main" id="{9089E772-72AD-3AC5-F111-21CB339F4C81}"/>
              </a:ext>
            </a:extLst>
          </p:cNvPr>
          <p:cNvSpPr txBox="1"/>
          <p:nvPr>
            <p:custDataLst>
              <p:tags r:id="rId6"/>
            </p:custDataLst>
          </p:nvPr>
        </p:nvSpPr>
        <p:spPr>
          <a:xfrm>
            <a:off x="857529" y="2892382"/>
            <a:ext cx="6985989" cy="467051"/>
          </a:xfrm>
          <a:prstGeom prst="rect">
            <a:avLst/>
          </a:prstGeom>
          <a:noFill/>
        </p:spPr>
        <p:txBody>
          <a:bodyPr wrap="square">
            <a:spAutoFit/>
          </a:bodyPr>
          <a:lstStyle/>
          <a:p>
            <a:pPr lvl="0">
              <a:lnSpc>
                <a:spcPts val="3200"/>
              </a:lnSpc>
              <a:spcAft>
                <a:spcPts val="600"/>
              </a:spcAft>
              <a:defRPr/>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③物体受平衡力时，运动状态不改变的原因</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 name="文本框 8">
            <a:extLst>
              <a:ext uri="{FF2B5EF4-FFF2-40B4-BE49-F238E27FC236}">
                <a16:creationId xmlns:a16="http://schemas.microsoft.com/office/drawing/2014/main" id="{9F8FBFB6-DBF1-1149-3ADC-13F5BFD13388}"/>
              </a:ext>
            </a:extLst>
          </p:cNvPr>
          <p:cNvSpPr txBox="1"/>
          <p:nvPr>
            <p:custDataLst>
              <p:tags r:id="rId7"/>
            </p:custDataLst>
          </p:nvPr>
        </p:nvSpPr>
        <p:spPr>
          <a:xfrm>
            <a:off x="810116" y="3411317"/>
            <a:ext cx="7588817" cy="1287788"/>
          </a:xfrm>
          <a:prstGeom prst="rect">
            <a:avLst/>
          </a:prstGeom>
          <a:solidFill>
            <a:schemeClr val="bg1">
              <a:lumMod val="95000"/>
            </a:schemeClr>
          </a:solidFill>
          <a:ln>
            <a:solidFill>
              <a:schemeClr val="tx1"/>
            </a:solidFill>
          </a:ln>
        </p:spPr>
        <p:txBody>
          <a:bodyPr wrap="square">
            <a:spAutoFit/>
          </a:bodyPr>
          <a:lstStyle/>
          <a:p>
            <a:pPr marL="0" marR="0" lvl="0" indent="457200" algn="l" defTabSz="685160" rtl="0" eaLnBrk="1" fontAlgn="auto" latinLnBrk="0" hangingPunct="1">
              <a:lnSpc>
                <a:spcPts val="3200"/>
              </a:lnSpc>
              <a:spcBef>
                <a:spcPct val="0"/>
              </a:spcBef>
              <a:spcAft>
                <a:spcPct val="0"/>
              </a:spcAft>
              <a:buClrTx/>
              <a:buSzTx/>
              <a:buFontTx/>
              <a:buNone/>
              <a:defRPr/>
            </a:pP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为什么当物体所受的两个力平衡时，物体的运动状态不改变呢？是因为，这两个力从相反的方向力图改变物体的运动状态，它们的</a:t>
            </a:r>
            <a:r>
              <a:rPr kumimoji="0" lang="zh-CN" altLang="en-US" sz="22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作用相互抵消</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了。</a:t>
            </a:r>
          </a:p>
        </p:txBody>
      </p:sp>
    </p:spTree>
    <p:extLst>
      <p:ext uri="{BB962C8B-B14F-4D97-AF65-F5344CB8AC3E}">
        <p14:creationId xmlns:p14="http://schemas.microsoft.com/office/powerpoint/2010/main" val="11971071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blinds(horizontal)">
                                      <p:cBhvr>
                                        <p:cTn id="17" dur="500"/>
                                        <p:tgtEl>
                                          <p:spTgt spid="7">
                                            <p:txEl>
                                              <p:pRg st="0" end="0"/>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61D9B946-7DF7-22EA-B9AD-6C488BFB507E}"/>
              </a:ext>
            </a:extLst>
          </p:cNvPr>
          <p:cNvSpPr txBox="1"/>
          <p:nvPr>
            <p:custDataLst>
              <p:tags r:id="rId1"/>
            </p:custDataLst>
          </p:nvPr>
        </p:nvSpPr>
        <p:spPr>
          <a:xfrm>
            <a:off x="209975" y="33002"/>
            <a:ext cx="341714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rgbClr val="FFFF00"/>
                </a:solidFill>
                <a:latin typeface="微软雅黑" panose="020B0503020204020204" pitchFamily="34" charset="-122"/>
                <a:ea typeface="微软雅黑" panose="020B0503020204020204" pitchFamily="34" charset="-122"/>
              </a:rPr>
              <a:t>知识点二、力与运动的关系</a:t>
            </a:r>
          </a:p>
          <a:p>
            <a:pPr marL="0" indent="0">
              <a:spcBef>
                <a:spcPct val="0"/>
              </a:spcBef>
              <a:buFontTx/>
              <a:buNone/>
            </a:pPr>
            <a:endParaRPr lang="zh-CN" altLang="en-US" sz="2000" spc="-120">
              <a:solidFill>
                <a:srgbClr val="FFFF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97356501-0514-DF6A-7300-40FFB7470447}"/>
              </a:ext>
            </a:extLst>
          </p:cNvPr>
          <p:cNvSpPr txBox="1"/>
          <p:nvPr>
            <p:custDataLst>
              <p:tags r:id="rId2"/>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59C083BB-30D8-0ABB-4073-EBBF203F772D}"/>
              </a:ext>
            </a:extLst>
          </p:cNvPr>
          <p:cNvSpPr txBox="1"/>
          <p:nvPr>
            <p:custDataLst>
              <p:tags r:id="rId3"/>
            </p:custDataLst>
          </p:nvPr>
        </p:nvSpPr>
        <p:spPr>
          <a:xfrm>
            <a:off x="638699" y="584395"/>
            <a:ext cx="4068768" cy="430887"/>
          </a:xfrm>
          <a:prstGeom prst="rect">
            <a:avLst/>
          </a:prstGeom>
          <a:noFill/>
        </p:spPr>
        <p:txBody>
          <a:bodyPr wrap="square">
            <a:spAutoFit/>
          </a:bodyPr>
          <a:lstStyle/>
          <a:p>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物体</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受非平衡力的运动情况</a:t>
            </a:r>
            <a:endParaRPr lang="zh-CN" altLang="en-US" sz="2200">
              <a:solidFill>
                <a:srgbClr val="002060"/>
              </a:solidFill>
            </a:endParaRPr>
          </a:p>
        </p:txBody>
      </p:sp>
      <p:sp>
        <p:nvSpPr>
          <p:cNvPr id="5" name="文本框 4">
            <a:extLst>
              <a:ext uri="{FF2B5EF4-FFF2-40B4-BE49-F238E27FC236}">
                <a16:creationId xmlns:a16="http://schemas.microsoft.com/office/drawing/2014/main" id="{D5DBCAE3-50EE-3D9B-6B9D-CD868D625701}"/>
              </a:ext>
            </a:extLst>
          </p:cNvPr>
          <p:cNvSpPr txBox="1"/>
          <p:nvPr>
            <p:custDataLst>
              <p:tags r:id="rId4"/>
            </p:custDataLst>
          </p:nvPr>
        </p:nvSpPr>
        <p:spPr>
          <a:xfrm>
            <a:off x="878326" y="1056593"/>
            <a:ext cx="6732551" cy="418961"/>
          </a:xfrm>
          <a:prstGeom prst="rect">
            <a:avLst/>
          </a:prstGeom>
          <a:noFill/>
        </p:spPr>
        <p:txBody>
          <a:bodyPr wrap="square">
            <a:spAutoFit/>
          </a:bodyPr>
          <a:lstStyle/>
          <a:p>
            <a:pPr lvl="0">
              <a:lnSpc>
                <a:spcPts val="2700"/>
              </a:lnSpc>
              <a:defRPr/>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物体受到非平衡力作用时，运动状态要发生改变。</a:t>
            </a:r>
          </a:p>
        </p:txBody>
      </p:sp>
      <p:pic>
        <p:nvPicPr>
          <p:cNvPr id="6" name="Picture 2" descr="https://timgsa.baidu.com/timg?image&amp;quality=80&amp;size=b9999_10000&amp;sec=1574312514547&amp;di=adabcc9b2b7cf7d1c397cbd21af0168c&amp;imgtype=jpg&amp;src=http%3A%2F%2Fimg0.imgtn.bdimg.com%2Fit%2Fu%3D4074225590%2C3673479628%26fm%3D214%26gp%3D0.jpg">
            <a:extLst>
              <a:ext uri="{FF2B5EF4-FFF2-40B4-BE49-F238E27FC236}">
                <a16:creationId xmlns:a16="http://schemas.microsoft.com/office/drawing/2014/main" id="{EAD8E2EE-02F1-97BA-6F57-6CC7E1FEBF7A}"/>
              </a:ext>
            </a:extLst>
          </p:cNvPr>
          <p:cNvPicPr>
            <a:picLocks noChangeAspect="1" noChangeArrowheads="1"/>
          </p:cNvPicPr>
          <p:nvPr>
            <p:custDataLst>
              <p:tags r:id="rId5"/>
            </p:custDataLst>
          </p:nvPr>
        </p:nvPicPr>
        <p:blipFill>
          <a:blip r:embed="rId30"/>
          <a:srcRect l="20341" t="24240" r="21361" b="24080"/>
          <a:stretch>
            <a:fillRect/>
          </a:stretch>
        </p:blipFill>
        <p:spPr bwMode="auto">
          <a:xfrm>
            <a:off x="6711404" y="1868823"/>
            <a:ext cx="1426029" cy="783772"/>
          </a:xfrm>
          <a:prstGeom prst="rect">
            <a:avLst/>
          </a:prstGeom>
          <a:noFill/>
        </p:spPr>
      </p:pic>
      <p:grpSp>
        <p:nvGrpSpPr>
          <p:cNvPr id="7" name="组合 6">
            <a:extLst>
              <a:ext uri="{FF2B5EF4-FFF2-40B4-BE49-F238E27FC236}">
                <a16:creationId xmlns:a16="http://schemas.microsoft.com/office/drawing/2014/main" id="{E8075FBD-4C77-1173-6143-BB46B2755241}"/>
              </a:ext>
            </a:extLst>
          </p:cNvPr>
          <p:cNvGrpSpPr/>
          <p:nvPr>
            <p:custDataLst>
              <p:tags r:id="rId6"/>
            </p:custDataLst>
          </p:nvPr>
        </p:nvGrpSpPr>
        <p:grpSpPr>
          <a:xfrm>
            <a:off x="7490854" y="1325530"/>
            <a:ext cx="1083471" cy="914889"/>
            <a:chOff x="6569379" y="1220675"/>
            <a:chExt cx="1083471" cy="1001482"/>
          </a:xfrm>
        </p:grpSpPr>
        <p:sp>
          <p:nvSpPr>
            <p:cNvPr id="8" name="Line 13">
              <a:extLst>
                <a:ext uri="{FF2B5EF4-FFF2-40B4-BE49-F238E27FC236}">
                  <a16:creationId xmlns:a16="http://schemas.microsoft.com/office/drawing/2014/main" id="{D9BEFD81-EA3A-6DBE-C0F1-BF15A1391B8B}"/>
                </a:ext>
              </a:extLst>
            </p:cNvPr>
            <p:cNvSpPr>
              <a:spLocks noChangeShapeType="1"/>
            </p:cNvSpPr>
            <p:nvPr>
              <p:custDataLst>
                <p:tags r:id="rId27"/>
              </p:custDataLst>
            </p:nvPr>
          </p:nvSpPr>
          <p:spPr bwMode="auto">
            <a:xfrm>
              <a:off x="6569379" y="1248643"/>
              <a:ext cx="12704" cy="973514"/>
            </a:xfrm>
            <a:prstGeom prst="line">
              <a:avLst/>
            </a:prstGeom>
            <a:noFill/>
            <a:ln w="38100">
              <a:solidFill>
                <a:srgbClr val="FF0000"/>
              </a:solidFill>
              <a:round/>
              <a:headEnd type="stealth" w="med" len="med"/>
            </a:ln>
          </p:spPr>
          <p:txBody>
            <a:bodyPr wrap="none" anchor="ctr"/>
            <a:lstStyle/>
            <a:p>
              <a:endParaRPr lang="zh-CN" altLang="en-US"/>
            </a:p>
          </p:txBody>
        </p:sp>
        <p:sp>
          <p:nvSpPr>
            <p:cNvPr id="9" name="Text Box 14">
              <a:extLst>
                <a:ext uri="{FF2B5EF4-FFF2-40B4-BE49-F238E27FC236}">
                  <a16:creationId xmlns:a16="http://schemas.microsoft.com/office/drawing/2014/main" id="{2C83B831-730E-8B85-CE8F-0BB76F648D78}"/>
                </a:ext>
              </a:extLst>
            </p:cNvPr>
            <p:cNvSpPr txBox="1">
              <a:spLocks noChangeArrowheads="1"/>
            </p:cNvSpPr>
            <p:nvPr>
              <p:custDataLst>
                <p:tags r:id="rId28"/>
              </p:custDataLst>
            </p:nvPr>
          </p:nvSpPr>
          <p:spPr bwMode="auto">
            <a:xfrm>
              <a:off x="6588135" y="1220675"/>
              <a:ext cx="1064715" cy="369332"/>
            </a:xfrm>
            <a:prstGeom prst="rect">
              <a:avLst/>
            </a:prstGeom>
            <a:noFill/>
            <a:ln w="9525">
              <a:noFill/>
              <a:miter lim="800000"/>
            </a:ln>
          </p:spPr>
          <p:txBody>
            <a:bodyPr wrap="none">
              <a:spAutoFit/>
            </a:bodyPr>
            <a:lstStyle/>
            <a:p>
              <a:r>
                <a:rPr lang="zh-CN" altLang="en-US" sz="1800">
                  <a:ea typeface="微软雅黑" panose="020B0503020204020204" pitchFamily="34" charset="-122"/>
                </a:rPr>
                <a:t>支持力</a:t>
              </a:r>
              <a:r>
                <a:rPr lang="en-US" altLang="zh-CN" sz="1800" i="1">
                  <a:ea typeface="微软雅黑" panose="020B0503020204020204" pitchFamily="34" charset="-122"/>
                </a:rPr>
                <a:t>N</a:t>
              </a:r>
              <a:endParaRPr lang="zh-CN" altLang="en-US" sz="1800" i="1">
                <a:ea typeface="微软雅黑" panose="020B0503020204020204" pitchFamily="34" charset="-122"/>
              </a:endParaRPr>
            </a:p>
          </p:txBody>
        </p:sp>
      </p:grpSp>
      <p:grpSp>
        <p:nvGrpSpPr>
          <p:cNvPr id="10" name="Group 18">
            <a:extLst>
              <a:ext uri="{FF2B5EF4-FFF2-40B4-BE49-F238E27FC236}">
                <a16:creationId xmlns:a16="http://schemas.microsoft.com/office/drawing/2014/main" id="{A6BC4CA9-E970-D7CE-1903-13331C744AF8}"/>
              </a:ext>
            </a:extLst>
          </p:cNvPr>
          <p:cNvGrpSpPr/>
          <p:nvPr>
            <p:custDataLst>
              <p:tags r:id="rId7"/>
            </p:custDataLst>
          </p:nvPr>
        </p:nvGrpSpPr>
        <p:grpSpPr>
          <a:xfrm>
            <a:off x="7575639" y="1880736"/>
            <a:ext cx="1240073" cy="412127"/>
            <a:chOff x="2928" y="1093"/>
            <a:chExt cx="2151" cy="347"/>
          </a:xfrm>
        </p:grpSpPr>
        <p:sp>
          <p:nvSpPr>
            <p:cNvPr id="11" name="Line 19">
              <a:extLst>
                <a:ext uri="{FF2B5EF4-FFF2-40B4-BE49-F238E27FC236}">
                  <a16:creationId xmlns:a16="http://schemas.microsoft.com/office/drawing/2014/main" id="{D3525871-FF57-C6D8-5F65-3718354860F0}"/>
                </a:ext>
              </a:extLst>
            </p:cNvPr>
            <p:cNvSpPr>
              <a:spLocks noChangeShapeType="1"/>
            </p:cNvSpPr>
            <p:nvPr>
              <p:custDataLst>
                <p:tags r:id="rId25"/>
              </p:custDataLst>
            </p:nvPr>
          </p:nvSpPr>
          <p:spPr bwMode="auto">
            <a:xfrm>
              <a:off x="2928" y="1440"/>
              <a:ext cx="1920" cy="0"/>
            </a:xfrm>
            <a:prstGeom prst="line">
              <a:avLst/>
            </a:prstGeom>
            <a:noFill/>
            <a:ln w="38100">
              <a:solidFill>
                <a:srgbClr val="00B0F0"/>
              </a:solidFill>
              <a:round/>
              <a:tailEnd type="stealth" w="med" len="med"/>
            </a:ln>
          </p:spPr>
          <p:txBody>
            <a:bodyPr wrap="none" anchor="ctr"/>
            <a:lstStyle/>
            <a:p>
              <a:endParaRPr lang="zh-CN" altLang="en-US" sz="1800"/>
            </a:p>
          </p:txBody>
        </p:sp>
        <p:sp>
          <p:nvSpPr>
            <p:cNvPr id="12" name="Text Box 20">
              <a:extLst>
                <a:ext uri="{FF2B5EF4-FFF2-40B4-BE49-F238E27FC236}">
                  <a16:creationId xmlns:a16="http://schemas.microsoft.com/office/drawing/2014/main" id="{F9486F75-3D77-D396-EEED-3721C1340D7B}"/>
                </a:ext>
              </a:extLst>
            </p:cNvPr>
            <p:cNvSpPr txBox="1">
              <a:spLocks noChangeArrowheads="1"/>
            </p:cNvSpPr>
            <p:nvPr>
              <p:custDataLst>
                <p:tags r:id="rId26"/>
              </p:custDataLst>
            </p:nvPr>
          </p:nvSpPr>
          <p:spPr bwMode="auto">
            <a:xfrm>
              <a:off x="3847" y="1093"/>
              <a:ext cx="1232" cy="311"/>
            </a:xfrm>
            <a:prstGeom prst="rect">
              <a:avLst/>
            </a:prstGeom>
            <a:noFill/>
            <a:ln w="38100">
              <a:noFill/>
              <a:miter lim="800000"/>
            </a:ln>
          </p:spPr>
          <p:txBody>
            <a:bodyPr wrap="none">
              <a:spAutoFit/>
            </a:bodyPr>
            <a:lstStyle/>
            <a:p>
              <a:r>
                <a:rPr lang="zh-CN" altLang="en-US" sz="1800">
                  <a:ea typeface="微软雅黑" panose="020B0503020204020204" pitchFamily="34" charset="-122"/>
                </a:rPr>
                <a:t>阻力</a:t>
              </a:r>
              <a:r>
                <a:rPr lang="en-US" altLang="zh-CN" sz="1800" i="1">
                  <a:ea typeface="微软雅黑" panose="020B0503020204020204" pitchFamily="34" charset="-122"/>
                </a:rPr>
                <a:t>f</a:t>
              </a:r>
              <a:endParaRPr lang="zh-CN" altLang="en-US" sz="1800" i="1">
                <a:ea typeface="微软雅黑" panose="020B0503020204020204" pitchFamily="34" charset="-122"/>
              </a:endParaRPr>
            </a:p>
          </p:txBody>
        </p:sp>
      </p:grpSp>
      <p:grpSp>
        <p:nvGrpSpPr>
          <p:cNvPr id="13" name="Group 21">
            <a:extLst>
              <a:ext uri="{FF2B5EF4-FFF2-40B4-BE49-F238E27FC236}">
                <a16:creationId xmlns:a16="http://schemas.microsoft.com/office/drawing/2014/main" id="{16DDA056-8260-BCDF-1B5A-84FB7E3B8972}"/>
              </a:ext>
            </a:extLst>
          </p:cNvPr>
          <p:cNvGrpSpPr/>
          <p:nvPr>
            <p:custDataLst>
              <p:tags r:id="rId8"/>
            </p:custDataLst>
          </p:nvPr>
        </p:nvGrpSpPr>
        <p:grpSpPr>
          <a:xfrm>
            <a:off x="6098801" y="1918449"/>
            <a:ext cx="1350636" cy="380060"/>
            <a:chOff x="811" y="1120"/>
            <a:chExt cx="2021" cy="320"/>
          </a:xfrm>
        </p:grpSpPr>
        <p:sp>
          <p:nvSpPr>
            <p:cNvPr id="14" name="Line 22">
              <a:extLst>
                <a:ext uri="{FF2B5EF4-FFF2-40B4-BE49-F238E27FC236}">
                  <a16:creationId xmlns:a16="http://schemas.microsoft.com/office/drawing/2014/main" id="{E7C91796-E9C8-023B-D569-1140A7383DF9}"/>
                </a:ext>
              </a:extLst>
            </p:cNvPr>
            <p:cNvSpPr>
              <a:spLocks noChangeShapeType="1"/>
            </p:cNvSpPr>
            <p:nvPr>
              <p:custDataLst>
                <p:tags r:id="rId23"/>
              </p:custDataLst>
            </p:nvPr>
          </p:nvSpPr>
          <p:spPr bwMode="auto">
            <a:xfrm>
              <a:off x="912" y="1440"/>
              <a:ext cx="1920" cy="0"/>
            </a:xfrm>
            <a:prstGeom prst="line">
              <a:avLst/>
            </a:prstGeom>
            <a:noFill/>
            <a:ln w="38100">
              <a:solidFill>
                <a:srgbClr val="00B0F0"/>
              </a:solidFill>
              <a:round/>
              <a:headEnd type="stealth" w="med" len="med"/>
            </a:ln>
          </p:spPr>
          <p:txBody>
            <a:bodyPr wrap="none" anchor="ctr"/>
            <a:lstStyle/>
            <a:p>
              <a:endParaRPr lang="zh-CN" altLang="en-US" sz="1800"/>
            </a:p>
          </p:txBody>
        </p:sp>
        <p:sp>
          <p:nvSpPr>
            <p:cNvPr id="15" name="Text Box 23">
              <a:extLst>
                <a:ext uri="{FF2B5EF4-FFF2-40B4-BE49-F238E27FC236}">
                  <a16:creationId xmlns:a16="http://schemas.microsoft.com/office/drawing/2014/main" id="{200F520F-200F-C311-0711-FD5B2086DE02}"/>
                </a:ext>
              </a:extLst>
            </p:cNvPr>
            <p:cNvSpPr txBox="1">
              <a:spLocks noChangeArrowheads="1"/>
            </p:cNvSpPr>
            <p:nvPr>
              <p:custDataLst>
                <p:tags r:id="rId24"/>
              </p:custDataLst>
            </p:nvPr>
          </p:nvSpPr>
          <p:spPr bwMode="auto">
            <a:xfrm>
              <a:off x="811" y="1120"/>
              <a:ext cx="1524" cy="311"/>
            </a:xfrm>
            <a:prstGeom prst="rect">
              <a:avLst/>
            </a:prstGeom>
            <a:noFill/>
            <a:ln w="38100">
              <a:noFill/>
              <a:miter lim="800000"/>
            </a:ln>
          </p:spPr>
          <p:txBody>
            <a:bodyPr wrap="none">
              <a:spAutoFit/>
            </a:bodyPr>
            <a:lstStyle/>
            <a:p>
              <a:r>
                <a:rPr lang="zh-CN" altLang="en-US" sz="1800">
                  <a:ea typeface="微软雅黑" panose="020B0503020204020204" pitchFamily="34" charset="-122"/>
                </a:rPr>
                <a:t>牵引力</a:t>
              </a:r>
              <a:r>
                <a:rPr lang="en-US" altLang="zh-CN" sz="1800" i="1">
                  <a:ea typeface="微软雅黑" panose="020B0503020204020204" pitchFamily="34" charset="-122"/>
                </a:rPr>
                <a:t>F</a:t>
              </a:r>
              <a:endParaRPr lang="zh-CN" altLang="en-US" sz="1800" i="1">
                <a:ea typeface="微软雅黑" panose="020B0503020204020204" pitchFamily="34" charset="-122"/>
              </a:endParaRPr>
            </a:p>
          </p:txBody>
        </p:sp>
      </p:grpSp>
      <p:grpSp>
        <p:nvGrpSpPr>
          <p:cNvPr id="16" name="组合 15">
            <a:extLst>
              <a:ext uri="{FF2B5EF4-FFF2-40B4-BE49-F238E27FC236}">
                <a16:creationId xmlns:a16="http://schemas.microsoft.com/office/drawing/2014/main" id="{F2E9C61E-8BC5-CB9C-CB4D-21BDB19C203D}"/>
              </a:ext>
            </a:extLst>
          </p:cNvPr>
          <p:cNvGrpSpPr/>
          <p:nvPr>
            <p:custDataLst>
              <p:tags r:id="rId9"/>
            </p:custDataLst>
          </p:nvPr>
        </p:nvGrpSpPr>
        <p:grpSpPr>
          <a:xfrm>
            <a:off x="7427174" y="2194572"/>
            <a:ext cx="894237" cy="987680"/>
            <a:chOff x="4222543" y="2107375"/>
            <a:chExt cx="894237" cy="1037245"/>
          </a:xfrm>
        </p:grpSpPr>
        <p:grpSp>
          <p:nvGrpSpPr>
            <p:cNvPr id="17" name="组合 16">
              <a:extLst>
                <a:ext uri="{FF2B5EF4-FFF2-40B4-BE49-F238E27FC236}">
                  <a16:creationId xmlns:a16="http://schemas.microsoft.com/office/drawing/2014/main" id="{4F8647ED-B89E-2667-17C9-AED852062305}"/>
                </a:ext>
              </a:extLst>
            </p:cNvPr>
            <p:cNvGrpSpPr/>
            <p:nvPr>
              <p:custDataLst>
                <p:tags r:id="rId19"/>
              </p:custDataLst>
            </p:nvPr>
          </p:nvGrpSpPr>
          <p:grpSpPr>
            <a:xfrm>
              <a:off x="4298927" y="2235695"/>
              <a:ext cx="817853" cy="908925"/>
              <a:chOff x="6582083" y="2304628"/>
              <a:chExt cx="817853" cy="908925"/>
            </a:xfrm>
          </p:grpSpPr>
          <p:sp>
            <p:nvSpPr>
              <p:cNvPr id="19" name="Line 16">
                <a:extLst>
                  <a:ext uri="{FF2B5EF4-FFF2-40B4-BE49-F238E27FC236}">
                    <a16:creationId xmlns:a16="http://schemas.microsoft.com/office/drawing/2014/main" id="{E3F454E8-DA94-6ECE-8430-2EE7878871F5}"/>
                  </a:ext>
                </a:extLst>
              </p:cNvPr>
              <p:cNvSpPr>
                <a:spLocks noChangeShapeType="1"/>
              </p:cNvSpPr>
              <p:nvPr>
                <p:custDataLst>
                  <p:tags r:id="rId21"/>
                </p:custDataLst>
              </p:nvPr>
            </p:nvSpPr>
            <p:spPr bwMode="auto">
              <a:xfrm>
                <a:off x="6582083" y="2304628"/>
                <a:ext cx="9065" cy="908925"/>
              </a:xfrm>
              <a:prstGeom prst="line">
                <a:avLst/>
              </a:prstGeom>
              <a:noFill/>
              <a:ln w="38100">
                <a:solidFill>
                  <a:srgbClr val="FF0000"/>
                </a:solidFill>
                <a:round/>
                <a:tailEnd type="stealth" w="med" len="med"/>
              </a:ln>
            </p:spPr>
            <p:txBody>
              <a:bodyPr wrap="none" anchor="ctr"/>
              <a:lstStyle/>
              <a:p>
                <a:endParaRPr lang="zh-CN" altLang="en-US" sz="1800"/>
              </a:p>
            </p:txBody>
          </p:sp>
          <p:sp>
            <p:nvSpPr>
              <p:cNvPr id="20" name="Text Box 17">
                <a:extLst>
                  <a:ext uri="{FF2B5EF4-FFF2-40B4-BE49-F238E27FC236}">
                    <a16:creationId xmlns:a16="http://schemas.microsoft.com/office/drawing/2014/main" id="{671137FF-D815-A4F5-2F70-36E97A70C05B}"/>
                  </a:ext>
                </a:extLst>
              </p:cNvPr>
              <p:cNvSpPr txBox="1">
                <a:spLocks noChangeArrowheads="1"/>
              </p:cNvSpPr>
              <p:nvPr>
                <p:custDataLst>
                  <p:tags r:id="rId22"/>
                </p:custDataLst>
              </p:nvPr>
            </p:nvSpPr>
            <p:spPr bwMode="auto">
              <a:xfrm>
                <a:off x="6582083" y="2725302"/>
                <a:ext cx="817853" cy="369332"/>
              </a:xfrm>
              <a:prstGeom prst="rect">
                <a:avLst/>
              </a:prstGeom>
              <a:noFill/>
              <a:ln w="9525">
                <a:noFill/>
                <a:miter lim="800000"/>
              </a:ln>
            </p:spPr>
            <p:txBody>
              <a:bodyPr wrap="none">
                <a:spAutoFit/>
              </a:bodyPr>
              <a:lstStyle/>
              <a:p>
                <a:r>
                  <a:rPr lang="zh-CN" altLang="en-US" sz="1800">
                    <a:ea typeface="微软雅黑" panose="020B0503020204020204" pitchFamily="34" charset="-122"/>
                  </a:rPr>
                  <a:t>重力</a:t>
                </a:r>
                <a:r>
                  <a:rPr lang="en-US" altLang="zh-CN" sz="1800" i="1">
                    <a:ea typeface="微软雅黑" panose="020B0503020204020204" pitchFamily="34" charset="-122"/>
                  </a:rPr>
                  <a:t>G</a:t>
                </a:r>
                <a:endParaRPr lang="zh-CN" altLang="en-US" sz="1800" i="1">
                  <a:ea typeface="微软雅黑" panose="020B0503020204020204" pitchFamily="34" charset="-122"/>
                </a:endParaRPr>
              </a:p>
            </p:txBody>
          </p:sp>
        </p:grpSp>
        <p:sp>
          <p:nvSpPr>
            <p:cNvPr id="18" name="Oval 11">
              <a:extLst>
                <a:ext uri="{FF2B5EF4-FFF2-40B4-BE49-F238E27FC236}">
                  <a16:creationId xmlns:a16="http://schemas.microsoft.com/office/drawing/2014/main" id="{96319F7B-CA6E-449B-5F38-3CAD8CF7B2CC}"/>
                </a:ext>
              </a:extLst>
            </p:cNvPr>
            <p:cNvSpPr>
              <a:spLocks noChangeArrowheads="1"/>
            </p:cNvSpPr>
            <p:nvPr>
              <p:custDataLst>
                <p:tags r:id="rId20"/>
              </p:custDataLst>
            </p:nvPr>
          </p:nvSpPr>
          <p:spPr bwMode="auto">
            <a:xfrm>
              <a:off x="4222543" y="2107375"/>
              <a:ext cx="148466" cy="150132"/>
            </a:xfrm>
            <a:prstGeom prst="ellipse">
              <a:avLst/>
            </a:prstGeom>
            <a:solidFill>
              <a:srgbClr val="FF0000"/>
            </a:solidFill>
            <a:ln w="9525">
              <a:solidFill>
                <a:srgbClr val="FFC000"/>
              </a:solidFill>
              <a:round/>
            </a:ln>
          </p:spPr>
          <p:txBody>
            <a:bodyPr wrap="none" anchor="ctr"/>
            <a:lstStyle/>
            <a:p>
              <a:pPr algn="ctr"/>
              <a:endParaRPr kumimoji="1" lang="zh-CN" altLang="en-US" sz="2400">
                <a:solidFill>
                  <a:srgbClr val="FF0000"/>
                </a:solidFill>
                <a:latin typeface="Times New Roman" panose="02020603050405020304" pitchFamily="18" charset="0"/>
              </a:endParaRPr>
            </a:p>
          </p:txBody>
        </p:sp>
      </p:grpSp>
      <p:sp>
        <p:nvSpPr>
          <p:cNvPr id="21" name="Text Box 3">
            <a:extLst>
              <a:ext uri="{FF2B5EF4-FFF2-40B4-BE49-F238E27FC236}">
                <a16:creationId xmlns:a16="http://schemas.microsoft.com/office/drawing/2014/main" id="{4E3D21FA-8098-1189-B2E8-57E1E7244447}"/>
              </a:ext>
            </a:extLst>
          </p:cNvPr>
          <p:cNvSpPr txBox="1">
            <a:spLocks noChangeArrowheads="1"/>
          </p:cNvSpPr>
          <p:nvPr>
            <p:custDataLst>
              <p:tags r:id="rId10"/>
            </p:custDataLst>
          </p:nvPr>
        </p:nvSpPr>
        <p:spPr bwMode="auto">
          <a:xfrm>
            <a:off x="593771" y="1653619"/>
            <a:ext cx="4452362" cy="1214179"/>
          </a:xfrm>
          <a:prstGeom prst="rect">
            <a:avLst/>
          </a:prstGeom>
          <a:noFill/>
          <a:ln w="9525">
            <a:noFill/>
            <a:miter lim="800000"/>
          </a:ln>
        </p:spPr>
        <p:txBody>
          <a:bodyPr wrap="square">
            <a:spAutoFit/>
          </a:bodyPr>
          <a:lstStyle/>
          <a:p>
            <a:pPr marL="36000" indent="457200">
              <a:lnSpc>
                <a:spcPts val="3000"/>
              </a:lnSpc>
            </a:pPr>
            <a:r>
              <a:rPr lang="zh-CN" altLang="en-US" sz="2100">
                <a:solidFill>
                  <a:srgbClr val="002060"/>
                </a:solidFill>
                <a:latin typeface="微软雅黑" panose="020B0503020204020204" pitchFamily="34" charset="-122"/>
                <a:ea typeface="微软雅黑" panose="020B0503020204020204" pitchFamily="34" charset="-122"/>
              </a:rPr>
              <a:t>在水平路面上向左运动的小车：</a:t>
            </a:r>
            <a:r>
              <a:rPr lang="zh-CN" altLang="en-US" sz="2100">
                <a:solidFill>
                  <a:srgbClr val="002060"/>
                </a:solidFill>
                <a:ea typeface="微软雅黑" panose="020B0503020204020204" pitchFamily="34" charset="-122"/>
              </a:rPr>
              <a:t>在水平方向上：受到牵引力</a:t>
            </a:r>
            <a:r>
              <a:rPr lang="en-US" altLang="zh-CN" sz="2100" i="1">
                <a:solidFill>
                  <a:srgbClr val="002060"/>
                </a:solidFill>
                <a:ea typeface="微软雅黑" panose="020B0503020204020204" pitchFamily="34" charset="-122"/>
              </a:rPr>
              <a:t>F</a:t>
            </a:r>
            <a:r>
              <a:rPr lang="zh-CN" altLang="en-US" sz="2100">
                <a:solidFill>
                  <a:srgbClr val="002060"/>
                </a:solidFill>
                <a:ea typeface="微软雅黑" panose="020B0503020204020204" pitchFamily="34" charset="-122"/>
              </a:rPr>
              <a:t>和摩擦阻力</a:t>
            </a:r>
            <a:r>
              <a:rPr lang="en-US" altLang="zh-CN" sz="2100" b="1" i="1">
                <a:solidFill>
                  <a:srgbClr val="002060"/>
                </a:solidFill>
                <a:ea typeface="微软雅黑" panose="020B0503020204020204" pitchFamily="34" charset="-122"/>
              </a:rPr>
              <a:t>f </a:t>
            </a:r>
            <a:r>
              <a:rPr lang="zh-CN" altLang="en-US" sz="2100">
                <a:solidFill>
                  <a:srgbClr val="002060"/>
                </a:solidFill>
                <a:ea typeface="微软雅黑" panose="020B0503020204020204" pitchFamily="34" charset="-122"/>
              </a:rPr>
              <a:t>的作用。</a:t>
            </a:r>
          </a:p>
        </p:txBody>
      </p:sp>
      <p:graphicFrame>
        <p:nvGraphicFramePr>
          <p:cNvPr id="22" name="表格 32">
            <a:extLst>
              <a:ext uri="{FF2B5EF4-FFF2-40B4-BE49-F238E27FC236}">
                <a16:creationId xmlns:a16="http://schemas.microsoft.com/office/drawing/2014/main" id="{BC3A3055-CA9E-DA9D-21FE-EF92BAA69222}"/>
              </a:ext>
            </a:extLst>
          </p:cNvPr>
          <p:cNvGraphicFramePr>
            <a:graphicFrameLocks noGrp="1"/>
          </p:cNvGraphicFramePr>
          <p:nvPr>
            <p:custDataLst>
              <p:tags r:id="rId11"/>
            </p:custDataLst>
            <p:extLst>
              <p:ext uri="{D42A27DB-BD31-4B8C-83A1-F6EECF244321}">
                <p14:modId xmlns:p14="http://schemas.microsoft.com/office/powerpoint/2010/main" val="366341800"/>
              </p:ext>
            </p:extLst>
          </p:nvPr>
        </p:nvGraphicFramePr>
        <p:xfrm>
          <a:off x="1210180" y="3201099"/>
          <a:ext cx="6788414" cy="1762794"/>
        </p:xfrm>
        <a:graphic>
          <a:graphicData uri="http://schemas.openxmlformats.org/drawingml/2006/table">
            <a:tbl>
              <a:tblPr firstRow="1" bandRow="1">
                <a:tableStyleId>{5C22544A-7EE6-4342-B048-85BDC9FD1C3A}</a:tableStyleId>
              </a:tblPr>
              <a:tblGrid>
                <a:gridCol w="3394207">
                  <a:extLst>
                    <a:ext uri="{9D8B030D-6E8A-4147-A177-3AD203B41FA5}">
                      <a16:colId xmlns:a16="http://schemas.microsoft.com/office/drawing/2014/main" val="3806956593"/>
                    </a:ext>
                  </a:extLst>
                </a:gridCol>
                <a:gridCol w="3394207">
                  <a:extLst>
                    <a:ext uri="{9D8B030D-6E8A-4147-A177-3AD203B41FA5}">
                      <a16:colId xmlns:a16="http://schemas.microsoft.com/office/drawing/2014/main" val="4252911684"/>
                    </a:ext>
                  </a:extLst>
                </a:gridCol>
              </a:tblGrid>
              <a:tr h="447456">
                <a:tc>
                  <a:txBody>
                    <a:bodyPr/>
                    <a:lstStyle/>
                    <a:p>
                      <a:r>
                        <a:rPr lang="zh-CN" altLang="en-US" sz="2000" b="1">
                          <a:solidFill>
                            <a:schemeClr val="tx1"/>
                          </a:solidFill>
                        </a:rPr>
                        <a:t>牵引力</a:t>
                      </a:r>
                      <a:r>
                        <a:rPr lang="en-US" altLang="zh-CN" sz="2000" b="1" i="1">
                          <a:solidFill>
                            <a:schemeClr val="tx1"/>
                          </a:solidFill>
                        </a:rPr>
                        <a:t>F</a:t>
                      </a:r>
                      <a:r>
                        <a:rPr lang="zh-CN" altLang="en-US" sz="2000" b="1">
                          <a:solidFill>
                            <a:schemeClr val="tx1"/>
                          </a:solidFill>
                        </a:rPr>
                        <a:t>与阻力</a:t>
                      </a:r>
                      <a:r>
                        <a:rPr lang="en-US" altLang="zh-CN" sz="2000" b="1" i="1" kern="1200">
                          <a:solidFill>
                            <a:schemeClr val="tx1"/>
                          </a:solidFill>
                          <a:latin typeface="+mn-lt"/>
                          <a:ea typeface="+mn-ea"/>
                          <a:cs typeface="+mn-cs"/>
                        </a:rPr>
                        <a:t>f </a:t>
                      </a:r>
                      <a:r>
                        <a:rPr lang="zh-CN" altLang="en-US" sz="2000" b="1">
                          <a:solidFill>
                            <a:schemeClr val="tx1"/>
                          </a:solidFill>
                        </a:rPr>
                        <a:t>的大小</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mn-lt"/>
                          <a:ea typeface="+mn-ea"/>
                          <a:cs typeface="+mn-cs"/>
                        </a:rPr>
                        <a:t>小车的运动状态</a:t>
                      </a:r>
                    </a:p>
                  </a:txBody>
                  <a:tcPr anchor="ctr" anchorCtr="1">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31170684"/>
                  </a:ext>
                </a:extLst>
              </a:tr>
              <a:tr h="438446">
                <a:tc>
                  <a:txBody>
                    <a:bodyPr/>
                    <a:lstStyle/>
                    <a:p>
                      <a:endParaRPr lang="zh-CN" altLang="en-US">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832162"/>
                  </a:ext>
                </a:extLst>
              </a:tr>
              <a:tr h="438446">
                <a:tc>
                  <a:txBody>
                    <a:bodyPr/>
                    <a:lstStyle/>
                    <a:p>
                      <a:endParaRPr lang="zh-CN" altLang="en-US">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6619928"/>
                  </a:ext>
                </a:extLst>
              </a:tr>
              <a:tr h="438446">
                <a:tc>
                  <a:txBody>
                    <a:bodyPr/>
                    <a:lstStyle/>
                    <a:p>
                      <a:endParaRPr lang="zh-CN" altLang="en-US">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983967"/>
                  </a:ext>
                </a:extLst>
              </a:tr>
            </a:tbl>
          </a:graphicData>
        </a:graphic>
      </p:graphicFrame>
      <p:sp>
        <p:nvSpPr>
          <p:cNvPr id="23" name="文本框 22">
            <a:extLst>
              <a:ext uri="{FF2B5EF4-FFF2-40B4-BE49-F238E27FC236}">
                <a16:creationId xmlns:a16="http://schemas.microsoft.com/office/drawing/2014/main" id="{63C2400F-827E-9791-EBAF-B314B16E1723}"/>
              </a:ext>
            </a:extLst>
          </p:cNvPr>
          <p:cNvSpPr txBox="1"/>
          <p:nvPr>
            <p:custDataLst>
              <p:tags r:id="rId12"/>
            </p:custDataLst>
          </p:nvPr>
        </p:nvSpPr>
        <p:spPr>
          <a:xfrm>
            <a:off x="2368534" y="3672015"/>
            <a:ext cx="1133280" cy="400110"/>
          </a:xfrm>
          <a:prstGeom prst="rect">
            <a:avLst/>
          </a:prstGeom>
          <a:noFill/>
        </p:spPr>
        <p:txBody>
          <a:bodyPr wrap="square">
            <a:spAutoFit/>
          </a:body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en-US" altLang="zh-CN" sz="2000" b="0" i="1" u="none" strike="noStrike" kern="1200" cap="none" spc="0" normalizeH="0" baseline="0" noProof="0">
                <a:ln>
                  <a:noFill/>
                </a:ln>
                <a:solidFill>
                  <a:prstClr val="black"/>
                </a:solidFill>
                <a:effectLst/>
                <a:uLnTx/>
                <a:uFillTx/>
                <a:latin typeface="Times New Roman"/>
                <a:ea typeface="微软雅黑"/>
                <a:cs typeface="+mn-cs"/>
              </a:rPr>
              <a:t>F</a:t>
            </a:r>
            <a:r>
              <a:rPr kumimoji="0" lang="en-US" altLang="zh-CN" sz="2000" b="0" i="0" u="none" strike="noStrike" kern="1200" cap="none" spc="0" normalizeH="0" baseline="0" noProof="0">
                <a:ln>
                  <a:noFill/>
                </a:ln>
                <a:solidFill>
                  <a:prstClr val="black"/>
                </a:solidFill>
                <a:effectLst/>
                <a:uLnTx/>
                <a:uFillTx/>
                <a:latin typeface="Times New Roman"/>
                <a:ea typeface="微软雅黑"/>
                <a:cs typeface="+mn-cs"/>
              </a:rPr>
              <a:t>=</a:t>
            </a:r>
            <a:r>
              <a:rPr kumimoji="0" lang="en-US" altLang="zh-CN" sz="2000" b="0" i="1" u="none" strike="noStrike" kern="1200" cap="none" spc="0" normalizeH="0" baseline="0" noProof="0">
                <a:ln>
                  <a:noFill/>
                </a:ln>
                <a:solidFill>
                  <a:prstClr val="black"/>
                </a:solidFill>
                <a:effectLst/>
                <a:uLnTx/>
                <a:uFillTx/>
                <a:latin typeface="Times New Roman"/>
                <a:ea typeface="微软雅黑"/>
                <a:cs typeface="+mn-cs"/>
              </a:rPr>
              <a:t>f</a:t>
            </a:r>
            <a:endParaRPr kumimoji="0" lang="zh-CN" altLang="en-US" sz="2000" b="0" i="0" u="none" strike="noStrike" kern="1200" cap="none" spc="0" normalizeH="0" baseline="0" noProof="0">
              <a:ln>
                <a:noFill/>
              </a:ln>
              <a:solidFill>
                <a:prstClr val="black"/>
              </a:solidFill>
              <a:effectLst/>
              <a:uLnTx/>
              <a:uFillTx/>
              <a:latin typeface="Times New Roman"/>
              <a:ea typeface="微软雅黑"/>
              <a:cs typeface="+mn-cs"/>
              <a:sym typeface="Arial"/>
            </a:endParaRPr>
          </a:p>
        </p:txBody>
      </p:sp>
      <p:sp>
        <p:nvSpPr>
          <p:cNvPr id="24" name="文本框 23">
            <a:extLst>
              <a:ext uri="{FF2B5EF4-FFF2-40B4-BE49-F238E27FC236}">
                <a16:creationId xmlns:a16="http://schemas.microsoft.com/office/drawing/2014/main" id="{2FD03501-402F-3EA7-C618-53D2D9216CEA}"/>
              </a:ext>
            </a:extLst>
          </p:cNvPr>
          <p:cNvSpPr txBox="1"/>
          <p:nvPr>
            <p:custDataLst>
              <p:tags r:id="rId13"/>
            </p:custDataLst>
          </p:nvPr>
        </p:nvSpPr>
        <p:spPr>
          <a:xfrm>
            <a:off x="2364176" y="4082496"/>
            <a:ext cx="1207629" cy="400110"/>
          </a:xfrm>
          <a:prstGeom prst="rect">
            <a:avLst/>
          </a:prstGeom>
          <a:noFill/>
        </p:spPr>
        <p:txBody>
          <a:bodyPr wrap="square">
            <a:spAutoFit/>
          </a:bodyPr>
          <a:lstStyle/>
          <a:p>
            <a:pPr lvl="0" algn="ctr" defTabSz="684063">
              <a:defRPr/>
            </a:pPr>
            <a:r>
              <a:rPr kumimoji="0" lang="en-US" altLang="zh-CN" sz="2000" b="0" i="1" u="none" strike="noStrike" kern="1200" cap="none" spc="0" normalizeH="0" baseline="0" noProof="0">
                <a:ln>
                  <a:noFill/>
                </a:ln>
                <a:solidFill>
                  <a:prstClr val="black"/>
                </a:solidFill>
                <a:effectLst/>
                <a:uLnTx/>
                <a:uFillTx/>
                <a:latin typeface="Times New Roman"/>
                <a:ea typeface="微软雅黑"/>
              </a:rPr>
              <a:t>F</a:t>
            </a:r>
            <a:r>
              <a:rPr lang="zh-CN" altLang="en-US" sz="2000">
                <a:solidFill>
                  <a:prstClr val="black"/>
                </a:solidFill>
              </a:rPr>
              <a:t>＞</a:t>
            </a:r>
            <a:r>
              <a:rPr kumimoji="0" lang="en-US" altLang="zh-CN" sz="2000" b="0" i="1" u="none" strike="noStrike" kern="1200" cap="none" spc="0" normalizeH="0" baseline="0" noProof="0">
                <a:ln>
                  <a:noFill/>
                </a:ln>
                <a:solidFill>
                  <a:prstClr val="black"/>
                </a:solidFill>
                <a:effectLst/>
                <a:uLnTx/>
                <a:uFillTx/>
                <a:latin typeface="Times New Roman"/>
                <a:ea typeface="微软雅黑"/>
              </a:rPr>
              <a:t>f</a:t>
            </a:r>
            <a:endParaRPr kumimoji="0" lang="zh-CN" altLang="en-US" sz="2000" b="0" i="0" u="none" strike="noStrike" kern="1200" cap="none" spc="0" normalizeH="0" baseline="0" noProof="0">
              <a:ln>
                <a:noFill/>
              </a:ln>
              <a:solidFill>
                <a:prstClr val="black"/>
              </a:solidFill>
              <a:effectLst/>
              <a:uLnTx/>
              <a:uFillTx/>
              <a:latin typeface="Times New Roman"/>
              <a:ea typeface="微软雅黑"/>
              <a:sym typeface="Arial"/>
            </a:endParaRPr>
          </a:p>
        </p:txBody>
      </p:sp>
      <p:sp>
        <p:nvSpPr>
          <p:cNvPr id="25" name="文本框 24">
            <a:extLst>
              <a:ext uri="{FF2B5EF4-FFF2-40B4-BE49-F238E27FC236}">
                <a16:creationId xmlns:a16="http://schemas.microsoft.com/office/drawing/2014/main" id="{3457C93F-24B8-BAA2-3C3E-5A00231770C5}"/>
              </a:ext>
            </a:extLst>
          </p:cNvPr>
          <p:cNvSpPr txBox="1"/>
          <p:nvPr>
            <p:custDataLst>
              <p:tags r:id="rId14"/>
            </p:custDataLst>
          </p:nvPr>
        </p:nvSpPr>
        <p:spPr>
          <a:xfrm>
            <a:off x="2364176" y="4527831"/>
            <a:ext cx="1207629" cy="400110"/>
          </a:xfrm>
          <a:prstGeom prst="rect">
            <a:avLst/>
          </a:prstGeom>
          <a:noFill/>
        </p:spPr>
        <p:txBody>
          <a:bodyPr wrap="square">
            <a:spAutoFit/>
          </a:bodyPr>
          <a:lstStyle/>
          <a:p>
            <a:pPr lvl="0" algn="ctr" defTabSz="684063">
              <a:defRPr/>
            </a:pPr>
            <a:r>
              <a:rPr kumimoji="0" lang="en-US" altLang="zh-CN" sz="2000" b="0" i="1" u="none" strike="noStrike" kern="1200" cap="none" spc="0" normalizeH="0" baseline="0" noProof="0">
                <a:ln>
                  <a:noFill/>
                </a:ln>
                <a:solidFill>
                  <a:prstClr val="black"/>
                </a:solidFill>
                <a:effectLst/>
                <a:uLnTx/>
                <a:uFillTx/>
                <a:latin typeface="Times New Roman"/>
                <a:ea typeface="微软雅黑"/>
              </a:rPr>
              <a:t>F</a:t>
            </a:r>
            <a:r>
              <a:rPr lang="zh-CN" altLang="en-US" sz="2000">
                <a:solidFill>
                  <a:prstClr val="black"/>
                </a:solidFill>
              </a:rPr>
              <a:t>＜</a:t>
            </a:r>
            <a:r>
              <a:rPr kumimoji="0" lang="en-US" altLang="zh-CN" sz="2000" b="0" i="1" u="none" strike="noStrike" kern="1200" cap="none" spc="0" normalizeH="0" baseline="0" noProof="0">
                <a:ln>
                  <a:noFill/>
                </a:ln>
                <a:solidFill>
                  <a:prstClr val="black"/>
                </a:solidFill>
                <a:effectLst/>
                <a:uLnTx/>
                <a:uFillTx/>
                <a:latin typeface="Times New Roman"/>
                <a:ea typeface="微软雅黑"/>
              </a:rPr>
              <a:t>f</a:t>
            </a:r>
            <a:endParaRPr kumimoji="0" lang="zh-CN" altLang="en-US" sz="2000" b="0" i="0" u="none" strike="noStrike" kern="1200" cap="none" spc="0" normalizeH="0" baseline="0" noProof="0">
              <a:ln>
                <a:noFill/>
              </a:ln>
              <a:solidFill>
                <a:prstClr val="black"/>
              </a:solidFill>
              <a:effectLst/>
              <a:uLnTx/>
              <a:uFillTx/>
              <a:latin typeface="Times New Roman"/>
              <a:ea typeface="微软雅黑"/>
              <a:sym typeface="Arial"/>
            </a:endParaRPr>
          </a:p>
        </p:txBody>
      </p:sp>
      <p:sp>
        <p:nvSpPr>
          <p:cNvPr id="26" name="文本框 25">
            <a:extLst>
              <a:ext uri="{FF2B5EF4-FFF2-40B4-BE49-F238E27FC236}">
                <a16:creationId xmlns:a16="http://schemas.microsoft.com/office/drawing/2014/main" id="{98E8FD2E-B851-D881-F164-B63EEC42BA17}"/>
              </a:ext>
            </a:extLst>
          </p:cNvPr>
          <p:cNvSpPr txBox="1"/>
          <p:nvPr>
            <p:custDataLst>
              <p:tags r:id="rId15"/>
            </p:custDataLst>
          </p:nvPr>
        </p:nvSpPr>
        <p:spPr>
          <a:xfrm>
            <a:off x="4809830" y="3672003"/>
            <a:ext cx="2942231" cy="400110"/>
          </a:xfrm>
          <a:prstGeom prst="rect">
            <a:avLst/>
          </a:prstGeom>
          <a:noFill/>
        </p:spPr>
        <p:txBody>
          <a:bodyPr wrap="square">
            <a:spAutoFit/>
          </a:body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Times New Roman"/>
                <a:ea typeface="微软雅黑"/>
                <a:cs typeface="+mn-cs"/>
              </a:rPr>
              <a:t>向左</a:t>
            </a:r>
            <a:r>
              <a:rPr kumimoji="0" lang="zh-CN" altLang="en-US" sz="2000" b="0" i="0" u="none" strike="noStrike" kern="1200" cap="none" spc="0" normalizeH="0" baseline="0" noProof="0">
                <a:ln>
                  <a:noFill/>
                </a:ln>
                <a:solidFill>
                  <a:srgbClr val="C00000"/>
                </a:solidFill>
                <a:effectLst/>
                <a:uLnTx/>
                <a:uFillTx/>
                <a:latin typeface="Times New Roman"/>
                <a:ea typeface="微软雅黑"/>
                <a:cs typeface="+mn-cs"/>
              </a:rPr>
              <a:t>匀速</a:t>
            </a:r>
            <a:r>
              <a:rPr kumimoji="0" lang="zh-CN" altLang="en-US" sz="2000" b="0" i="0" u="none" strike="noStrike" kern="1200" cap="none" spc="0" normalizeH="0" baseline="0" noProof="0">
                <a:ln>
                  <a:noFill/>
                </a:ln>
                <a:solidFill>
                  <a:prstClr val="black"/>
                </a:solidFill>
                <a:effectLst/>
                <a:uLnTx/>
                <a:uFillTx/>
                <a:latin typeface="Times New Roman"/>
                <a:ea typeface="微软雅黑"/>
                <a:cs typeface="+mn-cs"/>
              </a:rPr>
              <a:t>直线运动 </a:t>
            </a:r>
          </a:p>
        </p:txBody>
      </p:sp>
      <p:sp>
        <p:nvSpPr>
          <p:cNvPr id="27" name="文本框 26">
            <a:extLst>
              <a:ext uri="{FF2B5EF4-FFF2-40B4-BE49-F238E27FC236}">
                <a16:creationId xmlns:a16="http://schemas.microsoft.com/office/drawing/2014/main" id="{91AD83A7-FCB8-F59B-2020-32112693FB4B}"/>
              </a:ext>
            </a:extLst>
          </p:cNvPr>
          <p:cNvSpPr txBox="1"/>
          <p:nvPr>
            <p:custDataLst>
              <p:tags r:id="rId16"/>
            </p:custDataLst>
          </p:nvPr>
        </p:nvSpPr>
        <p:spPr>
          <a:xfrm>
            <a:off x="4830855" y="4117893"/>
            <a:ext cx="2942231" cy="400110"/>
          </a:xfrm>
          <a:prstGeom prst="rect">
            <a:avLst/>
          </a:prstGeom>
          <a:noFill/>
        </p:spPr>
        <p:txBody>
          <a:bodyPr wrap="square">
            <a:spAutoFit/>
          </a:body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Times New Roman"/>
                <a:ea typeface="微软雅黑"/>
              </a:rPr>
              <a:t>向左</a:t>
            </a:r>
            <a:r>
              <a:rPr lang="zh-CN" altLang="en-US" sz="2000">
                <a:solidFill>
                  <a:srgbClr val="C00000"/>
                </a:solidFill>
                <a:latin typeface="Times New Roman"/>
                <a:ea typeface="微软雅黑"/>
              </a:rPr>
              <a:t>加速</a:t>
            </a:r>
            <a:r>
              <a:rPr kumimoji="0" lang="zh-CN" altLang="en-US" sz="2000" b="0" i="0" u="none" strike="noStrike" kern="1200" cap="none" spc="0" normalizeH="0" baseline="0" noProof="0">
                <a:ln>
                  <a:noFill/>
                </a:ln>
                <a:solidFill>
                  <a:prstClr val="black"/>
                </a:solidFill>
                <a:effectLst/>
                <a:uLnTx/>
                <a:uFillTx/>
                <a:latin typeface="Times New Roman"/>
                <a:ea typeface="微软雅黑"/>
              </a:rPr>
              <a:t>直线运动 </a:t>
            </a:r>
          </a:p>
        </p:txBody>
      </p:sp>
      <p:sp>
        <p:nvSpPr>
          <p:cNvPr id="28" name="文本框 27">
            <a:extLst>
              <a:ext uri="{FF2B5EF4-FFF2-40B4-BE49-F238E27FC236}">
                <a16:creationId xmlns:a16="http://schemas.microsoft.com/office/drawing/2014/main" id="{3E71530A-C9A2-023A-F2EA-7995D65BC0C6}"/>
              </a:ext>
            </a:extLst>
          </p:cNvPr>
          <p:cNvSpPr txBox="1"/>
          <p:nvPr>
            <p:custDataLst>
              <p:tags r:id="rId17"/>
            </p:custDataLst>
          </p:nvPr>
        </p:nvSpPr>
        <p:spPr>
          <a:xfrm>
            <a:off x="4844401" y="4534948"/>
            <a:ext cx="2942231" cy="400110"/>
          </a:xfrm>
          <a:prstGeom prst="rect">
            <a:avLst/>
          </a:prstGeom>
          <a:noFill/>
        </p:spPr>
        <p:txBody>
          <a:bodyPr wrap="square">
            <a:spAutoFit/>
          </a:body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Times New Roman"/>
                <a:ea typeface="微软雅黑"/>
              </a:rPr>
              <a:t>向左</a:t>
            </a:r>
            <a:r>
              <a:rPr lang="zh-CN" altLang="en-US" sz="2000">
                <a:solidFill>
                  <a:srgbClr val="C00000"/>
                </a:solidFill>
                <a:latin typeface="Times New Roman"/>
                <a:ea typeface="微软雅黑"/>
              </a:rPr>
              <a:t>减速</a:t>
            </a:r>
            <a:r>
              <a:rPr kumimoji="0" lang="zh-CN" altLang="en-US" sz="2000" b="0" i="0" u="none" strike="noStrike" kern="1200" cap="none" spc="0" normalizeH="0" baseline="0" noProof="0">
                <a:ln>
                  <a:noFill/>
                </a:ln>
                <a:solidFill>
                  <a:prstClr val="black"/>
                </a:solidFill>
                <a:effectLst/>
                <a:uLnTx/>
                <a:uFillTx/>
                <a:latin typeface="Times New Roman"/>
                <a:ea typeface="微软雅黑"/>
              </a:rPr>
              <a:t>直线运动 </a:t>
            </a:r>
          </a:p>
        </p:txBody>
      </p:sp>
      <p:cxnSp>
        <p:nvCxnSpPr>
          <p:cNvPr id="31" name="直接连接符 30">
            <a:extLst>
              <a:ext uri="{FF2B5EF4-FFF2-40B4-BE49-F238E27FC236}">
                <a16:creationId xmlns:a16="http://schemas.microsoft.com/office/drawing/2014/main" id="{3C393FE6-3AFE-F83C-B031-AAB03E72D00A}"/>
              </a:ext>
            </a:extLst>
          </p:cNvPr>
          <p:cNvCxnSpPr/>
          <p:nvPr>
            <p:custDataLst>
              <p:tags r:id="rId18"/>
            </p:custDataLst>
          </p:nvPr>
        </p:nvCxnSpPr>
        <p:spPr>
          <a:xfrm>
            <a:off x="62865" y="1555189"/>
            <a:ext cx="690012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27437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par>
                                <p:cTn id="13" presetID="10"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par>
                                <p:cTn id="16" presetID="3"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par>
                    <p:cTn id="19" fill="hold" nodeType="clickPar">
                      <p:stCondLst>
                        <p:cond delay="indefinite"/>
                      </p:stCondLst>
                      <p:childTnLst>
                        <p:par>
                          <p:cTn id="20" fill="hold" nodeType="after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up)">
                                      <p:cBhvr>
                                        <p:cTn id="23" dur="750"/>
                                        <p:tgtEl>
                                          <p:spTgt spid="16"/>
                                        </p:tgtEl>
                                      </p:cBhvr>
                                    </p:animEffect>
                                  </p:childTnLst>
                                </p:cTn>
                              </p:par>
                              <p:par>
                                <p:cTn id="24" presetID="22" presetClass="entr" presetSubtype="4"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750"/>
                                        <p:tgtEl>
                                          <p:spTgt spid="7"/>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1000"/>
                                        <p:tgtEl>
                                          <p:spTgt spid="10"/>
                                        </p:tgtEl>
                                      </p:cBhvr>
                                    </p:animEffect>
                                  </p:childTnLst>
                                </p:cTn>
                              </p:par>
                              <p:par>
                                <p:cTn id="32" presetID="22" presetClass="entr" presetSubtype="2"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right)">
                                      <p:cBhvr>
                                        <p:cTn id="34" dur="1000"/>
                                        <p:tgtEl>
                                          <p:spTgt spid="13"/>
                                        </p:tgtEl>
                                      </p:cBhvr>
                                    </p:animEffect>
                                  </p:childTnLst>
                                </p:cTn>
                              </p:par>
                            </p:childTnLst>
                          </p:cTn>
                        </p:par>
                      </p:childTnLst>
                    </p:cTn>
                  </p:par>
                  <p:par>
                    <p:cTn id="35" fill="hold" nodeType="clickPar">
                      <p:stCondLst>
                        <p:cond delay="indefinite"/>
                      </p:stCondLst>
                      <p:childTnLst>
                        <p:par>
                          <p:cTn id="36" fill="hold" nodeType="after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blinds(horizontal)">
                                      <p:cBhvr>
                                        <p:cTn id="39" dur="500"/>
                                        <p:tgtEl>
                                          <p:spTgt spid="22"/>
                                        </p:tgtEl>
                                      </p:cBhvr>
                                    </p:animEffect>
                                  </p:childTnLst>
                                </p:cTn>
                              </p:par>
                            </p:childTnLst>
                          </p:cTn>
                        </p:par>
                      </p:childTnLst>
                    </p:cTn>
                  </p:par>
                  <p:par>
                    <p:cTn id="40" fill="hold" nodeType="clickPar">
                      <p:stCondLst>
                        <p:cond delay="indefinite"/>
                      </p:stCondLst>
                      <p:childTnLst>
                        <p:par>
                          <p:cTn id="41" fill="hold" nodeType="afterGroup">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barn(inVertical)">
                                      <p:cBhvr>
                                        <p:cTn id="44" dur="500"/>
                                        <p:tgtEl>
                                          <p:spTgt spid="23"/>
                                        </p:tgtEl>
                                      </p:cBhvr>
                                    </p:animEffect>
                                  </p:childTnLst>
                                </p:cTn>
                              </p:par>
                            </p:childTnLst>
                          </p:cTn>
                        </p:par>
                      </p:childTnLst>
                    </p:cTn>
                  </p:par>
                  <p:par>
                    <p:cTn id="45" fill="hold" nodeType="clickPar">
                      <p:stCondLst>
                        <p:cond delay="indefinite"/>
                      </p:stCondLst>
                      <p:childTnLst>
                        <p:par>
                          <p:cTn id="46" fill="hold" nodeType="afterGroup">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barn(outVertical)">
                                      <p:cBhvr>
                                        <p:cTn id="49" dur="1000"/>
                                        <p:tgtEl>
                                          <p:spTgt spid="26"/>
                                        </p:tgtEl>
                                      </p:cBhvr>
                                    </p:animEffect>
                                  </p:childTnLst>
                                </p:cTn>
                              </p:par>
                            </p:childTnLst>
                          </p:cTn>
                        </p:par>
                      </p:childTnLst>
                    </p:cTn>
                  </p:par>
                  <p:par>
                    <p:cTn id="50" fill="hold" nodeType="clickPar">
                      <p:stCondLst>
                        <p:cond delay="indefinite"/>
                      </p:stCondLst>
                      <p:childTnLst>
                        <p:par>
                          <p:cTn id="51" fill="hold" nodeType="afterGroup">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barn(inVertical)">
                                      <p:cBhvr>
                                        <p:cTn id="54" dur="500"/>
                                        <p:tgtEl>
                                          <p:spTgt spid="24"/>
                                        </p:tgtEl>
                                      </p:cBhvr>
                                    </p:animEffect>
                                  </p:childTnLst>
                                </p:cTn>
                              </p:par>
                            </p:childTnLst>
                          </p:cTn>
                        </p:par>
                      </p:childTnLst>
                    </p:cTn>
                  </p:par>
                  <p:par>
                    <p:cTn id="55" fill="hold" nodeType="clickPar">
                      <p:stCondLst>
                        <p:cond delay="indefinite"/>
                      </p:stCondLst>
                      <p:childTnLst>
                        <p:par>
                          <p:cTn id="56" fill="hold" nodeType="afterGroup">
                            <p:stCondLst>
                              <p:cond delay="0"/>
                            </p:stCondLst>
                            <p:childTnLst>
                              <p:par>
                                <p:cTn id="57" presetID="16" presetClass="entr" presetSubtype="37"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barn(outVertical)">
                                      <p:cBhvr>
                                        <p:cTn id="59" dur="1000"/>
                                        <p:tgtEl>
                                          <p:spTgt spid="27"/>
                                        </p:tgtEl>
                                      </p:cBhvr>
                                    </p:animEffect>
                                  </p:childTnLst>
                                </p:cTn>
                              </p:par>
                            </p:childTnLst>
                          </p:cTn>
                        </p:par>
                      </p:childTnLst>
                    </p:cTn>
                  </p:par>
                  <p:par>
                    <p:cTn id="60" fill="hold" nodeType="clickPar">
                      <p:stCondLst>
                        <p:cond delay="indefinite"/>
                      </p:stCondLst>
                      <p:childTnLst>
                        <p:par>
                          <p:cTn id="61" fill="hold" nodeType="afterGroup">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barn(inVertical)">
                                      <p:cBhvr>
                                        <p:cTn id="64" dur="500"/>
                                        <p:tgtEl>
                                          <p:spTgt spid="25"/>
                                        </p:tgtEl>
                                      </p:cBhvr>
                                    </p:animEffect>
                                  </p:childTnLst>
                                </p:cTn>
                              </p:par>
                            </p:childTnLst>
                          </p:cTn>
                        </p:par>
                      </p:childTnLst>
                    </p:cTn>
                  </p:par>
                  <p:par>
                    <p:cTn id="65" fill="hold" nodeType="clickPar">
                      <p:stCondLst>
                        <p:cond delay="indefinite"/>
                      </p:stCondLst>
                      <p:childTnLst>
                        <p:par>
                          <p:cTn id="66" fill="hold" nodeType="afterGroup">
                            <p:stCondLst>
                              <p:cond delay="0"/>
                            </p:stCondLst>
                            <p:childTnLst>
                              <p:par>
                                <p:cTn id="67" presetID="16" presetClass="entr" presetSubtype="37"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barn(outVertical)">
                                      <p:cBhvr>
                                        <p:cTn id="69"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p:bldP spid="23" grpId="0"/>
      <p:bldP spid="24" grpId="0"/>
      <p:bldP spid="25" grpId="0"/>
      <p:bldP spid="26" grpId="0"/>
      <p:bldP spid="27" grpId="0"/>
      <p:bldP spid="2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3A8D0369-1C2C-8388-59F9-CD956A488767}"/>
              </a:ext>
            </a:extLst>
          </p:cNvPr>
          <p:cNvSpPr txBox="1"/>
          <p:nvPr>
            <p:custDataLst>
              <p:tags r:id="rId1"/>
            </p:custDataLst>
          </p:nvPr>
        </p:nvSpPr>
        <p:spPr>
          <a:xfrm>
            <a:off x="209975" y="33002"/>
            <a:ext cx="341714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rgbClr val="FFFF00"/>
                </a:solidFill>
                <a:latin typeface="微软雅黑" panose="020B0503020204020204" pitchFamily="34" charset="-122"/>
                <a:ea typeface="微软雅黑" panose="020B0503020204020204" pitchFamily="34" charset="-122"/>
              </a:rPr>
              <a:t>知识点二、力与运动的关系</a:t>
            </a:r>
          </a:p>
          <a:p>
            <a:pPr marL="0" indent="0">
              <a:spcBef>
                <a:spcPct val="0"/>
              </a:spcBef>
              <a:buFontTx/>
              <a:buNone/>
            </a:pPr>
            <a:endParaRPr lang="zh-CN" altLang="en-US" sz="2000" spc="-120">
              <a:solidFill>
                <a:srgbClr val="FFFF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F799E3BE-3B75-EC3D-CA1D-9DA5C879FB42}"/>
              </a:ext>
            </a:extLst>
          </p:cNvPr>
          <p:cNvSpPr txBox="1"/>
          <p:nvPr>
            <p:custDataLst>
              <p:tags r:id="rId2"/>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 name="Group 113">
            <a:extLst>
              <a:ext uri="{FF2B5EF4-FFF2-40B4-BE49-F238E27FC236}">
                <a16:creationId xmlns:a16="http://schemas.microsoft.com/office/drawing/2014/main" id="{F672DFF5-D6AC-79C4-018E-9DFCEF056C20}"/>
              </a:ext>
            </a:extLst>
          </p:cNvPr>
          <p:cNvGraphicFramePr>
            <a:graphicFrameLocks noGrp="1"/>
          </p:cNvGraphicFramePr>
          <p:nvPr>
            <p:custDataLst>
              <p:tags r:id="rId3"/>
            </p:custDataLst>
            <p:extLst>
              <p:ext uri="{D42A27DB-BD31-4B8C-83A1-F6EECF244321}">
                <p14:modId xmlns:p14="http://schemas.microsoft.com/office/powerpoint/2010/main" val="268325277"/>
              </p:ext>
            </p:extLst>
          </p:nvPr>
        </p:nvGraphicFramePr>
        <p:xfrm>
          <a:off x="811213" y="1308415"/>
          <a:ext cx="7807008" cy="3147062"/>
        </p:xfrm>
        <a:graphic>
          <a:graphicData uri="http://schemas.openxmlformats.org/drawingml/2006/table">
            <a:tbl>
              <a:tblPr/>
              <a:tblGrid>
                <a:gridCol w="1333979">
                  <a:extLst>
                    <a:ext uri="{9D8B030D-6E8A-4147-A177-3AD203B41FA5}">
                      <a16:colId xmlns:a16="http://schemas.microsoft.com/office/drawing/2014/main" val="3195928011"/>
                    </a:ext>
                  </a:extLst>
                </a:gridCol>
                <a:gridCol w="2665019">
                  <a:extLst>
                    <a:ext uri="{9D8B030D-6E8A-4147-A177-3AD203B41FA5}">
                      <a16:colId xmlns:a16="http://schemas.microsoft.com/office/drawing/2014/main" val="3333767189"/>
                    </a:ext>
                  </a:extLst>
                </a:gridCol>
                <a:gridCol w="3808010">
                  <a:extLst>
                    <a:ext uri="{9D8B030D-6E8A-4147-A177-3AD203B41FA5}">
                      <a16:colId xmlns:a16="http://schemas.microsoft.com/office/drawing/2014/main" val="1765908288"/>
                    </a:ext>
                  </a:extLst>
                </a:gridCol>
              </a:tblGrid>
              <a:tr h="628946">
                <a:tc grid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mn-ea"/>
                          <a:ea typeface="+mn-ea"/>
                          <a:cs typeface="Times New Roman" panose="02020603050405020304" pitchFamily="18" charset="0"/>
                        </a:rPr>
                        <a:t>受力情况</a:t>
                      </a:r>
                      <a:endParaRPr kumimoji="0" lang="zh-CN" altLang="en-US" sz="2400" b="0" i="0" u="none" strike="noStrike" cap="none" normalizeH="0" baseline="0">
                        <a:ln>
                          <a:noFill/>
                        </a:ln>
                        <a:solidFill>
                          <a:schemeClr val="tx1"/>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mn-ea"/>
                          <a:ea typeface="+mn-ea"/>
                          <a:cs typeface="Times New Roman" panose="02020603050405020304" pitchFamily="18" charset="0"/>
                        </a:rPr>
                        <a:t>运动情况</a:t>
                      </a:r>
                      <a:endParaRPr kumimoji="0" lang="zh-CN" altLang="en-US" sz="2400" b="0" i="0" u="none" strike="noStrike" cap="none" normalizeH="0" baseline="0">
                        <a:ln>
                          <a:noFill/>
                        </a:ln>
                        <a:solidFill>
                          <a:schemeClr val="tx1"/>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264368120"/>
                  </a:ext>
                </a:extLst>
              </a:tr>
              <a:tr h="630112">
                <a:tc grid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rgbClr val="002060"/>
                          </a:solidFill>
                          <a:effectLst/>
                          <a:latin typeface="+mn-ea"/>
                          <a:ea typeface="+mn-ea"/>
                          <a:cs typeface="Times New Roman" panose="02020603050405020304" pitchFamily="18" charset="0"/>
                        </a:rPr>
                        <a:t>平衡</a:t>
                      </a:r>
                      <a:endParaRPr kumimoji="0" lang="zh-CN" altLang="en-US" sz="2400" b="0" i="0" u="none" strike="noStrike" cap="none" normalizeH="0" baseline="0">
                        <a:ln>
                          <a:noFill/>
                        </a:ln>
                        <a:solidFill>
                          <a:srgbClr val="002060"/>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002060"/>
                          </a:solidFill>
                          <a:effectLst/>
                          <a:latin typeface="+mn-ea"/>
                          <a:ea typeface="+mn-ea"/>
                          <a:cs typeface="Times New Roman" panose="02020603050405020304" pitchFamily="18" charset="0"/>
                        </a:rPr>
                        <a:t> </a:t>
                      </a:r>
                      <a:endParaRPr kumimoji="0" lang="en-US" altLang="zh-CN" sz="2400" b="0" i="0" u="none" strike="noStrike" cap="none" normalizeH="0" baseline="0">
                        <a:ln>
                          <a:noFill/>
                        </a:ln>
                        <a:solidFill>
                          <a:srgbClr val="002060"/>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85656310"/>
                  </a:ext>
                </a:extLst>
              </a:tr>
              <a:tr h="628946">
                <a:tc row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rgbClr val="002060"/>
                          </a:solidFill>
                          <a:effectLst/>
                          <a:latin typeface="+mn-ea"/>
                          <a:ea typeface="+mn-ea"/>
                          <a:cs typeface="Times New Roman" panose="02020603050405020304" pitchFamily="18" charset="0"/>
                        </a:rPr>
                        <a:t>不平衡</a:t>
                      </a:r>
                      <a:endParaRPr kumimoji="0" lang="zh-CN" altLang="en-US" sz="2400" b="0" i="0" u="none" strike="noStrike" cap="none" normalizeH="0" baseline="0">
                        <a:ln>
                          <a:noFill/>
                        </a:ln>
                        <a:solidFill>
                          <a:srgbClr val="002060"/>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rgbClr val="002060"/>
                          </a:solidFill>
                          <a:effectLst/>
                          <a:latin typeface="+mn-ea"/>
                          <a:ea typeface="+mn-ea"/>
                          <a:cs typeface="Times New Roman" panose="02020603050405020304" pitchFamily="18" charset="0"/>
                        </a:rPr>
                        <a:t>动力大于阻力</a:t>
                      </a:r>
                      <a:endParaRPr kumimoji="0" lang="zh-CN" altLang="en-US" sz="2400" b="0" i="0" u="none" strike="noStrike" cap="none" normalizeH="0" baseline="0">
                        <a:ln>
                          <a:noFill/>
                        </a:ln>
                        <a:solidFill>
                          <a:srgbClr val="002060"/>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002060"/>
                          </a:solidFill>
                          <a:effectLst/>
                          <a:latin typeface="+mn-ea"/>
                          <a:ea typeface="+mn-ea"/>
                          <a:cs typeface="Times New Roman" panose="02020603050405020304" pitchFamily="18" charset="0"/>
                        </a:rPr>
                        <a:t> </a:t>
                      </a:r>
                      <a:endParaRPr kumimoji="0" lang="en-US" altLang="zh-CN" sz="2400" b="0" i="0" u="none" strike="noStrike" cap="none" normalizeH="0" baseline="0">
                        <a:ln>
                          <a:noFill/>
                        </a:ln>
                        <a:solidFill>
                          <a:srgbClr val="002060"/>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4280475"/>
                  </a:ext>
                </a:extLst>
              </a:tr>
              <a:tr h="630112">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rgbClr val="002060"/>
                          </a:solidFill>
                          <a:effectLst/>
                          <a:latin typeface="+mn-ea"/>
                          <a:ea typeface="+mn-ea"/>
                          <a:cs typeface="Times New Roman" panose="02020603050405020304" pitchFamily="18" charset="0"/>
                        </a:rPr>
                        <a:t>动力小于阻力</a:t>
                      </a:r>
                      <a:endParaRPr kumimoji="0" lang="zh-CN" altLang="en-US" sz="2400" b="0" i="0" u="none" strike="noStrike" cap="none" normalizeH="0" baseline="0">
                        <a:ln>
                          <a:noFill/>
                        </a:ln>
                        <a:solidFill>
                          <a:srgbClr val="002060"/>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002060"/>
                          </a:solidFill>
                          <a:effectLst/>
                          <a:latin typeface="+mn-ea"/>
                          <a:ea typeface="+mn-ea"/>
                          <a:cs typeface="Times New Roman" panose="02020603050405020304" pitchFamily="18" charset="0"/>
                        </a:rPr>
                        <a:t> </a:t>
                      </a:r>
                      <a:endParaRPr kumimoji="0" lang="en-US" altLang="zh-CN" sz="2400" b="0" i="0" u="none" strike="noStrike" cap="none" normalizeH="0" baseline="0">
                        <a:ln>
                          <a:noFill/>
                        </a:ln>
                        <a:solidFill>
                          <a:srgbClr val="002060"/>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23478633"/>
                  </a:ext>
                </a:extLst>
              </a:tr>
              <a:tr h="628946">
                <a:tc grid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rgbClr val="002060"/>
                          </a:solidFill>
                          <a:effectLst/>
                          <a:latin typeface="+mn-ea"/>
                          <a:ea typeface="+mn-ea"/>
                          <a:cs typeface="Times New Roman" panose="02020603050405020304" pitchFamily="18" charset="0"/>
                        </a:rPr>
                        <a:t>力和运动不在同一方向</a:t>
                      </a:r>
                      <a:endParaRPr kumimoji="0" lang="zh-CN" altLang="en-US" sz="2400" b="0" i="0" u="none" strike="noStrike" cap="none" normalizeH="0" baseline="0">
                        <a:ln>
                          <a:noFill/>
                        </a:ln>
                        <a:solidFill>
                          <a:srgbClr val="002060"/>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002060"/>
                          </a:solidFill>
                          <a:effectLst/>
                          <a:latin typeface="+mn-ea"/>
                          <a:ea typeface="+mn-ea"/>
                          <a:cs typeface="Times New Roman" panose="02020603050405020304" pitchFamily="18" charset="0"/>
                        </a:rPr>
                        <a:t> </a:t>
                      </a:r>
                      <a:endParaRPr kumimoji="0" lang="en-US" altLang="zh-CN" sz="2400" b="0" i="0" u="none" strike="noStrike" cap="none" normalizeH="0" baseline="0">
                        <a:ln>
                          <a:noFill/>
                        </a:ln>
                        <a:solidFill>
                          <a:srgbClr val="002060"/>
                        </a:solidFill>
                        <a:effectLst/>
                        <a:latin typeface="+mn-ea"/>
                        <a:ea typeface="+mn-ea"/>
                      </a:endParaRPr>
                    </a:p>
                  </a:txBody>
                  <a:tcPr anchor="ctr" anchorCtr="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91694447"/>
                  </a:ext>
                </a:extLst>
              </a:tr>
            </a:tbl>
          </a:graphicData>
        </a:graphic>
      </p:graphicFrame>
      <p:sp>
        <p:nvSpPr>
          <p:cNvPr id="5" name="Text Box 114">
            <a:extLst>
              <a:ext uri="{FF2B5EF4-FFF2-40B4-BE49-F238E27FC236}">
                <a16:creationId xmlns:a16="http://schemas.microsoft.com/office/drawing/2014/main" id="{6508D6CA-861C-3D87-776E-9AE57F10651F}"/>
              </a:ext>
            </a:extLst>
          </p:cNvPr>
          <p:cNvSpPr txBox="1">
            <a:spLocks noChangeArrowheads="1"/>
          </p:cNvSpPr>
          <p:nvPr>
            <p:custDataLst>
              <p:tags r:id="rId4"/>
            </p:custDataLst>
          </p:nvPr>
        </p:nvSpPr>
        <p:spPr bwMode="auto">
          <a:xfrm>
            <a:off x="5298925" y="2018022"/>
            <a:ext cx="29546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Times New Roman"/>
                <a:ea typeface="微软雅黑"/>
                <a:cs typeface="+mn-cs"/>
              </a:rPr>
              <a:t>匀速直线运动或静止</a:t>
            </a:r>
          </a:p>
        </p:txBody>
      </p:sp>
      <p:sp>
        <p:nvSpPr>
          <p:cNvPr id="6" name="Text Box 115">
            <a:extLst>
              <a:ext uri="{FF2B5EF4-FFF2-40B4-BE49-F238E27FC236}">
                <a16:creationId xmlns:a16="http://schemas.microsoft.com/office/drawing/2014/main" id="{220260FC-D543-CB3F-2F52-B6C635A92DF0}"/>
              </a:ext>
            </a:extLst>
          </p:cNvPr>
          <p:cNvSpPr txBox="1">
            <a:spLocks noChangeArrowheads="1"/>
          </p:cNvSpPr>
          <p:nvPr>
            <p:custDataLst>
              <p:tags r:id="rId5"/>
            </p:custDataLst>
          </p:nvPr>
        </p:nvSpPr>
        <p:spPr bwMode="auto">
          <a:xfrm>
            <a:off x="5860653" y="2651113"/>
            <a:ext cx="16907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Times New Roman"/>
                <a:ea typeface="微软雅黑"/>
                <a:cs typeface="+mn-cs"/>
              </a:rPr>
              <a:t>加速运动</a:t>
            </a:r>
          </a:p>
        </p:txBody>
      </p:sp>
      <p:sp>
        <p:nvSpPr>
          <p:cNvPr id="7" name="Text Box 116">
            <a:extLst>
              <a:ext uri="{FF2B5EF4-FFF2-40B4-BE49-F238E27FC236}">
                <a16:creationId xmlns:a16="http://schemas.microsoft.com/office/drawing/2014/main" id="{E8B87306-4732-3A7B-4769-4B5312C73906}"/>
              </a:ext>
            </a:extLst>
          </p:cNvPr>
          <p:cNvSpPr txBox="1">
            <a:spLocks noChangeArrowheads="1"/>
          </p:cNvSpPr>
          <p:nvPr>
            <p:custDataLst>
              <p:tags r:id="rId6"/>
            </p:custDataLst>
          </p:nvPr>
        </p:nvSpPr>
        <p:spPr bwMode="auto">
          <a:xfrm>
            <a:off x="5860652" y="3300548"/>
            <a:ext cx="16907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Times New Roman"/>
                <a:ea typeface="微软雅黑"/>
                <a:cs typeface="+mn-cs"/>
              </a:rPr>
              <a:t>减速运动</a:t>
            </a:r>
          </a:p>
        </p:txBody>
      </p:sp>
      <p:sp>
        <p:nvSpPr>
          <p:cNvPr id="8" name="Text Box 117">
            <a:extLst>
              <a:ext uri="{FF2B5EF4-FFF2-40B4-BE49-F238E27FC236}">
                <a16:creationId xmlns:a16="http://schemas.microsoft.com/office/drawing/2014/main" id="{F29DC86A-66F3-9644-B9E1-36421931818A}"/>
              </a:ext>
            </a:extLst>
          </p:cNvPr>
          <p:cNvSpPr txBox="1">
            <a:spLocks noChangeArrowheads="1"/>
          </p:cNvSpPr>
          <p:nvPr>
            <p:custDataLst>
              <p:tags r:id="rId7"/>
            </p:custDataLst>
          </p:nvPr>
        </p:nvSpPr>
        <p:spPr bwMode="auto">
          <a:xfrm>
            <a:off x="5635326" y="3949983"/>
            <a:ext cx="22818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Times New Roman"/>
                <a:ea typeface="微软雅黑"/>
                <a:cs typeface="+mn-cs"/>
              </a:rPr>
              <a:t>改变运动方向</a:t>
            </a:r>
          </a:p>
        </p:txBody>
      </p:sp>
      <p:sp>
        <p:nvSpPr>
          <p:cNvPr id="9" name="文本框 8">
            <a:extLst>
              <a:ext uri="{FF2B5EF4-FFF2-40B4-BE49-F238E27FC236}">
                <a16:creationId xmlns:a16="http://schemas.microsoft.com/office/drawing/2014/main" id="{6232F90C-4140-B6D7-60DE-D48A7AEC35A7}"/>
              </a:ext>
            </a:extLst>
          </p:cNvPr>
          <p:cNvSpPr txBox="1"/>
          <p:nvPr>
            <p:custDataLst>
              <p:tags r:id="rId8"/>
            </p:custDataLst>
          </p:nvPr>
        </p:nvSpPr>
        <p:spPr>
          <a:xfrm>
            <a:off x="811213" y="649254"/>
            <a:ext cx="3639820" cy="461665"/>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4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 </a:t>
            </a:r>
            <a:r>
              <a:rPr kumimoji="0" lang="zh-CN" altLang="en-US" sz="240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总结：力与运动的关系</a:t>
            </a:r>
            <a:endParaRPr kumimoji="0" lang="zh-CN" altLang="en-US" sz="2400" i="0" u="none" strike="noStrike" kern="1200" cap="none" spc="0" normalizeH="0" baseline="0" noProof="0">
              <a:ln>
                <a:noFill/>
              </a:ln>
              <a:solidFill>
                <a:srgbClr val="002060"/>
              </a:solidFill>
              <a:effectLst/>
              <a:uLnTx/>
              <a:uFillTx/>
              <a:latin typeface="Times New Roman"/>
              <a:ea typeface="微软雅黑"/>
              <a:cs typeface="+mn-cs"/>
            </a:endParaRPr>
          </a:p>
        </p:txBody>
      </p:sp>
    </p:spTree>
    <p:extLst>
      <p:ext uri="{BB962C8B-B14F-4D97-AF65-F5344CB8AC3E}">
        <p14:creationId xmlns:p14="http://schemas.microsoft.com/office/powerpoint/2010/main" val="18871783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3A8D0369-1C2C-8388-59F9-CD956A488767}"/>
              </a:ext>
            </a:extLst>
          </p:cNvPr>
          <p:cNvSpPr txBox="1"/>
          <p:nvPr>
            <p:custDataLst>
              <p:tags r:id="rId1"/>
            </p:custDataLst>
          </p:nvPr>
        </p:nvSpPr>
        <p:spPr>
          <a:xfrm>
            <a:off x="209976" y="33002"/>
            <a:ext cx="4235270"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知识点三、力与运动的关系的应用</a:t>
            </a:r>
          </a:p>
          <a:p>
            <a:pPr marL="0" indent="0">
              <a:spcBef>
                <a:spcPct val="0"/>
              </a:spcBef>
              <a:buFontTx/>
              <a:buNone/>
            </a:pPr>
            <a:endParaRPr lang="zh-CN" altLang="en-US" sz="2000" spc="-120">
              <a:solidFill>
                <a:schemeClr val="bg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F799E3BE-3B75-EC3D-CA1D-9DA5C879FB42}"/>
              </a:ext>
            </a:extLst>
          </p:cNvPr>
          <p:cNvSpPr txBox="1"/>
          <p:nvPr>
            <p:custDataLst>
              <p:tags r:id="rId2"/>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Text Box 13">
            <a:extLst>
              <a:ext uri="{FF2B5EF4-FFF2-40B4-BE49-F238E27FC236}">
                <a16:creationId xmlns:a16="http://schemas.microsoft.com/office/drawing/2014/main" id="{CF87335D-E3BF-DEAA-F422-9F0F86A89ECD}"/>
              </a:ext>
            </a:extLst>
          </p:cNvPr>
          <p:cNvSpPr txBox="1">
            <a:spLocks noChangeArrowheads="1"/>
          </p:cNvSpPr>
          <p:nvPr>
            <p:custDataLst>
              <p:tags r:id="rId3"/>
            </p:custDataLst>
          </p:nvPr>
        </p:nvSpPr>
        <p:spPr bwMode="auto">
          <a:xfrm>
            <a:off x="5230362" y="2916248"/>
            <a:ext cx="2626705" cy="934423"/>
          </a:xfrm>
          <a:prstGeom prst="rect">
            <a:avLst/>
          </a:prstGeom>
          <a:solidFill>
            <a:srgbClr val="41CAA0">
              <a:alpha val="47000"/>
            </a:srgbClr>
          </a:solidFill>
          <a:ln w="9525">
            <a:solidFill>
              <a:srgbClr val="000000">
                <a:alpha val="79000"/>
              </a:srgbClr>
            </a:solidFill>
            <a:miter lim="800000"/>
          </a:ln>
          <a:effectLst/>
        </p:spPr>
        <p:txBody>
          <a:bodyPr wrap="square">
            <a:spAutoFit/>
          </a:bodyPr>
          <a:lstStyle/>
          <a:p>
            <a:pPr marL="0" marR="0" lvl="0" indent="0" algn="ctr" defTabSz="914400" eaLnBrk="1" fontAlgn="auto" latinLnBrk="0" hangingPunct="1">
              <a:lnSpc>
                <a:spcPts val="3400"/>
              </a:lnSpc>
              <a:spcBef>
                <a:spcPct val="0"/>
              </a:spcBef>
              <a:spcAft>
                <a:spcPct val="0"/>
              </a:spcAft>
              <a:buClrTx/>
              <a:buSzTx/>
              <a:buFontTx/>
              <a:buNone/>
              <a:defRPr/>
            </a:pPr>
            <a:r>
              <a:rPr kumimoji="0" lang="zh-CN" altLang="en-US" sz="2400" b="0" i="0" u="none" strike="noStrike" kern="0" cap="none" spc="0" normalizeH="0" baseline="0" noProof="0">
                <a:ln>
                  <a:noFill/>
                </a:ln>
                <a:effectLst/>
                <a:uLnTx/>
                <a:uFillTx/>
              </a:rPr>
              <a:t>物体的运动状态</a:t>
            </a:r>
            <a:endParaRPr kumimoji="0" lang="en-US" altLang="zh-CN" sz="2400" b="0" i="0" u="none" strike="noStrike" kern="0" cap="none" spc="0" normalizeH="0" baseline="0" noProof="0">
              <a:ln>
                <a:noFill/>
              </a:ln>
              <a:effectLst/>
              <a:uLnTx/>
              <a:uFillTx/>
            </a:endParaRPr>
          </a:p>
          <a:p>
            <a:pPr marL="0" marR="0" lvl="0" indent="0" algn="ctr" defTabSz="914400" eaLnBrk="1" fontAlgn="auto" latinLnBrk="0" hangingPunct="1">
              <a:lnSpc>
                <a:spcPts val="3400"/>
              </a:lnSpc>
              <a:spcBef>
                <a:spcPct val="0"/>
              </a:spcBef>
              <a:spcAft>
                <a:spcPct val="0"/>
              </a:spcAft>
              <a:buClrTx/>
              <a:buSzTx/>
              <a:buFontTx/>
              <a:buNone/>
              <a:defRPr/>
            </a:pPr>
            <a:r>
              <a:rPr kumimoji="0" lang="zh-CN" altLang="en-US" sz="2400" b="0" i="0" u="none" strike="noStrike" kern="0" cap="none" spc="0" normalizeH="0" baseline="0" noProof="0">
                <a:ln>
                  <a:noFill/>
                </a:ln>
                <a:effectLst/>
                <a:uLnTx/>
                <a:uFillTx/>
              </a:rPr>
              <a:t>发生改变</a:t>
            </a:r>
          </a:p>
        </p:txBody>
      </p:sp>
      <p:sp>
        <p:nvSpPr>
          <p:cNvPr id="21" name="Text Box 14">
            <a:extLst>
              <a:ext uri="{FF2B5EF4-FFF2-40B4-BE49-F238E27FC236}">
                <a16:creationId xmlns:a16="http://schemas.microsoft.com/office/drawing/2014/main" id="{2415627F-53F8-67B3-4CEE-C56D1AEA1EB9}"/>
              </a:ext>
            </a:extLst>
          </p:cNvPr>
          <p:cNvSpPr txBox="1">
            <a:spLocks noChangeArrowheads="1"/>
          </p:cNvSpPr>
          <p:nvPr>
            <p:custDataLst>
              <p:tags r:id="rId4"/>
            </p:custDataLst>
          </p:nvPr>
        </p:nvSpPr>
        <p:spPr bwMode="auto">
          <a:xfrm>
            <a:off x="811530" y="757843"/>
            <a:ext cx="52489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auto" latinLnBrk="0" hangingPunct="1">
              <a:lnSpc>
                <a:spcPct val="100000"/>
              </a:lnSpc>
              <a:spcBef>
                <a:spcPct val="0"/>
              </a:spcBef>
              <a:spcAft>
                <a:spcPct val="0"/>
              </a:spcAft>
              <a:buClrTx/>
              <a:buSzTx/>
              <a:buFontTx/>
              <a:buNone/>
              <a:defRPr/>
            </a:pPr>
            <a:r>
              <a:rPr kumimoji="0" lang="en-US" altLang="zh-CN" sz="2400" b="0" i="0" u="none" strike="noStrike" kern="0" cap="none" spc="0" normalizeH="0" baseline="0" noProof="0">
                <a:ln>
                  <a:noFill/>
                </a:ln>
                <a:solidFill>
                  <a:srgbClr val="002060"/>
                </a:solidFill>
                <a:effectLst/>
                <a:uLnTx/>
                <a:uFillTx/>
              </a:rPr>
              <a:t>1. </a:t>
            </a:r>
            <a:r>
              <a:rPr kumimoji="0" lang="zh-CN" altLang="en-US" sz="2400" b="0" i="0" u="none" strike="noStrike" kern="0" cap="none" spc="0" normalizeH="0" baseline="0" noProof="0">
                <a:ln>
                  <a:noFill/>
                </a:ln>
                <a:solidFill>
                  <a:srgbClr val="002060"/>
                </a:solidFill>
                <a:effectLst/>
                <a:uLnTx/>
                <a:uFillTx/>
              </a:rPr>
              <a:t>根据受力情况判断运动状态</a:t>
            </a:r>
            <a:r>
              <a:rPr kumimoji="0" lang="en-US" altLang="zh-CN" sz="2400" b="0" i="0" u="none" strike="noStrike" kern="0" cap="none" spc="0" normalizeH="0" baseline="0" noProof="0">
                <a:ln>
                  <a:noFill/>
                </a:ln>
                <a:solidFill>
                  <a:srgbClr val="002060"/>
                </a:solidFill>
                <a:effectLst/>
                <a:uLnTx/>
                <a:uFillTx/>
              </a:rPr>
              <a:t>.</a:t>
            </a:r>
          </a:p>
        </p:txBody>
      </p:sp>
      <p:sp>
        <p:nvSpPr>
          <p:cNvPr id="22" name="Rectangle 2">
            <a:extLst>
              <a:ext uri="{FF2B5EF4-FFF2-40B4-BE49-F238E27FC236}">
                <a16:creationId xmlns:a16="http://schemas.microsoft.com/office/drawing/2014/main" id="{9FBD2516-E1BF-5D28-0D0A-DB76D6234636}"/>
              </a:ext>
            </a:extLst>
          </p:cNvPr>
          <p:cNvSpPr>
            <a:spLocks noChangeArrowheads="1"/>
          </p:cNvSpPr>
          <p:nvPr>
            <p:custDataLst>
              <p:tags r:id="rId5"/>
            </p:custDataLst>
          </p:nvPr>
        </p:nvSpPr>
        <p:spPr bwMode="auto">
          <a:xfrm>
            <a:off x="899160" y="2309276"/>
            <a:ext cx="3352800" cy="461665"/>
          </a:xfrm>
          <a:prstGeom prst="rect">
            <a:avLst/>
          </a:prstGeom>
          <a:solidFill>
            <a:srgbClr val="FFBABA"/>
          </a:solidFill>
          <a:ln w="9525">
            <a:solidFill>
              <a:srgbClr val="000000"/>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物体受平衡力作用时</a:t>
            </a:r>
          </a:p>
        </p:txBody>
      </p:sp>
      <p:sp>
        <p:nvSpPr>
          <p:cNvPr id="23" name="Rectangle 2">
            <a:extLst>
              <a:ext uri="{FF2B5EF4-FFF2-40B4-BE49-F238E27FC236}">
                <a16:creationId xmlns:a16="http://schemas.microsoft.com/office/drawing/2014/main" id="{F45D856E-B597-ECC0-752A-0B4B1C008264}"/>
              </a:ext>
            </a:extLst>
          </p:cNvPr>
          <p:cNvSpPr>
            <a:spLocks noChangeArrowheads="1"/>
          </p:cNvSpPr>
          <p:nvPr>
            <p:custDataLst>
              <p:tags r:id="rId6"/>
            </p:custDataLst>
          </p:nvPr>
        </p:nvSpPr>
        <p:spPr bwMode="auto">
          <a:xfrm>
            <a:off x="899160" y="1496849"/>
            <a:ext cx="3352800" cy="461665"/>
          </a:xfrm>
          <a:prstGeom prst="rect">
            <a:avLst/>
          </a:prstGeom>
          <a:solidFill>
            <a:srgbClr val="FFBABA"/>
          </a:solidFill>
          <a:ln w="9525">
            <a:solidFill>
              <a:srgbClr val="000000"/>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物体不受力作用时</a:t>
            </a:r>
          </a:p>
        </p:txBody>
      </p:sp>
      <p:sp>
        <p:nvSpPr>
          <p:cNvPr id="24" name="Rectangle 2">
            <a:extLst>
              <a:ext uri="{FF2B5EF4-FFF2-40B4-BE49-F238E27FC236}">
                <a16:creationId xmlns:a16="http://schemas.microsoft.com/office/drawing/2014/main" id="{27BA9416-3110-07E2-1CF9-8FC0255161A1}"/>
              </a:ext>
            </a:extLst>
          </p:cNvPr>
          <p:cNvSpPr>
            <a:spLocks noChangeArrowheads="1"/>
          </p:cNvSpPr>
          <p:nvPr>
            <p:custDataLst>
              <p:tags r:id="rId7"/>
            </p:custDataLst>
          </p:nvPr>
        </p:nvSpPr>
        <p:spPr bwMode="auto">
          <a:xfrm>
            <a:off x="906780" y="3183474"/>
            <a:ext cx="3352800" cy="461665"/>
          </a:xfrm>
          <a:prstGeom prst="rect">
            <a:avLst/>
          </a:prstGeom>
          <a:solidFill>
            <a:srgbClr val="41CAA0">
              <a:alpha val="47000"/>
            </a:srgbClr>
          </a:solidFill>
          <a:ln w="9525">
            <a:solidFill>
              <a:srgbClr val="000000">
                <a:alpha val="79000"/>
              </a:srgbClr>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物体受非平衡力作用时</a:t>
            </a:r>
          </a:p>
        </p:txBody>
      </p:sp>
      <p:sp>
        <p:nvSpPr>
          <p:cNvPr id="25" name="AutoShape 10">
            <a:extLst>
              <a:ext uri="{FF2B5EF4-FFF2-40B4-BE49-F238E27FC236}">
                <a16:creationId xmlns:a16="http://schemas.microsoft.com/office/drawing/2014/main" id="{B8B71209-FA3F-34B2-E17E-037ACD395358}"/>
              </a:ext>
            </a:extLst>
          </p:cNvPr>
          <p:cNvSpPr>
            <a:spLocks noChangeArrowheads="1"/>
          </p:cNvSpPr>
          <p:nvPr>
            <p:custDataLst>
              <p:tags r:id="rId8"/>
            </p:custDataLst>
          </p:nvPr>
        </p:nvSpPr>
        <p:spPr bwMode="auto">
          <a:xfrm>
            <a:off x="4414520" y="3273087"/>
            <a:ext cx="755267" cy="302021"/>
          </a:xfrm>
          <a:prstGeom prst="rightArrow">
            <a:avLst>
              <a:gd name="adj1" fmla="val 50000"/>
              <a:gd name="adj2" fmla="val 84167"/>
            </a:avLst>
          </a:prstGeom>
          <a:solidFill>
            <a:srgbClr val="1973BF"/>
          </a:solidFill>
          <a:ln w="9525">
            <a:solidFill>
              <a:srgbClr val="000000"/>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zh-CN" sz="24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6" name="Text Box 13">
            <a:extLst>
              <a:ext uri="{FF2B5EF4-FFF2-40B4-BE49-F238E27FC236}">
                <a16:creationId xmlns:a16="http://schemas.microsoft.com/office/drawing/2014/main" id="{783A312C-AAB3-53E3-C218-96C5B9C98C87}"/>
              </a:ext>
            </a:extLst>
          </p:cNvPr>
          <p:cNvSpPr txBox="1">
            <a:spLocks noChangeArrowheads="1"/>
          </p:cNvSpPr>
          <p:nvPr>
            <p:custDataLst>
              <p:tags r:id="rId9"/>
            </p:custDataLst>
          </p:nvPr>
        </p:nvSpPr>
        <p:spPr bwMode="auto">
          <a:xfrm>
            <a:off x="5230362" y="1587120"/>
            <a:ext cx="2626705" cy="934423"/>
          </a:xfrm>
          <a:prstGeom prst="rect">
            <a:avLst/>
          </a:prstGeom>
          <a:solidFill>
            <a:srgbClr val="FFBABA"/>
          </a:solidFill>
          <a:ln w="9525">
            <a:solidFill>
              <a:srgbClr val="000000"/>
            </a:solidFill>
            <a:miter lim="800000"/>
          </a:ln>
          <a:effectLst/>
        </p:spPr>
        <p:txBody>
          <a:bodyPr wrap="square">
            <a:spAutoFit/>
          </a:bodyPr>
          <a:lstStyle/>
          <a:p>
            <a:pPr marL="0" marR="0" lvl="0" indent="0" algn="ctr" defTabSz="914400" eaLnBrk="1" fontAlgn="auto" latinLnBrk="0" hangingPunct="1">
              <a:lnSpc>
                <a:spcPts val="34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rPr>
              <a:t>物体的运动状态</a:t>
            </a:r>
            <a:endParaRPr kumimoji="0" lang="en-US" altLang="zh-CN" sz="2400" b="0" i="0" u="none" strike="noStrike" kern="0" cap="none" spc="0" normalizeH="0" baseline="0" noProof="0">
              <a:ln>
                <a:noFill/>
              </a:ln>
              <a:solidFill>
                <a:srgbClr val="000000"/>
              </a:solidFill>
              <a:effectLst/>
              <a:uLnTx/>
              <a:uFillTx/>
            </a:endParaRPr>
          </a:p>
          <a:p>
            <a:pPr marL="0" marR="0" lvl="0" indent="0" algn="ctr" defTabSz="914400" eaLnBrk="1" fontAlgn="auto" latinLnBrk="0" hangingPunct="1">
              <a:lnSpc>
                <a:spcPts val="34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rPr>
              <a:t>保持不变</a:t>
            </a:r>
          </a:p>
        </p:txBody>
      </p:sp>
      <p:sp>
        <p:nvSpPr>
          <p:cNvPr id="27" name="下箭头 11">
            <a:extLst>
              <a:ext uri="{FF2B5EF4-FFF2-40B4-BE49-F238E27FC236}">
                <a16:creationId xmlns:a16="http://schemas.microsoft.com/office/drawing/2014/main" id="{CEA8C829-1740-7427-3119-3DD3526C1F19}"/>
              </a:ext>
            </a:extLst>
          </p:cNvPr>
          <p:cNvSpPr>
            <a:spLocks noChangeArrowheads="1"/>
          </p:cNvSpPr>
          <p:nvPr>
            <p:custDataLst>
              <p:tags r:id="rId10"/>
            </p:custDataLst>
          </p:nvPr>
        </p:nvSpPr>
        <p:spPr bwMode="auto">
          <a:xfrm rot="5400000" flipH="1" flipV="1">
            <a:off x="4791281" y="1842606"/>
            <a:ext cx="302020" cy="574811"/>
          </a:xfrm>
          <a:prstGeom prst="downArrow">
            <a:avLst>
              <a:gd name="adj1" fmla="val 50000"/>
              <a:gd name="adj2" fmla="val 85239"/>
            </a:avLst>
          </a:prstGeom>
          <a:gradFill>
            <a:gsLst>
              <a:gs pos="0">
                <a:srgbClr val="0070C0">
                  <a:shade val="30000"/>
                  <a:satMod val="115000"/>
                </a:srgbClr>
              </a:gs>
              <a:gs pos="44000">
                <a:srgbClr val="0070C0">
                  <a:shade val="67500"/>
                  <a:satMod val="115000"/>
                </a:srgbClr>
              </a:gs>
              <a:gs pos="100000">
                <a:srgbClr val="00B0F0"/>
              </a:gs>
            </a:gsLst>
            <a:lin ang="3000000" scaled="0"/>
          </a:gradFill>
          <a:ln>
            <a:noFill/>
          </a:ln>
        </p:spPr>
        <p:txBody>
          <a:bodyPr anchor="ctr"/>
          <a:lstStyle/>
          <a:p>
            <a:pPr algn="ctr"/>
            <a:endParaRPr lang="zh-CN" altLang="zh-CN" sz="1009">
              <a:solidFill>
                <a:srgbClr val="FFFFFF"/>
              </a:solidFill>
              <a:cs typeface="+mn-ea"/>
              <a:sym typeface="+mn-lt"/>
            </a:endParaRPr>
          </a:p>
        </p:txBody>
      </p:sp>
      <p:grpSp>
        <p:nvGrpSpPr>
          <p:cNvPr id="4" name="组合 3">
            <a:extLst>
              <a:ext uri="{FF2B5EF4-FFF2-40B4-BE49-F238E27FC236}">
                <a16:creationId xmlns:a16="http://schemas.microsoft.com/office/drawing/2014/main" id="{32271214-0CDF-F342-D69E-7DB2940153CF}"/>
              </a:ext>
            </a:extLst>
          </p:cNvPr>
          <p:cNvGrpSpPr/>
          <p:nvPr>
            <p:custDataLst>
              <p:tags r:id="rId11"/>
            </p:custDataLst>
          </p:nvPr>
        </p:nvGrpSpPr>
        <p:grpSpPr>
          <a:xfrm flipH="1">
            <a:off x="4296233" y="1668161"/>
            <a:ext cx="277427" cy="871947"/>
            <a:chOff x="2703689" y="2466310"/>
            <a:chExt cx="549467" cy="793577"/>
          </a:xfrm>
        </p:grpSpPr>
        <p:grpSp>
          <p:nvGrpSpPr>
            <p:cNvPr id="5" name="组合 4">
              <a:extLst>
                <a:ext uri="{FF2B5EF4-FFF2-40B4-BE49-F238E27FC236}">
                  <a16:creationId xmlns:a16="http://schemas.microsoft.com/office/drawing/2014/main" id="{E3951655-4133-544F-9299-1F8C2DFE0E77}"/>
                </a:ext>
              </a:extLst>
            </p:cNvPr>
            <p:cNvGrpSpPr/>
            <p:nvPr>
              <p:custDataLst>
                <p:tags r:id="rId12"/>
              </p:custDataLst>
            </p:nvPr>
          </p:nvGrpSpPr>
          <p:grpSpPr>
            <a:xfrm>
              <a:off x="2955631" y="2466310"/>
              <a:ext cx="297525" cy="793577"/>
              <a:chOff x="2901546" y="4138348"/>
              <a:chExt cx="243678" cy="780524"/>
            </a:xfrm>
          </p:grpSpPr>
          <p:cxnSp>
            <p:nvCxnSpPr>
              <p:cNvPr id="7" name="直接连接符 6">
                <a:extLst>
                  <a:ext uri="{FF2B5EF4-FFF2-40B4-BE49-F238E27FC236}">
                    <a16:creationId xmlns:a16="http://schemas.microsoft.com/office/drawing/2014/main" id="{8B766D7A-44A8-5F34-A2CF-97DD21904F19}"/>
                  </a:ext>
                </a:extLst>
              </p:cNvPr>
              <p:cNvCxnSpPr/>
              <p:nvPr>
                <p:custDataLst>
                  <p:tags r:id="rId14"/>
                </p:custDataLst>
              </p:nvPr>
            </p:nvCxnSpPr>
            <p:spPr>
              <a:xfrm flipH="1">
                <a:off x="2901546" y="4138348"/>
                <a:ext cx="0" cy="7805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EC7CE66-DC11-F6BA-BE9A-8AC6D2DD84F1}"/>
                  </a:ext>
                </a:extLst>
              </p:cNvPr>
              <p:cNvCxnSpPr/>
              <p:nvPr>
                <p:custDataLst>
                  <p:tags r:id="rId15"/>
                </p:custDataLst>
              </p:nvPr>
            </p:nvCxnSpPr>
            <p:spPr>
              <a:xfrm>
                <a:off x="2901546" y="4915217"/>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3E1D8A74-9F3A-ED74-6265-1B4E63A8FD1C}"/>
                  </a:ext>
                </a:extLst>
              </p:cNvPr>
              <p:cNvCxnSpPr/>
              <p:nvPr>
                <p:custDataLst>
                  <p:tags r:id="rId16"/>
                </p:custDataLst>
              </p:nvPr>
            </p:nvCxnSpPr>
            <p:spPr>
              <a:xfrm>
                <a:off x="2901546" y="4141268"/>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a:extLst>
                <a:ext uri="{FF2B5EF4-FFF2-40B4-BE49-F238E27FC236}">
                  <a16:creationId xmlns:a16="http://schemas.microsoft.com/office/drawing/2014/main" id="{B55506B8-3ACD-49E6-DB22-DCD06846A8AC}"/>
                </a:ext>
              </a:extLst>
            </p:cNvPr>
            <p:cNvCxnSpPr/>
            <p:nvPr>
              <p:custDataLst>
                <p:tags r:id="rId13"/>
              </p:custDataLst>
            </p:nvPr>
          </p:nvCxnSpPr>
          <p:spPr>
            <a:xfrm>
              <a:off x="2703689" y="2863098"/>
              <a:ext cx="254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843333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1000"/>
                                        <p:tgtEl>
                                          <p:spTgt spid="2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1000"/>
                                        <p:tgtEl>
                                          <p:spTgt spid="22"/>
                                        </p:tgtEl>
                                      </p:cBhvr>
                                    </p:animEffect>
                                  </p:childTnLst>
                                </p:cTn>
                              </p:par>
                            </p:childTnLst>
                          </p:cTn>
                        </p:par>
                      </p:childTnLst>
                    </p:cTn>
                  </p:par>
                  <p:par>
                    <p:cTn id="16" fill="hold" nodeType="clickPar">
                      <p:stCondLst>
                        <p:cond delay="indefinite"/>
                      </p:stCondLst>
                      <p:childTnLst>
                        <p:par>
                          <p:cTn id="17" fill="hold" nodeType="afterGroup">
                            <p:stCondLst>
                              <p:cond delay="0"/>
                            </p:stCondLst>
                            <p:childTnLst>
                              <p:par>
                                <p:cTn id="18" presetID="16" presetClass="entr" presetSubtype="42"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outHorizontal)">
                                      <p:cBhvr>
                                        <p:cTn id="20" dur="500"/>
                                        <p:tgtEl>
                                          <p:spTgt spid="4"/>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left)">
                                      <p:cBhvr>
                                        <p:cTn id="24" dur="750"/>
                                        <p:tgtEl>
                                          <p:spTgt spid="27"/>
                                        </p:tgtEl>
                                      </p:cBhvr>
                                    </p:animEffect>
                                  </p:childTnLst>
                                </p:cTn>
                              </p:par>
                            </p:childTnLst>
                          </p:cTn>
                        </p:par>
                      </p:childTnLst>
                    </p:cTn>
                  </p:par>
                  <p:par>
                    <p:cTn id="25" fill="hold" nodeType="clickPar">
                      <p:stCondLst>
                        <p:cond delay="indefinite"/>
                      </p:stCondLst>
                      <p:childTnLst>
                        <p:par>
                          <p:cTn id="26" fill="hold" nodeType="afterGroup">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1000" fill="hold"/>
                                        <p:tgtEl>
                                          <p:spTgt spid="26"/>
                                        </p:tgtEl>
                                        <p:attrNameLst>
                                          <p:attrName>ppt_w</p:attrName>
                                        </p:attrNameLst>
                                      </p:cBhvr>
                                      <p:tavLst>
                                        <p:tav tm="0">
                                          <p:val>
                                            <p:fltVal val="0"/>
                                          </p:val>
                                        </p:tav>
                                        <p:tav tm="100000">
                                          <p:val>
                                            <p:strVal val="#ppt_w"/>
                                          </p:val>
                                        </p:tav>
                                      </p:tavLst>
                                    </p:anim>
                                    <p:anim calcmode="lin" valueType="num">
                                      <p:cBhvr>
                                        <p:cTn id="30" dur="1000" fill="hold"/>
                                        <p:tgtEl>
                                          <p:spTgt spid="26"/>
                                        </p:tgtEl>
                                        <p:attrNameLst>
                                          <p:attrName>ppt_h</p:attrName>
                                        </p:attrNameLst>
                                      </p:cBhvr>
                                      <p:tavLst>
                                        <p:tav tm="0">
                                          <p:val>
                                            <p:fltVal val="0"/>
                                          </p:val>
                                        </p:tav>
                                        <p:tav tm="100000">
                                          <p:val>
                                            <p:strVal val="#ppt_h"/>
                                          </p:val>
                                        </p:tav>
                                      </p:tavLst>
                                    </p:anim>
                                    <p:animEffect transition="in" filter="fade">
                                      <p:cBhvr>
                                        <p:cTn id="31" dur="1000"/>
                                        <p:tgtEl>
                                          <p:spTgt spid="26"/>
                                        </p:tgtEl>
                                      </p:cBhvr>
                                    </p:animEffect>
                                  </p:childTnLst>
                                </p:cTn>
                              </p:par>
                            </p:childTnLst>
                          </p:cTn>
                        </p:par>
                      </p:childTnLst>
                    </p:cTn>
                  </p:par>
                  <p:par>
                    <p:cTn id="32" fill="hold" nodeType="clickPar">
                      <p:stCondLst>
                        <p:cond delay="indefinite"/>
                      </p:stCondLst>
                      <p:childTnLst>
                        <p:par>
                          <p:cTn id="33" fill="hold" nodeType="after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1000"/>
                                        <p:tgtEl>
                                          <p:spTgt spid="24"/>
                                        </p:tgtEl>
                                      </p:cBhvr>
                                    </p:animEffect>
                                  </p:childTnLst>
                                </p:cTn>
                              </p:par>
                            </p:childTnLst>
                          </p:cTn>
                        </p:par>
                      </p:childTnLst>
                    </p:cTn>
                  </p:par>
                  <p:par>
                    <p:cTn id="37" fill="hold" nodeType="clickPar">
                      <p:stCondLst>
                        <p:cond delay="indefinite"/>
                      </p:stCondLst>
                      <p:childTnLst>
                        <p:par>
                          <p:cTn id="38" fill="hold" nodeType="after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wipe(left)">
                                      <p:cBhvr>
                                        <p:cTn id="41" dur="500"/>
                                        <p:tgtEl>
                                          <p:spTgt spid="25"/>
                                        </p:tgtEl>
                                      </p:cBhvr>
                                    </p:animEffect>
                                  </p:childTnLst>
                                </p:cTn>
                              </p:par>
                            </p:childTnLst>
                          </p:cTn>
                        </p:par>
                        <p:par>
                          <p:cTn id="42" fill="hold" nodeType="afterGroup">
                            <p:stCondLst>
                              <p:cond delay="500"/>
                            </p:stCondLst>
                            <p:childTnLst>
                              <p:par>
                                <p:cTn id="43" presetID="53" presetClass="entr" presetSubtype="0" fill="hold" grpId="0" nodeType="after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p:cTn id="45" dur="1000" fill="hold"/>
                                        <p:tgtEl>
                                          <p:spTgt spid="20"/>
                                        </p:tgtEl>
                                        <p:attrNameLst>
                                          <p:attrName>ppt_w</p:attrName>
                                        </p:attrNameLst>
                                      </p:cBhvr>
                                      <p:tavLst>
                                        <p:tav tm="0">
                                          <p:val>
                                            <p:fltVal val="0"/>
                                          </p:val>
                                        </p:tav>
                                        <p:tav tm="100000">
                                          <p:val>
                                            <p:strVal val="#ppt_w"/>
                                          </p:val>
                                        </p:tav>
                                      </p:tavLst>
                                    </p:anim>
                                    <p:anim calcmode="lin" valueType="num">
                                      <p:cBhvr>
                                        <p:cTn id="46" dur="1000" fill="hold"/>
                                        <p:tgtEl>
                                          <p:spTgt spid="20"/>
                                        </p:tgtEl>
                                        <p:attrNameLst>
                                          <p:attrName>ppt_h</p:attrName>
                                        </p:attrNameLst>
                                      </p:cBhvr>
                                      <p:tavLst>
                                        <p:tav tm="0">
                                          <p:val>
                                            <p:fltVal val="0"/>
                                          </p:val>
                                        </p:tav>
                                        <p:tav tm="100000">
                                          <p:val>
                                            <p:strVal val="#ppt_h"/>
                                          </p:val>
                                        </p:tav>
                                      </p:tavLst>
                                    </p:anim>
                                    <p:animEffect transition="in" filter="fade">
                                      <p:cBhvr>
                                        <p:cTn id="47"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3" grpId="0" animBg="1"/>
      <p:bldP spid="24" grpId="0" animBg="1"/>
      <p:bldP spid="25" grpId="0" animBg="1"/>
      <p:bldP spid="26" grpId="0" animBg="1"/>
      <p:bldP spid="2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3A8D0369-1C2C-8388-59F9-CD956A488767}"/>
              </a:ext>
            </a:extLst>
          </p:cNvPr>
          <p:cNvSpPr txBox="1"/>
          <p:nvPr>
            <p:custDataLst>
              <p:tags r:id="rId1"/>
            </p:custDataLst>
          </p:nvPr>
        </p:nvSpPr>
        <p:spPr>
          <a:xfrm>
            <a:off x="209975" y="33002"/>
            <a:ext cx="465158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知识点三、力与运动的关系的应用</a:t>
            </a:r>
          </a:p>
          <a:p>
            <a:pPr marL="0" indent="0">
              <a:spcBef>
                <a:spcPct val="0"/>
              </a:spcBef>
              <a:buFontTx/>
              <a:buNone/>
            </a:pPr>
            <a:endParaRPr lang="zh-CN" altLang="en-US" sz="2000" spc="-120">
              <a:solidFill>
                <a:schemeClr val="bg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F799E3BE-3B75-EC3D-CA1D-9DA5C879FB42}"/>
              </a:ext>
            </a:extLst>
          </p:cNvPr>
          <p:cNvSpPr txBox="1"/>
          <p:nvPr>
            <p:custDataLst>
              <p:tags r:id="rId2"/>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Text Box 13">
            <a:extLst>
              <a:ext uri="{FF2B5EF4-FFF2-40B4-BE49-F238E27FC236}">
                <a16:creationId xmlns:a16="http://schemas.microsoft.com/office/drawing/2014/main" id="{3CE33221-6528-0C16-34BA-50FBAC9E8062}"/>
              </a:ext>
            </a:extLst>
          </p:cNvPr>
          <p:cNvSpPr txBox="1">
            <a:spLocks noChangeArrowheads="1"/>
          </p:cNvSpPr>
          <p:nvPr>
            <p:custDataLst>
              <p:tags r:id="rId3"/>
            </p:custDataLst>
          </p:nvPr>
        </p:nvSpPr>
        <p:spPr bwMode="auto">
          <a:xfrm>
            <a:off x="1090507" y="2787339"/>
            <a:ext cx="2654781" cy="934423"/>
          </a:xfrm>
          <a:prstGeom prst="rect">
            <a:avLst/>
          </a:prstGeom>
          <a:solidFill>
            <a:srgbClr val="2EA2CF">
              <a:lumMod val="20000"/>
              <a:lumOff val="80000"/>
            </a:srgbClr>
          </a:solidFill>
          <a:ln w="9525">
            <a:solidFill>
              <a:srgbClr val="000000"/>
            </a:solidFill>
            <a:miter lim="800000"/>
          </a:ln>
          <a:effectLst/>
        </p:spPr>
        <p:txBody>
          <a:bodyPr wrap="square">
            <a:spAutoFit/>
          </a:bodyPr>
          <a:lstStyle/>
          <a:p>
            <a:pPr marL="0" marR="0" lvl="0" indent="0" algn="ctr" defTabSz="914400" eaLnBrk="1" fontAlgn="auto" latinLnBrk="0" hangingPunct="1">
              <a:lnSpc>
                <a:spcPts val="34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rPr>
              <a:t>物体的运动状态</a:t>
            </a:r>
            <a:endParaRPr kumimoji="0" lang="en-US" altLang="zh-CN" sz="2400" b="0" i="0" u="none" strike="noStrike" kern="0" cap="none" spc="0" normalizeH="0" baseline="0" noProof="0">
              <a:ln>
                <a:noFill/>
              </a:ln>
              <a:solidFill>
                <a:srgbClr val="000000"/>
              </a:solidFill>
              <a:effectLst/>
              <a:uLnTx/>
              <a:uFillTx/>
            </a:endParaRPr>
          </a:p>
          <a:p>
            <a:pPr marL="0" marR="0" lvl="0" indent="0" algn="ctr" defTabSz="914400" eaLnBrk="1" fontAlgn="auto" latinLnBrk="0" hangingPunct="1">
              <a:lnSpc>
                <a:spcPts val="34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rPr>
              <a:t>发生改变</a:t>
            </a:r>
          </a:p>
        </p:txBody>
      </p:sp>
      <p:sp>
        <p:nvSpPr>
          <p:cNvPr id="13" name="Rectangle 2">
            <a:extLst>
              <a:ext uri="{FF2B5EF4-FFF2-40B4-BE49-F238E27FC236}">
                <a16:creationId xmlns:a16="http://schemas.microsoft.com/office/drawing/2014/main" id="{C59F852E-9E66-229E-7471-679D7671D321}"/>
              </a:ext>
            </a:extLst>
          </p:cNvPr>
          <p:cNvSpPr>
            <a:spLocks noChangeArrowheads="1"/>
          </p:cNvSpPr>
          <p:nvPr>
            <p:custDataLst>
              <p:tags r:id="rId4"/>
            </p:custDataLst>
          </p:nvPr>
        </p:nvSpPr>
        <p:spPr bwMode="auto">
          <a:xfrm>
            <a:off x="4926274" y="2127325"/>
            <a:ext cx="3352800" cy="461665"/>
          </a:xfrm>
          <a:prstGeom prst="rect">
            <a:avLst/>
          </a:prstGeom>
          <a:noFill/>
          <a:ln w="9525">
            <a:solidFill>
              <a:srgbClr val="000000"/>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物体</a:t>
            </a:r>
            <a:r>
              <a:rPr kumimoji="0" lang="zh-CN" altLang="en-US" sz="2400" b="0"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rPr>
              <a:t>受平衡力</a:t>
            </a:r>
            <a:r>
              <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作用</a:t>
            </a:r>
          </a:p>
        </p:txBody>
      </p:sp>
      <p:sp>
        <p:nvSpPr>
          <p:cNvPr id="14" name="Rectangle 2">
            <a:extLst>
              <a:ext uri="{FF2B5EF4-FFF2-40B4-BE49-F238E27FC236}">
                <a16:creationId xmlns:a16="http://schemas.microsoft.com/office/drawing/2014/main" id="{608FE196-A760-3515-ED85-C8FFE631D560}"/>
              </a:ext>
            </a:extLst>
          </p:cNvPr>
          <p:cNvSpPr>
            <a:spLocks noChangeArrowheads="1"/>
          </p:cNvSpPr>
          <p:nvPr>
            <p:custDataLst>
              <p:tags r:id="rId5"/>
            </p:custDataLst>
          </p:nvPr>
        </p:nvSpPr>
        <p:spPr bwMode="auto">
          <a:xfrm>
            <a:off x="4926274" y="1228807"/>
            <a:ext cx="3352800" cy="461665"/>
          </a:xfrm>
          <a:prstGeom prst="rect">
            <a:avLst/>
          </a:prstGeom>
          <a:noFill/>
          <a:ln w="9525">
            <a:solidFill>
              <a:srgbClr val="000000"/>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物体</a:t>
            </a:r>
            <a:r>
              <a:rPr kumimoji="0" lang="zh-CN" altLang="en-US" sz="2400" b="0"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rPr>
              <a:t>不受力</a:t>
            </a:r>
            <a:r>
              <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作用</a:t>
            </a:r>
          </a:p>
        </p:txBody>
      </p:sp>
      <p:sp>
        <p:nvSpPr>
          <p:cNvPr id="15" name="Rectangle 2">
            <a:extLst>
              <a:ext uri="{FF2B5EF4-FFF2-40B4-BE49-F238E27FC236}">
                <a16:creationId xmlns:a16="http://schemas.microsoft.com/office/drawing/2014/main" id="{5433620D-976F-1365-F322-6CE292731D6C}"/>
              </a:ext>
            </a:extLst>
          </p:cNvPr>
          <p:cNvSpPr>
            <a:spLocks noChangeArrowheads="1"/>
          </p:cNvSpPr>
          <p:nvPr>
            <p:custDataLst>
              <p:tags r:id="rId6"/>
            </p:custDataLst>
          </p:nvPr>
        </p:nvSpPr>
        <p:spPr bwMode="auto">
          <a:xfrm>
            <a:off x="4926274" y="3023717"/>
            <a:ext cx="3352800" cy="461665"/>
          </a:xfrm>
          <a:prstGeom prst="rect">
            <a:avLst/>
          </a:prstGeom>
          <a:solidFill>
            <a:srgbClr val="2EA2CF">
              <a:lumMod val="20000"/>
              <a:lumOff val="80000"/>
            </a:srgbClr>
          </a:solidFill>
          <a:ln w="9525">
            <a:solidFill>
              <a:srgbClr val="000000"/>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物体受</a:t>
            </a:r>
            <a:r>
              <a:rPr kumimoji="0" lang="zh-CN" altLang="en-US" sz="2400" b="0"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rPr>
              <a:t>非平衡力</a:t>
            </a:r>
            <a:r>
              <a:rPr kumimoji="0" lang="zh-CN" altLang="en-US" sz="2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作用</a:t>
            </a:r>
          </a:p>
        </p:txBody>
      </p:sp>
      <p:sp>
        <p:nvSpPr>
          <p:cNvPr id="16" name="AutoShape 10">
            <a:extLst>
              <a:ext uri="{FF2B5EF4-FFF2-40B4-BE49-F238E27FC236}">
                <a16:creationId xmlns:a16="http://schemas.microsoft.com/office/drawing/2014/main" id="{678E5A21-B84B-A828-5E95-53E4575326AC}"/>
              </a:ext>
            </a:extLst>
          </p:cNvPr>
          <p:cNvSpPr>
            <a:spLocks noChangeArrowheads="1"/>
          </p:cNvSpPr>
          <p:nvPr>
            <p:custDataLst>
              <p:tags r:id="rId7"/>
            </p:custDataLst>
          </p:nvPr>
        </p:nvSpPr>
        <p:spPr bwMode="auto">
          <a:xfrm>
            <a:off x="3901440" y="3106647"/>
            <a:ext cx="941101" cy="302021"/>
          </a:xfrm>
          <a:prstGeom prst="rightArrow">
            <a:avLst>
              <a:gd name="adj1" fmla="val 50000"/>
              <a:gd name="adj2" fmla="val 84167"/>
            </a:avLst>
          </a:prstGeom>
          <a:solidFill>
            <a:srgbClr val="1973BF"/>
          </a:solidFill>
          <a:ln w="9525">
            <a:solidFill>
              <a:srgbClr val="000000"/>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zh-CN" sz="24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7" name="Text Box 13">
            <a:extLst>
              <a:ext uri="{FF2B5EF4-FFF2-40B4-BE49-F238E27FC236}">
                <a16:creationId xmlns:a16="http://schemas.microsoft.com/office/drawing/2014/main" id="{2B102406-8166-720A-51A1-7E9A226772EB}"/>
              </a:ext>
            </a:extLst>
          </p:cNvPr>
          <p:cNvSpPr txBox="1">
            <a:spLocks noChangeArrowheads="1"/>
          </p:cNvSpPr>
          <p:nvPr>
            <p:custDataLst>
              <p:tags r:id="rId8"/>
            </p:custDataLst>
          </p:nvPr>
        </p:nvSpPr>
        <p:spPr bwMode="auto">
          <a:xfrm>
            <a:off x="1090507" y="1437760"/>
            <a:ext cx="2654782" cy="934423"/>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1" fontAlgn="auto" latinLnBrk="0" hangingPunct="1">
              <a:lnSpc>
                <a:spcPts val="34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rPr>
              <a:t>物体的运动状态</a:t>
            </a:r>
            <a:endParaRPr kumimoji="0" lang="en-US" altLang="zh-CN" sz="2400" b="0" i="0" u="none" strike="noStrike" kern="0" cap="none" spc="0" normalizeH="0" baseline="0" noProof="0">
              <a:ln>
                <a:noFill/>
              </a:ln>
              <a:solidFill>
                <a:srgbClr val="000000"/>
              </a:solidFill>
              <a:effectLst/>
              <a:uLnTx/>
              <a:uFillTx/>
            </a:endParaRPr>
          </a:p>
          <a:p>
            <a:pPr marL="0" marR="0" lvl="0" indent="0" algn="ctr" defTabSz="914400" eaLnBrk="1" fontAlgn="auto" latinLnBrk="0" hangingPunct="1">
              <a:lnSpc>
                <a:spcPts val="34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0000"/>
                </a:solidFill>
                <a:effectLst/>
                <a:uLnTx/>
                <a:uFillTx/>
              </a:rPr>
              <a:t>保持不变</a:t>
            </a:r>
          </a:p>
        </p:txBody>
      </p:sp>
      <p:sp>
        <p:nvSpPr>
          <p:cNvPr id="18" name="下箭头 11">
            <a:extLst>
              <a:ext uri="{FF2B5EF4-FFF2-40B4-BE49-F238E27FC236}">
                <a16:creationId xmlns:a16="http://schemas.microsoft.com/office/drawing/2014/main" id="{74C463F3-317E-2183-9FE7-B80E9511051B}"/>
              </a:ext>
            </a:extLst>
          </p:cNvPr>
          <p:cNvSpPr>
            <a:spLocks noChangeArrowheads="1"/>
          </p:cNvSpPr>
          <p:nvPr>
            <p:custDataLst>
              <p:tags r:id="rId9"/>
            </p:custDataLst>
          </p:nvPr>
        </p:nvSpPr>
        <p:spPr bwMode="auto">
          <a:xfrm rot="5400000" flipH="1" flipV="1">
            <a:off x="4010883" y="1567548"/>
            <a:ext cx="315745" cy="736498"/>
          </a:xfrm>
          <a:prstGeom prst="downArrow">
            <a:avLst>
              <a:gd name="adj1" fmla="val 50000"/>
              <a:gd name="adj2" fmla="val 85239"/>
            </a:avLst>
          </a:prstGeom>
          <a:gradFill>
            <a:gsLst>
              <a:gs pos="0">
                <a:srgbClr val="0070C0">
                  <a:shade val="30000"/>
                  <a:satMod val="115000"/>
                </a:srgbClr>
              </a:gs>
              <a:gs pos="44000">
                <a:srgbClr val="0070C0">
                  <a:shade val="67500"/>
                  <a:satMod val="115000"/>
                </a:srgbClr>
              </a:gs>
              <a:gs pos="100000">
                <a:srgbClr val="00B0F0"/>
              </a:gs>
            </a:gsLst>
            <a:lin ang="3000000" scaled="0"/>
          </a:gradFill>
          <a:ln>
            <a:noFill/>
          </a:ln>
        </p:spPr>
        <p:txBody>
          <a:bodyPr anchor="ctr"/>
          <a:lstStyle/>
          <a:p>
            <a:pPr algn="ctr"/>
            <a:endParaRPr lang="zh-CN" altLang="zh-CN" sz="1009">
              <a:solidFill>
                <a:srgbClr val="FFFFFF"/>
              </a:solidFill>
              <a:cs typeface="+mn-ea"/>
              <a:sym typeface="+mn-lt"/>
            </a:endParaRPr>
          </a:p>
        </p:txBody>
      </p:sp>
      <p:sp>
        <p:nvSpPr>
          <p:cNvPr id="20" name="Text Box 14">
            <a:extLst>
              <a:ext uri="{FF2B5EF4-FFF2-40B4-BE49-F238E27FC236}">
                <a16:creationId xmlns:a16="http://schemas.microsoft.com/office/drawing/2014/main" id="{B87501A6-AE03-A310-79AB-259B5EBEC656}"/>
              </a:ext>
            </a:extLst>
          </p:cNvPr>
          <p:cNvSpPr txBox="1">
            <a:spLocks noChangeArrowheads="1"/>
          </p:cNvSpPr>
          <p:nvPr>
            <p:custDataLst>
              <p:tags r:id="rId10"/>
            </p:custDataLst>
          </p:nvPr>
        </p:nvSpPr>
        <p:spPr bwMode="auto">
          <a:xfrm>
            <a:off x="765810" y="634652"/>
            <a:ext cx="62712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a:solidFill>
                  <a:srgbClr val="002060"/>
                </a:solidFill>
              </a:rPr>
              <a:t>2. </a:t>
            </a:r>
            <a:r>
              <a:rPr lang="zh-CN" altLang="en-US" sz="2400">
                <a:solidFill>
                  <a:srgbClr val="002060"/>
                </a:solidFill>
              </a:rPr>
              <a:t>根据运动状态判断受力情况</a:t>
            </a:r>
            <a:r>
              <a:rPr lang="en-US" altLang="zh-CN" sz="2400">
                <a:solidFill>
                  <a:srgbClr val="002060"/>
                </a:solidFill>
              </a:rPr>
              <a:t>.</a:t>
            </a:r>
          </a:p>
        </p:txBody>
      </p:sp>
      <p:grpSp>
        <p:nvGrpSpPr>
          <p:cNvPr id="4" name="组合 3">
            <a:extLst>
              <a:ext uri="{FF2B5EF4-FFF2-40B4-BE49-F238E27FC236}">
                <a16:creationId xmlns:a16="http://schemas.microsoft.com/office/drawing/2014/main" id="{66111FA8-78C4-ACF1-4916-099A7D5DDF9B}"/>
              </a:ext>
            </a:extLst>
          </p:cNvPr>
          <p:cNvGrpSpPr/>
          <p:nvPr>
            <p:custDataLst>
              <p:tags r:id="rId11"/>
            </p:custDataLst>
          </p:nvPr>
        </p:nvGrpSpPr>
        <p:grpSpPr>
          <a:xfrm>
            <a:off x="4537007" y="1505493"/>
            <a:ext cx="389267" cy="871947"/>
            <a:chOff x="2703689" y="2466310"/>
            <a:chExt cx="549467" cy="793577"/>
          </a:xfrm>
        </p:grpSpPr>
        <p:grpSp>
          <p:nvGrpSpPr>
            <p:cNvPr id="5" name="组合 4">
              <a:extLst>
                <a:ext uri="{FF2B5EF4-FFF2-40B4-BE49-F238E27FC236}">
                  <a16:creationId xmlns:a16="http://schemas.microsoft.com/office/drawing/2014/main" id="{ACF2311E-7B9C-1003-AFD6-2DA4AEDC5654}"/>
                </a:ext>
              </a:extLst>
            </p:cNvPr>
            <p:cNvGrpSpPr/>
            <p:nvPr>
              <p:custDataLst>
                <p:tags r:id="rId12"/>
              </p:custDataLst>
            </p:nvPr>
          </p:nvGrpSpPr>
          <p:grpSpPr>
            <a:xfrm>
              <a:off x="2955631" y="2466310"/>
              <a:ext cx="297525" cy="793577"/>
              <a:chOff x="2901546" y="4138348"/>
              <a:chExt cx="243678" cy="780524"/>
            </a:xfrm>
          </p:grpSpPr>
          <p:cxnSp>
            <p:nvCxnSpPr>
              <p:cNvPr id="7" name="直接连接符 6">
                <a:extLst>
                  <a:ext uri="{FF2B5EF4-FFF2-40B4-BE49-F238E27FC236}">
                    <a16:creationId xmlns:a16="http://schemas.microsoft.com/office/drawing/2014/main" id="{AA4D61B4-6A30-4E80-CF8E-555E1ECDECD3}"/>
                  </a:ext>
                </a:extLst>
              </p:cNvPr>
              <p:cNvCxnSpPr/>
              <p:nvPr>
                <p:custDataLst>
                  <p:tags r:id="rId14"/>
                </p:custDataLst>
              </p:nvPr>
            </p:nvCxnSpPr>
            <p:spPr>
              <a:xfrm flipH="1">
                <a:off x="2901546" y="4138348"/>
                <a:ext cx="0" cy="7805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762EC1E-E1D2-10DA-E31B-A196D670B729}"/>
                  </a:ext>
                </a:extLst>
              </p:cNvPr>
              <p:cNvCxnSpPr/>
              <p:nvPr>
                <p:custDataLst>
                  <p:tags r:id="rId15"/>
                </p:custDataLst>
              </p:nvPr>
            </p:nvCxnSpPr>
            <p:spPr>
              <a:xfrm>
                <a:off x="2901546" y="4915217"/>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CC1AA8D7-8916-4A5E-AFAA-D0574E881066}"/>
                  </a:ext>
                </a:extLst>
              </p:cNvPr>
              <p:cNvCxnSpPr/>
              <p:nvPr>
                <p:custDataLst>
                  <p:tags r:id="rId16"/>
                </p:custDataLst>
              </p:nvPr>
            </p:nvCxnSpPr>
            <p:spPr>
              <a:xfrm>
                <a:off x="2901546" y="4141268"/>
                <a:ext cx="2436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a:extLst>
                <a:ext uri="{FF2B5EF4-FFF2-40B4-BE49-F238E27FC236}">
                  <a16:creationId xmlns:a16="http://schemas.microsoft.com/office/drawing/2014/main" id="{7C98919F-C21A-2B07-0E36-6EDC848B94E3}"/>
                </a:ext>
              </a:extLst>
            </p:cNvPr>
            <p:cNvCxnSpPr/>
            <p:nvPr>
              <p:custDataLst>
                <p:tags r:id="rId13"/>
              </p:custDataLst>
            </p:nvPr>
          </p:nvCxnSpPr>
          <p:spPr>
            <a:xfrm>
              <a:off x="2703689" y="2863098"/>
              <a:ext cx="254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481431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1250"/>
                                        <p:tgtEl>
                                          <p:spTgt spid="20"/>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par>
                          <p:cTn id="18" fill="hold" nodeType="afterGroup">
                            <p:stCondLst>
                              <p:cond delay="500"/>
                            </p:stCondLst>
                            <p:childTnLst>
                              <p:par>
                                <p:cTn id="19" presetID="16" presetClass="entr" presetSubtype="42"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outHorizontal)">
                                      <p:cBhvr>
                                        <p:cTn id="21" dur="500"/>
                                        <p:tgtEl>
                                          <p:spTgt spid="4"/>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1000"/>
                                        <p:tgtEl>
                                          <p:spTgt spid="14"/>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1000"/>
                                        <p:tgtEl>
                                          <p:spTgt spid="13"/>
                                        </p:tgtEl>
                                      </p:cBhvr>
                                    </p:animEffect>
                                  </p:childTnLst>
                                </p:cTn>
                              </p:par>
                            </p:childTnLst>
                          </p:cTn>
                        </p:par>
                      </p:childTnLst>
                    </p:cTn>
                  </p:par>
                  <p:par>
                    <p:cTn id="32" fill="hold" nodeType="clickPar">
                      <p:stCondLst>
                        <p:cond delay="indefinite"/>
                      </p:stCondLst>
                      <p:childTnLst>
                        <p:par>
                          <p:cTn id="33" fill="hold" nodeType="after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linds(horizontal)">
                                      <p:cBhvr>
                                        <p:cTn id="36" dur="500"/>
                                        <p:tgtEl>
                                          <p:spTgt spid="12"/>
                                        </p:tgtEl>
                                      </p:cBhvr>
                                    </p:animEffect>
                                  </p:childTnLst>
                                </p:cTn>
                              </p:par>
                            </p:childTnLst>
                          </p:cTn>
                        </p:par>
                      </p:childTnLst>
                    </p:cTn>
                  </p:par>
                  <p:par>
                    <p:cTn id="37" fill="hold" nodeType="clickPar">
                      <p:stCondLst>
                        <p:cond delay="indefinite"/>
                      </p:stCondLst>
                      <p:childTnLst>
                        <p:par>
                          <p:cTn id="38" fill="hold" nodeType="after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750"/>
                                        <p:tgtEl>
                                          <p:spTgt spid="16"/>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barn(inVertical)">
                                      <p:cBhvr>
                                        <p:cTn id="44"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1BE55CD-23FD-DD2B-D607-AEC215D9C24C}"/>
              </a:ext>
            </a:extLst>
          </p:cNvPr>
          <p:cNvSpPr txBox="1"/>
          <p:nvPr>
            <p:custDataLst>
              <p:tags r:id="rId1"/>
            </p:custDataLst>
          </p:nvPr>
        </p:nvSpPr>
        <p:spPr>
          <a:xfrm>
            <a:off x="487682" y="656934"/>
            <a:ext cx="8039945" cy="2967415"/>
          </a:xfrm>
          <a:prstGeom prst="rect">
            <a:avLst/>
          </a:prstGeom>
          <a:noFill/>
        </p:spPr>
        <p:txBody>
          <a:bodyPr wrap="square">
            <a:spAutoFit/>
          </a:bodyPr>
          <a:lstStyle/>
          <a:p>
            <a:pPr marL="0" marR="0" lvl="0" indent="457200" algn="l" defTabSz="914400" rtl="0" eaLnBrk="1" fontAlgn="base" latinLnBrk="0" hangingPunct="1">
              <a:lnSpc>
                <a:spcPts val="3800"/>
              </a:lnSpc>
              <a:spcBef>
                <a:spcPct val="0"/>
              </a:spcBef>
              <a:spcAft>
                <a:spcPct val="0"/>
              </a:spcAft>
              <a:buClr>
                <a:srgbClr val="0563C1"/>
              </a:buClr>
              <a:buSzPct val="65000"/>
              <a:buFont typeface="Wingdings" panose="05000000000000000000" pitchFamily="2" charset="2"/>
              <a:buNone/>
              <a:defRPr/>
            </a:pPr>
            <a:r>
              <a:rPr kumimoji="0" lang="en-US" altLang="zh-CN"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关于力与运动的关系，下列说法正确的是（       ）</a:t>
            </a:r>
          </a:p>
          <a:p>
            <a:pPr marL="0" marR="0" lvl="0" indent="576000" algn="l" defTabSz="914400" rtl="0" eaLnBrk="1" fontAlgn="base" latinLnBrk="0" hangingPunct="1">
              <a:lnSpc>
                <a:spcPts val="3800"/>
              </a:lnSpc>
              <a:spcBef>
                <a:spcPct val="0"/>
              </a:spcBef>
              <a:spcAft>
                <a:spcPct val="0"/>
              </a:spcAft>
              <a:buClr>
                <a:srgbClr val="0563C1"/>
              </a:buClr>
              <a:buSzPct val="65000"/>
              <a:buFont typeface="Wingdings" panose="05000000000000000000" pitchFamily="2" charset="2"/>
              <a:buNone/>
              <a:defRPr/>
            </a:pP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 </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物体静止时，一定不受力的作用</a:t>
            </a:r>
          </a:p>
          <a:p>
            <a:pPr marL="0" marR="0" lvl="0" indent="576000" algn="l" defTabSz="914400" rtl="0" eaLnBrk="1" fontAlgn="base" latinLnBrk="0" hangingPunct="1">
              <a:lnSpc>
                <a:spcPts val="3800"/>
              </a:lnSpc>
              <a:spcBef>
                <a:spcPct val="0"/>
              </a:spcBef>
              <a:spcAft>
                <a:spcPct val="0"/>
              </a:spcAft>
              <a:buClr>
                <a:srgbClr val="0563C1"/>
              </a:buClr>
              <a:buSzPct val="65000"/>
              <a:buFont typeface="Wingdings" panose="05000000000000000000" pitchFamily="2" charset="2"/>
              <a:buNone/>
              <a:defRPr/>
            </a:pP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 </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物体不受力的作用时，一定处于静止状态</a:t>
            </a:r>
          </a:p>
          <a:p>
            <a:pPr marL="0" marR="0" lvl="0" indent="576000" algn="l" defTabSz="914400" rtl="0" eaLnBrk="1" fontAlgn="base" latinLnBrk="0" hangingPunct="1">
              <a:lnSpc>
                <a:spcPts val="3800"/>
              </a:lnSpc>
              <a:spcBef>
                <a:spcPct val="0"/>
              </a:spcBef>
              <a:spcAft>
                <a:spcPct val="0"/>
              </a:spcAft>
              <a:buClr>
                <a:srgbClr val="0563C1"/>
              </a:buClr>
              <a:buSzPct val="65000"/>
              <a:buFont typeface="Wingdings" panose="05000000000000000000" pitchFamily="2" charset="2"/>
              <a:buNone/>
              <a:defRPr/>
            </a:pP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 </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物体运动状态发生改变时，一定受到力的作用</a:t>
            </a:r>
          </a:p>
          <a:p>
            <a:pPr marL="0" marR="0" lvl="0" indent="576000" algn="l" defTabSz="914400" rtl="0" eaLnBrk="1" fontAlgn="base" latinLnBrk="0" hangingPunct="1">
              <a:lnSpc>
                <a:spcPts val="3800"/>
              </a:lnSpc>
              <a:spcBef>
                <a:spcPct val="0"/>
              </a:spcBef>
              <a:spcAft>
                <a:spcPct val="0"/>
              </a:spcAft>
              <a:buClr>
                <a:srgbClr val="0563C1"/>
              </a:buClr>
              <a:buSzPct val="65000"/>
              <a:buFont typeface="Wingdings" panose="05000000000000000000" pitchFamily="2" charset="2"/>
              <a:buNone/>
              <a:defRPr/>
            </a:pP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 </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物体受到力的作用时，运动状态一定会发生改变</a:t>
            </a:r>
          </a:p>
        </p:txBody>
      </p:sp>
      <p:sp>
        <p:nvSpPr>
          <p:cNvPr id="4" name="文本框 71684">
            <a:extLst>
              <a:ext uri="{FF2B5EF4-FFF2-40B4-BE49-F238E27FC236}">
                <a16:creationId xmlns:a16="http://schemas.microsoft.com/office/drawing/2014/main" id="{8797E8FB-7BB9-2BC7-142E-FEC0D5CDED9E}"/>
              </a:ext>
            </a:extLst>
          </p:cNvPr>
          <p:cNvSpPr/>
          <p:nvPr>
            <p:custDataLst>
              <p:tags r:id="rId2"/>
            </p:custDataLst>
          </p:nvPr>
        </p:nvSpPr>
        <p:spPr>
          <a:xfrm>
            <a:off x="397192" y="1219361"/>
            <a:ext cx="1082348" cy="443391"/>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marL="0" marR="0" lvl="0" indent="457200" algn="l" defTabSz="914400" rtl="0" eaLnBrk="1" fontAlgn="base" latinLnBrk="0" hangingPunct="1">
              <a:lnSpc>
                <a:spcPts val="29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  </a:t>
            </a:r>
          </a:p>
        </p:txBody>
      </p:sp>
      <p:pic>
        <p:nvPicPr>
          <p:cNvPr id="3" name="图片 2">
            <a:extLst>
              <a:ext uri="{FF2B5EF4-FFF2-40B4-BE49-F238E27FC236}">
                <a16:creationId xmlns:a16="http://schemas.microsoft.com/office/drawing/2014/main" id="{5DEFA35C-009B-8CF5-39D6-76C554A41073}"/>
              </a:ext>
            </a:extLst>
          </p:cNvPr>
          <p:cNvPicPr>
            <a:picLocks noChangeAspect="1"/>
          </p:cNvPicPr>
          <p:nvPr>
            <p:custDataLst>
              <p:tags r:id="rId3"/>
            </p:custDataLst>
          </p:nvPr>
        </p:nvPicPr>
        <p:blipFill>
          <a:blip r:embed="rId6"/>
          <a:srcRect t="8837" r="14175" b="24249"/>
          <a:stretch>
            <a:fillRect/>
          </a:stretch>
        </p:blipFill>
        <p:spPr>
          <a:xfrm>
            <a:off x="435879" y="57836"/>
            <a:ext cx="1281918" cy="358987"/>
          </a:xfrm>
          <a:prstGeom prst="rect">
            <a:avLst/>
          </a:prstGeom>
        </p:spPr>
      </p:pic>
      <p:sp>
        <p:nvSpPr>
          <p:cNvPr id="5" name="文本框 4">
            <a:extLst>
              <a:ext uri="{FF2B5EF4-FFF2-40B4-BE49-F238E27FC236}">
                <a16:creationId xmlns:a16="http://schemas.microsoft.com/office/drawing/2014/main" id="{C2E62772-F925-BB38-673D-381EB6FA8B0E}"/>
              </a:ext>
            </a:extLst>
          </p:cNvPr>
          <p:cNvSpPr txBox="1"/>
          <p:nvPr>
            <p:custDataLst>
              <p:tags r:id="rId4"/>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2365033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435">
                                          <p:stCondLst>
                                            <p:cond delay="0"/>
                                          </p:stCondLst>
                                        </p:cTn>
                                        <p:tgtEl>
                                          <p:spTgt spid="4"/>
                                        </p:tgtEl>
                                      </p:cBhvr>
                                    </p:animEffect>
                                    <p:anim calcmode="lin" valueType="num">
                                      <p:cBhvr>
                                        <p:cTn id="8" dur="1367"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4"/>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4"/>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4"/>
                                        </p:tgtEl>
                                        <p:attrNameLst>
                                          <p:attrName>ppt_y</p:attrName>
                                        </p:attrNameLst>
                                      </p:cBhvr>
                                      <p:tavLst>
                                        <p:tav tm="0" fmla="#ppt_y-sin(pi*$)/81">
                                          <p:val>
                                            <p:fltVal val="0"/>
                                          </p:val>
                                        </p:tav>
                                        <p:tav tm="100000">
                                          <p:val>
                                            <p:fltVal val="1"/>
                                          </p:val>
                                        </p:tav>
                                      </p:tavLst>
                                    </p:anim>
                                    <p:animScale>
                                      <p:cBhvr>
                                        <p:cTn id="13" dur="20">
                                          <p:stCondLst>
                                            <p:cond delay="487"/>
                                          </p:stCondLst>
                                        </p:cTn>
                                        <p:tgtEl>
                                          <p:spTgt spid="4"/>
                                        </p:tgtEl>
                                      </p:cBhvr>
                                      <p:to x="100000" y="60000"/>
                                    </p:animScale>
                                    <p:animScale>
                                      <p:cBhvr>
                                        <p:cTn id="14" dur="124" decel="50000">
                                          <p:stCondLst>
                                            <p:cond delay="507"/>
                                          </p:stCondLst>
                                        </p:cTn>
                                        <p:tgtEl>
                                          <p:spTgt spid="4"/>
                                        </p:tgtEl>
                                      </p:cBhvr>
                                      <p:to x="100000" y="100000"/>
                                    </p:animScale>
                                    <p:animScale>
                                      <p:cBhvr>
                                        <p:cTn id="15" dur="20">
                                          <p:stCondLst>
                                            <p:cond delay="984"/>
                                          </p:stCondLst>
                                        </p:cTn>
                                        <p:tgtEl>
                                          <p:spTgt spid="4"/>
                                        </p:tgtEl>
                                      </p:cBhvr>
                                      <p:to x="100000" y="80000"/>
                                    </p:animScale>
                                    <p:animScale>
                                      <p:cBhvr>
                                        <p:cTn id="16" dur="124" decel="50000">
                                          <p:stCondLst>
                                            <p:cond delay="1004"/>
                                          </p:stCondLst>
                                        </p:cTn>
                                        <p:tgtEl>
                                          <p:spTgt spid="4"/>
                                        </p:tgtEl>
                                      </p:cBhvr>
                                      <p:to x="100000" y="100000"/>
                                    </p:animScale>
                                    <p:animScale>
                                      <p:cBhvr>
                                        <p:cTn id="17" dur="20">
                                          <p:stCondLst>
                                            <p:cond delay="1231"/>
                                          </p:stCondLst>
                                        </p:cTn>
                                        <p:tgtEl>
                                          <p:spTgt spid="4"/>
                                        </p:tgtEl>
                                      </p:cBhvr>
                                      <p:to x="100000" y="90000"/>
                                    </p:animScale>
                                    <p:animScale>
                                      <p:cBhvr>
                                        <p:cTn id="18" dur="124" decel="50000">
                                          <p:stCondLst>
                                            <p:cond delay="1251"/>
                                          </p:stCondLst>
                                        </p:cTn>
                                        <p:tgtEl>
                                          <p:spTgt spid="4"/>
                                        </p:tgtEl>
                                      </p:cBhvr>
                                      <p:to x="100000" y="100000"/>
                                    </p:animScale>
                                    <p:animScale>
                                      <p:cBhvr>
                                        <p:cTn id="19" dur="20">
                                          <p:stCondLst>
                                            <p:cond delay="1356"/>
                                          </p:stCondLst>
                                        </p:cTn>
                                        <p:tgtEl>
                                          <p:spTgt spid="4"/>
                                        </p:tgtEl>
                                      </p:cBhvr>
                                      <p:to x="100000" y="95000"/>
                                    </p:animScale>
                                    <p:animScale>
                                      <p:cBhvr>
                                        <p:cTn id="20" dur="124" decel="50000">
                                          <p:stCondLst>
                                            <p:cond delay="1376"/>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20F63954-7B95-9517-8EB2-FC91CE4EFC6E}"/>
              </a:ext>
            </a:extLst>
          </p:cNvPr>
          <p:cNvSpPr txBox="1"/>
          <p:nvPr>
            <p:custDataLst>
              <p:tags r:id="rId1"/>
            </p:custDataLst>
          </p:nvPr>
        </p:nvSpPr>
        <p:spPr>
          <a:xfrm>
            <a:off x="550570" y="538541"/>
            <a:ext cx="5293137" cy="2445157"/>
          </a:xfrm>
          <a:prstGeom prst="rect">
            <a:avLst/>
          </a:prstGeom>
          <a:noFill/>
        </p:spPr>
        <p:txBody>
          <a:bodyPr wrap="square">
            <a:spAutoFit/>
          </a:bodyPr>
          <a:lstStyle/>
          <a:p>
            <a:pPr marL="0" marR="0" lvl="0" indent="324000" algn="l" defTabSz="685160" rtl="0" eaLnBrk="1" fontAlgn="auto" latinLnBrk="0" hangingPunct="1">
              <a:lnSpc>
                <a:spcPts val="3100"/>
              </a:lnSpc>
              <a:spcBef>
                <a:spcPct val="0"/>
              </a:spcBef>
              <a:spcAft>
                <a:spcPct val="0"/>
              </a:spcAft>
              <a:buClrTx/>
              <a:buSzTx/>
              <a:buFontTx/>
              <a:buNone/>
              <a:defRPr/>
            </a:pPr>
            <a:r>
              <a:rPr kumimoji="0" lang="en-US" altLang="zh-CN" sz="22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2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22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如图所示，不计空气阻力，将排球竖直向上击出后，其运动速度越来越小，原因是排球受到的重力方向与运动方向</a:t>
            </a: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________</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。而将排球向斜上方击出后，其运动速度的大小和方向都会发生变化，原因是</a:t>
            </a: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_______________</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 name="文本框 4">
            <a:extLst>
              <a:ext uri="{FF2B5EF4-FFF2-40B4-BE49-F238E27FC236}">
                <a16:creationId xmlns:a16="http://schemas.microsoft.com/office/drawing/2014/main" id="{1E6A4594-E216-CC00-4FE2-C6257C65F2C5}"/>
              </a:ext>
            </a:extLst>
          </p:cNvPr>
          <p:cNvSpPr txBox="1"/>
          <p:nvPr>
            <p:custDataLst>
              <p:tags r:id="rId2"/>
            </p:custDataLst>
          </p:nvPr>
        </p:nvSpPr>
        <p:spPr>
          <a:xfrm>
            <a:off x="1253207" y="2543201"/>
            <a:ext cx="6332926"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000" b="0" i="0" u="none" strike="noStrike" kern="100" cap="none" spc="0" normalizeH="0" baseline="0" noProof="0">
                <a:ln>
                  <a:noFill/>
                </a:ln>
                <a:solidFill>
                  <a:srgbClr val="FF0000"/>
                </a:solidFill>
                <a:effectLst/>
                <a:uLnTx/>
                <a:uFillTx/>
                <a:latin typeface="Times New Roman"/>
                <a:ea typeface="微软雅黑"/>
                <a:cs typeface="+mn-cs"/>
              </a:rPr>
              <a:t>   </a:t>
            </a:r>
            <a:r>
              <a:rPr kumimoji="0" lang="zh-CN" altLang="en-US" sz="2000" b="0" i="0" u="none" strike="noStrike" kern="100" cap="none" spc="0" normalizeH="0" baseline="0" noProof="0">
                <a:ln>
                  <a:noFill/>
                </a:ln>
                <a:solidFill>
                  <a:srgbClr val="FF0000"/>
                </a:solidFill>
                <a:effectLst/>
                <a:uLnTx/>
                <a:uFillTx/>
                <a:latin typeface="Times New Roman"/>
                <a:ea typeface="微软雅黑"/>
                <a:cs typeface="+mn-cs"/>
              </a:rPr>
              <a:t>排球运动方向与所受到的重力方向不在一条直线上</a:t>
            </a:r>
          </a:p>
        </p:txBody>
      </p:sp>
      <p:grpSp>
        <p:nvGrpSpPr>
          <p:cNvPr id="13" name="组合 12">
            <a:extLst>
              <a:ext uri="{FF2B5EF4-FFF2-40B4-BE49-F238E27FC236}">
                <a16:creationId xmlns:a16="http://schemas.microsoft.com/office/drawing/2014/main" id="{A5467078-BA1B-F634-415F-2DC1648561FC}"/>
              </a:ext>
            </a:extLst>
          </p:cNvPr>
          <p:cNvGrpSpPr/>
          <p:nvPr>
            <p:custDataLst>
              <p:tags r:id="rId3"/>
            </p:custDataLst>
          </p:nvPr>
        </p:nvGrpSpPr>
        <p:grpSpPr>
          <a:xfrm>
            <a:off x="108372" y="3037271"/>
            <a:ext cx="8962298" cy="1986848"/>
            <a:chOff x="276531" y="3087763"/>
            <a:chExt cx="8794140" cy="1733734"/>
          </a:xfrm>
        </p:grpSpPr>
        <p:sp>
          <p:nvSpPr>
            <p:cNvPr id="15" name="矩形 37">
              <a:extLst>
                <a:ext uri="{FF2B5EF4-FFF2-40B4-BE49-F238E27FC236}">
                  <a16:creationId xmlns:a16="http://schemas.microsoft.com/office/drawing/2014/main" id="{FF26C50B-25B8-CD82-48B6-0AC70B4A8DE3}"/>
                </a:ext>
              </a:extLst>
            </p:cNvPr>
            <p:cNvSpPr>
              <a:spLocks noChangeArrowheads="1"/>
            </p:cNvSpPr>
            <p:nvPr>
              <p:custDataLst>
                <p:tags r:id="rId9"/>
              </p:custDataLst>
            </p:nvPr>
          </p:nvSpPr>
          <p:spPr bwMode="auto">
            <a:xfrm>
              <a:off x="276531" y="3087763"/>
              <a:ext cx="8794140" cy="1733734"/>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6" name="图片 15">
              <a:extLst>
                <a:ext uri="{FF2B5EF4-FFF2-40B4-BE49-F238E27FC236}">
                  <a16:creationId xmlns:a16="http://schemas.microsoft.com/office/drawing/2014/main" id="{94EB1A30-AF7D-BE60-97D0-EC8B85AE9ED2}"/>
                </a:ext>
              </a:extLst>
            </p:cNvPr>
            <p:cNvPicPr>
              <a:picLocks noChangeAspect="1"/>
            </p:cNvPicPr>
            <p:nvPr>
              <p:custDataLst>
                <p:tags r:id="rId10"/>
              </p:custDataLst>
            </p:nvPr>
          </p:nvPicPr>
          <p:blipFill>
            <a:blip r:embed="rId12"/>
            <a:srcRect l="16093" t="19040" r="16095" b="25092"/>
            <a:stretch>
              <a:fillRect/>
            </a:stretch>
          </p:blipFill>
          <p:spPr>
            <a:xfrm>
              <a:off x="290009" y="3114783"/>
              <a:ext cx="840847" cy="379396"/>
            </a:xfrm>
            <a:prstGeom prst="rect">
              <a:avLst/>
            </a:prstGeom>
          </p:spPr>
        </p:pic>
      </p:grpSp>
      <p:sp>
        <p:nvSpPr>
          <p:cNvPr id="17" name="文本框 16">
            <a:extLst>
              <a:ext uri="{FF2B5EF4-FFF2-40B4-BE49-F238E27FC236}">
                <a16:creationId xmlns:a16="http://schemas.microsoft.com/office/drawing/2014/main" id="{1E50DEE2-2DCB-7817-3850-498D0008D22C}"/>
              </a:ext>
            </a:extLst>
          </p:cNvPr>
          <p:cNvSpPr txBox="1"/>
          <p:nvPr>
            <p:custDataLst>
              <p:tags r:id="rId4"/>
            </p:custDataLst>
          </p:nvPr>
        </p:nvSpPr>
        <p:spPr>
          <a:xfrm>
            <a:off x="762518" y="3151761"/>
            <a:ext cx="7846388" cy="1733936"/>
          </a:xfrm>
          <a:prstGeom prst="rect">
            <a:avLst/>
          </a:prstGeom>
          <a:noFill/>
        </p:spPr>
        <p:txBody>
          <a:bodyPr wrap="square">
            <a:spAutoFit/>
          </a:bodyPr>
          <a:lstStyle/>
          <a:p>
            <a:pPr marL="0" marR="0" lvl="0" indent="457200" algn="l" defTabSz="685160" rtl="0" eaLnBrk="1" fontAlgn="auto" latinLnBrk="0" hangingPunct="1">
              <a:lnSpc>
                <a:spcPts val="2600"/>
              </a:lnSpc>
              <a:spcBef>
                <a:spcPct val="0"/>
              </a:spcBef>
              <a:spcAft>
                <a:spcPct val="0"/>
              </a:spcAft>
              <a:buClrTx/>
              <a:buSzTx/>
              <a:buFontTx/>
              <a:buNone/>
              <a:defRPr/>
            </a:pPr>
            <a:r>
              <a:rPr kumimoji="0" lang="zh-CN" altLang="en-US" sz="19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 排球在上升的过程中，由于排球受到的重力方向与运动方向相反，排球受力不平衡，运动状态改变，排球的速度越来越小</a:t>
            </a:r>
            <a:r>
              <a:rPr kumimoji="0" lang="en-US" altLang="zh-CN" sz="19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a:t>
            </a:r>
          </a:p>
          <a:p>
            <a:pPr marL="0" marR="0" lvl="0" indent="457200" algn="l" defTabSz="685160" rtl="0" eaLnBrk="1" fontAlgn="auto" latinLnBrk="0" hangingPunct="1">
              <a:lnSpc>
                <a:spcPts val="2600"/>
              </a:lnSpc>
              <a:spcBef>
                <a:spcPct val="0"/>
              </a:spcBef>
              <a:spcAft>
                <a:spcPct val="0"/>
              </a:spcAft>
              <a:buClrTx/>
              <a:buSzTx/>
              <a:buFontTx/>
              <a:buNone/>
              <a:defRPr/>
            </a:pPr>
            <a:r>
              <a:rPr kumimoji="0" lang="zh-CN" altLang="en-US" sz="19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向斜上方抛出的排球，受到的重力方向是竖直向下的，重力的方向与速度的方向不在同一条直线上，其运动速度的大小和方向都会发生变化，排球做曲线运动。</a:t>
            </a:r>
            <a:endParaRPr kumimoji="0" lang="en-US" altLang="zh-CN" sz="19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endParaRPr>
          </a:p>
        </p:txBody>
      </p:sp>
      <p:pic>
        <p:nvPicPr>
          <p:cNvPr id="6" name="图片 5">
            <a:extLst>
              <a:ext uri="{FF2B5EF4-FFF2-40B4-BE49-F238E27FC236}">
                <a16:creationId xmlns:a16="http://schemas.microsoft.com/office/drawing/2014/main" id="{B7CFEA45-7FA2-20C1-F776-532CBEBDB8FE}"/>
              </a:ext>
            </a:extLst>
          </p:cNvPr>
          <p:cNvPicPr>
            <a:picLocks noChangeAspect="1"/>
          </p:cNvPicPr>
          <p:nvPr>
            <p:custDataLst>
              <p:tags r:id="rId5"/>
            </p:custDataLst>
          </p:nvPr>
        </p:nvPicPr>
        <p:blipFill>
          <a:blip r:embed="rId13">
            <a:extLst>
              <a:ext uri="{BEBA8EAE-BF5A-486C-A8C5-ECC9F3942E4B}">
                <a14:imgProps xmlns:a14="http://schemas.microsoft.com/office/drawing/2010/main">
                  <a14:imgLayer r:embed="rId14">
                    <a14:imgEffect>
                      <a14:sharpenSoften amount="25000"/>
                    </a14:imgEffect>
                    <a14:imgEffect>
                      <a14:saturation sat="400000"/>
                    </a14:imgEffect>
                  </a14:imgLayer>
                </a14:imgProps>
              </a:ext>
            </a:extLst>
          </a:blip>
          <a:stretch>
            <a:fillRect/>
          </a:stretch>
        </p:blipFill>
        <p:spPr>
          <a:xfrm>
            <a:off x="5734142" y="615962"/>
            <a:ext cx="3346994" cy="1536325"/>
          </a:xfrm>
          <a:prstGeom prst="rect">
            <a:avLst/>
          </a:prstGeom>
        </p:spPr>
      </p:pic>
      <p:sp>
        <p:nvSpPr>
          <p:cNvPr id="8" name="文本框 7">
            <a:extLst>
              <a:ext uri="{FF2B5EF4-FFF2-40B4-BE49-F238E27FC236}">
                <a16:creationId xmlns:a16="http://schemas.microsoft.com/office/drawing/2014/main" id="{21543B3F-8959-34F9-B9B0-6C50807037BD}"/>
              </a:ext>
            </a:extLst>
          </p:cNvPr>
          <p:cNvSpPr txBox="1"/>
          <p:nvPr>
            <p:custDataLst>
              <p:tags r:id="rId6"/>
            </p:custDataLst>
          </p:nvPr>
        </p:nvSpPr>
        <p:spPr>
          <a:xfrm>
            <a:off x="1327574" y="1769748"/>
            <a:ext cx="785706"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00" cap="none" spc="0" normalizeH="0" baseline="0" noProof="0">
                <a:ln>
                  <a:noFill/>
                </a:ln>
                <a:solidFill>
                  <a:srgbClr val="FF0000"/>
                </a:solidFill>
                <a:effectLst/>
                <a:uLnTx/>
                <a:uFillTx/>
                <a:latin typeface="Times New Roman"/>
                <a:ea typeface="微软雅黑"/>
                <a:cs typeface="+mn-cs"/>
              </a:rPr>
              <a:t>相反</a:t>
            </a:r>
          </a:p>
        </p:txBody>
      </p:sp>
      <p:pic>
        <p:nvPicPr>
          <p:cNvPr id="2" name="图片 1">
            <a:extLst>
              <a:ext uri="{FF2B5EF4-FFF2-40B4-BE49-F238E27FC236}">
                <a16:creationId xmlns:a16="http://schemas.microsoft.com/office/drawing/2014/main" id="{8B8025FD-08F2-DE3E-D841-AC823E759D81}"/>
              </a:ext>
            </a:extLst>
          </p:cNvPr>
          <p:cNvPicPr>
            <a:picLocks noChangeAspect="1"/>
          </p:cNvPicPr>
          <p:nvPr>
            <p:custDataLst>
              <p:tags r:id="rId7"/>
            </p:custDataLst>
          </p:nvPr>
        </p:nvPicPr>
        <p:blipFill>
          <a:blip r:embed="rId15"/>
          <a:srcRect t="8837" r="14175" b="24249"/>
          <a:stretch>
            <a:fillRect/>
          </a:stretch>
        </p:blipFill>
        <p:spPr>
          <a:xfrm>
            <a:off x="435879" y="57836"/>
            <a:ext cx="1281918" cy="358987"/>
          </a:xfrm>
          <a:prstGeom prst="rect">
            <a:avLst/>
          </a:prstGeom>
        </p:spPr>
      </p:pic>
      <p:sp>
        <p:nvSpPr>
          <p:cNvPr id="4" name="文本框 3">
            <a:extLst>
              <a:ext uri="{FF2B5EF4-FFF2-40B4-BE49-F238E27FC236}">
                <a16:creationId xmlns:a16="http://schemas.microsoft.com/office/drawing/2014/main" id="{B7342F95-7551-7A7E-B7FC-48323AB27F17}"/>
              </a:ext>
            </a:extLst>
          </p:cNvPr>
          <p:cNvSpPr txBox="1"/>
          <p:nvPr>
            <p:custDataLst>
              <p:tags r:id="rId8"/>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0436156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blinds(horizontal)">
                                      <p:cBhvr>
                                        <p:cTn id="12" dur="500"/>
                                        <p:tgtEl>
                                          <p:spTgt spid="17">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xEl>
                                              <p:pRg st="1" end="1"/>
                                            </p:txEl>
                                          </p:spTgt>
                                        </p:tgtEl>
                                        <p:attrNameLst>
                                          <p:attrName>style.visibility</p:attrName>
                                        </p:attrNameLst>
                                      </p:cBhvr>
                                      <p:to>
                                        <p:strVal val="visible"/>
                                      </p:to>
                                    </p:set>
                                    <p:animEffect transition="in" filter="blinds(horizontal)">
                                      <p:cBhvr>
                                        <p:cTn id="17" dur="500"/>
                                        <p:tgtEl>
                                          <p:spTgt spid="17">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39C0601-9508-171E-DD83-3ABF3A56FC5A}"/>
              </a:ext>
            </a:extLst>
          </p:cNvPr>
          <p:cNvGrpSpPr/>
          <p:nvPr>
            <p:custDataLst>
              <p:tags r:id="rId1"/>
            </p:custDataLst>
          </p:nvPr>
        </p:nvGrpSpPr>
        <p:grpSpPr>
          <a:xfrm>
            <a:off x="108372" y="3712073"/>
            <a:ext cx="8962298" cy="1345909"/>
            <a:chOff x="276531" y="3707185"/>
            <a:chExt cx="8794140" cy="1114312"/>
          </a:xfrm>
        </p:grpSpPr>
        <p:sp>
          <p:nvSpPr>
            <p:cNvPr id="3" name="矩形 37">
              <a:extLst>
                <a:ext uri="{FF2B5EF4-FFF2-40B4-BE49-F238E27FC236}">
                  <a16:creationId xmlns:a16="http://schemas.microsoft.com/office/drawing/2014/main" id="{F18F26A5-1BDC-B4E8-5E54-3E7DF2F8BA91}"/>
                </a:ext>
              </a:extLst>
            </p:cNvPr>
            <p:cNvSpPr>
              <a:spLocks noChangeArrowheads="1"/>
            </p:cNvSpPr>
            <p:nvPr>
              <p:custDataLst>
                <p:tags r:id="rId9"/>
              </p:custDataLst>
            </p:nvPr>
          </p:nvSpPr>
          <p:spPr bwMode="auto">
            <a:xfrm>
              <a:off x="276531" y="3707185"/>
              <a:ext cx="8794140" cy="111431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4" name="图片 3">
              <a:extLst>
                <a:ext uri="{FF2B5EF4-FFF2-40B4-BE49-F238E27FC236}">
                  <a16:creationId xmlns:a16="http://schemas.microsoft.com/office/drawing/2014/main" id="{03E27C28-3692-F4CF-01B7-7DF230B8AFF5}"/>
                </a:ext>
              </a:extLst>
            </p:cNvPr>
            <p:cNvPicPr>
              <a:picLocks noChangeAspect="1"/>
            </p:cNvPicPr>
            <p:nvPr>
              <p:custDataLst>
                <p:tags r:id="rId10"/>
              </p:custDataLst>
            </p:nvPr>
          </p:nvPicPr>
          <p:blipFill>
            <a:blip r:embed="rId12"/>
            <a:srcRect l="16093" t="19040" r="16095" b="25092"/>
            <a:stretch>
              <a:fillRect/>
            </a:stretch>
          </p:blipFill>
          <p:spPr>
            <a:xfrm>
              <a:off x="276531" y="3721732"/>
              <a:ext cx="840847" cy="379396"/>
            </a:xfrm>
            <a:prstGeom prst="rect">
              <a:avLst/>
            </a:prstGeom>
          </p:spPr>
        </p:pic>
      </p:grpSp>
      <p:sp>
        <p:nvSpPr>
          <p:cNvPr id="18" name="文本框 17">
            <a:extLst>
              <a:ext uri="{FF2B5EF4-FFF2-40B4-BE49-F238E27FC236}">
                <a16:creationId xmlns:a16="http://schemas.microsoft.com/office/drawing/2014/main" id="{358ABC6E-B02D-3B7D-5542-503C86177552}"/>
              </a:ext>
            </a:extLst>
          </p:cNvPr>
          <p:cNvSpPr txBox="1"/>
          <p:nvPr>
            <p:custDataLst>
              <p:tags r:id="rId2"/>
            </p:custDataLst>
          </p:nvPr>
        </p:nvSpPr>
        <p:spPr>
          <a:xfrm>
            <a:off x="333830" y="2235935"/>
            <a:ext cx="8315315" cy="1502719"/>
          </a:xfrm>
          <a:prstGeom prst="rect">
            <a:avLst/>
          </a:prstGeom>
          <a:noFill/>
        </p:spPr>
        <p:txBody>
          <a:bodyPr wrap="square">
            <a:spAutoFit/>
          </a:bodyPr>
          <a:lstStyle/>
          <a:p>
            <a:pPr marL="0" marR="0" lvl="0" indent="457200" algn="l" defTabSz="685160" rtl="0" eaLnBrk="1" fontAlgn="auto" latinLnBrk="0" hangingPunct="1">
              <a:lnSpc>
                <a:spcPts val="27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2060"/>
                </a:solidFill>
                <a:effectLst/>
                <a:uLnTx/>
                <a:uFillTx/>
                <a:latin typeface="Times New Roman"/>
                <a:ea typeface="微软雅黑"/>
                <a:cs typeface="+mn-cs"/>
              </a:rPr>
              <a:t>A</a:t>
            </a:r>
            <a:r>
              <a:rPr kumimoji="0" lang="zh-CN" altLang="en-US" sz="2000" b="0" i="0" u="none" strike="noStrike" kern="1200" cap="none" spc="0" normalizeH="0" baseline="0" noProof="0">
                <a:ln>
                  <a:noFill/>
                </a:ln>
                <a:solidFill>
                  <a:srgbClr val="002060"/>
                </a:solidFill>
                <a:effectLst/>
                <a:uLnTx/>
                <a:uFillTx/>
                <a:latin typeface="Times New Roman"/>
                <a:ea typeface="微软雅黑"/>
                <a:cs typeface="+mn-cs"/>
              </a:rPr>
              <a:t>．击球时，球拍对球的力只改变了球的运动状态	</a:t>
            </a:r>
          </a:p>
          <a:p>
            <a:pPr marL="0" marR="0" lvl="0" indent="457200" algn="l" defTabSz="685160" rtl="0" eaLnBrk="1" fontAlgn="auto" latinLnBrk="0" hangingPunct="1">
              <a:lnSpc>
                <a:spcPts val="27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2060"/>
                </a:solidFill>
                <a:effectLst/>
                <a:uLnTx/>
                <a:uFillTx/>
                <a:latin typeface="Times New Roman"/>
                <a:ea typeface="微软雅黑"/>
                <a:cs typeface="+mn-cs"/>
              </a:rPr>
              <a:t>B</a:t>
            </a:r>
            <a:r>
              <a:rPr kumimoji="0" lang="zh-CN" altLang="en-US" sz="2000" b="0" i="0" u="none" strike="noStrike" kern="1200" cap="none" spc="0" normalizeH="0" baseline="0" noProof="0">
                <a:ln>
                  <a:noFill/>
                </a:ln>
                <a:solidFill>
                  <a:srgbClr val="002060"/>
                </a:solidFill>
                <a:effectLst/>
                <a:uLnTx/>
                <a:uFillTx/>
                <a:latin typeface="Times New Roman"/>
                <a:ea typeface="微软雅黑"/>
                <a:cs typeface="+mn-cs"/>
              </a:rPr>
              <a:t>．击球时，球拍对球的力只改变了球的形状	</a:t>
            </a:r>
          </a:p>
          <a:p>
            <a:pPr marL="0" marR="0" lvl="0" indent="457200" algn="l" defTabSz="685160" rtl="0" eaLnBrk="1" fontAlgn="auto" latinLnBrk="0" hangingPunct="1">
              <a:lnSpc>
                <a:spcPts val="27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2060"/>
                </a:solidFill>
                <a:effectLst/>
                <a:uLnTx/>
                <a:uFillTx/>
                <a:latin typeface="Times New Roman"/>
                <a:ea typeface="微软雅黑"/>
                <a:cs typeface="+mn-cs"/>
              </a:rPr>
              <a:t>C</a:t>
            </a:r>
            <a:r>
              <a:rPr kumimoji="0" lang="zh-CN" altLang="en-US" sz="2000" b="0" i="0" u="none" strike="noStrike" kern="1200" cap="none" spc="0" normalizeH="0" baseline="0" noProof="0">
                <a:ln>
                  <a:noFill/>
                </a:ln>
                <a:solidFill>
                  <a:srgbClr val="002060"/>
                </a:solidFill>
                <a:effectLst/>
                <a:uLnTx/>
                <a:uFillTx/>
                <a:latin typeface="Times New Roman"/>
                <a:ea typeface="微软雅黑"/>
                <a:cs typeface="+mn-cs"/>
              </a:rPr>
              <a:t>．击球时，球拍对球的力同时改变了球的形状和球的运动状态</a:t>
            </a:r>
          </a:p>
          <a:p>
            <a:pPr marL="0" marR="0" lvl="0" indent="457200" algn="l" defTabSz="685160" rtl="0" eaLnBrk="1" fontAlgn="auto" latinLnBrk="0" hangingPunct="1">
              <a:lnSpc>
                <a:spcPts val="27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2060"/>
                </a:solidFill>
                <a:effectLst/>
                <a:uLnTx/>
                <a:uFillTx/>
                <a:latin typeface="Times New Roman"/>
                <a:ea typeface="微软雅黑"/>
                <a:cs typeface="+mn-cs"/>
              </a:rPr>
              <a:t>D</a:t>
            </a:r>
            <a:r>
              <a:rPr kumimoji="0" lang="zh-CN" altLang="en-US" sz="2000" b="0" i="0" u="none" strike="noStrike" kern="1200" cap="none" spc="0" normalizeH="0" baseline="0" noProof="0">
                <a:ln>
                  <a:noFill/>
                </a:ln>
                <a:solidFill>
                  <a:srgbClr val="002060"/>
                </a:solidFill>
                <a:effectLst/>
                <a:uLnTx/>
                <a:uFillTx/>
                <a:latin typeface="Times New Roman"/>
                <a:ea typeface="微软雅黑"/>
                <a:cs typeface="+mn-cs"/>
              </a:rPr>
              <a:t>．击球时，球拍对球有力的作用，球对球拍没有力的作用</a:t>
            </a:r>
          </a:p>
        </p:txBody>
      </p:sp>
      <p:sp>
        <p:nvSpPr>
          <p:cNvPr id="10" name="文本框 9">
            <a:extLst>
              <a:ext uri="{FF2B5EF4-FFF2-40B4-BE49-F238E27FC236}">
                <a16:creationId xmlns:a16="http://schemas.microsoft.com/office/drawing/2014/main" id="{B5A6F1DF-5F79-3AF3-B2F7-61E506D68C53}"/>
              </a:ext>
            </a:extLst>
          </p:cNvPr>
          <p:cNvSpPr txBox="1"/>
          <p:nvPr>
            <p:custDataLst>
              <p:tags r:id="rId3"/>
            </p:custDataLst>
          </p:nvPr>
        </p:nvSpPr>
        <p:spPr>
          <a:xfrm>
            <a:off x="494855" y="520673"/>
            <a:ext cx="8222424" cy="1861985"/>
          </a:xfrm>
          <a:prstGeom prst="rect">
            <a:avLst/>
          </a:prstGeom>
          <a:noFill/>
        </p:spPr>
        <p:txBody>
          <a:bodyPr wrap="square">
            <a:spAutoFit/>
          </a:bodyPr>
          <a:lstStyle/>
          <a:p>
            <a:pPr marL="0" marR="0" lvl="0" indent="576000" algn="l" defTabSz="685160" rtl="0" eaLnBrk="1" fontAlgn="auto" latinLnBrk="0" hangingPunct="1">
              <a:lnSpc>
                <a:spcPts val="2700"/>
              </a:lnSpc>
              <a:spcBef>
                <a:spcPct val="0"/>
              </a:spcBef>
              <a:spcAft>
                <a:spcPct val="0"/>
              </a:spcAft>
              <a:buClrTx/>
              <a:buSzTx/>
              <a:buFontTx/>
              <a:buNone/>
              <a:tabLst>
                <a:tab pos="5600700" algn="l"/>
                <a:tab pos="9734550" algn="l"/>
              </a:tabLst>
              <a:defRPr/>
            </a:pPr>
            <a:r>
              <a:rPr kumimoji="0" lang="en-US" altLang="zh-CN" sz="2000" b="1" i="0" u="none" strike="noStrike" kern="1200" cap="none" spc="0" normalizeH="0" baseline="0" noProof="0">
                <a:ln>
                  <a:noFill/>
                </a:ln>
                <a:solidFill>
                  <a:srgbClr val="002060"/>
                </a:solidFill>
                <a:effectLst/>
                <a:uLnTx/>
                <a:uFillTx/>
                <a:latin typeface="Times New Roman"/>
                <a:ea typeface="微软雅黑"/>
                <a:cs typeface="Times New Roman" panose="02020603050405020304" pitchFamily="18" charset="0"/>
              </a:rPr>
              <a:t>【</a:t>
            </a:r>
            <a:r>
              <a:rPr kumimoji="0" lang="zh-CN" altLang="en-US" sz="2000" b="1" i="0" u="none" strike="noStrike" kern="1200" cap="none" spc="0" normalizeH="0" baseline="0" noProof="0">
                <a:ln>
                  <a:noFill/>
                </a:ln>
                <a:solidFill>
                  <a:srgbClr val="002060"/>
                </a:solidFill>
                <a:effectLst/>
                <a:uLnTx/>
                <a:uFillTx/>
                <a:latin typeface="Times New Roman"/>
                <a:ea typeface="微软雅黑"/>
                <a:cs typeface="Times New Roman" panose="02020603050405020304" pitchFamily="18" charset="0"/>
              </a:rPr>
              <a:t>例题</a:t>
            </a:r>
            <a:r>
              <a:rPr kumimoji="0" lang="en-US" altLang="zh-CN" sz="2000" b="1" i="0" u="none" strike="noStrike" kern="1200" cap="none" spc="0" normalizeH="0" baseline="0" noProof="0">
                <a:ln>
                  <a:noFill/>
                </a:ln>
                <a:solidFill>
                  <a:srgbClr val="002060"/>
                </a:solidFill>
                <a:effectLst/>
                <a:uLnTx/>
                <a:uFillTx/>
                <a:latin typeface="Times New Roman"/>
                <a:ea typeface="微软雅黑"/>
                <a:cs typeface="Times New Roman" panose="02020603050405020304" pitchFamily="18" charset="0"/>
              </a:rPr>
              <a:t>3】</a:t>
            </a:r>
            <a:r>
              <a:rPr kumimoji="0" lang="zh-CN" altLang="en-US" sz="2000" b="0" i="0" u="none" strike="noStrike" kern="100" cap="none" spc="0" normalizeH="0" baseline="0" noProof="0">
                <a:ln>
                  <a:noFill/>
                </a:ln>
                <a:solidFill>
                  <a:srgbClr val="002060"/>
                </a:solidFill>
                <a:effectLst/>
                <a:uLnTx/>
                <a:uFillTx/>
                <a:latin typeface="微软雅黑" panose="020B0503020204020204" pitchFamily="34" charset="-122"/>
                <a:ea typeface="微软雅黑"/>
                <a:cs typeface="Times New Roman" panose="02020603050405020304" charset="0"/>
              </a:rPr>
              <a:t>物理知识在生产生活中的应用极大地激发了同学们学习物理的兴趣，同学们课后开始联想一些生活中与物理相关的情景。乒乓球是我国的国球，在世界级比赛中，我国运动员基本包揽所有乒乓球项目的金牌，为国争光，扬我国威。关于乒乓球比赛时的情景，下列说法正确的是（　　）</a:t>
            </a:r>
            <a:endParaRPr kumimoji="0" lang="en-US" altLang="zh-CN" sz="2000" b="0" i="0" u="none" strike="noStrike" kern="100" cap="none" spc="0" normalizeH="0" baseline="0" noProof="0">
              <a:ln>
                <a:noFill/>
              </a:ln>
              <a:solidFill>
                <a:srgbClr val="002060"/>
              </a:solidFill>
              <a:effectLst/>
              <a:uLnTx/>
              <a:uFillTx/>
              <a:latin typeface="微软雅黑" panose="020B0503020204020204" pitchFamily="34" charset="-122"/>
              <a:ea typeface="微软雅黑"/>
              <a:cs typeface="Times New Roman" panose="02020603050405020304" charset="0"/>
            </a:endParaRPr>
          </a:p>
        </p:txBody>
      </p:sp>
      <p:pic>
        <p:nvPicPr>
          <p:cNvPr id="20" name="图片 19">
            <a:extLst>
              <a:ext uri="{FF2B5EF4-FFF2-40B4-BE49-F238E27FC236}">
                <a16:creationId xmlns:a16="http://schemas.microsoft.com/office/drawing/2014/main" id="{3DB1F467-0FA3-66D4-CA08-89C9EFBEF689}"/>
              </a:ext>
            </a:extLst>
          </p:cNvPr>
          <p:cNvPicPr>
            <a:picLocks noChangeAspect="1"/>
          </p:cNvPicPr>
          <p:nvPr>
            <p:custDataLst>
              <p:tags r:id="rId4"/>
            </p:custDataLst>
          </p:nvPr>
        </p:nvPicPr>
        <p:blipFill>
          <a:blip r:embed="rId13"/>
          <a:stretch>
            <a:fillRect/>
          </a:stretch>
        </p:blipFill>
        <p:spPr>
          <a:xfrm>
            <a:off x="7188652" y="1944433"/>
            <a:ext cx="1621518" cy="1083245"/>
          </a:xfrm>
          <a:prstGeom prst="rect">
            <a:avLst/>
          </a:prstGeom>
        </p:spPr>
      </p:pic>
      <p:sp>
        <p:nvSpPr>
          <p:cNvPr id="24" name="文本框 23">
            <a:extLst>
              <a:ext uri="{FF2B5EF4-FFF2-40B4-BE49-F238E27FC236}">
                <a16:creationId xmlns:a16="http://schemas.microsoft.com/office/drawing/2014/main" id="{E635CF7F-7A9F-BA18-5232-D56ED151ABE7}"/>
              </a:ext>
            </a:extLst>
          </p:cNvPr>
          <p:cNvSpPr txBox="1"/>
          <p:nvPr>
            <p:custDataLst>
              <p:tags r:id="rId5"/>
            </p:custDataLst>
          </p:nvPr>
        </p:nvSpPr>
        <p:spPr>
          <a:xfrm>
            <a:off x="965297" y="3816797"/>
            <a:ext cx="7683847" cy="1070101"/>
          </a:xfrm>
          <a:prstGeom prst="rect">
            <a:avLst/>
          </a:prstGeom>
          <a:noFill/>
        </p:spPr>
        <p:txBody>
          <a:bodyPr wrap="square">
            <a:spAutoFit/>
          </a:bodyPr>
          <a:lstStyle/>
          <a:p>
            <a:pPr marL="0" marR="0" lvl="0" indent="0" algn="l" defTabSz="685160" rtl="0" eaLnBrk="1" fontAlgn="auto" latinLnBrk="0" hangingPunct="1">
              <a:lnSpc>
                <a:spcPts val="2600"/>
              </a:lnSpc>
              <a:spcBef>
                <a:spcPct val="0"/>
              </a:spcBef>
              <a:spcAft>
                <a:spcPct val="0"/>
              </a:spcAft>
              <a:buClrTx/>
              <a:buSzTx/>
              <a:buFontTx/>
              <a:buNone/>
              <a:defRPr/>
            </a:pPr>
            <a:r>
              <a:rPr kumimoji="0" lang="en-US" altLang="zh-CN" sz="2000" b="0" i="0" u="none" strike="noStrike" kern="1200" cap="none" spc="0" normalizeH="0" baseline="0" noProof="0">
                <a:ln>
                  <a:noFill/>
                </a:ln>
                <a:solidFill>
                  <a:prstClr val="white"/>
                </a:solidFill>
                <a:effectLst/>
                <a:uLnTx/>
                <a:uFillTx/>
                <a:latin typeface="Times New Roman"/>
                <a:ea typeface="微软雅黑"/>
              </a:rPr>
              <a:t>    </a:t>
            </a:r>
            <a:r>
              <a:rPr kumimoji="0" lang="zh-CN" altLang="en-US" sz="2000" b="0" i="0" u="none" strike="noStrike" kern="1200" cap="none" spc="0" normalizeH="0" baseline="0" noProof="0">
                <a:ln>
                  <a:noFill/>
                </a:ln>
                <a:solidFill>
                  <a:prstClr val="white"/>
                </a:solidFill>
                <a:effectLst/>
                <a:uLnTx/>
                <a:uFillTx/>
                <a:latin typeface="Times New Roman"/>
                <a:ea typeface="微软雅黑"/>
              </a:rPr>
              <a:t>击球时，球拍对球的力既改变了球的运动状态，也改变了球的形状；物体间力的作用时相互的，击球时，球拍对球有力的作用，球对球拍也有力的作用。故</a:t>
            </a:r>
            <a:r>
              <a:rPr kumimoji="0" lang="en-US" altLang="zh-CN" sz="2000" b="0" i="0" u="none" strike="noStrike" kern="1200" cap="none" spc="0" normalizeH="0" baseline="0" noProof="0">
                <a:ln>
                  <a:noFill/>
                </a:ln>
                <a:solidFill>
                  <a:prstClr val="white"/>
                </a:solidFill>
                <a:effectLst/>
                <a:uLnTx/>
                <a:uFillTx/>
                <a:latin typeface="Times New Roman"/>
                <a:ea typeface="微软雅黑"/>
              </a:rPr>
              <a:t>ABD</a:t>
            </a:r>
            <a:r>
              <a:rPr kumimoji="0" lang="zh-CN" altLang="en-US" sz="2000" b="0" i="0" u="none" strike="noStrike" kern="1200" cap="none" spc="0" normalizeH="0" baseline="0" noProof="0">
                <a:ln>
                  <a:noFill/>
                </a:ln>
                <a:solidFill>
                  <a:prstClr val="white"/>
                </a:solidFill>
                <a:effectLst/>
                <a:uLnTx/>
                <a:uFillTx/>
                <a:latin typeface="Times New Roman"/>
                <a:ea typeface="微软雅黑"/>
              </a:rPr>
              <a:t>错误，</a:t>
            </a:r>
            <a:r>
              <a:rPr lang="zh-CN" altLang="en-US" sz="2000" b="1">
                <a:solidFill>
                  <a:srgbClr val="FFFF00"/>
                </a:solidFill>
                <a:latin typeface="Times New Roman"/>
                <a:ea typeface="微软雅黑"/>
              </a:rPr>
              <a:t>所以</a:t>
            </a:r>
            <a:r>
              <a:rPr kumimoji="0" lang="en-US" altLang="zh-CN" sz="2000" b="1" i="0" u="none" strike="noStrike" kern="1200" cap="none" spc="0" normalizeH="0" baseline="0" noProof="0">
                <a:ln>
                  <a:noFill/>
                </a:ln>
                <a:solidFill>
                  <a:srgbClr val="FFFF00"/>
                </a:solidFill>
                <a:effectLst/>
                <a:uLnTx/>
                <a:uFillTx/>
                <a:latin typeface="Times New Roman"/>
                <a:ea typeface="微软雅黑"/>
              </a:rPr>
              <a:t>C</a:t>
            </a:r>
            <a:r>
              <a:rPr kumimoji="0" lang="zh-CN" altLang="en-US" sz="2000" b="1" i="0" u="none" strike="noStrike" kern="1200" cap="none" spc="0" normalizeH="0" baseline="0" noProof="0">
                <a:ln>
                  <a:noFill/>
                </a:ln>
                <a:solidFill>
                  <a:srgbClr val="FFFF00"/>
                </a:solidFill>
                <a:effectLst/>
                <a:uLnTx/>
                <a:uFillTx/>
                <a:latin typeface="Times New Roman"/>
                <a:ea typeface="微软雅黑"/>
              </a:rPr>
              <a:t>正确。</a:t>
            </a:r>
            <a:r>
              <a:rPr kumimoji="0" lang="zh-CN" altLang="en-US" sz="2000" b="0" i="0" u="none" strike="noStrike" kern="1200" cap="none" spc="0" normalizeH="0" baseline="0" noProof="0">
                <a:ln>
                  <a:noFill/>
                </a:ln>
                <a:solidFill>
                  <a:prstClr val="white"/>
                </a:solidFill>
                <a:effectLst/>
                <a:uLnTx/>
                <a:uFillTx/>
                <a:latin typeface="Times New Roman"/>
                <a:ea typeface="微软雅黑"/>
              </a:rPr>
              <a:t>	</a:t>
            </a:r>
          </a:p>
        </p:txBody>
      </p:sp>
      <p:sp>
        <p:nvSpPr>
          <p:cNvPr id="26" name="文本框 25">
            <a:extLst>
              <a:ext uri="{FF2B5EF4-FFF2-40B4-BE49-F238E27FC236}">
                <a16:creationId xmlns:a16="http://schemas.microsoft.com/office/drawing/2014/main" id="{C366D3E3-7EB6-B6CB-471B-65BF5CD30801}"/>
              </a:ext>
            </a:extLst>
          </p:cNvPr>
          <p:cNvSpPr txBox="1"/>
          <p:nvPr>
            <p:custDataLst>
              <p:tags r:id="rId6"/>
            </p:custDataLst>
          </p:nvPr>
        </p:nvSpPr>
        <p:spPr>
          <a:xfrm>
            <a:off x="1901614" y="1908624"/>
            <a:ext cx="949960" cy="415498"/>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100" b="1" i="0" u="none" strike="noStrike" kern="1200" cap="none" spc="0" normalizeH="0" baseline="0" noProof="0">
                <a:ln>
                  <a:noFill/>
                </a:ln>
                <a:solidFill>
                  <a:srgbClr val="FF0000"/>
                </a:solidFill>
                <a:effectLst/>
                <a:uLnTx/>
                <a:uFillTx/>
                <a:latin typeface="Times New Roman"/>
                <a:ea typeface="微软雅黑"/>
                <a:cs typeface="+mn-cs"/>
              </a:rPr>
              <a:t>C</a:t>
            </a:r>
            <a:endParaRPr kumimoji="0" lang="zh-CN" altLang="en-US" sz="1349" b="1" i="0" u="none" strike="noStrike" kern="1200" cap="none" spc="0" normalizeH="0" baseline="0" noProof="0">
              <a:ln>
                <a:noFill/>
              </a:ln>
              <a:solidFill>
                <a:srgbClr val="FF0000"/>
              </a:solidFill>
              <a:effectLst/>
              <a:uLnTx/>
              <a:uFillTx/>
              <a:latin typeface="Times New Roman"/>
              <a:ea typeface="微软雅黑"/>
              <a:cs typeface="+mn-cs"/>
            </a:endParaRPr>
          </a:p>
        </p:txBody>
      </p:sp>
      <p:sp>
        <p:nvSpPr>
          <p:cNvPr id="5" name="文本框 4">
            <a:extLst>
              <a:ext uri="{FF2B5EF4-FFF2-40B4-BE49-F238E27FC236}">
                <a16:creationId xmlns:a16="http://schemas.microsoft.com/office/drawing/2014/main" id="{5C471B74-6611-11D5-2551-F6B53FA4893E}"/>
              </a:ext>
            </a:extLst>
          </p:cNvPr>
          <p:cNvSpPr txBox="1"/>
          <p:nvPr>
            <p:custDataLst>
              <p:tags r:id="rId7"/>
            </p:custDataLst>
          </p:nvPr>
        </p:nvSpPr>
        <p:spPr>
          <a:xfrm>
            <a:off x="6001938" y="-47674"/>
            <a:ext cx="3079197" cy="499432"/>
          </a:xfrm>
          <a:prstGeom prst="rect">
            <a:avLst/>
          </a:prstGeom>
          <a:noFill/>
        </p:spPr>
        <p:txBody>
          <a:bodyPr wrap="square">
            <a:spAutoFit/>
          </a:bodyPr>
          <a:lstStyle/>
          <a:p>
            <a:pPr marL="0" marR="0" lvl="0" indent="0" algn="r" defTabSz="685160" rtl="0" eaLnBrk="1" fontAlgn="auto" latinLnBrk="0" hangingPunct="1">
              <a:lnSpc>
                <a:spcPts val="36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力与运动的关系</a:t>
            </a:r>
          </a:p>
        </p:txBody>
      </p:sp>
      <p:pic>
        <p:nvPicPr>
          <p:cNvPr id="6" name="图片 5">
            <a:extLst>
              <a:ext uri="{FF2B5EF4-FFF2-40B4-BE49-F238E27FC236}">
                <a16:creationId xmlns:a16="http://schemas.microsoft.com/office/drawing/2014/main" id="{10B1BD3E-B73E-1E9E-2571-DEF88B6215B8}"/>
              </a:ext>
            </a:extLst>
          </p:cNvPr>
          <p:cNvPicPr>
            <a:picLocks noChangeAspect="1"/>
          </p:cNvPicPr>
          <p:nvPr>
            <p:custDataLst>
              <p:tags r:id="rId8"/>
            </p:custDataLst>
          </p:nvPr>
        </p:nvPicPr>
        <p:blipFill>
          <a:blip r:embed="rId14"/>
          <a:srcRect t="8837" r="14175" b="24249"/>
          <a:stretch>
            <a:fillRect/>
          </a:stretch>
        </p:blipFill>
        <p:spPr>
          <a:xfrm>
            <a:off x="435879" y="57836"/>
            <a:ext cx="1281918" cy="358987"/>
          </a:xfrm>
          <a:prstGeom prst="rect">
            <a:avLst/>
          </a:prstGeom>
        </p:spPr>
      </p:pic>
    </p:spTree>
    <p:extLst>
      <p:ext uri="{BB962C8B-B14F-4D97-AF65-F5344CB8AC3E}">
        <p14:creationId xmlns:p14="http://schemas.microsoft.com/office/powerpoint/2010/main" val="20299031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
                                            <p:txEl>
                                              <p:pRg st="0" end="0"/>
                                            </p:txEl>
                                          </p:spTgt>
                                        </p:tgtEl>
                                        <p:attrNameLst>
                                          <p:attrName>style.visibility</p:attrName>
                                        </p:attrNameLst>
                                      </p:cBhvr>
                                      <p:to>
                                        <p:strVal val="visible"/>
                                      </p:to>
                                    </p:set>
                                    <p:animEffect transition="in" filter="blinds(horizontal)">
                                      <p:cBhvr>
                                        <p:cTn id="12" dur="500"/>
                                        <p:tgtEl>
                                          <p:spTgt spid="24">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7">
                                          <p:stCondLst>
                                            <p:cond delay="0"/>
                                          </p:stCondLst>
                                        </p:cTn>
                                        <p:tgtEl>
                                          <p:spTgt spid="26"/>
                                        </p:tgtEl>
                                      </p:cBhvr>
                                    </p:animEffect>
                                    <p:anim calcmode="lin" valueType="num">
                                      <p:cBhvr>
                                        <p:cTn id="18" dur="1594"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19" dur="581"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0" dur="581" tmFilter="0, 0; 0.125,0.2665; 0.25,0.4; 0.375,0.465; 0.5,0.5;  0.625,0.535; 0.75,0.6; 0.875,0.7335; 1,1">
                                          <p:stCondLst>
                                            <p:cond delay="581"/>
                                          </p:stCondLst>
                                        </p:cTn>
                                        <p:tgtEl>
                                          <p:spTgt spid="26"/>
                                        </p:tgtEl>
                                        <p:attrNameLst>
                                          <p:attrName>ppt_y</p:attrName>
                                        </p:attrNameLst>
                                      </p:cBhvr>
                                      <p:tavLst>
                                        <p:tav tm="0" fmla="#ppt_y-sin(pi*$)/9">
                                          <p:val>
                                            <p:fltVal val="0"/>
                                          </p:val>
                                        </p:tav>
                                        <p:tav tm="100000">
                                          <p:val>
                                            <p:fltVal val="1"/>
                                          </p:val>
                                        </p:tav>
                                      </p:tavLst>
                                    </p:anim>
                                    <p:anim calcmode="lin" valueType="num">
                                      <p:cBhvr>
                                        <p:cTn id="21" dur="290" tmFilter="0, 0; 0.125,0.2665; 0.25,0.4; 0.375,0.465; 0.5,0.5;  0.625,0.535; 0.75,0.6; 0.875,0.7335; 1,1">
                                          <p:stCondLst>
                                            <p:cond delay="1159"/>
                                          </p:stCondLst>
                                        </p:cTn>
                                        <p:tgtEl>
                                          <p:spTgt spid="26"/>
                                        </p:tgtEl>
                                        <p:attrNameLst>
                                          <p:attrName>ppt_y</p:attrName>
                                        </p:attrNameLst>
                                      </p:cBhvr>
                                      <p:tavLst>
                                        <p:tav tm="0" fmla="#ppt_y-sin(pi*$)/27">
                                          <p:val>
                                            <p:fltVal val="0"/>
                                          </p:val>
                                        </p:tav>
                                        <p:tav tm="100000">
                                          <p:val>
                                            <p:fltVal val="1"/>
                                          </p:val>
                                        </p:tav>
                                      </p:tavLst>
                                    </p:anim>
                                    <p:anim calcmode="lin" valueType="num">
                                      <p:cBhvr>
                                        <p:cTn id="22" dur="144" tmFilter="0, 0; 0.125,0.2665; 0.25,0.4; 0.375,0.465; 0.5,0.5;  0.625,0.535; 0.75,0.6; 0.875,0.7335; 1,1">
                                          <p:stCondLst>
                                            <p:cond delay="1449"/>
                                          </p:stCondLst>
                                        </p:cTn>
                                        <p:tgtEl>
                                          <p:spTgt spid="26"/>
                                        </p:tgtEl>
                                        <p:attrNameLst>
                                          <p:attrName>ppt_y</p:attrName>
                                        </p:attrNameLst>
                                      </p:cBhvr>
                                      <p:tavLst>
                                        <p:tav tm="0" fmla="#ppt_y-sin(pi*$)/81">
                                          <p:val>
                                            <p:fltVal val="0"/>
                                          </p:val>
                                        </p:tav>
                                        <p:tav tm="100000">
                                          <p:val>
                                            <p:fltVal val="1"/>
                                          </p:val>
                                        </p:tav>
                                      </p:tavLst>
                                    </p:anim>
                                    <p:animScale>
                                      <p:cBhvr>
                                        <p:cTn id="23" dur="23">
                                          <p:stCondLst>
                                            <p:cond delay="569"/>
                                          </p:stCondLst>
                                        </p:cTn>
                                        <p:tgtEl>
                                          <p:spTgt spid="26"/>
                                        </p:tgtEl>
                                      </p:cBhvr>
                                      <p:to x="100000" y="60000"/>
                                    </p:animScale>
                                    <p:animScale>
                                      <p:cBhvr>
                                        <p:cTn id="24" dur="145" decel="50000">
                                          <p:stCondLst>
                                            <p:cond delay="592"/>
                                          </p:stCondLst>
                                        </p:cTn>
                                        <p:tgtEl>
                                          <p:spTgt spid="26"/>
                                        </p:tgtEl>
                                      </p:cBhvr>
                                      <p:to x="100000" y="100000"/>
                                    </p:animScale>
                                    <p:animScale>
                                      <p:cBhvr>
                                        <p:cTn id="25" dur="23">
                                          <p:stCondLst>
                                            <p:cond delay="1148"/>
                                          </p:stCondLst>
                                        </p:cTn>
                                        <p:tgtEl>
                                          <p:spTgt spid="26"/>
                                        </p:tgtEl>
                                      </p:cBhvr>
                                      <p:to x="100000" y="80000"/>
                                    </p:animScale>
                                    <p:animScale>
                                      <p:cBhvr>
                                        <p:cTn id="26" dur="145" decel="50000">
                                          <p:stCondLst>
                                            <p:cond delay="1171"/>
                                          </p:stCondLst>
                                        </p:cTn>
                                        <p:tgtEl>
                                          <p:spTgt spid="26"/>
                                        </p:tgtEl>
                                      </p:cBhvr>
                                      <p:to x="100000" y="100000"/>
                                    </p:animScale>
                                    <p:animScale>
                                      <p:cBhvr>
                                        <p:cTn id="27" dur="23">
                                          <p:stCondLst>
                                            <p:cond delay="1437"/>
                                          </p:stCondLst>
                                        </p:cTn>
                                        <p:tgtEl>
                                          <p:spTgt spid="26"/>
                                        </p:tgtEl>
                                      </p:cBhvr>
                                      <p:to x="100000" y="90000"/>
                                    </p:animScale>
                                    <p:animScale>
                                      <p:cBhvr>
                                        <p:cTn id="28" dur="145" decel="50000">
                                          <p:stCondLst>
                                            <p:cond delay="1459"/>
                                          </p:stCondLst>
                                        </p:cTn>
                                        <p:tgtEl>
                                          <p:spTgt spid="26"/>
                                        </p:tgtEl>
                                      </p:cBhvr>
                                      <p:to x="100000" y="100000"/>
                                    </p:animScale>
                                    <p:animScale>
                                      <p:cBhvr>
                                        <p:cTn id="29" dur="23">
                                          <p:stCondLst>
                                            <p:cond delay="1582"/>
                                          </p:stCondLst>
                                        </p:cTn>
                                        <p:tgtEl>
                                          <p:spTgt spid="26"/>
                                        </p:tgtEl>
                                      </p:cBhvr>
                                      <p:to x="100000" y="95000"/>
                                    </p:animScale>
                                    <p:animScale>
                                      <p:cBhvr>
                                        <p:cTn id="30" dur="145" decel="50000">
                                          <p:stCondLst>
                                            <p:cond delay="1605"/>
                                          </p:stCondLst>
                                        </p:cTn>
                                        <p:tgtEl>
                                          <p:spTgt spid="2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20F63954-7B95-9517-8EB2-FC91CE4EFC6E}"/>
              </a:ext>
            </a:extLst>
          </p:cNvPr>
          <p:cNvSpPr txBox="1"/>
          <p:nvPr>
            <p:custDataLst>
              <p:tags r:id="rId1"/>
            </p:custDataLst>
          </p:nvPr>
        </p:nvSpPr>
        <p:spPr>
          <a:xfrm>
            <a:off x="599442" y="700709"/>
            <a:ext cx="8029785" cy="2669449"/>
          </a:xfrm>
          <a:prstGeom prst="rect">
            <a:avLst/>
          </a:prstGeom>
          <a:noFill/>
        </p:spPr>
        <p:txBody>
          <a:bodyPr wrap="square">
            <a:spAutoFit/>
          </a:bodyPr>
          <a:lstStyle/>
          <a:p>
            <a:pPr marL="0" marR="0" lvl="0" indent="457200" algn="l" defTabSz="685160" rtl="0" eaLnBrk="1" fontAlgn="auto" latinLnBrk="0" hangingPunct="1">
              <a:lnSpc>
                <a:spcPts val="34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3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23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小敏同学在站在升降电梯里受电梯的支持力为</a:t>
            </a:r>
            <a:r>
              <a:rPr kumimoji="0" lang="en-US" altLang="zh-CN" sz="2300" b="0" i="1"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和重力为</a:t>
            </a:r>
            <a:r>
              <a:rPr lang="en-US" altLang="zh-CN" sz="23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，当电梯从底层由静止开始向上加速时，</a:t>
            </a:r>
            <a:r>
              <a:rPr kumimoji="0" lang="en-US" altLang="zh-CN" sz="2300" b="0" i="1"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F___G</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；当电梯向上减速停下来时，</a:t>
            </a:r>
            <a:r>
              <a:rPr lang="en-US" altLang="zh-CN" sz="23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F</a:t>
            </a: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a:t>
            </a:r>
            <a:r>
              <a:rPr lang="en-US" altLang="zh-CN" sz="23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，当电梯在较高楼层由静止向下加速运动时，</a:t>
            </a:r>
            <a:r>
              <a:rPr lang="en-US" altLang="zh-CN" sz="23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F</a:t>
            </a: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a:t>
            </a:r>
            <a:r>
              <a:rPr lang="en-US" altLang="zh-CN" sz="23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；当电梯向下减速停下来时，</a:t>
            </a:r>
            <a:r>
              <a:rPr lang="en-US" altLang="zh-CN" sz="23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F</a:t>
            </a: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 </a:t>
            </a:r>
            <a:r>
              <a:rPr lang="en-US" altLang="zh-CN" sz="23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&gt;/=/&lt;</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）。上述四种情况属于</a:t>
            </a: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（是</a:t>
            </a: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非）平衡状态。</a:t>
            </a:r>
          </a:p>
        </p:txBody>
      </p:sp>
      <p:sp>
        <p:nvSpPr>
          <p:cNvPr id="12" name="文本框 11">
            <a:extLst>
              <a:ext uri="{FF2B5EF4-FFF2-40B4-BE49-F238E27FC236}">
                <a16:creationId xmlns:a16="http://schemas.microsoft.com/office/drawing/2014/main" id="{7FE6DA0D-EEA4-58EE-D586-428216CAA226}"/>
              </a:ext>
            </a:extLst>
          </p:cNvPr>
          <p:cNvSpPr txBox="1"/>
          <p:nvPr>
            <p:custDataLst>
              <p:tags r:id="rId2"/>
            </p:custDataLst>
          </p:nvPr>
        </p:nvSpPr>
        <p:spPr>
          <a:xfrm>
            <a:off x="6273904" y="2467894"/>
            <a:ext cx="1060083" cy="446276"/>
          </a:xfrm>
          <a:prstGeom prst="rect">
            <a:avLst/>
          </a:prstGeom>
          <a:noFill/>
        </p:spPr>
        <p:txBody>
          <a:bodyPr wrap="square">
            <a:spAutoFit/>
          </a:bodyPr>
          <a:lstStyle/>
          <a:p>
            <a:pPr lvl="0">
              <a:defRPr/>
            </a:pPr>
            <a:r>
              <a:rPr lang="zh-CN" altLang="en-US" sz="2300" kern="100">
                <a:solidFill>
                  <a:srgbClr val="FF0000"/>
                </a:solidFill>
              </a:rPr>
              <a:t>非</a:t>
            </a:r>
            <a:endParaRPr kumimoji="0" lang="zh-CN" altLang="zh-CN" sz="2300" b="0" i="0" u="none" strike="noStrike" kern="100" cap="none" spc="0" normalizeH="0" baseline="0" noProof="0">
              <a:ln>
                <a:noFill/>
              </a:ln>
              <a:solidFill>
                <a:srgbClr val="FF0000"/>
              </a:solidFill>
              <a:effectLst/>
              <a:uLnTx/>
              <a:uFillTx/>
              <a:latin typeface="Times New Roman"/>
              <a:ea typeface="微软雅黑"/>
            </a:endParaRPr>
          </a:p>
        </p:txBody>
      </p:sp>
      <p:sp>
        <p:nvSpPr>
          <p:cNvPr id="14" name="文本框 13">
            <a:extLst>
              <a:ext uri="{FF2B5EF4-FFF2-40B4-BE49-F238E27FC236}">
                <a16:creationId xmlns:a16="http://schemas.microsoft.com/office/drawing/2014/main" id="{4D6CF978-FCB9-A066-9C81-577FEDDEB832}"/>
              </a:ext>
            </a:extLst>
          </p:cNvPr>
          <p:cNvSpPr txBox="1"/>
          <p:nvPr>
            <p:custDataLst>
              <p:tags r:id="rId3"/>
            </p:custDataLst>
          </p:nvPr>
        </p:nvSpPr>
        <p:spPr>
          <a:xfrm>
            <a:off x="834815" y="2458440"/>
            <a:ext cx="1222586" cy="446276"/>
          </a:xfrm>
          <a:prstGeom prst="rect">
            <a:avLst/>
          </a:prstGeom>
          <a:noFill/>
        </p:spPr>
        <p:txBody>
          <a:bodyPr wrap="square">
            <a:spAutoFit/>
          </a:bodyPr>
          <a:lstStyle/>
          <a:p>
            <a:pPr lvl="0">
              <a:defRPr/>
            </a:pPr>
            <a:r>
              <a:rPr kumimoji="0" lang="en-US" altLang="zh-CN" sz="2300" b="0" i="0" u="none" strike="noStrike" kern="100" cap="none" spc="0" normalizeH="0" baseline="0" noProof="0">
                <a:ln>
                  <a:noFill/>
                </a:ln>
                <a:solidFill>
                  <a:srgbClr val="FF0000"/>
                </a:solidFill>
                <a:effectLst/>
                <a:uLnTx/>
                <a:uFillTx/>
                <a:latin typeface="Times New Roman"/>
                <a:ea typeface="微软雅黑"/>
              </a:rPr>
              <a:t>   </a:t>
            </a:r>
            <a:r>
              <a:rPr lang="zh-CN" altLang="en-US" sz="2300" kern="100">
                <a:solidFill>
                  <a:srgbClr val="FF0000"/>
                </a:solidFill>
              </a:rPr>
              <a:t>＜</a:t>
            </a:r>
            <a:endParaRPr kumimoji="0" lang="zh-CN" altLang="zh-CN" sz="2300" b="0" i="0" u="none" strike="noStrike" kern="100" cap="none" spc="0" normalizeH="0" baseline="0" noProof="0">
              <a:ln>
                <a:noFill/>
              </a:ln>
              <a:solidFill>
                <a:srgbClr val="FF0000"/>
              </a:solidFill>
              <a:effectLst/>
              <a:uLnTx/>
              <a:uFillTx/>
              <a:latin typeface="Times New Roman"/>
              <a:ea typeface="微软雅黑"/>
            </a:endParaRPr>
          </a:p>
        </p:txBody>
      </p:sp>
      <p:pic>
        <p:nvPicPr>
          <p:cNvPr id="3" name="图片 2">
            <a:extLst>
              <a:ext uri="{FF2B5EF4-FFF2-40B4-BE49-F238E27FC236}">
                <a16:creationId xmlns:a16="http://schemas.microsoft.com/office/drawing/2014/main" id="{308403BC-C2BD-9539-B273-C9560AAB5E00}"/>
              </a:ext>
            </a:extLst>
          </p:cNvPr>
          <p:cNvPicPr>
            <a:picLocks noChangeAspect="1"/>
          </p:cNvPicPr>
          <p:nvPr>
            <p:custDataLst>
              <p:tags r:id="rId4"/>
            </p:custDataLst>
          </p:nvPr>
        </p:nvPicPr>
        <p:blipFill>
          <a:blip r:embed="rId11"/>
          <a:stretch>
            <a:fillRect/>
          </a:stretch>
        </p:blipFill>
        <p:spPr>
          <a:xfrm>
            <a:off x="7153169" y="2948971"/>
            <a:ext cx="893551" cy="1371790"/>
          </a:xfrm>
          <a:prstGeom prst="rect">
            <a:avLst/>
          </a:prstGeom>
        </p:spPr>
      </p:pic>
      <p:sp>
        <p:nvSpPr>
          <p:cNvPr id="6" name="文本框 5">
            <a:extLst>
              <a:ext uri="{FF2B5EF4-FFF2-40B4-BE49-F238E27FC236}">
                <a16:creationId xmlns:a16="http://schemas.microsoft.com/office/drawing/2014/main" id="{DFBDF324-0653-BDC0-FF92-0C2640082F59}"/>
              </a:ext>
            </a:extLst>
          </p:cNvPr>
          <p:cNvSpPr txBox="1"/>
          <p:nvPr>
            <p:custDataLst>
              <p:tags r:id="rId5"/>
            </p:custDataLst>
          </p:nvPr>
        </p:nvSpPr>
        <p:spPr>
          <a:xfrm>
            <a:off x="7314248" y="1191735"/>
            <a:ext cx="888259" cy="446276"/>
          </a:xfrm>
          <a:prstGeom prst="rect">
            <a:avLst/>
          </a:prstGeom>
          <a:noFill/>
        </p:spPr>
        <p:txBody>
          <a:bodyPr wrap="square">
            <a:spAutoFit/>
          </a:bodyPr>
          <a:lstStyle/>
          <a:p>
            <a:pPr lvl="0">
              <a:defRPr/>
            </a:pPr>
            <a:r>
              <a:rPr kumimoji="0" lang="en-US" altLang="zh-CN" sz="2300" b="0" i="0" u="none" strike="noStrike" kern="100" cap="none" spc="0" normalizeH="0" baseline="0" noProof="0">
                <a:ln>
                  <a:noFill/>
                </a:ln>
                <a:solidFill>
                  <a:srgbClr val="FF0000"/>
                </a:solidFill>
                <a:effectLst/>
                <a:uLnTx/>
                <a:uFillTx/>
                <a:latin typeface="Times New Roman"/>
                <a:ea typeface="微软雅黑"/>
              </a:rPr>
              <a:t>   </a:t>
            </a:r>
            <a:r>
              <a:rPr lang="zh-CN" altLang="en-US" sz="2300" kern="100">
                <a:solidFill>
                  <a:srgbClr val="FF0000"/>
                </a:solidFill>
              </a:rPr>
              <a:t>＞</a:t>
            </a:r>
            <a:endParaRPr kumimoji="0" lang="zh-CN" altLang="zh-CN" sz="2300" b="0" i="0" u="none" strike="noStrike" kern="100" cap="none" spc="0" normalizeH="0" baseline="0" noProof="0">
              <a:ln>
                <a:noFill/>
              </a:ln>
              <a:solidFill>
                <a:srgbClr val="FF0000"/>
              </a:solidFill>
              <a:effectLst/>
              <a:uLnTx/>
              <a:uFillTx/>
              <a:latin typeface="Times New Roman"/>
              <a:ea typeface="微软雅黑"/>
            </a:endParaRPr>
          </a:p>
        </p:txBody>
      </p:sp>
      <p:sp>
        <p:nvSpPr>
          <p:cNvPr id="7" name="文本框 6">
            <a:extLst>
              <a:ext uri="{FF2B5EF4-FFF2-40B4-BE49-F238E27FC236}">
                <a16:creationId xmlns:a16="http://schemas.microsoft.com/office/drawing/2014/main" id="{C19AC9CC-0B5E-096B-11B6-3266B731C8E6}"/>
              </a:ext>
            </a:extLst>
          </p:cNvPr>
          <p:cNvSpPr txBox="1"/>
          <p:nvPr>
            <p:custDataLst>
              <p:tags r:id="rId6"/>
            </p:custDataLst>
          </p:nvPr>
        </p:nvSpPr>
        <p:spPr>
          <a:xfrm>
            <a:off x="3729938" y="2048092"/>
            <a:ext cx="1222586" cy="446276"/>
          </a:xfrm>
          <a:prstGeom prst="rect">
            <a:avLst/>
          </a:prstGeom>
          <a:noFill/>
        </p:spPr>
        <p:txBody>
          <a:bodyPr wrap="square">
            <a:spAutoFit/>
          </a:bodyPr>
          <a:lstStyle/>
          <a:p>
            <a:pPr lvl="0">
              <a:defRPr/>
            </a:pPr>
            <a:r>
              <a:rPr kumimoji="0" lang="en-US" altLang="zh-CN" sz="2300" b="0" i="0" u="none" strike="noStrike" kern="100" cap="none" spc="0" normalizeH="0" baseline="0" noProof="0">
                <a:ln>
                  <a:noFill/>
                </a:ln>
                <a:solidFill>
                  <a:srgbClr val="FF0000"/>
                </a:solidFill>
                <a:effectLst/>
                <a:uLnTx/>
                <a:uFillTx/>
                <a:latin typeface="Times New Roman"/>
                <a:ea typeface="微软雅黑"/>
              </a:rPr>
              <a:t>   </a:t>
            </a:r>
            <a:r>
              <a:rPr lang="zh-CN" altLang="en-US" sz="2300" kern="100">
                <a:solidFill>
                  <a:srgbClr val="FF0000"/>
                </a:solidFill>
              </a:rPr>
              <a:t>＞</a:t>
            </a:r>
            <a:endParaRPr kumimoji="0" lang="zh-CN" altLang="zh-CN" sz="2300" b="0" i="0" u="none" strike="noStrike" kern="100" cap="none" spc="0" normalizeH="0" baseline="0" noProof="0">
              <a:ln>
                <a:noFill/>
              </a:ln>
              <a:solidFill>
                <a:srgbClr val="FF0000"/>
              </a:solidFill>
              <a:effectLst/>
              <a:uLnTx/>
              <a:uFillTx/>
              <a:latin typeface="Times New Roman"/>
              <a:ea typeface="微软雅黑"/>
            </a:endParaRPr>
          </a:p>
        </p:txBody>
      </p:sp>
      <p:sp>
        <p:nvSpPr>
          <p:cNvPr id="8" name="文本框 7">
            <a:extLst>
              <a:ext uri="{FF2B5EF4-FFF2-40B4-BE49-F238E27FC236}">
                <a16:creationId xmlns:a16="http://schemas.microsoft.com/office/drawing/2014/main" id="{116DCFD7-FDC7-D070-B416-AFA0257E29B0}"/>
              </a:ext>
            </a:extLst>
          </p:cNvPr>
          <p:cNvSpPr txBox="1"/>
          <p:nvPr>
            <p:custDataLst>
              <p:tags r:id="rId7"/>
            </p:custDataLst>
          </p:nvPr>
        </p:nvSpPr>
        <p:spPr>
          <a:xfrm>
            <a:off x="4324774" y="1622622"/>
            <a:ext cx="1222586" cy="446276"/>
          </a:xfrm>
          <a:prstGeom prst="rect">
            <a:avLst/>
          </a:prstGeom>
          <a:noFill/>
        </p:spPr>
        <p:txBody>
          <a:bodyPr wrap="square">
            <a:spAutoFit/>
          </a:bodyPr>
          <a:lstStyle/>
          <a:p>
            <a:pPr lvl="0">
              <a:defRPr/>
            </a:pPr>
            <a:r>
              <a:rPr kumimoji="0" lang="en-US" altLang="zh-CN" sz="2300" b="0" i="0" u="none" strike="noStrike" kern="100" cap="none" spc="0" normalizeH="0" baseline="0" noProof="0">
                <a:ln>
                  <a:noFill/>
                </a:ln>
                <a:solidFill>
                  <a:srgbClr val="FF0000"/>
                </a:solidFill>
                <a:effectLst/>
                <a:uLnTx/>
                <a:uFillTx/>
                <a:latin typeface="Times New Roman"/>
                <a:ea typeface="微软雅黑"/>
              </a:rPr>
              <a:t>   </a:t>
            </a:r>
            <a:r>
              <a:rPr lang="zh-CN" altLang="en-US" sz="2300" kern="100">
                <a:solidFill>
                  <a:srgbClr val="FF0000"/>
                </a:solidFill>
              </a:rPr>
              <a:t>＜</a:t>
            </a:r>
            <a:endParaRPr kumimoji="0" lang="zh-CN" altLang="zh-CN" sz="2300" b="0" i="0" u="none" strike="noStrike" kern="100" cap="none" spc="0" normalizeH="0" baseline="0" noProof="0">
              <a:ln>
                <a:noFill/>
              </a:ln>
              <a:solidFill>
                <a:srgbClr val="FF0000"/>
              </a:solidFill>
              <a:effectLst/>
              <a:uLnTx/>
              <a:uFillTx/>
              <a:latin typeface="Times New Roman"/>
              <a:ea typeface="微软雅黑"/>
            </a:endParaRPr>
          </a:p>
        </p:txBody>
      </p:sp>
      <p:pic>
        <p:nvPicPr>
          <p:cNvPr id="11" name="图片 10">
            <a:extLst>
              <a:ext uri="{FF2B5EF4-FFF2-40B4-BE49-F238E27FC236}">
                <a16:creationId xmlns:a16="http://schemas.microsoft.com/office/drawing/2014/main" id="{4BF49A51-4986-CFCE-5E81-0630E3FDB00F}"/>
              </a:ext>
            </a:extLst>
          </p:cNvPr>
          <p:cNvPicPr>
            <a:picLocks noChangeAspect="1"/>
          </p:cNvPicPr>
          <p:nvPr>
            <p:custDataLst>
              <p:tags r:id="rId8"/>
            </p:custDataLst>
          </p:nvPr>
        </p:nvPicPr>
        <p:blipFill>
          <a:blip r:embed="rId12"/>
          <a:srcRect t="8837" r="14175" b="24249"/>
          <a:stretch>
            <a:fillRect/>
          </a:stretch>
        </p:blipFill>
        <p:spPr>
          <a:xfrm>
            <a:off x="435879" y="57836"/>
            <a:ext cx="1281918" cy="358987"/>
          </a:xfrm>
          <a:prstGeom prst="rect">
            <a:avLst/>
          </a:prstGeom>
        </p:spPr>
      </p:pic>
      <p:sp>
        <p:nvSpPr>
          <p:cNvPr id="13" name="文本框 12">
            <a:extLst>
              <a:ext uri="{FF2B5EF4-FFF2-40B4-BE49-F238E27FC236}">
                <a16:creationId xmlns:a16="http://schemas.microsoft.com/office/drawing/2014/main" id="{03606D98-EED4-3556-E5B6-ABACB86531BC}"/>
              </a:ext>
            </a:extLst>
          </p:cNvPr>
          <p:cNvSpPr txBox="1"/>
          <p:nvPr>
            <p:custDataLst>
              <p:tags r:id="rId9"/>
            </p:custDataLst>
          </p:nvPr>
        </p:nvSpPr>
        <p:spPr>
          <a:xfrm>
            <a:off x="6001938" y="-47674"/>
            <a:ext cx="3079197" cy="499432"/>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力与运动的关系</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5234360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style.rotation</p:attrName>
                                        </p:attrNameLst>
                                      </p:cBhvr>
                                      <p:tavLst>
                                        <p:tav tm="0">
                                          <p:val>
                                            <p:fltVal val="90"/>
                                          </p:val>
                                        </p:tav>
                                        <p:tav tm="100000">
                                          <p:val>
                                            <p:fltVal val="0"/>
                                          </p:val>
                                        </p:tav>
                                      </p:tavLst>
                                    </p:anim>
                                    <p:animEffect transition="in" filter="fade">
                                      <p:cBhvr>
                                        <p:cTn id="10" dur="500"/>
                                        <p:tgtEl>
                                          <p:spTgt spid="6"/>
                                        </p:tgtEl>
                                      </p:cBhvr>
                                    </p:animEffect>
                                  </p:childTnLst>
                                </p:cTn>
                              </p:par>
                            </p:childTnLst>
                          </p:cTn>
                        </p:par>
                      </p:childTnLst>
                    </p:cTn>
                  </p:par>
                  <p:par>
                    <p:cTn id="11" fill="hold" nodeType="clickPar">
                      <p:stCondLst>
                        <p:cond delay="indefinite"/>
                      </p:stCondLst>
                      <p:childTnLst>
                        <p:par>
                          <p:cTn id="12" fill="hold" nodeType="afterGroup">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 calcmode="lin" valueType="num">
                                      <p:cBhvr>
                                        <p:cTn id="17" dur="500" fill="hold"/>
                                        <p:tgtEl>
                                          <p:spTgt spid="8"/>
                                        </p:tgtEl>
                                        <p:attrNameLst>
                                          <p:attrName>style.rotation</p:attrName>
                                        </p:attrNameLst>
                                      </p:cBhvr>
                                      <p:tavLst>
                                        <p:tav tm="0">
                                          <p:val>
                                            <p:fltVal val="90"/>
                                          </p:val>
                                        </p:tav>
                                        <p:tav tm="100000">
                                          <p:val>
                                            <p:fltVal val="0"/>
                                          </p:val>
                                        </p:tav>
                                      </p:tavLst>
                                    </p:anim>
                                    <p:animEffect transition="in" filter="fade">
                                      <p:cBhvr>
                                        <p:cTn id="18" dur="500"/>
                                        <p:tgtEl>
                                          <p:spTgt spid="8"/>
                                        </p:tgtEl>
                                      </p:cBhvr>
                                    </p:animEffect>
                                  </p:childTnLst>
                                </p:cTn>
                              </p:par>
                            </p:childTnLst>
                          </p:cTn>
                        </p:par>
                      </p:childTnLst>
                    </p:cTn>
                  </p:par>
                  <p:par>
                    <p:cTn id="19" fill="hold" nodeType="clickPar">
                      <p:stCondLst>
                        <p:cond delay="indefinite"/>
                      </p:stCondLst>
                      <p:childTnLst>
                        <p:par>
                          <p:cTn id="20" fill="hold" nodeType="afterGroup">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 calcmode="lin" valueType="num">
                                      <p:cBhvr>
                                        <p:cTn id="25" dur="500" fill="hold"/>
                                        <p:tgtEl>
                                          <p:spTgt spid="7"/>
                                        </p:tgtEl>
                                        <p:attrNameLst>
                                          <p:attrName>style.rotation</p:attrName>
                                        </p:attrNameLst>
                                      </p:cBhvr>
                                      <p:tavLst>
                                        <p:tav tm="0">
                                          <p:val>
                                            <p:fltVal val="90"/>
                                          </p:val>
                                        </p:tav>
                                        <p:tav tm="100000">
                                          <p:val>
                                            <p:fltVal val="0"/>
                                          </p:val>
                                        </p:tav>
                                      </p:tavLst>
                                    </p:anim>
                                    <p:animEffect transition="in" filter="fade">
                                      <p:cBhvr>
                                        <p:cTn id="26" dur="500"/>
                                        <p:tgtEl>
                                          <p:spTgt spid="7"/>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 calcmode="lin" valueType="num">
                                      <p:cBhvr>
                                        <p:cTn id="33" dur="500" fill="hold"/>
                                        <p:tgtEl>
                                          <p:spTgt spid="14"/>
                                        </p:tgtEl>
                                        <p:attrNameLst>
                                          <p:attrName>style.rotation</p:attrName>
                                        </p:attrNameLst>
                                      </p:cBhvr>
                                      <p:tavLst>
                                        <p:tav tm="0">
                                          <p:val>
                                            <p:fltVal val="90"/>
                                          </p:val>
                                        </p:tav>
                                        <p:tav tm="100000">
                                          <p:val>
                                            <p:fltVal val="0"/>
                                          </p:val>
                                        </p:tav>
                                      </p:tavLst>
                                    </p:anim>
                                    <p:animEffect transition="in" filter="fade">
                                      <p:cBhvr>
                                        <p:cTn id="34" dur="500"/>
                                        <p:tgtEl>
                                          <p:spTgt spid="14"/>
                                        </p:tgtEl>
                                      </p:cBhvr>
                                    </p:animEffect>
                                  </p:childTnLst>
                                </p:cTn>
                              </p:par>
                            </p:childTnLst>
                          </p:cTn>
                        </p:par>
                      </p:childTnLst>
                    </p:cTn>
                  </p:par>
                  <p:par>
                    <p:cTn id="35" fill="hold" nodeType="clickPar">
                      <p:stCondLst>
                        <p:cond delay="indefinite"/>
                      </p:stCondLst>
                      <p:childTnLst>
                        <p:par>
                          <p:cTn id="36" fill="hold" nodeType="afterGroup">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fltVal val="0"/>
                                          </p:val>
                                        </p:tav>
                                        <p:tav tm="100000">
                                          <p:val>
                                            <p:strVal val="#ppt_w"/>
                                          </p:val>
                                        </p:tav>
                                      </p:tavLst>
                                    </p:anim>
                                    <p:anim calcmode="lin" valueType="num">
                                      <p:cBhvr>
                                        <p:cTn id="40" dur="500" fill="hold"/>
                                        <p:tgtEl>
                                          <p:spTgt spid="12"/>
                                        </p:tgtEl>
                                        <p:attrNameLst>
                                          <p:attrName>ppt_h</p:attrName>
                                        </p:attrNameLst>
                                      </p:cBhvr>
                                      <p:tavLst>
                                        <p:tav tm="0">
                                          <p:val>
                                            <p:fltVal val="0"/>
                                          </p:val>
                                        </p:tav>
                                        <p:tav tm="100000">
                                          <p:val>
                                            <p:strVal val="#ppt_h"/>
                                          </p:val>
                                        </p:tav>
                                      </p:tavLst>
                                    </p:anim>
                                    <p:anim calcmode="lin" valueType="num">
                                      <p:cBhvr>
                                        <p:cTn id="41" dur="500" fill="hold"/>
                                        <p:tgtEl>
                                          <p:spTgt spid="12"/>
                                        </p:tgtEl>
                                        <p:attrNameLst>
                                          <p:attrName>style.rotation</p:attrName>
                                        </p:attrNameLst>
                                      </p:cBhvr>
                                      <p:tavLst>
                                        <p:tav tm="0">
                                          <p:val>
                                            <p:fltVal val="90"/>
                                          </p:val>
                                        </p:tav>
                                        <p:tav tm="100000">
                                          <p:val>
                                            <p:fltVal val="0"/>
                                          </p:val>
                                        </p:tav>
                                      </p:tavLst>
                                    </p:anim>
                                    <p:animEffect transition="in" filter="fade">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6" grpId="0"/>
      <p:bldP spid="7" grpId="0"/>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EDD0C12-5B86-8D4B-D803-0B31E3CB3B3F}"/>
              </a:ext>
            </a:extLst>
          </p:cNvPr>
          <p:cNvPicPr>
            <a:picLocks noChangeAspect="1"/>
          </p:cNvPicPr>
          <p:nvPr>
            <p:custDataLst>
              <p:tags r:id="rId1"/>
            </p:custDataLst>
          </p:nvPr>
        </p:nvPicPr>
        <p:blipFill>
          <a:blip r:embed="rId10"/>
          <a:stretch>
            <a:fillRect/>
          </a:stretch>
        </p:blipFill>
        <p:spPr>
          <a:xfrm>
            <a:off x="6211147" y="620930"/>
            <a:ext cx="2748410" cy="1156571"/>
          </a:xfrm>
          <a:prstGeom prst="rect">
            <a:avLst/>
          </a:prstGeom>
        </p:spPr>
      </p:pic>
      <p:grpSp>
        <p:nvGrpSpPr>
          <p:cNvPr id="4" name="组合 3">
            <a:extLst>
              <a:ext uri="{FF2B5EF4-FFF2-40B4-BE49-F238E27FC236}">
                <a16:creationId xmlns:a16="http://schemas.microsoft.com/office/drawing/2014/main" id="{C226117B-67FF-64FC-12A8-A904CC0D14E2}"/>
              </a:ext>
            </a:extLst>
          </p:cNvPr>
          <p:cNvGrpSpPr/>
          <p:nvPr>
            <p:custDataLst>
              <p:tags r:id="rId2"/>
            </p:custDataLst>
          </p:nvPr>
        </p:nvGrpSpPr>
        <p:grpSpPr>
          <a:xfrm>
            <a:off x="90851" y="3254476"/>
            <a:ext cx="8962298" cy="1696437"/>
            <a:chOff x="276531" y="3243178"/>
            <a:chExt cx="8794140" cy="1696437"/>
          </a:xfrm>
        </p:grpSpPr>
        <p:sp>
          <p:nvSpPr>
            <p:cNvPr id="8" name="矩形 37">
              <a:extLst>
                <a:ext uri="{FF2B5EF4-FFF2-40B4-BE49-F238E27FC236}">
                  <a16:creationId xmlns:a16="http://schemas.microsoft.com/office/drawing/2014/main" id="{2ED32285-A168-BDCD-3A69-9B54BF94B975}"/>
                </a:ext>
              </a:extLst>
            </p:cNvPr>
            <p:cNvSpPr>
              <a:spLocks noChangeArrowheads="1"/>
            </p:cNvSpPr>
            <p:nvPr>
              <p:custDataLst>
                <p:tags r:id="rId7"/>
              </p:custDataLst>
            </p:nvPr>
          </p:nvSpPr>
          <p:spPr bwMode="auto">
            <a:xfrm>
              <a:off x="276531" y="3243178"/>
              <a:ext cx="8794140" cy="1696437"/>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0" name="图片 9">
              <a:extLst>
                <a:ext uri="{FF2B5EF4-FFF2-40B4-BE49-F238E27FC236}">
                  <a16:creationId xmlns:a16="http://schemas.microsoft.com/office/drawing/2014/main" id="{B9D32BCA-B27C-72B1-8F70-D27D5AA4128D}"/>
                </a:ext>
              </a:extLst>
            </p:cNvPr>
            <p:cNvPicPr>
              <a:picLocks noChangeAspect="1"/>
            </p:cNvPicPr>
            <p:nvPr>
              <p:custDataLst>
                <p:tags r:id="rId8"/>
              </p:custDataLst>
            </p:nvPr>
          </p:nvPicPr>
          <p:blipFill>
            <a:blip r:embed="rId11"/>
            <a:srcRect l="16093" t="19040" r="16095" b="25092"/>
            <a:stretch>
              <a:fillRect/>
            </a:stretch>
          </p:blipFill>
          <p:spPr>
            <a:xfrm>
              <a:off x="276531" y="3270025"/>
              <a:ext cx="895256" cy="403945"/>
            </a:xfrm>
            <a:prstGeom prst="rect">
              <a:avLst/>
            </a:prstGeom>
          </p:spPr>
        </p:pic>
      </p:grpSp>
      <p:sp>
        <p:nvSpPr>
          <p:cNvPr id="20" name="文本框 19">
            <a:extLst>
              <a:ext uri="{FF2B5EF4-FFF2-40B4-BE49-F238E27FC236}">
                <a16:creationId xmlns:a16="http://schemas.microsoft.com/office/drawing/2014/main" id="{20F63954-7B95-9517-8EB2-FC91CE4EFC6E}"/>
              </a:ext>
            </a:extLst>
          </p:cNvPr>
          <p:cNvSpPr txBox="1"/>
          <p:nvPr>
            <p:custDataLst>
              <p:tags r:id="rId3"/>
            </p:custDataLst>
          </p:nvPr>
        </p:nvSpPr>
        <p:spPr>
          <a:xfrm>
            <a:off x="601040" y="522184"/>
            <a:ext cx="5525478" cy="1323054"/>
          </a:xfrm>
          <a:prstGeom prst="rect">
            <a:avLst/>
          </a:prstGeom>
          <a:noFill/>
        </p:spPr>
        <p:txBody>
          <a:bodyPr wrap="square">
            <a:spAutoFit/>
          </a:bodyPr>
          <a:lstStyle/>
          <a:p>
            <a:pPr indent="457200">
              <a:lnSpc>
                <a:spcPts val="3300"/>
              </a:lnSpc>
            </a:pP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在做图</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9-4</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所示的实验时：</a:t>
            </a:r>
          </a:p>
          <a:p>
            <a:pPr indent="457200">
              <a:lnSpc>
                <a:spcPts val="33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）每次都要让小车从斜面上的同一点开始下滑，这样做的目的是什么？</a:t>
            </a:r>
          </a:p>
        </p:txBody>
      </p:sp>
      <p:sp>
        <p:nvSpPr>
          <p:cNvPr id="18" name="文本框 17">
            <a:extLst>
              <a:ext uri="{FF2B5EF4-FFF2-40B4-BE49-F238E27FC236}">
                <a16:creationId xmlns:a16="http://schemas.microsoft.com/office/drawing/2014/main" id="{CC8A35CC-B4F6-301D-6813-88567CC63CEF}"/>
              </a:ext>
            </a:extLst>
          </p:cNvPr>
          <p:cNvSpPr txBox="1"/>
          <p:nvPr>
            <p:custDataLst>
              <p:tags r:id="rId4"/>
            </p:custDataLst>
          </p:nvPr>
        </p:nvSpPr>
        <p:spPr>
          <a:xfrm>
            <a:off x="633268" y="3417460"/>
            <a:ext cx="8326289" cy="1287788"/>
          </a:xfrm>
          <a:prstGeom prst="rect">
            <a:avLst/>
          </a:prstGeom>
          <a:noFill/>
        </p:spPr>
        <p:txBody>
          <a:bodyPr wrap="square">
            <a:spAutoFit/>
          </a:bodyPr>
          <a:lstStyle/>
          <a:p>
            <a:pPr lvl="0" indent="324000" defTabSz="685324">
              <a:lnSpc>
                <a:spcPts val="3200"/>
              </a:lnSpc>
              <a:defRPr/>
            </a:pPr>
            <a:r>
              <a:rPr lang="zh-CN" altLang="en-US" sz="2200">
                <a:solidFill>
                  <a:schemeClr val="bg1"/>
                </a:solidFill>
                <a:ea typeface="微软雅黑" panose="020B0503020204020204" pitchFamily="34" charset="-122"/>
              </a:rPr>
              <a:t>（</a:t>
            </a:r>
            <a:r>
              <a:rPr lang="en-US" altLang="zh-CN" sz="2200">
                <a:solidFill>
                  <a:schemeClr val="bg1"/>
                </a:solidFill>
                <a:ea typeface="微软雅黑" panose="020B0503020204020204" pitchFamily="34" charset="-122"/>
              </a:rPr>
              <a:t>1</a:t>
            </a:r>
            <a:r>
              <a:rPr lang="zh-CN" altLang="en-US" sz="2200">
                <a:solidFill>
                  <a:schemeClr val="bg1"/>
                </a:solidFill>
                <a:ea typeface="微软雅黑" panose="020B0503020204020204" pitchFamily="34" charset="-122"/>
              </a:rPr>
              <a:t>）使小车每次进入水平部分时速度大小相等</a:t>
            </a:r>
            <a:r>
              <a:rPr lang="en-US" altLang="zh-CN" sz="2200">
                <a:solidFill>
                  <a:schemeClr val="bg1"/>
                </a:solidFill>
                <a:ea typeface="微软雅黑" panose="020B0503020204020204" pitchFamily="34" charset="-122"/>
              </a:rPr>
              <a:t>.</a:t>
            </a:r>
          </a:p>
          <a:p>
            <a:pPr lvl="0" indent="324000" defTabSz="685324">
              <a:lnSpc>
                <a:spcPts val="3200"/>
              </a:lnSpc>
              <a:defRPr/>
            </a:pPr>
            <a:r>
              <a:rPr lang="zh-CN" altLang="en-US" sz="2200">
                <a:solidFill>
                  <a:schemeClr val="bg1"/>
                </a:solidFill>
                <a:ea typeface="微软雅黑" panose="020B0503020204020204" pitchFamily="34" charset="-122"/>
              </a:rPr>
              <a:t>（</a:t>
            </a:r>
            <a:r>
              <a:rPr lang="en-US" altLang="zh-CN" sz="2200">
                <a:solidFill>
                  <a:schemeClr val="bg1"/>
                </a:solidFill>
                <a:ea typeface="微软雅黑" panose="020B0503020204020204" pitchFamily="34" charset="-122"/>
              </a:rPr>
              <a:t>2</a:t>
            </a:r>
            <a:r>
              <a:rPr lang="zh-CN" altLang="en-US" sz="2200">
                <a:solidFill>
                  <a:schemeClr val="bg1"/>
                </a:solidFill>
                <a:ea typeface="微软雅黑" panose="020B0503020204020204" pitchFamily="34" charset="-122"/>
              </a:rPr>
              <a:t>）改变小车运动时所受阻力的大小</a:t>
            </a:r>
            <a:r>
              <a:rPr lang="en-US" altLang="zh-CN" sz="2200">
                <a:solidFill>
                  <a:schemeClr val="bg1"/>
                </a:solidFill>
                <a:ea typeface="微软雅黑" panose="020B0503020204020204" pitchFamily="34" charset="-122"/>
              </a:rPr>
              <a:t>.</a:t>
            </a:r>
          </a:p>
          <a:p>
            <a:pPr lvl="0" indent="324000" defTabSz="685324">
              <a:lnSpc>
                <a:spcPts val="3200"/>
              </a:lnSpc>
              <a:defRPr/>
            </a:pPr>
            <a:r>
              <a:rPr lang="zh-CN" altLang="en-US" sz="2200">
                <a:solidFill>
                  <a:schemeClr val="bg1"/>
                </a:solidFill>
                <a:ea typeface="微软雅黑" panose="020B0503020204020204" pitchFamily="34" charset="-122"/>
              </a:rPr>
              <a:t>（</a:t>
            </a:r>
            <a:r>
              <a:rPr lang="en-US" altLang="zh-CN" sz="2200">
                <a:solidFill>
                  <a:schemeClr val="bg1"/>
                </a:solidFill>
                <a:ea typeface="微软雅黑" panose="020B0503020204020204" pitchFamily="34" charset="-122"/>
              </a:rPr>
              <a:t>3</a:t>
            </a:r>
            <a:r>
              <a:rPr lang="zh-CN" altLang="en-US" sz="2200">
                <a:solidFill>
                  <a:schemeClr val="bg1"/>
                </a:solidFill>
                <a:ea typeface="微软雅黑" panose="020B0503020204020204" pitchFamily="34" charset="-122"/>
              </a:rPr>
              <a:t>）不是。是在分析实验现象的基础上归纳、推理得到的</a:t>
            </a:r>
            <a:r>
              <a:rPr lang="en-US" altLang="zh-CN" sz="2200">
                <a:solidFill>
                  <a:schemeClr val="bg1"/>
                </a:solidFill>
                <a:ea typeface="微软雅黑" panose="020B0503020204020204" pitchFamily="34" charset="-122"/>
              </a:rPr>
              <a:t>.</a:t>
            </a:r>
          </a:p>
        </p:txBody>
      </p:sp>
      <p:sp>
        <p:nvSpPr>
          <p:cNvPr id="11" name="文本框 10">
            <a:extLst>
              <a:ext uri="{FF2B5EF4-FFF2-40B4-BE49-F238E27FC236}">
                <a16:creationId xmlns:a16="http://schemas.microsoft.com/office/drawing/2014/main" id="{9F7C3EAC-C9C8-6D6D-0C7A-2A77B74F0ECC}"/>
              </a:ext>
            </a:extLst>
          </p:cNvPr>
          <p:cNvSpPr txBox="1"/>
          <p:nvPr>
            <p:custDataLst>
              <p:tags r:id="rId5"/>
            </p:custDataLst>
          </p:nvPr>
        </p:nvSpPr>
        <p:spPr>
          <a:xfrm>
            <a:off x="592629" y="1795285"/>
            <a:ext cx="7950331" cy="1323054"/>
          </a:xfrm>
          <a:prstGeom prst="rect">
            <a:avLst/>
          </a:prstGeom>
          <a:noFill/>
        </p:spPr>
        <p:txBody>
          <a:bodyPr wrap="square">
            <a:spAutoFit/>
          </a:bodyPr>
          <a:lstStyle/>
          <a:p>
            <a:pPr indent="457200">
              <a:lnSpc>
                <a:spcPts val="33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）分别选用棉布、木板和玻璃板进行实验，这样做的目的是什么</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lnSpc>
                <a:spcPts val="33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）牛顿第一定律是由实验直接得来的吗？</a:t>
            </a:r>
          </a:p>
        </p:txBody>
      </p:sp>
      <p:sp>
        <p:nvSpPr>
          <p:cNvPr id="12" name="文本框 11">
            <a:extLst>
              <a:ext uri="{FF2B5EF4-FFF2-40B4-BE49-F238E27FC236}">
                <a16:creationId xmlns:a16="http://schemas.microsoft.com/office/drawing/2014/main" id="{06C9E165-A09F-F2D6-A5D0-8048CE65A4A7}"/>
              </a:ext>
            </a:extLst>
          </p:cNvPr>
          <p:cNvSpPr txBox="1"/>
          <p:nvPr>
            <p:custDataLst>
              <p:tags r:id="rId6"/>
            </p:custDataLst>
          </p:nvPr>
        </p:nvSpPr>
        <p:spPr>
          <a:xfrm>
            <a:off x="422743" y="40460"/>
            <a:ext cx="2327229"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本章反思与评价</a:t>
            </a:r>
          </a:p>
        </p:txBody>
      </p:sp>
    </p:spTree>
    <p:extLst>
      <p:ext uri="{BB962C8B-B14F-4D97-AF65-F5344CB8AC3E}">
        <p14:creationId xmlns:p14="http://schemas.microsoft.com/office/powerpoint/2010/main" val="36379451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wipe(left)">
                                      <p:cBhvr>
                                        <p:cTn id="12" dur="1500"/>
                                        <p:tgtEl>
                                          <p:spTgt spid="18">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animEffect transition="in" filter="wipe(left)">
                                      <p:cBhvr>
                                        <p:cTn id="17" dur="1500"/>
                                        <p:tgtEl>
                                          <p:spTgt spid="18">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xEl>
                                              <p:pRg st="2" end="2"/>
                                            </p:txEl>
                                          </p:spTgt>
                                        </p:tgtEl>
                                        <p:attrNameLst>
                                          <p:attrName>style.visibility</p:attrName>
                                        </p:attrNameLst>
                                      </p:cBhvr>
                                      <p:to>
                                        <p:strVal val="visible"/>
                                      </p:to>
                                    </p:set>
                                    <p:animEffect transition="in" filter="wipe(left)">
                                      <p:cBhvr>
                                        <p:cTn id="22" dur="1500"/>
                                        <p:tgtEl>
                                          <p:spTgt spid="18">
                                            <p:txEl>
                                              <p:pRg st="2" end="2"/>
                                            </p:txEl>
                                          </p:spTgt>
                                        </p:tgtEl>
                                      </p:cBhvr>
                                    </p:animEffect>
                                  </p:childTnLst>
                                </p:cTn>
                              </p:par>
                            </p:childTnLst>
                          </p:cTn>
                        </p:par>
                        <p:par>
                          <p:cTn id="23" fill="hold" nodeType="afterGroup">
                            <p:stCondLst>
                              <p:cond delay="1500"/>
                            </p:stCondLst>
                            <p:childTnLst>
                              <p:par>
                                <p:cTn id="24" presetID="16" presetClass="entr" presetSubtype="37"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outVertical)">
                                      <p:cBhvr>
                                        <p:cTn id="26"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C226117B-67FF-64FC-12A8-A904CC0D14E2}"/>
              </a:ext>
            </a:extLst>
          </p:cNvPr>
          <p:cNvGrpSpPr/>
          <p:nvPr>
            <p:custDataLst>
              <p:tags r:id="rId1"/>
            </p:custDataLst>
          </p:nvPr>
        </p:nvGrpSpPr>
        <p:grpSpPr>
          <a:xfrm>
            <a:off x="90851" y="2799739"/>
            <a:ext cx="8962298" cy="2198126"/>
            <a:chOff x="276531" y="2788441"/>
            <a:chExt cx="8794140" cy="2198126"/>
          </a:xfrm>
        </p:grpSpPr>
        <p:sp>
          <p:nvSpPr>
            <p:cNvPr id="8" name="矩形 37">
              <a:extLst>
                <a:ext uri="{FF2B5EF4-FFF2-40B4-BE49-F238E27FC236}">
                  <a16:creationId xmlns:a16="http://schemas.microsoft.com/office/drawing/2014/main" id="{2ED32285-A168-BDCD-3A69-9B54BF94B975}"/>
                </a:ext>
              </a:extLst>
            </p:cNvPr>
            <p:cNvSpPr>
              <a:spLocks noChangeArrowheads="1"/>
            </p:cNvSpPr>
            <p:nvPr>
              <p:custDataLst>
                <p:tags r:id="rId5"/>
              </p:custDataLst>
            </p:nvPr>
          </p:nvSpPr>
          <p:spPr bwMode="auto">
            <a:xfrm>
              <a:off x="276531" y="2788441"/>
              <a:ext cx="8794140" cy="2198126"/>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0" name="图片 9">
              <a:extLst>
                <a:ext uri="{FF2B5EF4-FFF2-40B4-BE49-F238E27FC236}">
                  <a16:creationId xmlns:a16="http://schemas.microsoft.com/office/drawing/2014/main" id="{B9D32BCA-B27C-72B1-8F70-D27D5AA4128D}"/>
                </a:ext>
              </a:extLst>
            </p:cNvPr>
            <p:cNvPicPr>
              <a:picLocks noChangeAspect="1"/>
            </p:cNvPicPr>
            <p:nvPr>
              <p:custDataLst>
                <p:tags r:id="rId6"/>
              </p:custDataLst>
            </p:nvPr>
          </p:nvPicPr>
          <p:blipFill>
            <a:blip r:embed="rId8"/>
            <a:srcRect l="16093" t="19040" r="16095" b="25092"/>
            <a:stretch>
              <a:fillRect/>
            </a:stretch>
          </p:blipFill>
          <p:spPr>
            <a:xfrm>
              <a:off x="361143" y="2868338"/>
              <a:ext cx="895256" cy="403945"/>
            </a:xfrm>
            <a:prstGeom prst="rect">
              <a:avLst/>
            </a:prstGeom>
          </p:spPr>
        </p:pic>
      </p:grpSp>
      <p:sp>
        <p:nvSpPr>
          <p:cNvPr id="20" name="文本框 19">
            <a:extLst>
              <a:ext uri="{FF2B5EF4-FFF2-40B4-BE49-F238E27FC236}">
                <a16:creationId xmlns:a16="http://schemas.microsoft.com/office/drawing/2014/main" id="{20F63954-7B95-9517-8EB2-FC91CE4EFC6E}"/>
              </a:ext>
            </a:extLst>
          </p:cNvPr>
          <p:cNvSpPr txBox="1"/>
          <p:nvPr>
            <p:custDataLst>
              <p:tags r:id="rId2"/>
            </p:custDataLst>
          </p:nvPr>
        </p:nvSpPr>
        <p:spPr>
          <a:xfrm>
            <a:off x="487682" y="632665"/>
            <a:ext cx="8106118" cy="1845505"/>
          </a:xfrm>
          <a:prstGeom prst="rect">
            <a:avLst/>
          </a:prstGeom>
          <a:noFill/>
        </p:spPr>
        <p:txBody>
          <a:bodyPr wrap="square">
            <a:spAutoFit/>
          </a:bodyPr>
          <a:lstStyle/>
          <a:p>
            <a:pPr indent="457200">
              <a:lnSpc>
                <a:spcPts val="3500"/>
              </a:lnSpc>
            </a:pP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在上一章“探究影响滑动摩擦力大小的因素”实验中，是用弹簧测力计沿水平方向匀速拉动木块来测量摩擦力大小的</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现在，你知道为什么要用这种方法吗？实际操作中，弹簧测力计的示数时大时小，这是什么原因造成的</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 name="文本框 17">
            <a:extLst>
              <a:ext uri="{FF2B5EF4-FFF2-40B4-BE49-F238E27FC236}">
                <a16:creationId xmlns:a16="http://schemas.microsoft.com/office/drawing/2014/main" id="{CC8A35CC-B4F6-301D-6813-88567CC63CEF}"/>
              </a:ext>
            </a:extLst>
          </p:cNvPr>
          <p:cNvSpPr txBox="1"/>
          <p:nvPr>
            <p:custDataLst>
              <p:tags r:id="rId3"/>
            </p:custDataLst>
          </p:nvPr>
        </p:nvSpPr>
        <p:spPr>
          <a:xfrm>
            <a:off x="592631" y="3166725"/>
            <a:ext cx="8023051" cy="1396664"/>
          </a:xfrm>
          <a:prstGeom prst="rect">
            <a:avLst/>
          </a:prstGeom>
          <a:noFill/>
        </p:spPr>
        <p:txBody>
          <a:bodyPr wrap="square">
            <a:spAutoFit/>
          </a:bodyPr>
          <a:lstStyle/>
          <a:p>
            <a:pPr lvl="0" indent="432000" defTabSz="685324">
              <a:lnSpc>
                <a:spcPts val="3500"/>
              </a:lnSpc>
              <a:defRPr/>
            </a:pPr>
            <a:r>
              <a:rPr lang="zh-CN" altLang="en-US" sz="2300">
                <a:solidFill>
                  <a:schemeClr val="bg1"/>
                </a:solidFill>
                <a:ea typeface="微软雅黑" panose="020B0503020204020204" pitchFamily="34" charset="-122"/>
              </a:rPr>
              <a:t>根据二力平衡条件，当木块匀速运动时，摩擦力和弹簧测力计的拉力大小相等。因为木板表面的粗糙程度不一，木块运动过程中所受的摩擦力忽大忽小造成的</a:t>
            </a:r>
            <a:r>
              <a:rPr lang="en-US" altLang="zh-CN" sz="2300">
                <a:solidFill>
                  <a:schemeClr val="bg1"/>
                </a:solidFill>
                <a:ea typeface="微软雅黑" panose="020B0503020204020204" pitchFamily="34" charset="-122"/>
              </a:rPr>
              <a:t>.</a:t>
            </a:r>
          </a:p>
        </p:txBody>
      </p:sp>
      <p:sp>
        <p:nvSpPr>
          <p:cNvPr id="3" name="文本框 2">
            <a:extLst>
              <a:ext uri="{FF2B5EF4-FFF2-40B4-BE49-F238E27FC236}">
                <a16:creationId xmlns:a16="http://schemas.microsoft.com/office/drawing/2014/main" id="{2D184143-6C7E-212D-9BD3-B16504059F1F}"/>
              </a:ext>
            </a:extLst>
          </p:cNvPr>
          <p:cNvSpPr txBox="1"/>
          <p:nvPr>
            <p:custDataLst>
              <p:tags r:id="rId4"/>
            </p:custDataLst>
          </p:nvPr>
        </p:nvSpPr>
        <p:spPr>
          <a:xfrm>
            <a:off x="422743" y="40460"/>
            <a:ext cx="2327229"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本章反思与评价</a:t>
            </a:r>
          </a:p>
        </p:txBody>
      </p:sp>
    </p:spTree>
    <p:extLst>
      <p:ext uri="{BB962C8B-B14F-4D97-AF65-F5344CB8AC3E}">
        <p14:creationId xmlns:p14="http://schemas.microsoft.com/office/powerpoint/2010/main" val="36973481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wipe(left)">
                                      <p:cBhvr>
                                        <p:cTn id="12" dur="1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C226117B-67FF-64FC-12A8-A904CC0D14E2}"/>
              </a:ext>
            </a:extLst>
          </p:cNvPr>
          <p:cNvGrpSpPr/>
          <p:nvPr>
            <p:custDataLst>
              <p:tags r:id="rId1"/>
            </p:custDataLst>
          </p:nvPr>
        </p:nvGrpSpPr>
        <p:grpSpPr>
          <a:xfrm>
            <a:off x="90851" y="2503935"/>
            <a:ext cx="8962298" cy="2198126"/>
            <a:chOff x="276531" y="2788441"/>
            <a:chExt cx="8794140" cy="2198126"/>
          </a:xfrm>
        </p:grpSpPr>
        <p:sp>
          <p:nvSpPr>
            <p:cNvPr id="8" name="矩形 37">
              <a:extLst>
                <a:ext uri="{FF2B5EF4-FFF2-40B4-BE49-F238E27FC236}">
                  <a16:creationId xmlns:a16="http://schemas.microsoft.com/office/drawing/2014/main" id="{2ED32285-A168-BDCD-3A69-9B54BF94B975}"/>
                </a:ext>
              </a:extLst>
            </p:cNvPr>
            <p:cNvSpPr>
              <a:spLocks noChangeArrowheads="1"/>
            </p:cNvSpPr>
            <p:nvPr>
              <p:custDataLst>
                <p:tags r:id="rId6"/>
              </p:custDataLst>
            </p:nvPr>
          </p:nvSpPr>
          <p:spPr bwMode="auto">
            <a:xfrm>
              <a:off x="276531" y="2788441"/>
              <a:ext cx="8794140" cy="2198126"/>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0" name="图片 9">
              <a:extLst>
                <a:ext uri="{FF2B5EF4-FFF2-40B4-BE49-F238E27FC236}">
                  <a16:creationId xmlns:a16="http://schemas.microsoft.com/office/drawing/2014/main" id="{B9D32BCA-B27C-72B1-8F70-D27D5AA4128D}"/>
                </a:ext>
              </a:extLst>
            </p:cNvPr>
            <p:cNvPicPr>
              <a:picLocks noChangeAspect="1"/>
            </p:cNvPicPr>
            <p:nvPr>
              <p:custDataLst>
                <p:tags r:id="rId7"/>
              </p:custDataLst>
            </p:nvPr>
          </p:nvPicPr>
          <p:blipFill>
            <a:blip r:embed="rId9"/>
            <a:srcRect l="16093" t="19040" r="16095" b="25092"/>
            <a:stretch>
              <a:fillRect/>
            </a:stretch>
          </p:blipFill>
          <p:spPr>
            <a:xfrm>
              <a:off x="361143" y="2868338"/>
              <a:ext cx="895256" cy="403945"/>
            </a:xfrm>
            <a:prstGeom prst="rect">
              <a:avLst/>
            </a:prstGeom>
          </p:spPr>
        </p:pic>
      </p:grpSp>
      <p:sp>
        <p:nvSpPr>
          <p:cNvPr id="20" name="文本框 19">
            <a:extLst>
              <a:ext uri="{FF2B5EF4-FFF2-40B4-BE49-F238E27FC236}">
                <a16:creationId xmlns:a16="http://schemas.microsoft.com/office/drawing/2014/main" id="{20F63954-7B95-9517-8EB2-FC91CE4EFC6E}"/>
              </a:ext>
            </a:extLst>
          </p:cNvPr>
          <p:cNvSpPr txBox="1"/>
          <p:nvPr>
            <p:custDataLst>
              <p:tags r:id="rId2"/>
            </p:custDataLst>
          </p:nvPr>
        </p:nvSpPr>
        <p:spPr>
          <a:xfrm>
            <a:off x="633268" y="684771"/>
            <a:ext cx="7631985" cy="1540743"/>
          </a:xfrm>
          <a:prstGeom prst="rect">
            <a:avLst/>
          </a:prstGeom>
          <a:noFill/>
        </p:spPr>
        <p:txBody>
          <a:bodyPr wrap="square">
            <a:spAutoFit/>
          </a:bodyPr>
          <a:lstStyle/>
          <a:p>
            <a:pPr indent="457200">
              <a:lnSpc>
                <a:spcPts val="3900"/>
              </a:lnSpc>
            </a:pPr>
            <a:r>
              <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想一想，物体运动状态的改变包括哪些方面</a:t>
            </a:r>
            <a:r>
              <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一辆汽车，在圆形跑道上做快慢不变的运动。这辆汽车的运动状态是否改变？为什么</a:t>
            </a:r>
            <a:r>
              <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 name="文本框 17">
            <a:extLst>
              <a:ext uri="{FF2B5EF4-FFF2-40B4-BE49-F238E27FC236}">
                <a16:creationId xmlns:a16="http://schemas.microsoft.com/office/drawing/2014/main" id="{CC8A35CC-B4F6-301D-6813-88567CC63CEF}"/>
              </a:ext>
            </a:extLst>
          </p:cNvPr>
          <p:cNvSpPr txBox="1"/>
          <p:nvPr>
            <p:custDataLst>
              <p:tags r:id="rId3"/>
            </p:custDataLst>
          </p:nvPr>
        </p:nvSpPr>
        <p:spPr>
          <a:xfrm>
            <a:off x="810717" y="2801292"/>
            <a:ext cx="8023051" cy="1470211"/>
          </a:xfrm>
          <a:prstGeom prst="rect">
            <a:avLst/>
          </a:prstGeom>
          <a:noFill/>
        </p:spPr>
        <p:txBody>
          <a:bodyPr wrap="square">
            <a:spAutoFit/>
          </a:bodyPr>
          <a:lstStyle/>
          <a:p>
            <a:pPr lvl="0" indent="324000" defTabSz="685324">
              <a:lnSpc>
                <a:spcPts val="3700"/>
              </a:lnSpc>
              <a:defRPr/>
            </a:pPr>
            <a:r>
              <a:rPr lang="zh-CN" altLang="en-US" sz="2400">
                <a:solidFill>
                  <a:schemeClr val="bg1"/>
                </a:solidFill>
                <a:ea typeface="微软雅黑" panose="020B0503020204020204" pitchFamily="34" charset="-122"/>
              </a:rPr>
              <a:t>   物体运动状态的改变包括：由静到动、由慢到快、由快到慢、由动到静和速度方向改变五种情况。汽车的运动状态发生了改变，因为速度的方向时刻改变。</a:t>
            </a:r>
          </a:p>
        </p:txBody>
      </p:sp>
      <p:sp>
        <p:nvSpPr>
          <p:cNvPr id="3" name="文本框 2">
            <a:extLst>
              <a:ext uri="{FF2B5EF4-FFF2-40B4-BE49-F238E27FC236}">
                <a16:creationId xmlns:a16="http://schemas.microsoft.com/office/drawing/2014/main" id="{D65F85BD-C888-7FB2-0A3E-24488A61E933}"/>
              </a:ext>
            </a:extLst>
          </p:cNvPr>
          <p:cNvSpPr txBox="1"/>
          <p:nvPr>
            <p:custDataLst>
              <p:tags r:id="rId4"/>
            </p:custDataLst>
          </p:nvPr>
        </p:nvSpPr>
        <p:spPr>
          <a:xfrm>
            <a:off x="422743" y="40460"/>
            <a:ext cx="2327229"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本章反思与评价</a:t>
            </a:r>
          </a:p>
        </p:txBody>
      </p:sp>
      <p:pic>
        <p:nvPicPr>
          <p:cNvPr id="21" name="New picture"/>
          <p:cNvPicPr/>
          <p:nvPr>
            <p:custDataLst>
              <p:tags r:id="rId5"/>
            </p:custDataLst>
          </p:nvPr>
        </p:nvPicPr>
        <p:blipFill>
          <a:blip r:embed="rId10"/>
          <a:stretch>
            <a:fillRect/>
          </a:stretch>
        </p:blipFill>
        <p:spPr>
          <a:xfrm>
            <a:off x="11163300" y="12255500"/>
            <a:ext cx="317500" cy="241300"/>
          </a:xfrm>
          <a:prstGeom prst="cube">
            <a:avLst/>
          </a:prstGeom>
        </p:spPr>
      </p:pic>
    </p:spTree>
    <p:extLst>
      <p:ext uri="{BB962C8B-B14F-4D97-AF65-F5344CB8AC3E}">
        <p14:creationId xmlns:p14="http://schemas.microsoft.com/office/powerpoint/2010/main" val="27116401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wipe(left)">
                                      <p:cBhvr>
                                        <p:cTn id="12" dur="1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S_OS" val="Unix 3.10 unknown"/>
  <p:tag name="AS_RELEASE_DATE" val="2020.11.30"/>
  <p:tag name="AS_TITLE" val="Aspose.Slides for Java"/>
  <p:tag name="AS_VERSION" val="20.11"/>
</p:tagLst>
</file>

<file path=ppt/tags/tag2.xml><?xml version="1.0" encoding="utf-8"?>
<p:tagLst xmlns:a="http://schemas.openxmlformats.org/drawingml/2006/main" xmlns:r="http://schemas.openxmlformats.org/officeDocument/2006/relationships" xmlns:p="http://schemas.openxmlformats.org/presentationml/2006/main">
  <p:tag name="AS_UNIQUEID" val="1097"/>
</p:tagLst>
</file>

<file path=ppt/tags/tag3.xml><?xml version="1.0" encoding="utf-8"?>
<p:tagLst xmlns:a="http://schemas.openxmlformats.org/drawingml/2006/main" xmlns:r="http://schemas.openxmlformats.org/officeDocument/2006/relationships" xmlns:p="http://schemas.openxmlformats.org/presentationml/2006/main">
  <p:tag name="AS_UNIQUEID" val="1098"/>
</p:tagLst>
</file>

<file path=ppt/tags/tag4.xml><?xml version="1.0" encoding="utf-8"?>
<p:tagLst xmlns:a="http://schemas.openxmlformats.org/drawingml/2006/main" xmlns:r="http://schemas.openxmlformats.org/officeDocument/2006/relationships" xmlns:p="http://schemas.openxmlformats.org/presentationml/2006/main">
  <p:tag name="AS_UNIQUEID" val="1099"/>
</p:tagLst>
</file>

<file path=ppt/tags/tag5.xml><?xml version="1.0" encoding="utf-8"?>
<p:tagLst xmlns:a="http://schemas.openxmlformats.org/drawingml/2006/main" xmlns:r="http://schemas.openxmlformats.org/officeDocument/2006/relationships" xmlns:p="http://schemas.openxmlformats.org/presentationml/2006/main">
  <p:tag name="AS_UNIQUEID" val="1100"/>
</p:tagLst>
</file>

<file path=ppt/tags/tag6.xml><?xml version="1.0" encoding="utf-8"?>
<p:tagLst xmlns:a="http://schemas.openxmlformats.org/drawingml/2006/main" xmlns:r="http://schemas.openxmlformats.org/officeDocument/2006/relationships" xmlns:p="http://schemas.openxmlformats.org/presentationml/2006/main">
  <p:tag name="AS_UNIQUEID" val="1101"/>
</p:tagLst>
</file>

<file path=ppt/tags/tag7.xml><?xml version="1.0" encoding="utf-8"?>
<p:tagLst xmlns:a="http://schemas.openxmlformats.org/drawingml/2006/main" xmlns:r="http://schemas.openxmlformats.org/officeDocument/2006/relationships" xmlns:p="http://schemas.openxmlformats.org/presentationml/2006/main">
  <p:tag name="AS_UNIQUEID" val="1102"/>
</p:tagLst>
</file>

<file path=ppt/tags/tag8.xml><?xml version="1.0" encoding="utf-8"?>
<p:tagLst xmlns:a="http://schemas.openxmlformats.org/drawingml/2006/main" xmlns:r="http://schemas.openxmlformats.org/officeDocument/2006/relationships" xmlns:p="http://schemas.openxmlformats.org/presentationml/2006/main">
  <p:tag name="AS_UNIQUEID" val="1091"/>
</p:tagLst>
</file>

<file path=ppt/tags/tag9.xml><?xml version="1.0" encoding="utf-8"?>
<p:tagLst xmlns:a="http://schemas.openxmlformats.org/drawingml/2006/main" xmlns:r="http://schemas.openxmlformats.org/officeDocument/2006/relationships" xmlns:p="http://schemas.openxmlformats.org/presentationml/2006/main">
  <p:tag name="AS_UNIQUEID" val="1092"/>
</p:tagLst>
</file>

<file path=ppt/tags/tag10.xml><?xml version="1.0" encoding="utf-8"?>
<p:tagLst xmlns:a="http://schemas.openxmlformats.org/drawingml/2006/main" xmlns:r="http://schemas.openxmlformats.org/officeDocument/2006/relationships" xmlns:p="http://schemas.openxmlformats.org/presentationml/2006/main">
  <p:tag name="AS_UNIQUEID" val="1093"/>
</p:tagLst>
</file>

<file path=ppt/tags/tag11.xml><?xml version="1.0" encoding="utf-8"?>
<p:tagLst xmlns:a="http://schemas.openxmlformats.org/drawingml/2006/main" xmlns:r="http://schemas.openxmlformats.org/officeDocument/2006/relationships" xmlns:p="http://schemas.openxmlformats.org/presentationml/2006/main">
  <p:tag name="AS_UNIQUEID" val="1094"/>
</p:tagLst>
</file>

<file path=ppt/tags/tag12.xml><?xml version="1.0" encoding="utf-8"?>
<p:tagLst xmlns:a="http://schemas.openxmlformats.org/drawingml/2006/main" xmlns:r="http://schemas.openxmlformats.org/officeDocument/2006/relationships" xmlns:p="http://schemas.openxmlformats.org/presentationml/2006/main">
  <p:tag name="AS_UNIQUEID" val="1095"/>
</p:tagLst>
</file>

<file path=ppt/tags/tag13.xml><?xml version="1.0" encoding="utf-8"?>
<p:tagLst xmlns:a="http://schemas.openxmlformats.org/drawingml/2006/main" xmlns:r="http://schemas.openxmlformats.org/officeDocument/2006/relationships" xmlns:p="http://schemas.openxmlformats.org/presentationml/2006/main">
  <p:tag name="AS_UNIQUEID" val="1117"/>
</p:tagLst>
</file>

<file path=ppt/tags/tag14.xml><?xml version="1.0" encoding="utf-8"?>
<p:tagLst xmlns:a="http://schemas.openxmlformats.org/drawingml/2006/main" xmlns:r="http://schemas.openxmlformats.org/officeDocument/2006/relationships" xmlns:p="http://schemas.openxmlformats.org/presentationml/2006/main">
  <p:tag name="AS_UNIQUEID" val="1118"/>
</p:tagLst>
</file>

<file path=ppt/tags/tag15.xml><?xml version="1.0" encoding="utf-8"?>
<p:tagLst xmlns:a="http://schemas.openxmlformats.org/drawingml/2006/main" xmlns:r="http://schemas.openxmlformats.org/officeDocument/2006/relationships" xmlns:p="http://schemas.openxmlformats.org/presentationml/2006/main">
  <p:tag name="AS_UNIQUEID" val="1119"/>
</p:tagLst>
</file>

<file path=ppt/tags/tag16.xml><?xml version="1.0" encoding="utf-8"?>
<p:tagLst xmlns:a="http://schemas.openxmlformats.org/drawingml/2006/main" xmlns:r="http://schemas.openxmlformats.org/officeDocument/2006/relationships" xmlns:p="http://schemas.openxmlformats.org/presentationml/2006/main">
  <p:tag name="AS_UNIQUEID" val="1120"/>
</p:tagLst>
</file>

<file path=ppt/tags/tag17.xml><?xml version="1.0" encoding="utf-8"?>
<p:tagLst xmlns:a="http://schemas.openxmlformats.org/drawingml/2006/main" xmlns:r="http://schemas.openxmlformats.org/officeDocument/2006/relationships" xmlns:p="http://schemas.openxmlformats.org/presentationml/2006/main">
  <p:tag name="AS_UNIQUEID" val="1121"/>
</p:tagLst>
</file>

<file path=ppt/tags/tag18.xml><?xml version="1.0" encoding="utf-8"?>
<p:tagLst xmlns:a="http://schemas.openxmlformats.org/drawingml/2006/main" xmlns:r="http://schemas.openxmlformats.org/officeDocument/2006/relationships" xmlns:p="http://schemas.openxmlformats.org/presentationml/2006/main">
  <p:tag name="AS_UNIQUEID" val="1122"/>
</p:tagLst>
</file>

<file path=ppt/tags/tag19.xml><?xml version="1.0" encoding="utf-8"?>
<p:tagLst xmlns:a="http://schemas.openxmlformats.org/drawingml/2006/main" xmlns:r="http://schemas.openxmlformats.org/officeDocument/2006/relationships" xmlns:p="http://schemas.openxmlformats.org/presentationml/2006/main">
  <p:tag name="AS_UNIQUEID" val="1104"/>
</p:tagLst>
</file>

<file path=ppt/tags/tag20.xml><?xml version="1.0" encoding="utf-8"?>
<p:tagLst xmlns:a="http://schemas.openxmlformats.org/drawingml/2006/main" xmlns:r="http://schemas.openxmlformats.org/officeDocument/2006/relationships" xmlns:p="http://schemas.openxmlformats.org/presentationml/2006/main">
  <p:tag name="AS_UNIQUEID" val="1105"/>
</p:tagLst>
</file>

<file path=ppt/tags/tag21.xml><?xml version="1.0" encoding="utf-8"?>
<p:tagLst xmlns:a="http://schemas.openxmlformats.org/drawingml/2006/main" xmlns:r="http://schemas.openxmlformats.org/officeDocument/2006/relationships" xmlns:p="http://schemas.openxmlformats.org/presentationml/2006/main">
  <p:tag name="AS_UNIQUEID" val="1107"/>
</p:tagLst>
</file>

<file path=ppt/tags/tag22.xml><?xml version="1.0" encoding="utf-8"?>
<p:tagLst xmlns:a="http://schemas.openxmlformats.org/drawingml/2006/main" xmlns:r="http://schemas.openxmlformats.org/officeDocument/2006/relationships" xmlns:p="http://schemas.openxmlformats.org/presentationml/2006/main">
  <p:tag name="AS_UNIQUEID" val="1108"/>
</p:tagLst>
</file>

<file path=ppt/tags/tag23.xml><?xml version="1.0" encoding="utf-8"?>
<p:tagLst xmlns:a="http://schemas.openxmlformats.org/drawingml/2006/main" xmlns:r="http://schemas.openxmlformats.org/officeDocument/2006/relationships" xmlns:p="http://schemas.openxmlformats.org/presentationml/2006/main">
  <p:tag name="AS_UNIQUEID" val="1109"/>
</p:tagLst>
</file>

<file path=ppt/tags/tag24.xml><?xml version="1.0" encoding="utf-8"?>
<p:tagLst xmlns:a="http://schemas.openxmlformats.org/drawingml/2006/main" xmlns:r="http://schemas.openxmlformats.org/officeDocument/2006/relationships" xmlns:p="http://schemas.openxmlformats.org/presentationml/2006/main">
  <p:tag name="AS_UNIQUEID" val="1111"/>
</p:tagLst>
</file>

<file path=ppt/tags/tag25.xml><?xml version="1.0" encoding="utf-8"?>
<p:tagLst xmlns:a="http://schemas.openxmlformats.org/drawingml/2006/main" xmlns:r="http://schemas.openxmlformats.org/officeDocument/2006/relationships" xmlns:p="http://schemas.openxmlformats.org/presentationml/2006/main">
  <p:tag name="AS_UNIQUEID" val="1112"/>
</p:tagLst>
</file>

<file path=ppt/tags/tag26.xml><?xml version="1.0" encoding="utf-8"?>
<p:tagLst xmlns:a="http://schemas.openxmlformats.org/drawingml/2006/main" xmlns:r="http://schemas.openxmlformats.org/officeDocument/2006/relationships" xmlns:p="http://schemas.openxmlformats.org/presentationml/2006/main">
  <p:tag name="AS_UNIQUEID" val="1114"/>
</p:tagLst>
</file>

<file path=ppt/tags/tag27.xml><?xml version="1.0" encoding="utf-8"?>
<p:tagLst xmlns:a="http://schemas.openxmlformats.org/drawingml/2006/main" xmlns:r="http://schemas.openxmlformats.org/officeDocument/2006/relationships" xmlns:p="http://schemas.openxmlformats.org/presentationml/2006/main">
  <p:tag name="AS_UNIQUEID" val="1115"/>
</p:tagLst>
</file>

<file path=ppt/tags/tag28.xml><?xml version="1.0" encoding="utf-8"?>
<p:tagLst xmlns:a="http://schemas.openxmlformats.org/drawingml/2006/main" xmlns:r="http://schemas.openxmlformats.org/officeDocument/2006/relationships" xmlns:p="http://schemas.openxmlformats.org/presentationml/2006/main">
  <p:tag name="AS_UNIQUEID" val="1193"/>
</p:tagLst>
</file>

<file path=ppt/tags/tag29.xml><?xml version="1.0" encoding="utf-8"?>
<p:tagLst xmlns:a="http://schemas.openxmlformats.org/drawingml/2006/main" xmlns:r="http://schemas.openxmlformats.org/officeDocument/2006/relationships" xmlns:p="http://schemas.openxmlformats.org/presentationml/2006/main">
  <p:tag name="AS_UNIQUEID" val="1194"/>
</p:tagLst>
</file>

<file path=ppt/tags/tag30.xml><?xml version="1.0" encoding="utf-8"?>
<p:tagLst xmlns:a="http://schemas.openxmlformats.org/drawingml/2006/main" xmlns:r="http://schemas.openxmlformats.org/officeDocument/2006/relationships" xmlns:p="http://schemas.openxmlformats.org/presentationml/2006/main">
  <p:tag name="AS_UNIQUEID" val="1195"/>
</p:tagLst>
</file>

<file path=ppt/tags/tag31.xml><?xml version="1.0" encoding="utf-8"?>
<p:tagLst xmlns:a="http://schemas.openxmlformats.org/drawingml/2006/main" xmlns:r="http://schemas.openxmlformats.org/officeDocument/2006/relationships" xmlns:p="http://schemas.openxmlformats.org/presentationml/2006/main">
  <p:tag name="AS_UNIQUEID" val="1196"/>
</p:tagLst>
</file>

<file path=ppt/tags/tag32.xml><?xml version="1.0" encoding="utf-8"?>
<p:tagLst xmlns:a="http://schemas.openxmlformats.org/drawingml/2006/main" xmlns:r="http://schemas.openxmlformats.org/officeDocument/2006/relationships" xmlns:p="http://schemas.openxmlformats.org/presentationml/2006/main">
  <p:tag name="AS_UNIQUEID" val="1197"/>
</p:tagLst>
</file>

<file path=ppt/tags/tag33.xml><?xml version="1.0" encoding="utf-8"?>
<p:tagLst xmlns:a="http://schemas.openxmlformats.org/drawingml/2006/main" xmlns:r="http://schemas.openxmlformats.org/officeDocument/2006/relationships" xmlns:p="http://schemas.openxmlformats.org/presentationml/2006/main">
  <p:tag name="AS_UNIQUEID" val="1198"/>
</p:tagLst>
</file>

<file path=ppt/tags/tag34.xml><?xml version="1.0" encoding="utf-8"?>
<p:tagLst xmlns:a="http://schemas.openxmlformats.org/drawingml/2006/main" xmlns:r="http://schemas.openxmlformats.org/officeDocument/2006/relationships" xmlns:p="http://schemas.openxmlformats.org/presentationml/2006/main">
  <p:tag name="AS_UNIQUEID" val="1124"/>
</p:tagLst>
</file>

<file path=ppt/tags/tag35.xml><?xml version="1.0" encoding="utf-8"?>
<p:tagLst xmlns:a="http://schemas.openxmlformats.org/drawingml/2006/main" xmlns:r="http://schemas.openxmlformats.org/officeDocument/2006/relationships" xmlns:p="http://schemas.openxmlformats.org/presentationml/2006/main">
  <p:tag name="AS_UNIQUEID" val="1125"/>
</p:tagLst>
</file>

<file path=ppt/tags/tag36.xml><?xml version="1.0" encoding="utf-8"?>
<p:tagLst xmlns:a="http://schemas.openxmlformats.org/drawingml/2006/main" xmlns:r="http://schemas.openxmlformats.org/officeDocument/2006/relationships" xmlns:p="http://schemas.openxmlformats.org/presentationml/2006/main">
  <p:tag name="AS_UNIQUEID" val="1126"/>
</p:tagLst>
</file>

<file path=ppt/tags/tag37.xml><?xml version="1.0" encoding="utf-8"?>
<p:tagLst xmlns:a="http://schemas.openxmlformats.org/drawingml/2006/main" xmlns:r="http://schemas.openxmlformats.org/officeDocument/2006/relationships" xmlns:p="http://schemas.openxmlformats.org/presentationml/2006/main">
  <p:tag name="AS_UNIQUEID" val="1127"/>
</p:tagLst>
</file>

<file path=ppt/tags/tag38.xml><?xml version="1.0" encoding="utf-8"?>
<p:tagLst xmlns:a="http://schemas.openxmlformats.org/drawingml/2006/main" xmlns:r="http://schemas.openxmlformats.org/officeDocument/2006/relationships" xmlns:p="http://schemas.openxmlformats.org/presentationml/2006/main">
  <p:tag name="AS_UNIQUEID" val="1128"/>
</p:tagLst>
</file>

<file path=ppt/tags/tag39.xml><?xml version="1.0" encoding="utf-8"?>
<p:tagLst xmlns:a="http://schemas.openxmlformats.org/drawingml/2006/main" xmlns:r="http://schemas.openxmlformats.org/officeDocument/2006/relationships" xmlns:p="http://schemas.openxmlformats.org/presentationml/2006/main">
  <p:tag name="AS_UNIQUEID" val="1130"/>
</p:tagLst>
</file>

<file path=ppt/tags/tag40.xml><?xml version="1.0" encoding="utf-8"?>
<p:tagLst xmlns:a="http://schemas.openxmlformats.org/drawingml/2006/main" xmlns:r="http://schemas.openxmlformats.org/officeDocument/2006/relationships" xmlns:p="http://schemas.openxmlformats.org/presentationml/2006/main">
  <p:tag name="AS_UNIQUEID" val="1131"/>
</p:tagLst>
</file>

<file path=ppt/tags/tag41.xml><?xml version="1.0" encoding="utf-8"?>
<p:tagLst xmlns:a="http://schemas.openxmlformats.org/drawingml/2006/main" xmlns:r="http://schemas.openxmlformats.org/officeDocument/2006/relationships" xmlns:p="http://schemas.openxmlformats.org/presentationml/2006/main">
  <p:tag name="AS_UNIQUEID" val="1132"/>
</p:tagLst>
</file>

<file path=ppt/tags/tag42.xml><?xml version="1.0" encoding="utf-8"?>
<p:tagLst xmlns:a="http://schemas.openxmlformats.org/drawingml/2006/main" xmlns:r="http://schemas.openxmlformats.org/officeDocument/2006/relationships" xmlns:p="http://schemas.openxmlformats.org/presentationml/2006/main">
  <p:tag name="AS_UNIQUEID" val="1133"/>
</p:tagLst>
</file>

<file path=ppt/tags/tag43.xml><?xml version="1.0" encoding="utf-8"?>
<p:tagLst xmlns:a="http://schemas.openxmlformats.org/drawingml/2006/main" xmlns:r="http://schemas.openxmlformats.org/officeDocument/2006/relationships" xmlns:p="http://schemas.openxmlformats.org/presentationml/2006/main">
  <p:tag name="AS_UNIQUEID" val="1134"/>
</p:tagLst>
</file>

<file path=ppt/tags/tag44.xml><?xml version="1.0" encoding="utf-8"?>
<p:tagLst xmlns:a="http://schemas.openxmlformats.org/drawingml/2006/main" xmlns:r="http://schemas.openxmlformats.org/officeDocument/2006/relationships" xmlns:p="http://schemas.openxmlformats.org/presentationml/2006/main">
  <p:tag name="AS_UNIQUEID" val="1136"/>
</p:tagLst>
</file>

<file path=ppt/tags/tag45.xml><?xml version="1.0" encoding="utf-8"?>
<p:tagLst xmlns:a="http://schemas.openxmlformats.org/drawingml/2006/main" xmlns:r="http://schemas.openxmlformats.org/officeDocument/2006/relationships" xmlns:p="http://schemas.openxmlformats.org/presentationml/2006/main">
  <p:tag name="AS_UNIQUEID" val="1137"/>
</p:tagLst>
</file>

<file path=ppt/tags/tag46.xml><?xml version="1.0" encoding="utf-8"?>
<p:tagLst xmlns:a="http://schemas.openxmlformats.org/drawingml/2006/main" xmlns:r="http://schemas.openxmlformats.org/officeDocument/2006/relationships" xmlns:p="http://schemas.openxmlformats.org/presentationml/2006/main">
  <p:tag name="AS_UNIQUEID" val="1138"/>
</p:tagLst>
</file>

<file path=ppt/tags/tag47.xml><?xml version="1.0" encoding="utf-8"?>
<p:tagLst xmlns:a="http://schemas.openxmlformats.org/drawingml/2006/main" xmlns:r="http://schemas.openxmlformats.org/officeDocument/2006/relationships" xmlns:p="http://schemas.openxmlformats.org/presentationml/2006/main">
  <p:tag name="AS_UNIQUEID" val="1139"/>
</p:tagLst>
</file>

<file path=ppt/tags/tag48.xml><?xml version="1.0" encoding="utf-8"?>
<p:tagLst xmlns:a="http://schemas.openxmlformats.org/drawingml/2006/main" xmlns:r="http://schemas.openxmlformats.org/officeDocument/2006/relationships" xmlns:p="http://schemas.openxmlformats.org/presentationml/2006/main">
  <p:tag name="AS_UNIQUEID" val="1140"/>
</p:tagLst>
</file>

<file path=ppt/tags/tag49.xml><?xml version="1.0" encoding="utf-8"?>
<p:tagLst xmlns:a="http://schemas.openxmlformats.org/drawingml/2006/main" xmlns:r="http://schemas.openxmlformats.org/officeDocument/2006/relationships" xmlns:p="http://schemas.openxmlformats.org/presentationml/2006/main">
  <p:tag name="AS_UNIQUEID" val="1142"/>
</p:tagLst>
</file>

<file path=ppt/tags/tag50.xml><?xml version="1.0" encoding="utf-8"?>
<p:tagLst xmlns:a="http://schemas.openxmlformats.org/drawingml/2006/main" xmlns:r="http://schemas.openxmlformats.org/officeDocument/2006/relationships" xmlns:p="http://schemas.openxmlformats.org/presentationml/2006/main">
  <p:tag name="AS_UNIQUEID" val="1143"/>
</p:tagLst>
</file>

<file path=ppt/tags/tag51.xml><?xml version="1.0" encoding="utf-8"?>
<p:tagLst xmlns:a="http://schemas.openxmlformats.org/drawingml/2006/main" xmlns:r="http://schemas.openxmlformats.org/officeDocument/2006/relationships" xmlns:p="http://schemas.openxmlformats.org/presentationml/2006/main">
  <p:tag name="AS_UNIQUEID" val="1144"/>
</p:tagLst>
</file>

<file path=ppt/tags/tag52.xml><?xml version="1.0" encoding="utf-8"?>
<p:tagLst xmlns:a="http://schemas.openxmlformats.org/drawingml/2006/main" xmlns:r="http://schemas.openxmlformats.org/officeDocument/2006/relationships" xmlns:p="http://schemas.openxmlformats.org/presentationml/2006/main">
  <p:tag name="AS_UNIQUEID" val="1145"/>
</p:tagLst>
</file>

<file path=ppt/tags/tag53.xml><?xml version="1.0" encoding="utf-8"?>
<p:tagLst xmlns:a="http://schemas.openxmlformats.org/drawingml/2006/main" xmlns:r="http://schemas.openxmlformats.org/officeDocument/2006/relationships" xmlns:p="http://schemas.openxmlformats.org/presentationml/2006/main">
  <p:tag name="AS_UNIQUEID" val="1146"/>
</p:tagLst>
</file>

<file path=ppt/tags/tag54.xml><?xml version="1.0" encoding="utf-8"?>
<p:tagLst xmlns:a="http://schemas.openxmlformats.org/drawingml/2006/main" xmlns:r="http://schemas.openxmlformats.org/officeDocument/2006/relationships" xmlns:p="http://schemas.openxmlformats.org/presentationml/2006/main">
  <p:tag name="AS_UNIQUEID" val="1147"/>
</p:tagLst>
</file>

<file path=ppt/tags/tag55.xml><?xml version="1.0" encoding="utf-8"?>
<p:tagLst xmlns:a="http://schemas.openxmlformats.org/drawingml/2006/main" xmlns:r="http://schemas.openxmlformats.org/officeDocument/2006/relationships" xmlns:p="http://schemas.openxmlformats.org/presentationml/2006/main">
  <p:tag name="AS_UNIQUEID" val="1149"/>
</p:tagLst>
</file>

<file path=ppt/tags/tag56.xml><?xml version="1.0" encoding="utf-8"?>
<p:tagLst xmlns:a="http://schemas.openxmlformats.org/drawingml/2006/main" xmlns:r="http://schemas.openxmlformats.org/officeDocument/2006/relationships" xmlns:p="http://schemas.openxmlformats.org/presentationml/2006/main">
  <p:tag name="AS_UNIQUEID" val="1150"/>
</p:tagLst>
</file>

<file path=ppt/tags/tag57.xml><?xml version="1.0" encoding="utf-8"?>
<p:tagLst xmlns:a="http://schemas.openxmlformats.org/drawingml/2006/main" xmlns:r="http://schemas.openxmlformats.org/officeDocument/2006/relationships" xmlns:p="http://schemas.openxmlformats.org/presentationml/2006/main">
  <p:tag name="AS_UNIQUEID" val="1151"/>
</p:tagLst>
</file>

<file path=ppt/tags/tag58.xml><?xml version="1.0" encoding="utf-8"?>
<p:tagLst xmlns:a="http://schemas.openxmlformats.org/drawingml/2006/main" xmlns:r="http://schemas.openxmlformats.org/officeDocument/2006/relationships" xmlns:p="http://schemas.openxmlformats.org/presentationml/2006/main">
  <p:tag name="AS_UNIQUEID" val="1152"/>
</p:tagLst>
</file>

<file path=ppt/tags/tag59.xml><?xml version="1.0" encoding="utf-8"?>
<p:tagLst xmlns:a="http://schemas.openxmlformats.org/drawingml/2006/main" xmlns:r="http://schemas.openxmlformats.org/officeDocument/2006/relationships" xmlns:p="http://schemas.openxmlformats.org/presentationml/2006/main">
  <p:tag name="AS_UNIQUEID" val="1153"/>
</p:tagLst>
</file>

<file path=ppt/tags/tag60.xml><?xml version="1.0" encoding="utf-8"?>
<p:tagLst xmlns:a="http://schemas.openxmlformats.org/drawingml/2006/main" xmlns:r="http://schemas.openxmlformats.org/officeDocument/2006/relationships" xmlns:p="http://schemas.openxmlformats.org/presentationml/2006/main">
  <p:tag name="AS_UNIQUEID" val="1154"/>
</p:tagLst>
</file>

<file path=ppt/tags/tag61.xml><?xml version="1.0" encoding="utf-8"?>
<p:tagLst xmlns:a="http://schemas.openxmlformats.org/drawingml/2006/main" xmlns:r="http://schemas.openxmlformats.org/officeDocument/2006/relationships" xmlns:p="http://schemas.openxmlformats.org/presentationml/2006/main">
  <p:tag name="AS_UNIQUEID" val="1155"/>
</p:tagLst>
</file>

<file path=ppt/tags/tag62.xml><?xml version="1.0" encoding="utf-8"?>
<p:tagLst xmlns:a="http://schemas.openxmlformats.org/drawingml/2006/main" xmlns:r="http://schemas.openxmlformats.org/officeDocument/2006/relationships" xmlns:p="http://schemas.openxmlformats.org/presentationml/2006/main">
  <p:tag name="AS_UNIQUEID" val="1156"/>
</p:tagLst>
</file>

<file path=ppt/tags/tag63.xml><?xml version="1.0" encoding="utf-8"?>
<p:tagLst xmlns:a="http://schemas.openxmlformats.org/drawingml/2006/main" xmlns:r="http://schemas.openxmlformats.org/officeDocument/2006/relationships" xmlns:p="http://schemas.openxmlformats.org/presentationml/2006/main">
  <p:tag name="AS_UNIQUEID" val="1158"/>
</p:tagLst>
</file>

<file path=ppt/tags/tag64.xml><?xml version="1.0" encoding="utf-8"?>
<p:tagLst xmlns:a="http://schemas.openxmlformats.org/drawingml/2006/main" xmlns:r="http://schemas.openxmlformats.org/officeDocument/2006/relationships" xmlns:p="http://schemas.openxmlformats.org/presentationml/2006/main">
  <p:tag name="AS_UNIQUEID" val="1159"/>
</p:tagLst>
</file>

<file path=ppt/tags/tag65.xml><?xml version="1.0" encoding="utf-8"?>
<p:tagLst xmlns:a="http://schemas.openxmlformats.org/drawingml/2006/main" xmlns:r="http://schemas.openxmlformats.org/officeDocument/2006/relationships" xmlns:p="http://schemas.openxmlformats.org/presentationml/2006/main">
  <p:tag name="AS_UNIQUEID" val="1160"/>
</p:tagLst>
</file>

<file path=ppt/tags/tag66.xml><?xml version="1.0" encoding="utf-8"?>
<p:tagLst xmlns:a="http://schemas.openxmlformats.org/drawingml/2006/main" xmlns:r="http://schemas.openxmlformats.org/officeDocument/2006/relationships" xmlns:p="http://schemas.openxmlformats.org/presentationml/2006/main">
  <p:tag name="AS_UNIQUEID" val="1161"/>
</p:tagLst>
</file>

<file path=ppt/tags/tag67.xml><?xml version="1.0" encoding="utf-8"?>
<p:tagLst xmlns:a="http://schemas.openxmlformats.org/drawingml/2006/main" xmlns:r="http://schemas.openxmlformats.org/officeDocument/2006/relationships" xmlns:p="http://schemas.openxmlformats.org/presentationml/2006/main">
  <p:tag name="AS_UNIQUEID" val="1163"/>
</p:tagLst>
</file>

<file path=ppt/tags/tag68.xml><?xml version="1.0" encoding="utf-8"?>
<p:tagLst xmlns:a="http://schemas.openxmlformats.org/drawingml/2006/main" xmlns:r="http://schemas.openxmlformats.org/officeDocument/2006/relationships" xmlns:p="http://schemas.openxmlformats.org/presentationml/2006/main">
  <p:tag name="AS_UNIQUEID" val="1164"/>
</p:tagLst>
</file>

<file path=ppt/tags/tag69.xml><?xml version="1.0" encoding="utf-8"?>
<p:tagLst xmlns:a="http://schemas.openxmlformats.org/drawingml/2006/main" xmlns:r="http://schemas.openxmlformats.org/officeDocument/2006/relationships" xmlns:p="http://schemas.openxmlformats.org/presentationml/2006/main">
  <p:tag name="AS_UNIQUEID" val="1165"/>
</p:tagLst>
</file>

<file path=ppt/tags/tag70.xml><?xml version="1.0" encoding="utf-8"?>
<p:tagLst xmlns:a="http://schemas.openxmlformats.org/drawingml/2006/main" xmlns:r="http://schemas.openxmlformats.org/officeDocument/2006/relationships" xmlns:p="http://schemas.openxmlformats.org/presentationml/2006/main">
  <p:tag name="AS_UNIQUEID" val="1167"/>
</p:tagLst>
</file>

<file path=ppt/tags/tag71.xml><?xml version="1.0" encoding="utf-8"?>
<p:tagLst xmlns:a="http://schemas.openxmlformats.org/drawingml/2006/main" xmlns:r="http://schemas.openxmlformats.org/officeDocument/2006/relationships" xmlns:p="http://schemas.openxmlformats.org/presentationml/2006/main">
  <p:tag name="AS_UNIQUEID" val="1168"/>
</p:tagLst>
</file>

<file path=ppt/tags/tag72.xml><?xml version="1.0" encoding="utf-8"?>
<p:tagLst xmlns:a="http://schemas.openxmlformats.org/drawingml/2006/main" xmlns:r="http://schemas.openxmlformats.org/officeDocument/2006/relationships" xmlns:p="http://schemas.openxmlformats.org/presentationml/2006/main">
  <p:tag name="AS_UNIQUEID" val="1169"/>
</p:tagLst>
</file>

<file path=ppt/tags/tag73.xml><?xml version="1.0" encoding="utf-8"?>
<p:tagLst xmlns:a="http://schemas.openxmlformats.org/drawingml/2006/main" xmlns:r="http://schemas.openxmlformats.org/officeDocument/2006/relationships" xmlns:p="http://schemas.openxmlformats.org/presentationml/2006/main">
  <p:tag name="AS_UNIQUEID" val="1170"/>
</p:tagLst>
</file>

<file path=ppt/tags/tag74.xml><?xml version="1.0" encoding="utf-8"?>
<p:tagLst xmlns:a="http://schemas.openxmlformats.org/drawingml/2006/main" xmlns:r="http://schemas.openxmlformats.org/officeDocument/2006/relationships" xmlns:p="http://schemas.openxmlformats.org/presentationml/2006/main">
  <p:tag name="AS_UNIQUEID" val="1171"/>
</p:tagLst>
</file>

<file path=ppt/tags/tag75.xml><?xml version="1.0" encoding="utf-8"?>
<p:tagLst xmlns:a="http://schemas.openxmlformats.org/drawingml/2006/main" xmlns:r="http://schemas.openxmlformats.org/officeDocument/2006/relationships" xmlns:p="http://schemas.openxmlformats.org/presentationml/2006/main">
  <p:tag name="AS_UNIQUEID" val="1172"/>
</p:tagLst>
</file>

<file path=ppt/tags/tag76.xml><?xml version="1.0" encoding="utf-8"?>
<p:tagLst xmlns:a="http://schemas.openxmlformats.org/drawingml/2006/main" xmlns:r="http://schemas.openxmlformats.org/officeDocument/2006/relationships" xmlns:p="http://schemas.openxmlformats.org/presentationml/2006/main">
  <p:tag name="AS_UNIQUEID" val="1174"/>
</p:tagLst>
</file>

<file path=ppt/tags/tag77.xml><?xml version="1.0" encoding="utf-8"?>
<p:tagLst xmlns:a="http://schemas.openxmlformats.org/drawingml/2006/main" xmlns:r="http://schemas.openxmlformats.org/officeDocument/2006/relationships" xmlns:p="http://schemas.openxmlformats.org/presentationml/2006/main">
  <p:tag name="AS_UNIQUEID" val="1175"/>
</p:tagLst>
</file>

<file path=ppt/tags/tag78.xml><?xml version="1.0" encoding="utf-8"?>
<p:tagLst xmlns:a="http://schemas.openxmlformats.org/drawingml/2006/main" xmlns:r="http://schemas.openxmlformats.org/officeDocument/2006/relationships" xmlns:p="http://schemas.openxmlformats.org/presentationml/2006/main">
  <p:tag name="AS_UNIQUEID" val="1176"/>
</p:tagLst>
</file>

<file path=ppt/tags/tag79.xml><?xml version="1.0" encoding="utf-8"?>
<p:tagLst xmlns:a="http://schemas.openxmlformats.org/drawingml/2006/main" xmlns:r="http://schemas.openxmlformats.org/officeDocument/2006/relationships" xmlns:p="http://schemas.openxmlformats.org/presentationml/2006/main">
  <p:tag name="AS_UNIQUEID" val="1177"/>
</p:tagLst>
</file>

<file path=ppt/tags/tag80.xml><?xml version="1.0" encoding="utf-8"?>
<p:tagLst xmlns:a="http://schemas.openxmlformats.org/drawingml/2006/main" xmlns:r="http://schemas.openxmlformats.org/officeDocument/2006/relationships" xmlns:p="http://schemas.openxmlformats.org/presentationml/2006/main">
  <p:tag name="AS_UNIQUEID" val="1178"/>
</p:tagLst>
</file>

<file path=ppt/tags/tag81.xml><?xml version="1.0" encoding="utf-8"?>
<p:tagLst xmlns:a="http://schemas.openxmlformats.org/drawingml/2006/main" xmlns:r="http://schemas.openxmlformats.org/officeDocument/2006/relationships" xmlns:p="http://schemas.openxmlformats.org/presentationml/2006/main">
  <p:tag name="AS_UNIQUEID" val="1179"/>
</p:tagLst>
</file>

<file path=ppt/tags/tag82.xml><?xml version="1.0" encoding="utf-8"?>
<p:tagLst xmlns:a="http://schemas.openxmlformats.org/drawingml/2006/main" xmlns:r="http://schemas.openxmlformats.org/officeDocument/2006/relationships" xmlns:p="http://schemas.openxmlformats.org/presentationml/2006/main">
  <p:tag name="AS_UNIQUEID" val="1181"/>
</p:tagLst>
</file>

<file path=ppt/tags/tag83.xml><?xml version="1.0" encoding="utf-8"?>
<p:tagLst xmlns:a="http://schemas.openxmlformats.org/drawingml/2006/main" xmlns:r="http://schemas.openxmlformats.org/officeDocument/2006/relationships" xmlns:p="http://schemas.openxmlformats.org/presentationml/2006/main">
  <p:tag name="AS_UNIQUEID" val="1182"/>
</p:tagLst>
</file>

<file path=ppt/tags/tag84.xml><?xml version="1.0" encoding="utf-8"?>
<p:tagLst xmlns:a="http://schemas.openxmlformats.org/drawingml/2006/main" xmlns:r="http://schemas.openxmlformats.org/officeDocument/2006/relationships" xmlns:p="http://schemas.openxmlformats.org/presentationml/2006/main">
  <p:tag name="AS_UNIQUEID" val="1183"/>
</p:tagLst>
</file>

<file path=ppt/tags/tag85.xml><?xml version="1.0" encoding="utf-8"?>
<p:tagLst xmlns:a="http://schemas.openxmlformats.org/drawingml/2006/main" xmlns:r="http://schemas.openxmlformats.org/officeDocument/2006/relationships" xmlns:p="http://schemas.openxmlformats.org/presentationml/2006/main">
  <p:tag name="AS_UNIQUEID" val="1184"/>
</p:tagLst>
</file>

<file path=ppt/tags/tag86.xml><?xml version="1.0" encoding="utf-8"?>
<p:tagLst xmlns:a="http://schemas.openxmlformats.org/drawingml/2006/main" xmlns:r="http://schemas.openxmlformats.org/officeDocument/2006/relationships" xmlns:p="http://schemas.openxmlformats.org/presentationml/2006/main">
  <p:tag name="AS_UNIQUEID" val="1185"/>
</p:tagLst>
</file>

<file path=ppt/tags/tag87.xml><?xml version="1.0" encoding="utf-8"?>
<p:tagLst xmlns:a="http://schemas.openxmlformats.org/drawingml/2006/main" xmlns:r="http://schemas.openxmlformats.org/officeDocument/2006/relationships" xmlns:p="http://schemas.openxmlformats.org/presentationml/2006/main">
  <p:tag name="AS_UNIQUEID" val="1187"/>
</p:tagLst>
</file>

<file path=ppt/tags/tag88.xml><?xml version="1.0" encoding="utf-8"?>
<p:tagLst xmlns:a="http://schemas.openxmlformats.org/drawingml/2006/main" xmlns:r="http://schemas.openxmlformats.org/officeDocument/2006/relationships" xmlns:p="http://schemas.openxmlformats.org/presentationml/2006/main">
  <p:tag name="AS_UNIQUEID" val="1188"/>
</p:tagLst>
</file>

<file path=ppt/tags/tag89.xml><?xml version="1.0" encoding="utf-8"?>
<p:tagLst xmlns:a="http://schemas.openxmlformats.org/drawingml/2006/main" xmlns:r="http://schemas.openxmlformats.org/officeDocument/2006/relationships" xmlns:p="http://schemas.openxmlformats.org/presentationml/2006/main">
  <p:tag name="AS_UNIQUEID" val="1189"/>
</p:tagLst>
</file>

<file path=ppt/tags/tag90.xml><?xml version="1.0" encoding="utf-8"?>
<p:tagLst xmlns:a="http://schemas.openxmlformats.org/drawingml/2006/main" xmlns:r="http://schemas.openxmlformats.org/officeDocument/2006/relationships" xmlns:p="http://schemas.openxmlformats.org/presentationml/2006/main">
  <p:tag name="AS_UNIQUEID" val="1190"/>
</p:tagLst>
</file>

<file path=ppt/tags/tag91.xml><?xml version="1.0" encoding="utf-8"?>
<p:tagLst xmlns:a="http://schemas.openxmlformats.org/drawingml/2006/main" xmlns:r="http://schemas.openxmlformats.org/officeDocument/2006/relationships" xmlns:p="http://schemas.openxmlformats.org/presentationml/2006/main">
  <p:tag name="AS_UNIQUEID" val="1191"/>
</p:tagLst>
</file>

<file path=ppt/tags/tag92.xml><?xml version="1.0" encoding="utf-8"?>
<p:tagLst xmlns:a="http://schemas.openxmlformats.org/drawingml/2006/main" xmlns:r="http://schemas.openxmlformats.org/officeDocument/2006/relationships" xmlns:p="http://schemas.openxmlformats.org/presentationml/2006/main">
  <p:tag name="AS_UNIQUEID" val="1200"/>
</p:tagLst>
</file>

<file path=ppt/tags/tag93.xml><?xml version="1.0" encoding="utf-8"?>
<p:tagLst xmlns:a="http://schemas.openxmlformats.org/drawingml/2006/main" xmlns:r="http://schemas.openxmlformats.org/officeDocument/2006/relationships" xmlns:p="http://schemas.openxmlformats.org/presentationml/2006/main">
  <p:tag name="AS_UNIQUEID" val="1201"/>
</p:tagLst>
</file>

<file path=ppt/tags/tag94.xml><?xml version="1.0" encoding="utf-8"?>
<p:tagLst xmlns:a="http://schemas.openxmlformats.org/drawingml/2006/main" xmlns:r="http://schemas.openxmlformats.org/officeDocument/2006/relationships" xmlns:p="http://schemas.openxmlformats.org/presentationml/2006/main">
  <p:tag name="AS_UNIQUEID" val="1202"/>
</p:tagLst>
</file>

<file path=ppt/tags/tag95.xml><?xml version="1.0" encoding="utf-8"?>
<p:tagLst xmlns:a="http://schemas.openxmlformats.org/drawingml/2006/main" xmlns:r="http://schemas.openxmlformats.org/officeDocument/2006/relationships" xmlns:p="http://schemas.openxmlformats.org/presentationml/2006/main">
  <p:tag name="AS_UNIQUEID" val="1203"/>
</p:tagLst>
</file>

<file path=ppt/tags/tag96.xml><?xml version="1.0" encoding="utf-8"?>
<p:tagLst xmlns:a="http://schemas.openxmlformats.org/drawingml/2006/main" xmlns:r="http://schemas.openxmlformats.org/officeDocument/2006/relationships" xmlns:p="http://schemas.openxmlformats.org/presentationml/2006/main">
  <p:tag name="AS_UNIQUEID" val="1204"/>
</p:tagLst>
</file>

<file path=ppt/tags/tag97.xml><?xml version="1.0" encoding="utf-8"?>
<p:tagLst xmlns:a="http://schemas.openxmlformats.org/drawingml/2006/main" xmlns:r="http://schemas.openxmlformats.org/officeDocument/2006/relationships" xmlns:p="http://schemas.openxmlformats.org/presentationml/2006/main">
  <p:tag name="AS_UNIQUEID" val="1205"/>
</p:tagLst>
</file>

<file path=ppt/tags/tag98.xml><?xml version="1.0" encoding="utf-8"?>
<p:tagLst xmlns:a="http://schemas.openxmlformats.org/drawingml/2006/main" xmlns:r="http://schemas.openxmlformats.org/officeDocument/2006/relationships" xmlns:p="http://schemas.openxmlformats.org/presentationml/2006/main">
  <p:tag name="AS_UNIQUEID" val="1207"/>
</p:tagLst>
</file>

<file path=ppt/tags/tag99.xml><?xml version="1.0" encoding="utf-8"?>
<p:tagLst xmlns:a="http://schemas.openxmlformats.org/drawingml/2006/main" xmlns:r="http://schemas.openxmlformats.org/officeDocument/2006/relationships" xmlns:p="http://schemas.openxmlformats.org/presentationml/2006/main">
  <p:tag name="AS_UNIQUEID" val="1208"/>
</p:tagLst>
</file>

<file path=ppt/tags/tag100.xml><?xml version="1.0" encoding="utf-8"?>
<p:tagLst xmlns:a="http://schemas.openxmlformats.org/drawingml/2006/main" xmlns:r="http://schemas.openxmlformats.org/officeDocument/2006/relationships" xmlns:p="http://schemas.openxmlformats.org/presentationml/2006/main">
  <p:tag name="AS_UNIQUEID" val="1209"/>
</p:tagLst>
</file>

<file path=ppt/tags/tag101.xml><?xml version="1.0" encoding="utf-8"?>
<p:tagLst xmlns:a="http://schemas.openxmlformats.org/drawingml/2006/main" xmlns:r="http://schemas.openxmlformats.org/officeDocument/2006/relationships" xmlns:p="http://schemas.openxmlformats.org/presentationml/2006/main">
  <p:tag name="AS_UNIQUEID" val="1210"/>
</p:tagLst>
</file>

<file path=ppt/tags/tag102.xml><?xml version="1.0" encoding="utf-8"?>
<p:tagLst xmlns:a="http://schemas.openxmlformats.org/drawingml/2006/main" xmlns:r="http://schemas.openxmlformats.org/officeDocument/2006/relationships" xmlns:p="http://schemas.openxmlformats.org/presentationml/2006/main">
  <p:tag name="AS_UNIQUEID" val="1212"/>
</p:tagLst>
</file>

<file path=ppt/tags/tag103.xml><?xml version="1.0" encoding="utf-8"?>
<p:tagLst xmlns:a="http://schemas.openxmlformats.org/drawingml/2006/main" xmlns:r="http://schemas.openxmlformats.org/officeDocument/2006/relationships" xmlns:p="http://schemas.openxmlformats.org/presentationml/2006/main">
  <p:tag name="AS_UNIQUEID" val="1213"/>
</p:tagLst>
</file>

<file path=ppt/tags/tag104.xml><?xml version="1.0" encoding="utf-8"?>
<p:tagLst xmlns:a="http://schemas.openxmlformats.org/drawingml/2006/main" xmlns:r="http://schemas.openxmlformats.org/officeDocument/2006/relationships" xmlns:p="http://schemas.openxmlformats.org/presentationml/2006/main">
  <p:tag name="AS_UNIQUEID" val="1214"/>
</p:tagLst>
</file>

<file path=ppt/tags/tag105.xml><?xml version="1.0" encoding="utf-8"?>
<p:tagLst xmlns:a="http://schemas.openxmlformats.org/drawingml/2006/main" xmlns:r="http://schemas.openxmlformats.org/officeDocument/2006/relationships" xmlns:p="http://schemas.openxmlformats.org/presentationml/2006/main">
  <p:tag name="AS_UNIQUEID" val="1215"/>
</p:tagLst>
</file>

<file path=ppt/tags/tag106.xml><?xml version="1.0" encoding="utf-8"?>
<p:tagLst xmlns:a="http://schemas.openxmlformats.org/drawingml/2006/main" xmlns:r="http://schemas.openxmlformats.org/officeDocument/2006/relationships" xmlns:p="http://schemas.openxmlformats.org/presentationml/2006/main">
  <p:tag name="AS_UNIQUEID" val="1216"/>
</p:tagLst>
</file>

<file path=ppt/tags/tag107.xml><?xml version="1.0" encoding="utf-8"?>
<p:tagLst xmlns:a="http://schemas.openxmlformats.org/drawingml/2006/main" xmlns:r="http://schemas.openxmlformats.org/officeDocument/2006/relationships" xmlns:p="http://schemas.openxmlformats.org/presentationml/2006/main">
  <p:tag name="AS_UNIQUEID" val="1217"/>
</p:tagLst>
</file>

<file path=ppt/tags/tag108.xml><?xml version="1.0" encoding="utf-8"?>
<p:tagLst xmlns:a="http://schemas.openxmlformats.org/drawingml/2006/main" xmlns:r="http://schemas.openxmlformats.org/officeDocument/2006/relationships" xmlns:p="http://schemas.openxmlformats.org/presentationml/2006/main">
  <p:tag name="AS_UNIQUEID" val="1218"/>
</p:tagLst>
</file>

<file path=ppt/tags/tag109.xml><?xml version="1.0" encoding="utf-8"?>
<p:tagLst xmlns:a="http://schemas.openxmlformats.org/drawingml/2006/main" xmlns:r="http://schemas.openxmlformats.org/officeDocument/2006/relationships" xmlns:p="http://schemas.openxmlformats.org/presentationml/2006/main">
  <p:tag name="AS_UNIQUEID" val="1229"/>
</p:tagLst>
</file>

<file path=ppt/tags/tag110.xml><?xml version="1.0" encoding="utf-8"?>
<p:tagLst xmlns:a="http://schemas.openxmlformats.org/drawingml/2006/main" xmlns:r="http://schemas.openxmlformats.org/officeDocument/2006/relationships" xmlns:p="http://schemas.openxmlformats.org/presentationml/2006/main">
  <p:tag name="AS_UNIQUEID" val="1230"/>
</p:tagLst>
</file>

<file path=ppt/tags/tag111.xml><?xml version="1.0" encoding="utf-8"?>
<p:tagLst xmlns:a="http://schemas.openxmlformats.org/drawingml/2006/main" xmlns:r="http://schemas.openxmlformats.org/officeDocument/2006/relationships" xmlns:p="http://schemas.openxmlformats.org/presentationml/2006/main">
  <p:tag name="AS_UNIQUEID" val="1231"/>
</p:tagLst>
</file>

<file path=ppt/tags/tag112.xml><?xml version="1.0" encoding="utf-8"?>
<p:tagLst xmlns:a="http://schemas.openxmlformats.org/drawingml/2006/main" xmlns:r="http://schemas.openxmlformats.org/officeDocument/2006/relationships" xmlns:p="http://schemas.openxmlformats.org/presentationml/2006/main">
  <p:tag name="AS_UNIQUEID" val="1234"/>
</p:tagLst>
</file>

<file path=ppt/tags/tag113.xml><?xml version="1.0" encoding="utf-8"?>
<p:tagLst xmlns:a="http://schemas.openxmlformats.org/drawingml/2006/main" xmlns:r="http://schemas.openxmlformats.org/officeDocument/2006/relationships" xmlns:p="http://schemas.openxmlformats.org/presentationml/2006/main">
  <p:tag name="AS_UNIQUEID" val="1235"/>
</p:tagLst>
</file>

<file path=ppt/tags/tag114.xml><?xml version="1.0" encoding="utf-8"?>
<p:tagLst xmlns:a="http://schemas.openxmlformats.org/drawingml/2006/main" xmlns:r="http://schemas.openxmlformats.org/officeDocument/2006/relationships" xmlns:p="http://schemas.openxmlformats.org/presentationml/2006/main">
  <p:tag name="AS_UNIQUEID" val="1238"/>
</p:tagLst>
</file>

<file path=ppt/tags/tag115.xml><?xml version="1.0" encoding="utf-8"?>
<p:tagLst xmlns:a="http://schemas.openxmlformats.org/drawingml/2006/main" xmlns:r="http://schemas.openxmlformats.org/officeDocument/2006/relationships" xmlns:p="http://schemas.openxmlformats.org/presentationml/2006/main">
  <p:tag name="AS_UNIQUEID" val="1239"/>
</p:tagLst>
</file>

<file path=ppt/tags/tag116.xml><?xml version="1.0" encoding="utf-8"?>
<p:tagLst xmlns:a="http://schemas.openxmlformats.org/drawingml/2006/main" xmlns:r="http://schemas.openxmlformats.org/officeDocument/2006/relationships" xmlns:p="http://schemas.openxmlformats.org/presentationml/2006/main">
  <p:tag name="AS_UNIQUEID" val="1240"/>
</p:tagLst>
</file>

<file path=ppt/tags/tag117.xml><?xml version="1.0" encoding="utf-8"?>
<p:tagLst xmlns:a="http://schemas.openxmlformats.org/drawingml/2006/main" xmlns:r="http://schemas.openxmlformats.org/officeDocument/2006/relationships" xmlns:p="http://schemas.openxmlformats.org/presentationml/2006/main">
  <p:tag name="AS_UNIQUEID" val="1241"/>
</p:tagLst>
</file>

<file path=ppt/tags/tag118.xml><?xml version="1.0" encoding="utf-8"?>
<p:tagLst xmlns:a="http://schemas.openxmlformats.org/drawingml/2006/main" xmlns:r="http://schemas.openxmlformats.org/officeDocument/2006/relationships" xmlns:p="http://schemas.openxmlformats.org/presentationml/2006/main">
  <p:tag name="AS_UNIQUEID" val="1244"/>
</p:tagLst>
</file>

<file path=ppt/tags/tag119.xml><?xml version="1.0" encoding="utf-8"?>
<p:tagLst xmlns:a="http://schemas.openxmlformats.org/drawingml/2006/main" xmlns:r="http://schemas.openxmlformats.org/officeDocument/2006/relationships" xmlns:p="http://schemas.openxmlformats.org/presentationml/2006/main">
  <p:tag name="AS_UNIQUEID" val="1245"/>
</p:tagLst>
</file>

<file path=ppt/tags/tag120.xml><?xml version="1.0" encoding="utf-8"?>
<p:tagLst xmlns:a="http://schemas.openxmlformats.org/drawingml/2006/main" xmlns:r="http://schemas.openxmlformats.org/officeDocument/2006/relationships" xmlns:p="http://schemas.openxmlformats.org/presentationml/2006/main">
  <p:tag name="AS_UNIQUEID" val="1246"/>
</p:tagLst>
</file>

<file path=ppt/tags/tag121.xml><?xml version="1.0" encoding="utf-8"?>
<p:tagLst xmlns:a="http://schemas.openxmlformats.org/drawingml/2006/main" xmlns:r="http://schemas.openxmlformats.org/officeDocument/2006/relationships" xmlns:p="http://schemas.openxmlformats.org/presentationml/2006/main">
  <p:tag name="AS_UNIQUEID" val="1242"/>
</p:tagLst>
</file>

<file path=ppt/tags/tag122.xml><?xml version="1.0" encoding="utf-8"?>
<p:tagLst xmlns:a="http://schemas.openxmlformats.org/drawingml/2006/main" xmlns:r="http://schemas.openxmlformats.org/officeDocument/2006/relationships" xmlns:p="http://schemas.openxmlformats.org/presentationml/2006/main">
  <p:tag name="AS_UNIQUEID" val="1243"/>
</p:tagLst>
</file>

<file path=ppt/tags/tag123.xml><?xml version="1.0" encoding="utf-8"?>
<p:tagLst xmlns:a="http://schemas.openxmlformats.org/drawingml/2006/main" xmlns:r="http://schemas.openxmlformats.org/officeDocument/2006/relationships" xmlns:p="http://schemas.openxmlformats.org/presentationml/2006/main">
  <p:tag name="AS_UNIQUEID" val="1236"/>
</p:tagLst>
</file>

<file path=ppt/tags/tag124.xml><?xml version="1.0" encoding="utf-8"?>
<p:tagLst xmlns:a="http://schemas.openxmlformats.org/drawingml/2006/main" xmlns:r="http://schemas.openxmlformats.org/officeDocument/2006/relationships" xmlns:p="http://schemas.openxmlformats.org/presentationml/2006/main">
  <p:tag name="AS_UNIQUEID" val="1237"/>
</p:tagLst>
</file>

<file path=ppt/tags/tag125.xml><?xml version="1.0" encoding="utf-8"?>
<p:tagLst xmlns:a="http://schemas.openxmlformats.org/drawingml/2006/main" xmlns:r="http://schemas.openxmlformats.org/officeDocument/2006/relationships" xmlns:p="http://schemas.openxmlformats.org/presentationml/2006/main">
  <p:tag name="AS_UNIQUEID" val="1232"/>
</p:tagLst>
</file>

<file path=ppt/tags/tag126.xml><?xml version="1.0" encoding="utf-8"?>
<p:tagLst xmlns:a="http://schemas.openxmlformats.org/drawingml/2006/main" xmlns:r="http://schemas.openxmlformats.org/officeDocument/2006/relationships" xmlns:p="http://schemas.openxmlformats.org/presentationml/2006/main">
  <p:tag name="AS_UNIQUEID" val="1233"/>
</p:tagLst>
</file>

<file path=ppt/tags/tag127.xml><?xml version="1.0" encoding="utf-8"?>
<p:tagLst xmlns:a="http://schemas.openxmlformats.org/drawingml/2006/main" xmlns:r="http://schemas.openxmlformats.org/officeDocument/2006/relationships" xmlns:p="http://schemas.openxmlformats.org/presentationml/2006/main">
  <p:tag name="AS_UNIQUEID" val="1248"/>
</p:tagLst>
</file>

<file path=ppt/tags/tag128.xml><?xml version="1.0" encoding="utf-8"?>
<p:tagLst xmlns:a="http://schemas.openxmlformats.org/drawingml/2006/main" xmlns:r="http://schemas.openxmlformats.org/officeDocument/2006/relationships" xmlns:p="http://schemas.openxmlformats.org/presentationml/2006/main">
  <p:tag name="AS_UNIQUEID" val="1249"/>
</p:tagLst>
</file>

<file path=ppt/tags/tag129.xml><?xml version="1.0" encoding="utf-8"?>
<p:tagLst xmlns:a="http://schemas.openxmlformats.org/drawingml/2006/main" xmlns:r="http://schemas.openxmlformats.org/officeDocument/2006/relationships" xmlns:p="http://schemas.openxmlformats.org/presentationml/2006/main">
  <p:tag name="AS_UNIQUEID" val="1250"/>
</p:tagLst>
</file>

<file path=ppt/tags/tag130.xml><?xml version="1.0" encoding="utf-8"?>
<p:tagLst xmlns:a="http://schemas.openxmlformats.org/drawingml/2006/main" xmlns:r="http://schemas.openxmlformats.org/officeDocument/2006/relationships" xmlns:p="http://schemas.openxmlformats.org/presentationml/2006/main">
  <p:tag name="AS_UNIQUEID" val="1251"/>
</p:tagLst>
</file>

<file path=ppt/tags/tag131.xml><?xml version="1.0" encoding="utf-8"?>
<p:tagLst xmlns:a="http://schemas.openxmlformats.org/drawingml/2006/main" xmlns:r="http://schemas.openxmlformats.org/officeDocument/2006/relationships" xmlns:p="http://schemas.openxmlformats.org/presentationml/2006/main">
  <p:tag name="AS_UNIQUEID" val="1252"/>
</p:tagLst>
</file>

<file path=ppt/tags/tag132.xml><?xml version="1.0" encoding="utf-8"?>
<p:tagLst xmlns:a="http://schemas.openxmlformats.org/drawingml/2006/main" xmlns:r="http://schemas.openxmlformats.org/officeDocument/2006/relationships" xmlns:p="http://schemas.openxmlformats.org/presentationml/2006/main">
  <p:tag name="AS_UNIQUEID" val="1253"/>
</p:tagLst>
</file>

<file path=ppt/tags/tag133.xml><?xml version="1.0" encoding="utf-8"?>
<p:tagLst xmlns:a="http://schemas.openxmlformats.org/drawingml/2006/main" xmlns:r="http://schemas.openxmlformats.org/officeDocument/2006/relationships" xmlns:p="http://schemas.openxmlformats.org/presentationml/2006/main">
  <p:tag name="AS_UNIQUEID" val="1259"/>
</p:tagLst>
</file>

<file path=ppt/tags/tag134.xml><?xml version="1.0" encoding="utf-8"?>
<p:tagLst xmlns:a="http://schemas.openxmlformats.org/drawingml/2006/main" xmlns:r="http://schemas.openxmlformats.org/officeDocument/2006/relationships" xmlns:p="http://schemas.openxmlformats.org/presentationml/2006/main">
  <p:tag name="AS_UNIQUEID" val="1265"/>
</p:tagLst>
</file>

<file path=ppt/tags/tag135.xml><?xml version="1.0" encoding="utf-8"?>
<p:tagLst xmlns:a="http://schemas.openxmlformats.org/drawingml/2006/main" xmlns:r="http://schemas.openxmlformats.org/officeDocument/2006/relationships" xmlns:p="http://schemas.openxmlformats.org/presentationml/2006/main">
  <p:tag name="AS_UNIQUEID" val="1271"/>
</p:tagLst>
</file>

<file path=ppt/tags/tag136.xml><?xml version="1.0" encoding="utf-8"?>
<p:tagLst xmlns:a="http://schemas.openxmlformats.org/drawingml/2006/main" xmlns:r="http://schemas.openxmlformats.org/officeDocument/2006/relationships" xmlns:p="http://schemas.openxmlformats.org/presentationml/2006/main">
  <p:tag name="AS_UNIQUEID" val="1272"/>
</p:tagLst>
</file>

<file path=ppt/tags/tag137.xml><?xml version="1.0" encoding="utf-8"?>
<p:tagLst xmlns:a="http://schemas.openxmlformats.org/drawingml/2006/main" xmlns:r="http://schemas.openxmlformats.org/officeDocument/2006/relationships" xmlns:p="http://schemas.openxmlformats.org/presentationml/2006/main">
  <p:tag name="AS_UNIQUEID" val="1273"/>
</p:tagLst>
</file>

<file path=ppt/tags/tag138.xml><?xml version="1.0" encoding="utf-8"?>
<p:tagLst xmlns:a="http://schemas.openxmlformats.org/drawingml/2006/main" xmlns:r="http://schemas.openxmlformats.org/officeDocument/2006/relationships" xmlns:p="http://schemas.openxmlformats.org/presentationml/2006/main">
  <p:tag name="AS_UNIQUEID" val="1274"/>
</p:tagLst>
</file>

<file path=ppt/tags/tag139.xml><?xml version="1.0" encoding="utf-8"?>
<p:tagLst xmlns:a="http://schemas.openxmlformats.org/drawingml/2006/main" xmlns:r="http://schemas.openxmlformats.org/officeDocument/2006/relationships" xmlns:p="http://schemas.openxmlformats.org/presentationml/2006/main">
  <p:tag name="AS_UNIQUEID" val="1275"/>
</p:tagLst>
</file>

<file path=ppt/tags/tag140.xml><?xml version="1.0" encoding="utf-8"?>
<p:tagLst xmlns:a="http://schemas.openxmlformats.org/drawingml/2006/main" xmlns:r="http://schemas.openxmlformats.org/officeDocument/2006/relationships" xmlns:p="http://schemas.openxmlformats.org/presentationml/2006/main">
  <p:tag name="AS_UNIQUEID" val="1276"/>
</p:tagLst>
</file>

<file path=ppt/tags/tag141.xml><?xml version="1.0" encoding="utf-8"?>
<p:tagLst xmlns:a="http://schemas.openxmlformats.org/drawingml/2006/main" xmlns:r="http://schemas.openxmlformats.org/officeDocument/2006/relationships" xmlns:p="http://schemas.openxmlformats.org/presentationml/2006/main">
  <p:tag name="AS_UNIQUEID" val="1277"/>
</p:tagLst>
</file>

<file path=ppt/tags/tag142.xml><?xml version="1.0" encoding="utf-8"?>
<p:tagLst xmlns:a="http://schemas.openxmlformats.org/drawingml/2006/main" xmlns:r="http://schemas.openxmlformats.org/officeDocument/2006/relationships" xmlns:p="http://schemas.openxmlformats.org/presentationml/2006/main">
  <p:tag name="AS_UNIQUEID" val="1278"/>
</p:tagLst>
</file>

<file path=ppt/tags/tag143.xml><?xml version="1.0" encoding="utf-8"?>
<p:tagLst xmlns:a="http://schemas.openxmlformats.org/drawingml/2006/main" xmlns:r="http://schemas.openxmlformats.org/officeDocument/2006/relationships" xmlns:p="http://schemas.openxmlformats.org/presentationml/2006/main">
  <p:tag name="AS_UNIQUEID" val="1279"/>
</p:tagLst>
</file>

<file path=ppt/tags/tag144.xml><?xml version="1.0" encoding="utf-8"?>
<p:tagLst xmlns:a="http://schemas.openxmlformats.org/drawingml/2006/main" xmlns:r="http://schemas.openxmlformats.org/officeDocument/2006/relationships" xmlns:p="http://schemas.openxmlformats.org/presentationml/2006/main">
  <p:tag name="AS_UNIQUEID" val="1280"/>
</p:tagLst>
</file>

<file path=ppt/tags/tag145.xml><?xml version="1.0" encoding="utf-8"?>
<p:tagLst xmlns:a="http://schemas.openxmlformats.org/drawingml/2006/main" xmlns:r="http://schemas.openxmlformats.org/officeDocument/2006/relationships" xmlns:p="http://schemas.openxmlformats.org/presentationml/2006/main">
  <p:tag name="AS_UNIQUEID" val="1284"/>
</p:tagLst>
</file>

<file path=ppt/tags/tag146.xml><?xml version="1.0" encoding="utf-8"?>
<p:tagLst xmlns:a="http://schemas.openxmlformats.org/drawingml/2006/main" xmlns:r="http://schemas.openxmlformats.org/officeDocument/2006/relationships" xmlns:p="http://schemas.openxmlformats.org/presentationml/2006/main">
  <p:tag name="AS_UNIQUEID" val="1285"/>
</p:tagLst>
</file>

<file path=ppt/tags/tag147.xml><?xml version="1.0" encoding="utf-8"?>
<p:tagLst xmlns:a="http://schemas.openxmlformats.org/drawingml/2006/main" xmlns:r="http://schemas.openxmlformats.org/officeDocument/2006/relationships" xmlns:p="http://schemas.openxmlformats.org/presentationml/2006/main">
  <p:tag name="AS_UNIQUEID" val="1289"/>
</p:tagLst>
</file>

<file path=ppt/tags/tag148.xml><?xml version="1.0" encoding="utf-8"?>
<p:tagLst xmlns:a="http://schemas.openxmlformats.org/drawingml/2006/main" xmlns:r="http://schemas.openxmlformats.org/officeDocument/2006/relationships" xmlns:p="http://schemas.openxmlformats.org/presentationml/2006/main">
  <p:tag name="AS_UNIQUEID" val="1290"/>
</p:tagLst>
</file>

<file path=ppt/tags/tag149.xml><?xml version="1.0" encoding="utf-8"?>
<p:tagLst xmlns:a="http://schemas.openxmlformats.org/drawingml/2006/main" xmlns:r="http://schemas.openxmlformats.org/officeDocument/2006/relationships" xmlns:p="http://schemas.openxmlformats.org/presentationml/2006/main">
  <p:tag name="AS_UNIQUEID" val="1294"/>
</p:tagLst>
</file>

<file path=ppt/tags/tag150.xml><?xml version="1.0" encoding="utf-8"?>
<p:tagLst xmlns:a="http://schemas.openxmlformats.org/drawingml/2006/main" xmlns:r="http://schemas.openxmlformats.org/officeDocument/2006/relationships" xmlns:p="http://schemas.openxmlformats.org/presentationml/2006/main">
  <p:tag name="AS_UNIQUEID" val="1291"/>
</p:tagLst>
</file>

<file path=ppt/tags/tag151.xml><?xml version="1.0" encoding="utf-8"?>
<p:tagLst xmlns:a="http://schemas.openxmlformats.org/drawingml/2006/main" xmlns:r="http://schemas.openxmlformats.org/officeDocument/2006/relationships" xmlns:p="http://schemas.openxmlformats.org/presentationml/2006/main">
  <p:tag name="AS_UNIQUEID" val="1292"/>
</p:tagLst>
</file>

<file path=ppt/tags/tag152.xml><?xml version="1.0" encoding="utf-8"?>
<p:tagLst xmlns:a="http://schemas.openxmlformats.org/drawingml/2006/main" xmlns:r="http://schemas.openxmlformats.org/officeDocument/2006/relationships" xmlns:p="http://schemas.openxmlformats.org/presentationml/2006/main">
  <p:tag name="AS_UNIQUEID" val="1293"/>
</p:tagLst>
</file>

<file path=ppt/tags/tag153.xml><?xml version="1.0" encoding="utf-8"?>
<p:tagLst xmlns:a="http://schemas.openxmlformats.org/drawingml/2006/main" xmlns:r="http://schemas.openxmlformats.org/officeDocument/2006/relationships" xmlns:p="http://schemas.openxmlformats.org/presentationml/2006/main">
  <p:tag name="AS_UNIQUEID" val="1286"/>
</p:tagLst>
</file>

<file path=ppt/tags/tag154.xml><?xml version="1.0" encoding="utf-8"?>
<p:tagLst xmlns:a="http://schemas.openxmlformats.org/drawingml/2006/main" xmlns:r="http://schemas.openxmlformats.org/officeDocument/2006/relationships" xmlns:p="http://schemas.openxmlformats.org/presentationml/2006/main">
  <p:tag name="AS_UNIQUEID" val="1287"/>
</p:tagLst>
</file>

<file path=ppt/tags/tag155.xml><?xml version="1.0" encoding="utf-8"?>
<p:tagLst xmlns:a="http://schemas.openxmlformats.org/drawingml/2006/main" xmlns:r="http://schemas.openxmlformats.org/officeDocument/2006/relationships" xmlns:p="http://schemas.openxmlformats.org/presentationml/2006/main">
  <p:tag name="AS_UNIQUEID" val="1288"/>
</p:tagLst>
</file>

<file path=ppt/tags/tag156.xml><?xml version="1.0" encoding="utf-8"?>
<p:tagLst xmlns:a="http://schemas.openxmlformats.org/drawingml/2006/main" xmlns:r="http://schemas.openxmlformats.org/officeDocument/2006/relationships" xmlns:p="http://schemas.openxmlformats.org/presentationml/2006/main">
  <p:tag name="AS_UNIQUEID" val="1281"/>
</p:tagLst>
</file>

<file path=ppt/tags/tag157.xml><?xml version="1.0" encoding="utf-8"?>
<p:tagLst xmlns:a="http://schemas.openxmlformats.org/drawingml/2006/main" xmlns:r="http://schemas.openxmlformats.org/officeDocument/2006/relationships" xmlns:p="http://schemas.openxmlformats.org/presentationml/2006/main">
  <p:tag name="AS_UNIQUEID" val="1282"/>
</p:tagLst>
</file>

<file path=ppt/tags/tag158.xml><?xml version="1.0" encoding="utf-8"?>
<p:tagLst xmlns:a="http://schemas.openxmlformats.org/drawingml/2006/main" xmlns:r="http://schemas.openxmlformats.org/officeDocument/2006/relationships" xmlns:p="http://schemas.openxmlformats.org/presentationml/2006/main">
  <p:tag name="AS_UNIQUEID" val="1283"/>
</p:tagLst>
</file>

<file path=ppt/tags/tag159.xml><?xml version="1.0" encoding="utf-8"?>
<p:tagLst xmlns:a="http://schemas.openxmlformats.org/drawingml/2006/main" xmlns:r="http://schemas.openxmlformats.org/officeDocument/2006/relationships" xmlns:p="http://schemas.openxmlformats.org/presentationml/2006/main">
  <p:tag name="AS_UNIQUEID" val="1266"/>
</p:tagLst>
</file>

<file path=ppt/tags/tag160.xml><?xml version="1.0" encoding="utf-8"?>
<p:tagLst xmlns:a="http://schemas.openxmlformats.org/drawingml/2006/main" xmlns:r="http://schemas.openxmlformats.org/officeDocument/2006/relationships" xmlns:p="http://schemas.openxmlformats.org/presentationml/2006/main">
  <p:tag name="AS_UNIQUEID" val="1269"/>
</p:tagLst>
</file>

<file path=ppt/tags/tag161.xml><?xml version="1.0" encoding="utf-8"?>
<p:tagLst xmlns:a="http://schemas.openxmlformats.org/drawingml/2006/main" xmlns:r="http://schemas.openxmlformats.org/officeDocument/2006/relationships" xmlns:p="http://schemas.openxmlformats.org/presentationml/2006/main">
  <p:tag name="AS_UNIQUEID" val="1270"/>
</p:tagLst>
</file>

<file path=ppt/tags/tag162.xml><?xml version="1.0" encoding="utf-8"?>
<p:tagLst xmlns:a="http://schemas.openxmlformats.org/drawingml/2006/main" xmlns:r="http://schemas.openxmlformats.org/officeDocument/2006/relationships" xmlns:p="http://schemas.openxmlformats.org/presentationml/2006/main">
  <p:tag name="AS_UNIQUEID" val="1267"/>
</p:tagLst>
</file>

<file path=ppt/tags/tag163.xml><?xml version="1.0" encoding="utf-8"?>
<p:tagLst xmlns:a="http://schemas.openxmlformats.org/drawingml/2006/main" xmlns:r="http://schemas.openxmlformats.org/officeDocument/2006/relationships" xmlns:p="http://schemas.openxmlformats.org/presentationml/2006/main">
  <p:tag name="AS_UNIQUEID" val="1268"/>
</p:tagLst>
</file>

<file path=ppt/tags/tag164.xml><?xml version="1.0" encoding="utf-8"?>
<p:tagLst xmlns:a="http://schemas.openxmlformats.org/drawingml/2006/main" xmlns:r="http://schemas.openxmlformats.org/officeDocument/2006/relationships" xmlns:p="http://schemas.openxmlformats.org/presentationml/2006/main">
  <p:tag name="AS_UNIQUEID" val="1260"/>
</p:tagLst>
</file>

<file path=ppt/tags/tag165.xml><?xml version="1.0" encoding="utf-8"?>
<p:tagLst xmlns:a="http://schemas.openxmlformats.org/drawingml/2006/main" xmlns:r="http://schemas.openxmlformats.org/officeDocument/2006/relationships" xmlns:p="http://schemas.openxmlformats.org/presentationml/2006/main">
  <p:tag name="AS_UNIQUEID" val="1263"/>
</p:tagLst>
</file>

<file path=ppt/tags/tag166.xml><?xml version="1.0" encoding="utf-8"?>
<p:tagLst xmlns:a="http://schemas.openxmlformats.org/drawingml/2006/main" xmlns:r="http://schemas.openxmlformats.org/officeDocument/2006/relationships" xmlns:p="http://schemas.openxmlformats.org/presentationml/2006/main">
  <p:tag name="AS_UNIQUEID" val="1264"/>
</p:tagLst>
</file>

<file path=ppt/tags/tag167.xml><?xml version="1.0" encoding="utf-8"?>
<p:tagLst xmlns:a="http://schemas.openxmlformats.org/drawingml/2006/main" xmlns:r="http://schemas.openxmlformats.org/officeDocument/2006/relationships" xmlns:p="http://schemas.openxmlformats.org/presentationml/2006/main">
  <p:tag name="AS_UNIQUEID" val="1261"/>
</p:tagLst>
</file>

<file path=ppt/tags/tag168.xml><?xml version="1.0" encoding="utf-8"?>
<p:tagLst xmlns:a="http://schemas.openxmlformats.org/drawingml/2006/main" xmlns:r="http://schemas.openxmlformats.org/officeDocument/2006/relationships" xmlns:p="http://schemas.openxmlformats.org/presentationml/2006/main">
  <p:tag name="AS_UNIQUEID" val="1262"/>
</p:tagLst>
</file>

<file path=ppt/tags/tag169.xml><?xml version="1.0" encoding="utf-8"?>
<p:tagLst xmlns:a="http://schemas.openxmlformats.org/drawingml/2006/main" xmlns:r="http://schemas.openxmlformats.org/officeDocument/2006/relationships" xmlns:p="http://schemas.openxmlformats.org/presentationml/2006/main">
  <p:tag name="AS_UNIQUEID" val="1254"/>
</p:tagLst>
</file>

<file path=ppt/tags/tag170.xml><?xml version="1.0" encoding="utf-8"?>
<p:tagLst xmlns:a="http://schemas.openxmlformats.org/drawingml/2006/main" xmlns:r="http://schemas.openxmlformats.org/officeDocument/2006/relationships" xmlns:p="http://schemas.openxmlformats.org/presentationml/2006/main">
  <p:tag name="AS_UNIQUEID" val="1257"/>
</p:tagLst>
</file>

<file path=ppt/tags/tag171.xml><?xml version="1.0" encoding="utf-8"?>
<p:tagLst xmlns:a="http://schemas.openxmlformats.org/drawingml/2006/main" xmlns:r="http://schemas.openxmlformats.org/officeDocument/2006/relationships" xmlns:p="http://schemas.openxmlformats.org/presentationml/2006/main">
  <p:tag name="AS_UNIQUEID" val="1258"/>
</p:tagLst>
</file>

<file path=ppt/tags/tag172.xml><?xml version="1.0" encoding="utf-8"?>
<p:tagLst xmlns:a="http://schemas.openxmlformats.org/drawingml/2006/main" xmlns:r="http://schemas.openxmlformats.org/officeDocument/2006/relationships" xmlns:p="http://schemas.openxmlformats.org/presentationml/2006/main">
  <p:tag name="AS_UNIQUEID" val="1255"/>
</p:tagLst>
</file>

<file path=ppt/tags/tag173.xml><?xml version="1.0" encoding="utf-8"?>
<p:tagLst xmlns:a="http://schemas.openxmlformats.org/drawingml/2006/main" xmlns:r="http://schemas.openxmlformats.org/officeDocument/2006/relationships" xmlns:p="http://schemas.openxmlformats.org/presentationml/2006/main">
  <p:tag name="AS_UNIQUEID" val="1256"/>
</p:tagLst>
</file>

<file path=ppt/tags/tag174.xml><?xml version="1.0" encoding="utf-8"?>
<p:tagLst xmlns:a="http://schemas.openxmlformats.org/drawingml/2006/main" xmlns:r="http://schemas.openxmlformats.org/officeDocument/2006/relationships" xmlns:p="http://schemas.openxmlformats.org/presentationml/2006/main">
  <p:tag name="AS_UNIQUEID" val="1296"/>
</p:tagLst>
</file>

<file path=ppt/tags/tag175.xml><?xml version="1.0" encoding="utf-8"?>
<p:tagLst xmlns:a="http://schemas.openxmlformats.org/drawingml/2006/main" xmlns:r="http://schemas.openxmlformats.org/officeDocument/2006/relationships" xmlns:p="http://schemas.openxmlformats.org/presentationml/2006/main">
  <p:tag name="AS_UNIQUEID" val="1301"/>
</p:tagLst>
</file>

<file path=ppt/tags/tag176.xml><?xml version="1.0" encoding="utf-8"?>
<p:tagLst xmlns:a="http://schemas.openxmlformats.org/drawingml/2006/main" xmlns:r="http://schemas.openxmlformats.org/officeDocument/2006/relationships" xmlns:p="http://schemas.openxmlformats.org/presentationml/2006/main">
  <p:tag name="AS_UNIQUEID" val="1305"/>
</p:tagLst>
</file>

<file path=ppt/tags/tag177.xml><?xml version="1.0" encoding="utf-8"?>
<p:tagLst xmlns:a="http://schemas.openxmlformats.org/drawingml/2006/main" xmlns:r="http://schemas.openxmlformats.org/officeDocument/2006/relationships" xmlns:p="http://schemas.openxmlformats.org/presentationml/2006/main">
  <p:tag name="AS_UNIQUEID" val="1309"/>
</p:tagLst>
</file>

<file path=ppt/tags/tag178.xml><?xml version="1.0" encoding="utf-8"?>
<p:tagLst xmlns:a="http://schemas.openxmlformats.org/drawingml/2006/main" xmlns:r="http://schemas.openxmlformats.org/officeDocument/2006/relationships" xmlns:p="http://schemas.openxmlformats.org/presentationml/2006/main">
  <p:tag name="AS_UNIQUEID" val="1310"/>
</p:tagLst>
</file>

<file path=ppt/tags/tag179.xml><?xml version="1.0" encoding="utf-8"?>
<p:tagLst xmlns:a="http://schemas.openxmlformats.org/drawingml/2006/main" xmlns:r="http://schemas.openxmlformats.org/officeDocument/2006/relationships" xmlns:p="http://schemas.openxmlformats.org/presentationml/2006/main">
  <p:tag name="AS_UNIQUEID" val="1306"/>
</p:tagLst>
</file>

<file path=ppt/tags/tag180.xml><?xml version="1.0" encoding="utf-8"?>
<p:tagLst xmlns:a="http://schemas.openxmlformats.org/drawingml/2006/main" xmlns:r="http://schemas.openxmlformats.org/officeDocument/2006/relationships" xmlns:p="http://schemas.openxmlformats.org/presentationml/2006/main">
  <p:tag name="AS_UNIQUEID" val="1307"/>
</p:tagLst>
</file>

<file path=ppt/tags/tag181.xml><?xml version="1.0" encoding="utf-8"?>
<p:tagLst xmlns:a="http://schemas.openxmlformats.org/drawingml/2006/main" xmlns:r="http://schemas.openxmlformats.org/officeDocument/2006/relationships" xmlns:p="http://schemas.openxmlformats.org/presentationml/2006/main">
  <p:tag name="AS_UNIQUEID" val="1308"/>
</p:tagLst>
</file>

<file path=ppt/tags/tag182.xml><?xml version="1.0" encoding="utf-8"?>
<p:tagLst xmlns:a="http://schemas.openxmlformats.org/drawingml/2006/main" xmlns:r="http://schemas.openxmlformats.org/officeDocument/2006/relationships" xmlns:p="http://schemas.openxmlformats.org/presentationml/2006/main">
  <p:tag name="AS_UNIQUEID" val="1302"/>
</p:tagLst>
</file>

<file path=ppt/tags/tag183.xml><?xml version="1.0" encoding="utf-8"?>
<p:tagLst xmlns:a="http://schemas.openxmlformats.org/drawingml/2006/main" xmlns:r="http://schemas.openxmlformats.org/officeDocument/2006/relationships" xmlns:p="http://schemas.openxmlformats.org/presentationml/2006/main">
  <p:tag name="AS_UNIQUEID" val="1303"/>
</p:tagLst>
</file>

<file path=ppt/tags/tag184.xml><?xml version="1.0" encoding="utf-8"?>
<p:tagLst xmlns:a="http://schemas.openxmlformats.org/drawingml/2006/main" xmlns:r="http://schemas.openxmlformats.org/officeDocument/2006/relationships" xmlns:p="http://schemas.openxmlformats.org/presentationml/2006/main">
  <p:tag name="AS_UNIQUEID" val="1304"/>
</p:tagLst>
</file>

<file path=ppt/tags/tag185.xml><?xml version="1.0" encoding="utf-8"?>
<p:tagLst xmlns:a="http://schemas.openxmlformats.org/drawingml/2006/main" xmlns:r="http://schemas.openxmlformats.org/officeDocument/2006/relationships" xmlns:p="http://schemas.openxmlformats.org/presentationml/2006/main">
  <p:tag name="AS_UNIQUEID" val="1297"/>
</p:tagLst>
</file>

<file path=ppt/tags/tag186.xml><?xml version="1.0" encoding="utf-8"?>
<p:tagLst xmlns:a="http://schemas.openxmlformats.org/drawingml/2006/main" xmlns:r="http://schemas.openxmlformats.org/officeDocument/2006/relationships" xmlns:p="http://schemas.openxmlformats.org/presentationml/2006/main">
  <p:tag name="AS_UNIQUEID" val="1300"/>
</p:tagLst>
</file>

<file path=ppt/tags/tag187.xml><?xml version="1.0" encoding="utf-8"?>
<p:tagLst xmlns:a="http://schemas.openxmlformats.org/drawingml/2006/main" xmlns:r="http://schemas.openxmlformats.org/officeDocument/2006/relationships" xmlns:p="http://schemas.openxmlformats.org/presentationml/2006/main">
  <p:tag name="AS_UNIQUEID" val="1298"/>
</p:tagLst>
</file>

<file path=ppt/tags/tag188.xml><?xml version="1.0" encoding="utf-8"?>
<p:tagLst xmlns:a="http://schemas.openxmlformats.org/drawingml/2006/main" xmlns:r="http://schemas.openxmlformats.org/officeDocument/2006/relationships" xmlns:p="http://schemas.openxmlformats.org/presentationml/2006/main">
  <p:tag name="AS_UNIQUEID" val="1299"/>
</p:tagLst>
</file>

<file path=ppt/tags/tag189.xml><?xml version="1.0" encoding="utf-8"?>
<p:tagLst xmlns:a="http://schemas.openxmlformats.org/drawingml/2006/main" xmlns:r="http://schemas.openxmlformats.org/officeDocument/2006/relationships" xmlns:p="http://schemas.openxmlformats.org/presentationml/2006/main">
  <p:tag name="AS_UNIQUEID" val="1312"/>
</p:tagLst>
</file>

<file path=ppt/tags/tag190.xml><?xml version="1.0" encoding="utf-8"?>
<p:tagLst xmlns:a="http://schemas.openxmlformats.org/drawingml/2006/main" xmlns:r="http://schemas.openxmlformats.org/officeDocument/2006/relationships" xmlns:p="http://schemas.openxmlformats.org/presentationml/2006/main">
  <p:tag name="AS_UNIQUEID" val="1313"/>
</p:tagLst>
</file>

<file path=ppt/tags/tag191.xml><?xml version="1.0" encoding="utf-8"?>
<p:tagLst xmlns:a="http://schemas.openxmlformats.org/drawingml/2006/main" xmlns:r="http://schemas.openxmlformats.org/officeDocument/2006/relationships" xmlns:p="http://schemas.openxmlformats.org/presentationml/2006/main">
  <p:tag name="AS_UNIQUEID" val="1314"/>
</p:tagLst>
</file>

<file path=ppt/tags/tag192.xml><?xml version="1.0" encoding="utf-8"?>
<p:tagLst xmlns:a="http://schemas.openxmlformats.org/drawingml/2006/main" xmlns:r="http://schemas.openxmlformats.org/officeDocument/2006/relationships" xmlns:p="http://schemas.openxmlformats.org/presentationml/2006/main">
  <p:tag name="AS_UNIQUEID" val="1077"/>
</p:tagLst>
</file>

<file path=ppt/tags/tag193.xml><?xml version="1.0" encoding="utf-8"?>
<p:tagLst xmlns:a="http://schemas.openxmlformats.org/drawingml/2006/main" xmlns:r="http://schemas.openxmlformats.org/officeDocument/2006/relationships" xmlns:p="http://schemas.openxmlformats.org/presentationml/2006/main">
  <p:tag name="AS_UNIQUEID" val="1078"/>
</p:tagLst>
</file>

<file path=ppt/tags/tag194.xml><?xml version="1.0" encoding="utf-8"?>
<p:tagLst xmlns:a="http://schemas.openxmlformats.org/drawingml/2006/main" xmlns:r="http://schemas.openxmlformats.org/officeDocument/2006/relationships" xmlns:p="http://schemas.openxmlformats.org/presentationml/2006/main">
  <p:tag name="AS_UNIQUEID" val="1084"/>
</p:tagLst>
</file>

<file path=ppt/tags/tag195.xml><?xml version="1.0" encoding="utf-8"?>
<p:tagLst xmlns:a="http://schemas.openxmlformats.org/drawingml/2006/main" xmlns:r="http://schemas.openxmlformats.org/officeDocument/2006/relationships" xmlns:p="http://schemas.openxmlformats.org/presentationml/2006/main">
  <p:tag name="AS_UNIQUEID" val="1085"/>
</p:tagLst>
</file>

<file path=ppt/tags/tag196.xml><?xml version="1.0" encoding="utf-8"?>
<p:tagLst xmlns:a="http://schemas.openxmlformats.org/drawingml/2006/main" xmlns:r="http://schemas.openxmlformats.org/officeDocument/2006/relationships" xmlns:p="http://schemas.openxmlformats.org/presentationml/2006/main">
  <p:tag name="AS_UNIQUEID" val="1086"/>
</p:tagLst>
</file>

<file path=ppt/tags/tag197.xml><?xml version="1.0" encoding="utf-8"?>
<p:tagLst xmlns:a="http://schemas.openxmlformats.org/drawingml/2006/main" xmlns:r="http://schemas.openxmlformats.org/officeDocument/2006/relationships" xmlns:p="http://schemas.openxmlformats.org/presentationml/2006/main">
  <p:tag name="AS_UNIQUEID" val="1089"/>
</p:tagLst>
</file>

<file path=ppt/tags/tag198.xml><?xml version="1.0" encoding="utf-8"?>
<p:tagLst xmlns:a="http://schemas.openxmlformats.org/drawingml/2006/main" xmlns:r="http://schemas.openxmlformats.org/officeDocument/2006/relationships" xmlns:p="http://schemas.openxmlformats.org/presentationml/2006/main">
  <p:tag name="AS_UNIQUEID" val="30"/>
</p:tagLst>
</file>

<file path=ppt/tags/tag199.xml><?xml version="1.0" encoding="utf-8"?>
<p:tagLst xmlns:a="http://schemas.openxmlformats.org/drawingml/2006/main" xmlns:r="http://schemas.openxmlformats.org/officeDocument/2006/relationships" xmlns:p="http://schemas.openxmlformats.org/presentationml/2006/main">
  <p:tag name="AS_UNIQUEID" val="1320"/>
</p:tagLst>
</file>

<file path=ppt/tags/tag200.xml><?xml version="1.0" encoding="utf-8"?>
<p:tagLst xmlns:a="http://schemas.openxmlformats.org/drawingml/2006/main" xmlns:r="http://schemas.openxmlformats.org/officeDocument/2006/relationships" xmlns:p="http://schemas.openxmlformats.org/presentationml/2006/main">
  <p:tag name="AS_UNIQUEID" val="1321"/>
</p:tagLst>
</file>

<file path=ppt/tags/tag201.xml><?xml version="1.0" encoding="utf-8"?>
<p:tagLst xmlns:a="http://schemas.openxmlformats.org/drawingml/2006/main" xmlns:r="http://schemas.openxmlformats.org/officeDocument/2006/relationships" xmlns:p="http://schemas.openxmlformats.org/presentationml/2006/main">
  <p:tag name="AS_UNIQUEID" val="1322"/>
</p:tagLst>
</file>

<file path=ppt/tags/tag202.xml><?xml version="1.0" encoding="utf-8"?>
<p:tagLst xmlns:a="http://schemas.openxmlformats.org/drawingml/2006/main" xmlns:r="http://schemas.openxmlformats.org/officeDocument/2006/relationships" xmlns:p="http://schemas.openxmlformats.org/presentationml/2006/main">
  <p:tag name="AS_UNIQUEID" val="1328"/>
</p:tagLst>
</file>

<file path=ppt/tags/tag203.xml><?xml version="1.0" encoding="utf-8"?>
<p:tagLst xmlns:a="http://schemas.openxmlformats.org/drawingml/2006/main" xmlns:r="http://schemas.openxmlformats.org/officeDocument/2006/relationships" xmlns:p="http://schemas.openxmlformats.org/presentationml/2006/main">
  <p:tag name="AS_UNIQUEID" val="1329"/>
</p:tagLst>
</file>

<file path=ppt/tags/tag204.xml><?xml version="1.0" encoding="utf-8"?>
<p:tagLst xmlns:a="http://schemas.openxmlformats.org/drawingml/2006/main" xmlns:r="http://schemas.openxmlformats.org/officeDocument/2006/relationships" xmlns:p="http://schemas.openxmlformats.org/presentationml/2006/main">
  <p:tag name="AS_UNIQUEID" val="1333"/>
</p:tagLst>
</file>

<file path=ppt/tags/tag205.xml><?xml version="1.0" encoding="utf-8"?>
<p:tagLst xmlns:a="http://schemas.openxmlformats.org/drawingml/2006/main" xmlns:r="http://schemas.openxmlformats.org/officeDocument/2006/relationships" xmlns:p="http://schemas.openxmlformats.org/presentationml/2006/main">
  <p:tag name="AS_UNIQUEID" val="1330"/>
</p:tagLst>
</file>

<file path=ppt/tags/tag206.xml><?xml version="1.0" encoding="utf-8"?>
<p:tagLst xmlns:a="http://schemas.openxmlformats.org/drawingml/2006/main" xmlns:r="http://schemas.openxmlformats.org/officeDocument/2006/relationships" xmlns:p="http://schemas.openxmlformats.org/presentationml/2006/main">
  <p:tag name="AS_UNIQUEID" val="1331"/>
</p:tagLst>
</file>

<file path=ppt/tags/tag207.xml><?xml version="1.0" encoding="utf-8"?>
<p:tagLst xmlns:a="http://schemas.openxmlformats.org/drawingml/2006/main" xmlns:r="http://schemas.openxmlformats.org/officeDocument/2006/relationships" xmlns:p="http://schemas.openxmlformats.org/presentationml/2006/main">
  <p:tag name="AS_UNIQUEID" val="1332"/>
</p:tagLst>
</file>

<file path=ppt/tags/tag208.xml><?xml version="1.0" encoding="utf-8"?>
<p:tagLst xmlns:a="http://schemas.openxmlformats.org/drawingml/2006/main" xmlns:r="http://schemas.openxmlformats.org/officeDocument/2006/relationships" xmlns:p="http://schemas.openxmlformats.org/presentationml/2006/main">
  <p:tag name="AS_UNIQUEID" val="1323"/>
</p:tagLst>
</file>

<file path=ppt/tags/tag209.xml><?xml version="1.0" encoding="utf-8"?>
<p:tagLst xmlns:a="http://schemas.openxmlformats.org/drawingml/2006/main" xmlns:r="http://schemas.openxmlformats.org/officeDocument/2006/relationships" xmlns:p="http://schemas.openxmlformats.org/presentationml/2006/main">
  <p:tag name="AS_UNIQUEID" val="1327"/>
</p:tagLst>
</file>

<file path=ppt/tags/tag210.xml><?xml version="1.0" encoding="utf-8"?>
<p:tagLst xmlns:a="http://schemas.openxmlformats.org/drawingml/2006/main" xmlns:r="http://schemas.openxmlformats.org/officeDocument/2006/relationships" xmlns:p="http://schemas.openxmlformats.org/presentationml/2006/main">
  <p:tag name="AS_UNIQUEID" val="1324"/>
</p:tagLst>
</file>

<file path=ppt/tags/tag211.xml><?xml version="1.0" encoding="utf-8"?>
<p:tagLst xmlns:a="http://schemas.openxmlformats.org/drawingml/2006/main" xmlns:r="http://schemas.openxmlformats.org/officeDocument/2006/relationships" xmlns:p="http://schemas.openxmlformats.org/presentationml/2006/main">
  <p:tag name="AS_UNIQUEID" val="1325"/>
</p:tagLst>
</file>

<file path=ppt/tags/tag212.xml><?xml version="1.0" encoding="utf-8"?>
<p:tagLst xmlns:a="http://schemas.openxmlformats.org/drawingml/2006/main" xmlns:r="http://schemas.openxmlformats.org/officeDocument/2006/relationships" xmlns:p="http://schemas.openxmlformats.org/presentationml/2006/main">
  <p:tag name="AS_UNIQUEID" val="1326"/>
</p:tagLst>
</file>

<file path=ppt/tags/tag213.xml><?xml version="1.0" encoding="utf-8"?>
<p:tagLst xmlns:a="http://schemas.openxmlformats.org/drawingml/2006/main" xmlns:r="http://schemas.openxmlformats.org/officeDocument/2006/relationships" xmlns:p="http://schemas.openxmlformats.org/presentationml/2006/main">
  <p:tag name="AS_UNIQUEID" val="1315"/>
</p:tagLst>
</file>

<file path=ppt/tags/tag214.xml><?xml version="1.0" encoding="utf-8"?>
<p:tagLst xmlns:a="http://schemas.openxmlformats.org/drawingml/2006/main" xmlns:r="http://schemas.openxmlformats.org/officeDocument/2006/relationships" xmlns:p="http://schemas.openxmlformats.org/presentationml/2006/main">
  <p:tag name="AS_UNIQUEID" val="1319"/>
</p:tagLst>
</file>

<file path=ppt/tags/tag215.xml><?xml version="1.0" encoding="utf-8"?>
<p:tagLst xmlns:a="http://schemas.openxmlformats.org/drawingml/2006/main" xmlns:r="http://schemas.openxmlformats.org/officeDocument/2006/relationships" xmlns:p="http://schemas.openxmlformats.org/presentationml/2006/main">
  <p:tag name="AS_UNIQUEID" val="1316"/>
</p:tagLst>
</file>

<file path=ppt/tags/tag216.xml><?xml version="1.0" encoding="utf-8"?>
<p:tagLst xmlns:a="http://schemas.openxmlformats.org/drawingml/2006/main" xmlns:r="http://schemas.openxmlformats.org/officeDocument/2006/relationships" xmlns:p="http://schemas.openxmlformats.org/presentationml/2006/main">
  <p:tag name="AS_UNIQUEID" val="1317"/>
</p:tagLst>
</file>

<file path=ppt/tags/tag217.xml><?xml version="1.0" encoding="utf-8"?>
<p:tagLst xmlns:a="http://schemas.openxmlformats.org/drawingml/2006/main" xmlns:r="http://schemas.openxmlformats.org/officeDocument/2006/relationships" xmlns:p="http://schemas.openxmlformats.org/presentationml/2006/main">
  <p:tag name="AS_UNIQUEID" val="1318"/>
</p:tagLst>
</file>

<file path=ppt/tags/tag218.xml><?xml version="1.0" encoding="utf-8"?>
<p:tagLst xmlns:a="http://schemas.openxmlformats.org/drawingml/2006/main" xmlns:r="http://schemas.openxmlformats.org/officeDocument/2006/relationships" xmlns:p="http://schemas.openxmlformats.org/presentationml/2006/main">
  <p:tag name="AS_UNIQUEID" val="1335"/>
</p:tagLst>
</file>

<file path=ppt/tags/tag219.xml><?xml version="1.0" encoding="utf-8"?>
<p:tagLst xmlns:a="http://schemas.openxmlformats.org/drawingml/2006/main" xmlns:r="http://schemas.openxmlformats.org/officeDocument/2006/relationships" xmlns:p="http://schemas.openxmlformats.org/presentationml/2006/main">
  <p:tag name="AS_UNIQUEID" val="1336"/>
</p:tagLst>
</file>

<file path=ppt/tags/tag220.xml><?xml version="1.0" encoding="utf-8"?>
<p:tagLst xmlns:a="http://schemas.openxmlformats.org/drawingml/2006/main" xmlns:r="http://schemas.openxmlformats.org/officeDocument/2006/relationships" xmlns:p="http://schemas.openxmlformats.org/presentationml/2006/main">
  <p:tag name="AS_UNIQUEID" val="30"/>
</p:tagLst>
</file>

<file path=ppt/tags/tag221.xml><?xml version="1.0" encoding="utf-8"?>
<p:tagLst xmlns:a="http://schemas.openxmlformats.org/drawingml/2006/main" xmlns:r="http://schemas.openxmlformats.org/officeDocument/2006/relationships" xmlns:p="http://schemas.openxmlformats.org/presentationml/2006/main">
  <p:tag name="AS_UNIQUEID" val="31"/>
</p:tagLst>
</file>

<file path=ppt/tags/tag222.xml><?xml version="1.0" encoding="utf-8"?>
<p:tagLst xmlns:a="http://schemas.openxmlformats.org/drawingml/2006/main" xmlns:r="http://schemas.openxmlformats.org/officeDocument/2006/relationships" xmlns:p="http://schemas.openxmlformats.org/presentationml/2006/main">
  <p:tag name="AS_UNIQUEID" val="1337"/>
</p:tagLst>
</file>

<file path=ppt/tags/tag223.xml><?xml version="1.0" encoding="utf-8"?>
<p:tagLst xmlns:a="http://schemas.openxmlformats.org/drawingml/2006/main" xmlns:r="http://schemas.openxmlformats.org/officeDocument/2006/relationships" xmlns:p="http://schemas.openxmlformats.org/presentationml/2006/main">
  <p:tag name="AS_UNIQUEID" val="700"/>
</p:tagLst>
</file>

<file path=ppt/tags/tag224.xml><?xml version="1.0" encoding="utf-8"?>
<p:tagLst xmlns:a="http://schemas.openxmlformats.org/drawingml/2006/main" xmlns:r="http://schemas.openxmlformats.org/officeDocument/2006/relationships" xmlns:p="http://schemas.openxmlformats.org/presentationml/2006/main">
  <p:tag name="AS_UNIQUEID" val="1338"/>
</p:tagLst>
</file>

<file path=ppt/tags/tag225.xml><?xml version="1.0" encoding="utf-8"?>
<p:tagLst xmlns:a="http://schemas.openxmlformats.org/drawingml/2006/main" xmlns:r="http://schemas.openxmlformats.org/officeDocument/2006/relationships" xmlns:p="http://schemas.openxmlformats.org/presentationml/2006/main">
  <p:tag name="AS_UNIQUEID" val="686"/>
</p:tagLst>
</file>

<file path=ppt/tags/tag226.xml><?xml version="1.0" encoding="utf-8"?>
<p:tagLst xmlns:a="http://schemas.openxmlformats.org/drawingml/2006/main" xmlns:r="http://schemas.openxmlformats.org/officeDocument/2006/relationships" xmlns:p="http://schemas.openxmlformats.org/presentationml/2006/main">
  <p:tag name="AS_UNIQUEID" val="31"/>
</p:tagLst>
</file>

<file path=ppt/tags/tag227.xml><?xml version="1.0" encoding="utf-8"?>
<p:tagLst xmlns:a="http://schemas.openxmlformats.org/drawingml/2006/main" xmlns:r="http://schemas.openxmlformats.org/officeDocument/2006/relationships" xmlns:p="http://schemas.openxmlformats.org/presentationml/2006/main">
  <p:tag name="AS_UNIQUEID" val="31"/>
</p:tagLst>
</file>

<file path=ppt/tags/tag228.xml><?xml version="1.0" encoding="utf-8"?>
<p:tagLst xmlns:a="http://schemas.openxmlformats.org/drawingml/2006/main" xmlns:r="http://schemas.openxmlformats.org/officeDocument/2006/relationships" xmlns:p="http://schemas.openxmlformats.org/presentationml/2006/main">
  <p:tag name="AS_UNIQUEID" val="680"/>
</p:tagLst>
</file>

<file path=ppt/tags/tag229.xml><?xml version="1.0" encoding="utf-8"?>
<p:tagLst xmlns:a="http://schemas.openxmlformats.org/drawingml/2006/main" xmlns:r="http://schemas.openxmlformats.org/officeDocument/2006/relationships" xmlns:p="http://schemas.openxmlformats.org/presentationml/2006/main">
  <p:tag name="AS_UNIQUEID" val="681"/>
</p:tagLst>
</file>

<file path=ppt/tags/tag230.xml><?xml version="1.0" encoding="utf-8"?>
<p:tagLst xmlns:a="http://schemas.openxmlformats.org/drawingml/2006/main" xmlns:r="http://schemas.openxmlformats.org/officeDocument/2006/relationships" xmlns:p="http://schemas.openxmlformats.org/presentationml/2006/main">
  <p:tag name="AS_UNIQUEID" val="682"/>
</p:tagLst>
</file>

<file path=ppt/tags/tag231.xml><?xml version="1.0" encoding="utf-8"?>
<p:tagLst xmlns:a="http://schemas.openxmlformats.org/drawingml/2006/main" xmlns:r="http://schemas.openxmlformats.org/officeDocument/2006/relationships" xmlns:p="http://schemas.openxmlformats.org/presentationml/2006/main">
  <p:tag name="AS_UNIQUEID" val="683"/>
</p:tagLst>
</file>

<file path=ppt/tags/tag232.xml><?xml version="1.0" encoding="utf-8"?>
<p:tagLst xmlns:a="http://schemas.openxmlformats.org/drawingml/2006/main" xmlns:r="http://schemas.openxmlformats.org/officeDocument/2006/relationships" xmlns:p="http://schemas.openxmlformats.org/presentationml/2006/main">
  <p:tag name="AS_UNIQUEID" val="1340"/>
</p:tagLst>
</file>

<file path=ppt/tags/tag233.xml><?xml version="1.0" encoding="utf-8"?>
<p:tagLst xmlns:a="http://schemas.openxmlformats.org/drawingml/2006/main" xmlns:r="http://schemas.openxmlformats.org/officeDocument/2006/relationships" xmlns:p="http://schemas.openxmlformats.org/presentationml/2006/main">
  <p:tag name="AS_UNIQUEID" val="1341"/>
</p:tagLst>
</file>

<file path=ppt/tags/tag234.xml><?xml version="1.0" encoding="utf-8"?>
<p:tagLst xmlns:a="http://schemas.openxmlformats.org/drawingml/2006/main" xmlns:r="http://schemas.openxmlformats.org/officeDocument/2006/relationships" xmlns:p="http://schemas.openxmlformats.org/presentationml/2006/main">
  <p:tag name="AS_UNIQUEID" val="1342"/>
</p:tagLst>
</file>

<file path=ppt/tags/tag235.xml><?xml version="1.0" encoding="utf-8"?>
<p:tagLst xmlns:a="http://schemas.openxmlformats.org/drawingml/2006/main" xmlns:r="http://schemas.openxmlformats.org/officeDocument/2006/relationships" xmlns:p="http://schemas.openxmlformats.org/presentationml/2006/main">
  <p:tag name="AS_UNIQUEID" val="1343"/>
</p:tagLst>
</file>

<file path=ppt/tags/tag236.xml><?xml version="1.0" encoding="utf-8"?>
<p:tagLst xmlns:a="http://schemas.openxmlformats.org/drawingml/2006/main" xmlns:r="http://schemas.openxmlformats.org/officeDocument/2006/relationships" xmlns:p="http://schemas.openxmlformats.org/presentationml/2006/main">
  <p:tag name="AS_UNIQUEID" val="1344"/>
</p:tagLst>
</file>

<file path=ppt/tags/tag237.xml><?xml version="1.0" encoding="utf-8"?>
<p:tagLst xmlns:a="http://schemas.openxmlformats.org/drawingml/2006/main" xmlns:r="http://schemas.openxmlformats.org/officeDocument/2006/relationships" xmlns:p="http://schemas.openxmlformats.org/presentationml/2006/main">
  <p:tag name="AS_UNIQUEID" val="1346"/>
</p:tagLst>
</file>

<file path=ppt/tags/tag238.xml><?xml version="1.0" encoding="utf-8"?>
<p:tagLst xmlns:a="http://schemas.openxmlformats.org/drawingml/2006/main" xmlns:r="http://schemas.openxmlformats.org/officeDocument/2006/relationships" xmlns:p="http://schemas.openxmlformats.org/presentationml/2006/main">
  <p:tag name="AS_UNIQUEID" val="1347"/>
</p:tagLst>
</file>

<file path=ppt/tags/tag239.xml><?xml version="1.0" encoding="utf-8"?>
<p:tagLst xmlns:a="http://schemas.openxmlformats.org/drawingml/2006/main" xmlns:r="http://schemas.openxmlformats.org/officeDocument/2006/relationships" xmlns:p="http://schemas.openxmlformats.org/presentationml/2006/main">
  <p:tag name="AS_UNIQUEID" val="1348"/>
</p:tagLst>
</file>

<file path=ppt/tags/tag240.xml><?xml version="1.0" encoding="utf-8"?>
<p:tagLst xmlns:a="http://schemas.openxmlformats.org/drawingml/2006/main" xmlns:r="http://schemas.openxmlformats.org/officeDocument/2006/relationships" xmlns:p="http://schemas.openxmlformats.org/presentationml/2006/main">
  <p:tag name="AS_UNIQUEID" val="1349"/>
</p:tagLst>
</file>

<file path=ppt/tags/tag241.xml><?xml version="1.0" encoding="utf-8"?>
<p:tagLst xmlns:a="http://schemas.openxmlformats.org/drawingml/2006/main" xmlns:r="http://schemas.openxmlformats.org/officeDocument/2006/relationships" xmlns:p="http://schemas.openxmlformats.org/presentationml/2006/main">
  <p:tag name="AS_UNIQUEID" val="1350"/>
</p:tagLst>
</file>

<file path=ppt/tags/tag242.xml><?xml version="1.0" encoding="utf-8"?>
<p:tagLst xmlns:a="http://schemas.openxmlformats.org/drawingml/2006/main" xmlns:r="http://schemas.openxmlformats.org/officeDocument/2006/relationships" xmlns:p="http://schemas.openxmlformats.org/presentationml/2006/main">
  <p:tag name="AS_UNIQUEID" val="1352"/>
</p:tagLst>
</file>

<file path=ppt/tags/tag243.xml><?xml version="1.0" encoding="utf-8"?>
<p:tagLst xmlns:a="http://schemas.openxmlformats.org/drawingml/2006/main" xmlns:r="http://schemas.openxmlformats.org/officeDocument/2006/relationships" xmlns:p="http://schemas.openxmlformats.org/presentationml/2006/main">
  <p:tag name="AS_UNIQUEID" val="1353"/>
</p:tagLst>
</file>

<file path=ppt/tags/tag244.xml><?xml version="1.0" encoding="utf-8"?>
<p:tagLst xmlns:a="http://schemas.openxmlformats.org/drawingml/2006/main" xmlns:r="http://schemas.openxmlformats.org/officeDocument/2006/relationships" xmlns:p="http://schemas.openxmlformats.org/presentationml/2006/main">
  <p:tag name="AS_UNIQUEID" val="1354"/>
</p:tagLst>
</file>

<file path=ppt/tags/tag245.xml><?xml version="1.0" encoding="utf-8"?>
<p:tagLst xmlns:a="http://schemas.openxmlformats.org/drawingml/2006/main" xmlns:r="http://schemas.openxmlformats.org/officeDocument/2006/relationships" xmlns:p="http://schemas.openxmlformats.org/presentationml/2006/main">
  <p:tag name="AS_UNIQUEID" val="1355"/>
</p:tagLst>
</file>

<file path=ppt/tags/tag246.xml><?xml version="1.0" encoding="utf-8"?>
<p:tagLst xmlns:a="http://schemas.openxmlformats.org/drawingml/2006/main" xmlns:r="http://schemas.openxmlformats.org/officeDocument/2006/relationships" xmlns:p="http://schemas.openxmlformats.org/presentationml/2006/main">
  <p:tag name="AS_UNIQUEID" val="1356"/>
</p:tagLst>
</file>

<file path=ppt/tags/tag247.xml><?xml version="1.0" encoding="utf-8"?>
<p:tagLst xmlns:a="http://schemas.openxmlformats.org/drawingml/2006/main" xmlns:r="http://schemas.openxmlformats.org/officeDocument/2006/relationships" xmlns:p="http://schemas.openxmlformats.org/presentationml/2006/main">
  <p:tag name="AS_UNIQUEID" val="1358"/>
</p:tagLst>
</file>

<file path=ppt/tags/tag248.xml><?xml version="1.0" encoding="utf-8"?>
<p:tagLst xmlns:a="http://schemas.openxmlformats.org/drawingml/2006/main" xmlns:r="http://schemas.openxmlformats.org/officeDocument/2006/relationships" xmlns:p="http://schemas.openxmlformats.org/presentationml/2006/main">
  <p:tag name="AS_UNIQUEID" val="1359"/>
</p:tagLst>
</file>

<file path=ppt/tags/tag249.xml><?xml version="1.0" encoding="utf-8"?>
<p:tagLst xmlns:a="http://schemas.openxmlformats.org/drawingml/2006/main" xmlns:r="http://schemas.openxmlformats.org/officeDocument/2006/relationships" xmlns:p="http://schemas.openxmlformats.org/presentationml/2006/main">
  <p:tag name="AS_UNIQUEID" val="1360"/>
</p:tagLst>
</file>

<file path=ppt/tags/tag250.xml><?xml version="1.0" encoding="utf-8"?>
<p:tagLst xmlns:a="http://schemas.openxmlformats.org/drawingml/2006/main" xmlns:r="http://schemas.openxmlformats.org/officeDocument/2006/relationships" xmlns:p="http://schemas.openxmlformats.org/presentationml/2006/main">
  <p:tag name="AS_UNIQUEID" val="1361"/>
</p:tagLst>
</file>

<file path=ppt/tags/tag251.xml><?xml version="1.0" encoding="utf-8"?>
<p:tagLst xmlns:a="http://schemas.openxmlformats.org/drawingml/2006/main" xmlns:r="http://schemas.openxmlformats.org/officeDocument/2006/relationships" xmlns:p="http://schemas.openxmlformats.org/presentationml/2006/main">
  <p:tag name="AS_UNIQUEID" val="1362"/>
</p:tagLst>
</file>

<file path=ppt/tags/tag252.xml><?xml version="1.0" encoding="utf-8"?>
<p:tagLst xmlns:a="http://schemas.openxmlformats.org/drawingml/2006/main" xmlns:r="http://schemas.openxmlformats.org/officeDocument/2006/relationships" xmlns:p="http://schemas.openxmlformats.org/presentationml/2006/main">
  <p:tag name="AS_UNIQUEID" val="1364"/>
</p:tagLst>
</file>

<file path=ppt/tags/tag253.xml><?xml version="1.0" encoding="utf-8"?>
<p:tagLst xmlns:a="http://schemas.openxmlformats.org/drawingml/2006/main" xmlns:r="http://schemas.openxmlformats.org/officeDocument/2006/relationships" xmlns:p="http://schemas.openxmlformats.org/presentationml/2006/main">
  <p:tag name="AS_UNIQUEID" val="1365"/>
</p:tagLst>
</file>

<file path=ppt/tags/tag254.xml><?xml version="1.0" encoding="utf-8"?>
<p:tagLst xmlns:a="http://schemas.openxmlformats.org/drawingml/2006/main" xmlns:r="http://schemas.openxmlformats.org/officeDocument/2006/relationships" xmlns:p="http://schemas.openxmlformats.org/presentationml/2006/main">
  <p:tag name="AS_UNIQUEID" val="1366"/>
</p:tagLst>
</file>

<file path=ppt/tags/tag255.xml><?xml version="1.0" encoding="utf-8"?>
<p:tagLst xmlns:a="http://schemas.openxmlformats.org/drawingml/2006/main" xmlns:r="http://schemas.openxmlformats.org/officeDocument/2006/relationships" xmlns:p="http://schemas.openxmlformats.org/presentationml/2006/main">
  <p:tag name="AS_UNIQUEID" val="1367"/>
</p:tagLst>
</file>

<file path=ppt/tags/tag256.xml><?xml version="1.0" encoding="utf-8"?>
<p:tagLst xmlns:a="http://schemas.openxmlformats.org/drawingml/2006/main" xmlns:r="http://schemas.openxmlformats.org/officeDocument/2006/relationships" xmlns:p="http://schemas.openxmlformats.org/presentationml/2006/main">
  <p:tag name="AS_UNIQUEID" val="1368"/>
</p:tagLst>
</file>

<file path=ppt/tags/tag257.xml><?xml version="1.0" encoding="utf-8"?>
<p:tagLst xmlns:a="http://schemas.openxmlformats.org/drawingml/2006/main" xmlns:r="http://schemas.openxmlformats.org/officeDocument/2006/relationships" xmlns:p="http://schemas.openxmlformats.org/presentationml/2006/main">
  <p:tag name="AS_UNIQUEID" val="1370"/>
</p:tagLst>
</file>

<file path=ppt/tags/tag258.xml><?xml version="1.0" encoding="utf-8"?>
<p:tagLst xmlns:a="http://schemas.openxmlformats.org/drawingml/2006/main" xmlns:r="http://schemas.openxmlformats.org/officeDocument/2006/relationships" xmlns:p="http://schemas.openxmlformats.org/presentationml/2006/main">
  <p:tag name="AS_UNIQUEID" val="1371"/>
</p:tagLst>
</file>

<file path=ppt/tags/tag259.xml><?xml version="1.0" encoding="utf-8"?>
<p:tagLst xmlns:a="http://schemas.openxmlformats.org/drawingml/2006/main" xmlns:r="http://schemas.openxmlformats.org/officeDocument/2006/relationships" xmlns:p="http://schemas.openxmlformats.org/presentationml/2006/main">
  <p:tag name="AS_UNIQUEID" val="1372"/>
</p:tagLst>
</file>

<file path=ppt/tags/tag260.xml><?xml version="1.0" encoding="utf-8"?>
<p:tagLst xmlns:a="http://schemas.openxmlformats.org/drawingml/2006/main" xmlns:r="http://schemas.openxmlformats.org/officeDocument/2006/relationships" xmlns:p="http://schemas.openxmlformats.org/presentationml/2006/main">
  <p:tag name="AS_UNIQUEID" val="1373"/>
</p:tagLst>
</file>

<file path=ppt/tags/tag261.xml><?xml version="1.0" encoding="utf-8"?>
<p:tagLst xmlns:a="http://schemas.openxmlformats.org/drawingml/2006/main" xmlns:r="http://schemas.openxmlformats.org/officeDocument/2006/relationships" xmlns:p="http://schemas.openxmlformats.org/presentationml/2006/main">
  <p:tag name="AS_UNIQUEID" val="1374"/>
</p:tagLst>
</file>

<file path=ppt/tags/tag262.xml><?xml version="1.0" encoding="utf-8"?>
<p:tagLst xmlns:a="http://schemas.openxmlformats.org/drawingml/2006/main" xmlns:r="http://schemas.openxmlformats.org/officeDocument/2006/relationships" xmlns:p="http://schemas.openxmlformats.org/presentationml/2006/main">
  <p:tag name="AS_UNIQUEID" val="1375"/>
</p:tagLst>
</file>

<file path=ppt/tags/tag263.xml><?xml version="1.0" encoding="utf-8"?>
<p:tagLst xmlns:a="http://schemas.openxmlformats.org/drawingml/2006/main" xmlns:r="http://schemas.openxmlformats.org/officeDocument/2006/relationships" xmlns:p="http://schemas.openxmlformats.org/presentationml/2006/main">
  <p:tag name="AS_UNIQUEID" val="1377"/>
</p:tagLst>
</file>

<file path=ppt/tags/tag264.xml><?xml version="1.0" encoding="utf-8"?>
<p:tagLst xmlns:a="http://schemas.openxmlformats.org/drawingml/2006/main" xmlns:r="http://schemas.openxmlformats.org/officeDocument/2006/relationships" xmlns:p="http://schemas.openxmlformats.org/presentationml/2006/main">
  <p:tag name="AS_UNIQUEID" val="1378"/>
</p:tagLst>
</file>

<file path=ppt/tags/tag265.xml><?xml version="1.0" encoding="utf-8"?>
<p:tagLst xmlns:a="http://schemas.openxmlformats.org/drawingml/2006/main" xmlns:r="http://schemas.openxmlformats.org/officeDocument/2006/relationships" xmlns:p="http://schemas.openxmlformats.org/presentationml/2006/main">
  <p:tag name="AS_UNIQUEID" val="1379"/>
</p:tagLst>
</file>

<file path=ppt/tags/tag266.xml><?xml version="1.0" encoding="utf-8"?>
<p:tagLst xmlns:a="http://schemas.openxmlformats.org/drawingml/2006/main" xmlns:r="http://schemas.openxmlformats.org/officeDocument/2006/relationships" xmlns:p="http://schemas.openxmlformats.org/presentationml/2006/main">
  <p:tag name="AS_UNIQUEID" val="1380"/>
</p:tagLst>
</file>

<file path=ppt/tags/tag267.xml><?xml version="1.0" encoding="utf-8"?>
<p:tagLst xmlns:a="http://schemas.openxmlformats.org/drawingml/2006/main" xmlns:r="http://schemas.openxmlformats.org/officeDocument/2006/relationships" xmlns:p="http://schemas.openxmlformats.org/presentationml/2006/main">
  <p:tag name="AS_UNIQUEID" val="1381"/>
</p:tagLst>
</file>

<file path=ppt/tags/tag268.xml><?xml version="1.0" encoding="utf-8"?>
<p:tagLst xmlns:a="http://schemas.openxmlformats.org/drawingml/2006/main" xmlns:r="http://schemas.openxmlformats.org/officeDocument/2006/relationships" xmlns:p="http://schemas.openxmlformats.org/presentationml/2006/main">
  <p:tag name="AS_UNIQUEID" val="1383"/>
</p:tagLst>
</file>

<file path=ppt/tags/tag269.xml><?xml version="1.0" encoding="utf-8"?>
<p:tagLst xmlns:a="http://schemas.openxmlformats.org/drawingml/2006/main" xmlns:r="http://schemas.openxmlformats.org/officeDocument/2006/relationships" xmlns:p="http://schemas.openxmlformats.org/presentationml/2006/main">
  <p:tag name="AS_UNIQUEID" val="1384"/>
</p:tagLst>
</file>

<file path=ppt/tags/tag270.xml><?xml version="1.0" encoding="utf-8"?>
<p:tagLst xmlns:a="http://schemas.openxmlformats.org/drawingml/2006/main" xmlns:r="http://schemas.openxmlformats.org/officeDocument/2006/relationships" xmlns:p="http://schemas.openxmlformats.org/presentationml/2006/main">
  <p:tag name="AS_UNIQUEID" val="1385"/>
</p:tagLst>
</file>

<file path=ppt/tags/tag271.xml><?xml version="1.0" encoding="utf-8"?>
<p:tagLst xmlns:a="http://schemas.openxmlformats.org/drawingml/2006/main" xmlns:r="http://schemas.openxmlformats.org/officeDocument/2006/relationships" xmlns:p="http://schemas.openxmlformats.org/presentationml/2006/main">
  <p:tag name="AS_UNIQUEID" val="1386"/>
</p:tagLst>
</file>

<file path=ppt/tags/tag272.xml><?xml version="1.0" encoding="utf-8"?>
<p:tagLst xmlns:a="http://schemas.openxmlformats.org/drawingml/2006/main" xmlns:r="http://schemas.openxmlformats.org/officeDocument/2006/relationships" xmlns:p="http://schemas.openxmlformats.org/presentationml/2006/main">
  <p:tag name="AS_UNIQUEID" val="1387"/>
</p:tagLst>
</file>

<file path=ppt/tags/tag273.xml><?xml version="1.0" encoding="utf-8"?>
<p:tagLst xmlns:a="http://schemas.openxmlformats.org/drawingml/2006/main" xmlns:r="http://schemas.openxmlformats.org/officeDocument/2006/relationships" xmlns:p="http://schemas.openxmlformats.org/presentationml/2006/main">
  <p:tag name="AS_UNIQUEID" val="1388"/>
</p:tagLst>
</file>

<file path=ppt/tags/tag274.xml><?xml version="1.0" encoding="utf-8"?>
<p:tagLst xmlns:a="http://schemas.openxmlformats.org/drawingml/2006/main" xmlns:r="http://schemas.openxmlformats.org/officeDocument/2006/relationships" xmlns:p="http://schemas.openxmlformats.org/presentationml/2006/main">
  <p:tag name="AS_UNIQUEID" val="1389"/>
</p:tagLst>
</file>

<file path=ppt/tags/tag275.xml><?xml version="1.0" encoding="utf-8"?>
<p:tagLst xmlns:a="http://schemas.openxmlformats.org/drawingml/2006/main" xmlns:r="http://schemas.openxmlformats.org/officeDocument/2006/relationships" xmlns:p="http://schemas.openxmlformats.org/presentationml/2006/main">
  <p:tag name="AS_UNIQUEID" val="1390"/>
</p:tagLst>
</file>

<file path=ppt/tags/tag276.xml><?xml version="1.0" encoding="utf-8"?>
<p:tagLst xmlns:a="http://schemas.openxmlformats.org/drawingml/2006/main" xmlns:r="http://schemas.openxmlformats.org/officeDocument/2006/relationships" xmlns:p="http://schemas.openxmlformats.org/presentationml/2006/main">
  <p:tag name="AS_UNIQUEID" val="1012"/>
</p:tagLst>
</file>

<file path=ppt/tags/tag277.xml><?xml version="1.0" encoding="utf-8"?>
<p:tagLst xmlns:a="http://schemas.openxmlformats.org/drawingml/2006/main" xmlns:r="http://schemas.openxmlformats.org/officeDocument/2006/relationships" xmlns:p="http://schemas.openxmlformats.org/presentationml/2006/main">
  <p:tag name="AS_UNIQUEID" val="1013"/>
</p:tagLst>
</file>

<file path=ppt/tags/tag278.xml><?xml version="1.0" encoding="utf-8"?>
<p:tagLst xmlns:a="http://schemas.openxmlformats.org/drawingml/2006/main" xmlns:r="http://schemas.openxmlformats.org/officeDocument/2006/relationships" xmlns:p="http://schemas.openxmlformats.org/presentationml/2006/main">
  <p:tag name="AS_UNIQUEID" val="1014"/>
</p:tagLst>
</file>

<file path=ppt/tags/tag279.xml><?xml version="1.0" encoding="utf-8"?>
<p:tagLst xmlns:a="http://schemas.openxmlformats.org/drawingml/2006/main" xmlns:r="http://schemas.openxmlformats.org/officeDocument/2006/relationships" xmlns:p="http://schemas.openxmlformats.org/presentationml/2006/main">
  <p:tag name="AS_UNIQUEID" val="1015"/>
</p:tagLst>
</file>

<file path=ppt/tags/tag280.xml><?xml version="1.0" encoding="utf-8"?>
<p:tagLst xmlns:a="http://schemas.openxmlformats.org/drawingml/2006/main" xmlns:r="http://schemas.openxmlformats.org/officeDocument/2006/relationships" xmlns:p="http://schemas.openxmlformats.org/presentationml/2006/main">
  <p:tag name="AS_UNIQUEID" val="1016"/>
</p:tagLst>
</file>

<file path=ppt/tags/tag281.xml><?xml version="1.0" encoding="utf-8"?>
<p:tagLst xmlns:a="http://schemas.openxmlformats.org/drawingml/2006/main" xmlns:r="http://schemas.openxmlformats.org/officeDocument/2006/relationships" xmlns:p="http://schemas.openxmlformats.org/presentationml/2006/main">
  <p:tag name="AS_UNIQUEID" val="1017"/>
</p:tagLst>
</file>

<file path=ppt/tags/tag282.xml><?xml version="1.0" encoding="utf-8"?>
<p:tagLst xmlns:a="http://schemas.openxmlformats.org/drawingml/2006/main" xmlns:r="http://schemas.openxmlformats.org/officeDocument/2006/relationships" xmlns:p="http://schemas.openxmlformats.org/presentationml/2006/main">
  <p:tag name="AS_UNIQUEID" val="1018"/>
</p:tagLst>
</file>

<file path=ppt/tags/tag283.xml><?xml version="1.0" encoding="utf-8"?>
<p:tagLst xmlns:a="http://schemas.openxmlformats.org/drawingml/2006/main" xmlns:r="http://schemas.openxmlformats.org/officeDocument/2006/relationships" xmlns:p="http://schemas.openxmlformats.org/presentationml/2006/main">
  <p:tag name="AS_UNIQUEID" val="1019"/>
</p:tagLst>
</file>

<file path=ppt/tags/tag284.xml><?xml version="1.0" encoding="utf-8"?>
<p:tagLst xmlns:a="http://schemas.openxmlformats.org/drawingml/2006/main" xmlns:r="http://schemas.openxmlformats.org/officeDocument/2006/relationships" xmlns:p="http://schemas.openxmlformats.org/presentationml/2006/main">
  <p:tag name="AS_UNIQUEID" val="1020"/>
</p:tagLst>
</file>

<file path=ppt/tags/tag285.xml><?xml version="1.0" encoding="utf-8"?>
<p:tagLst xmlns:a="http://schemas.openxmlformats.org/drawingml/2006/main" xmlns:r="http://schemas.openxmlformats.org/officeDocument/2006/relationships" xmlns:p="http://schemas.openxmlformats.org/presentationml/2006/main">
  <p:tag name="AS_UNIQUEID" val="1021"/>
</p:tagLst>
</file>

<file path=ppt/tags/tag286.xml><?xml version="1.0" encoding="utf-8"?>
<p:tagLst xmlns:a="http://schemas.openxmlformats.org/drawingml/2006/main" xmlns:r="http://schemas.openxmlformats.org/officeDocument/2006/relationships" xmlns:p="http://schemas.openxmlformats.org/presentationml/2006/main">
  <p:tag name="AS_UNIQUEID" val="1022"/>
</p:tagLst>
</file>

<file path=ppt/tags/tag287.xml><?xml version="1.0" encoding="utf-8"?>
<p:tagLst xmlns:a="http://schemas.openxmlformats.org/drawingml/2006/main" xmlns:r="http://schemas.openxmlformats.org/officeDocument/2006/relationships" xmlns:p="http://schemas.openxmlformats.org/presentationml/2006/main">
  <p:tag name="AS_UNIQUEID" val="1023"/>
</p:tagLst>
</file>

<file path=ppt/tags/tag288.xml><?xml version="1.0" encoding="utf-8"?>
<p:tagLst xmlns:a="http://schemas.openxmlformats.org/drawingml/2006/main" xmlns:r="http://schemas.openxmlformats.org/officeDocument/2006/relationships" xmlns:p="http://schemas.openxmlformats.org/presentationml/2006/main">
  <p:tag name="AS_UNIQUEID" val="1392"/>
</p:tagLst>
</file>

<file path=ppt/tags/tag289.xml><?xml version="1.0" encoding="utf-8"?>
<p:tagLst xmlns:a="http://schemas.openxmlformats.org/drawingml/2006/main" xmlns:r="http://schemas.openxmlformats.org/officeDocument/2006/relationships" xmlns:p="http://schemas.openxmlformats.org/presentationml/2006/main">
  <p:tag name="AS_UNIQUEID" val="1393"/>
</p:tagLst>
</file>

<file path=ppt/tags/tag290.xml><?xml version="1.0" encoding="utf-8"?>
<p:tagLst xmlns:a="http://schemas.openxmlformats.org/drawingml/2006/main" xmlns:r="http://schemas.openxmlformats.org/officeDocument/2006/relationships" xmlns:p="http://schemas.openxmlformats.org/presentationml/2006/main">
  <p:tag name="AS_UNIQUEID" val="1394"/>
</p:tagLst>
</file>

<file path=ppt/tags/tag291.xml><?xml version="1.0" encoding="utf-8"?>
<p:tagLst xmlns:a="http://schemas.openxmlformats.org/drawingml/2006/main" xmlns:r="http://schemas.openxmlformats.org/officeDocument/2006/relationships" xmlns:p="http://schemas.openxmlformats.org/presentationml/2006/main">
  <p:tag name="AS_UNIQUEID" val="1396"/>
</p:tagLst>
</file>

<file path=ppt/tags/tag292.xml><?xml version="1.0" encoding="utf-8"?>
<p:tagLst xmlns:a="http://schemas.openxmlformats.org/drawingml/2006/main" xmlns:r="http://schemas.openxmlformats.org/officeDocument/2006/relationships" xmlns:p="http://schemas.openxmlformats.org/presentationml/2006/main">
  <p:tag name="AS_UNIQUEID" val="1397"/>
</p:tagLst>
</file>

<file path=ppt/tags/tag293.xml><?xml version="1.0" encoding="utf-8"?>
<p:tagLst xmlns:a="http://schemas.openxmlformats.org/drawingml/2006/main" xmlns:r="http://schemas.openxmlformats.org/officeDocument/2006/relationships" xmlns:p="http://schemas.openxmlformats.org/presentationml/2006/main">
  <p:tag name="AS_UNIQUEID" val="1069"/>
</p:tagLst>
</file>

<file path=ppt/tags/tag294.xml><?xml version="1.0" encoding="utf-8"?>
<p:tagLst xmlns:a="http://schemas.openxmlformats.org/drawingml/2006/main" xmlns:r="http://schemas.openxmlformats.org/officeDocument/2006/relationships" xmlns:p="http://schemas.openxmlformats.org/presentationml/2006/main">
  <p:tag name="AS_UNIQUEID" val="1398"/>
</p:tagLst>
</file>

<file path=ppt/tags/tag295.xml><?xml version="1.0" encoding="utf-8"?>
<p:tagLst xmlns:a="http://schemas.openxmlformats.org/drawingml/2006/main" xmlns:r="http://schemas.openxmlformats.org/officeDocument/2006/relationships" xmlns:p="http://schemas.openxmlformats.org/presentationml/2006/main">
  <p:tag name="AS_UNIQUEID" val="1012"/>
</p:tagLst>
</file>

<file path=ppt/tags/tag296.xml><?xml version="1.0" encoding="utf-8"?>
<p:tagLst xmlns:a="http://schemas.openxmlformats.org/drawingml/2006/main" xmlns:r="http://schemas.openxmlformats.org/officeDocument/2006/relationships" xmlns:p="http://schemas.openxmlformats.org/presentationml/2006/main">
  <p:tag name="AS_UNIQUEID" val="1399"/>
</p:tagLst>
</file>

<file path=ppt/tags/tag297.xml><?xml version="1.0" encoding="utf-8"?>
<p:tagLst xmlns:a="http://schemas.openxmlformats.org/drawingml/2006/main" xmlns:r="http://schemas.openxmlformats.org/officeDocument/2006/relationships" xmlns:p="http://schemas.openxmlformats.org/presentationml/2006/main">
  <p:tag name="AS_UNIQUEID" val="1400"/>
</p:tagLst>
</file>

<file path=ppt/tags/tag298.xml><?xml version="1.0" encoding="utf-8"?>
<p:tagLst xmlns:a="http://schemas.openxmlformats.org/drawingml/2006/main" xmlns:r="http://schemas.openxmlformats.org/officeDocument/2006/relationships" xmlns:p="http://schemas.openxmlformats.org/presentationml/2006/main">
  <p:tag name="AS_UNIQUEID" val="1401"/>
</p:tagLst>
</file>

<file path=ppt/tags/tag299.xml><?xml version="1.0" encoding="utf-8"?>
<p:tagLst xmlns:a="http://schemas.openxmlformats.org/drawingml/2006/main" xmlns:r="http://schemas.openxmlformats.org/officeDocument/2006/relationships" xmlns:p="http://schemas.openxmlformats.org/presentationml/2006/main">
  <p:tag name="AS_UNIQUEID" val="1402"/>
</p:tagLst>
</file>

<file path=ppt/tags/tag300.xml><?xml version="1.0" encoding="utf-8"?>
<p:tagLst xmlns:a="http://schemas.openxmlformats.org/drawingml/2006/main" xmlns:r="http://schemas.openxmlformats.org/officeDocument/2006/relationships" xmlns:p="http://schemas.openxmlformats.org/presentationml/2006/main">
  <p:tag name="AS_UNIQUEID" val="1403"/>
</p:tagLst>
</file>

<file path=ppt/tags/tag301.xml><?xml version="1.0" encoding="utf-8"?>
<p:tagLst xmlns:a="http://schemas.openxmlformats.org/drawingml/2006/main" xmlns:r="http://schemas.openxmlformats.org/officeDocument/2006/relationships" xmlns:p="http://schemas.openxmlformats.org/presentationml/2006/main">
  <p:tag name="AS_UNIQUEID" val="1404"/>
</p:tagLst>
</file>

<file path=ppt/tags/tag302.xml><?xml version="1.0" encoding="utf-8"?>
<p:tagLst xmlns:a="http://schemas.openxmlformats.org/drawingml/2006/main" xmlns:r="http://schemas.openxmlformats.org/officeDocument/2006/relationships" xmlns:p="http://schemas.openxmlformats.org/presentationml/2006/main">
  <p:tag name="AS_UNIQUEID" val="1405"/>
</p:tagLst>
</file>

<file path=ppt/tags/tag303.xml><?xml version="1.0" encoding="utf-8"?>
<p:tagLst xmlns:a="http://schemas.openxmlformats.org/drawingml/2006/main" xmlns:r="http://schemas.openxmlformats.org/officeDocument/2006/relationships" xmlns:p="http://schemas.openxmlformats.org/presentationml/2006/main">
  <p:tag name="AS_UNIQUEID" val="969"/>
</p:tagLst>
</file>

<file path=ppt/tags/tag304.xml><?xml version="1.0" encoding="utf-8"?>
<p:tagLst xmlns:a="http://schemas.openxmlformats.org/drawingml/2006/main" xmlns:r="http://schemas.openxmlformats.org/officeDocument/2006/relationships" xmlns:p="http://schemas.openxmlformats.org/presentationml/2006/main">
  <p:tag name="AS_UNIQUEID" val="1406"/>
</p:tagLst>
</file>

<file path=ppt/tags/tag305.xml><?xml version="1.0" encoding="utf-8"?>
<p:tagLst xmlns:a="http://schemas.openxmlformats.org/drawingml/2006/main" xmlns:r="http://schemas.openxmlformats.org/officeDocument/2006/relationships" xmlns:p="http://schemas.openxmlformats.org/presentationml/2006/main">
  <p:tag name="AS_UNIQUEID" val="1407"/>
</p:tagLst>
</file>

<file path=ppt/tags/tag306.xml><?xml version="1.0" encoding="utf-8"?>
<p:tagLst xmlns:a="http://schemas.openxmlformats.org/drawingml/2006/main" xmlns:r="http://schemas.openxmlformats.org/officeDocument/2006/relationships" xmlns:p="http://schemas.openxmlformats.org/presentationml/2006/main">
  <p:tag name="AS_UNIQUEID" val="1408"/>
</p:tagLst>
</file>

<file path=ppt/tags/tag307.xml><?xml version="1.0" encoding="utf-8"?>
<p:tagLst xmlns:a="http://schemas.openxmlformats.org/drawingml/2006/main" xmlns:r="http://schemas.openxmlformats.org/officeDocument/2006/relationships" xmlns:p="http://schemas.openxmlformats.org/presentationml/2006/main">
  <p:tag name="AS_UNIQUEID" val="1411"/>
</p:tagLst>
</file>

<file path=ppt/tags/tag308.xml><?xml version="1.0" encoding="utf-8"?>
<p:tagLst xmlns:a="http://schemas.openxmlformats.org/drawingml/2006/main" xmlns:r="http://schemas.openxmlformats.org/officeDocument/2006/relationships" xmlns:p="http://schemas.openxmlformats.org/presentationml/2006/main">
  <p:tag name="AS_UNIQUEID" val="1412"/>
</p:tagLst>
</file>

<file path=ppt/tags/tag309.xml><?xml version="1.0" encoding="utf-8"?>
<p:tagLst xmlns:a="http://schemas.openxmlformats.org/drawingml/2006/main" xmlns:r="http://schemas.openxmlformats.org/officeDocument/2006/relationships" xmlns:p="http://schemas.openxmlformats.org/presentationml/2006/main">
  <p:tag name="AS_UNIQUEID" val="1413"/>
</p:tagLst>
</file>

<file path=ppt/tags/tag310.xml><?xml version="1.0" encoding="utf-8"?>
<p:tagLst xmlns:a="http://schemas.openxmlformats.org/drawingml/2006/main" xmlns:r="http://schemas.openxmlformats.org/officeDocument/2006/relationships" xmlns:p="http://schemas.openxmlformats.org/presentationml/2006/main">
  <p:tag name="AS_UNIQUEID" val="1414"/>
</p:tagLst>
</file>

<file path=ppt/tags/tag311.xml><?xml version="1.0" encoding="utf-8"?>
<p:tagLst xmlns:a="http://schemas.openxmlformats.org/drawingml/2006/main" xmlns:r="http://schemas.openxmlformats.org/officeDocument/2006/relationships" xmlns:p="http://schemas.openxmlformats.org/presentationml/2006/main">
  <p:tag name="AS_UNIQUEID" val="972"/>
</p:tagLst>
</file>

<file path=ppt/tags/tag312.xml><?xml version="1.0" encoding="utf-8"?>
<p:tagLst xmlns:a="http://schemas.openxmlformats.org/drawingml/2006/main" xmlns:r="http://schemas.openxmlformats.org/officeDocument/2006/relationships" xmlns:p="http://schemas.openxmlformats.org/presentationml/2006/main">
  <p:tag name="AS_UNIQUEID" val="981"/>
</p:tagLst>
</file>

<file path=ppt/tags/tag313.xml><?xml version="1.0" encoding="utf-8"?>
<p:tagLst xmlns:a="http://schemas.openxmlformats.org/drawingml/2006/main" xmlns:r="http://schemas.openxmlformats.org/officeDocument/2006/relationships" xmlns:p="http://schemas.openxmlformats.org/presentationml/2006/main">
  <p:tag name="AS_UNIQUEID" val="973"/>
</p:tagLst>
</file>

<file path=ppt/tags/tag314.xml><?xml version="1.0" encoding="utf-8"?>
<p:tagLst xmlns:a="http://schemas.openxmlformats.org/drawingml/2006/main" xmlns:r="http://schemas.openxmlformats.org/officeDocument/2006/relationships" xmlns:p="http://schemas.openxmlformats.org/presentationml/2006/main">
  <p:tag name="AS_UNIQUEID" val="974"/>
</p:tagLst>
</file>

<file path=ppt/tags/tag315.xml><?xml version="1.0" encoding="utf-8"?>
<p:tagLst xmlns:a="http://schemas.openxmlformats.org/drawingml/2006/main" xmlns:r="http://schemas.openxmlformats.org/officeDocument/2006/relationships" xmlns:p="http://schemas.openxmlformats.org/presentationml/2006/main">
  <p:tag name="AS_UNIQUEID" val="1409"/>
</p:tagLst>
</file>

<file path=ppt/tags/tag316.xml><?xml version="1.0" encoding="utf-8"?>
<p:tagLst xmlns:a="http://schemas.openxmlformats.org/drawingml/2006/main" xmlns:r="http://schemas.openxmlformats.org/officeDocument/2006/relationships" xmlns:p="http://schemas.openxmlformats.org/presentationml/2006/main">
  <p:tag name="AS_UNIQUEID" val="1410"/>
</p:tagLst>
</file>

<file path=ppt/tags/tag317.xml><?xml version="1.0" encoding="utf-8"?>
<p:tagLst xmlns:a="http://schemas.openxmlformats.org/drawingml/2006/main" xmlns:r="http://schemas.openxmlformats.org/officeDocument/2006/relationships" xmlns:p="http://schemas.openxmlformats.org/presentationml/2006/main">
  <p:tag name="AS_UNIQUEID" val="969"/>
</p:tagLst>
</file>

<file path=ppt/tags/tag318.xml><?xml version="1.0" encoding="utf-8"?>
<p:tagLst xmlns:a="http://schemas.openxmlformats.org/drawingml/2006/main" xmlns:r="http://schemas.openxmlformats.org/officeDocument/2006/relationships" xmlns:p="http://schemas.openxmlformats.org/presentationml/2006/main">
  <p:tag name="AS_UNIQUEID" val="981"/>
</p:tagLst>
</file>

<file path=ppt/tags/tag319.xml><?xml version="1.0" encoding="utf-8"?>
<p:tagLst xmlns:a="http://schemas.openxmlformats.org/drawingml/2006/main" xmlns:r="http://schemas.openxmlformats.org/officeDocument/2006/relationships" xmlns:p="http://schemas.openxmlformats.org/presentationml/2006/main">
  <p:tag name="AS_UNIQUEID" val="970"/>
</p:tagLst>
</file>

<file path=ppt/tags/tag320.xml><?xml version="1.0" encoding="utf-8"?>
<p:tagLst xmlns:a="http://schemas.openxmlformats.org/drawingml/2006/main" xmlns:r="http://schemas.openxmlformats.org/officeDocument/2006/relationships" xmlns:p="http://schemas.openxmlformats.org/presentationml/2006/main">
  <p:tag name="AS_UNIQUEID" val="971"/>
</p:tagLst>
</file>

<file path=ppt/tags/tag321.xml><?xml version="1.0" encoding="utf-8"?>
<p:tagLst xmlns:a="http://schemas.openxmlformats.org/drawingml/2006/main" xmlns:r="http://schemas.openxmlformats.org/officeDocument/2006/relationships" xmlns:p="http://schemas.openxmlformats.org/presentationml/2006/main">
  <p:tag name="AS_UNIQUEID" val="972"/>
</p:tagLst>
</file>

<file path=ppt/tags/tag322.xml><?xml version="1.0" encoding="utf-8"?>
<p:tagLst xmlns:a="http://schemas.openxmlformats.org/drawingml/2006/main" xmlns:r="http://schemas.openxmlformats.org/officeDocument/2006/relationships" xmlns:p="http://schemas.openxmlformats.org/presentationml/2006/main">
  <p:tag name="AS_UNIQUEID" val="981"/>
</p:tagLst>
</file>

<file path=ppt/tags/tag323.xml><?xml version="1.0" encoding="utf-8"?>
<p:tagLst xmlns:a="http://schemas.openxmlformats.org/drawingml/2006/main" xmlns:r="http://schemas.openxmlformats.org/officeDocument/2006/relationships" xmlns:p="http://schemas.openxmlformats.org/presentationml/2006/main">
  <p:tag name="AS_UNIQUEID" val="973"/>
</p:tagLst>
</file>

<file path=ppt/tags/tag324.xml><?xml version="1.0" encoding="utf-8"?>
<p:tagLst xmlns:a="http://schemas.openxmlformats.org/drawingml/2006/main" xmlns:r="http://schemas.openxmlformats.org/officeDocument/2006/relationships" xmlns:p="http://schemas.openxmlformats.org/presentationml/2006/main">
  <p:tag name="AS_UNIQUEID" val="974"/>
</p:tagLst>
</file>

<file path=ppt/tags/tag325.xml><?xml version="1.0" encoding="utf-8"?>
<p:tagLst xmlns:a="http://schemas.openxmlformats.org/drawingml/2006/main" xmlns:r="http://schemas.openxmlformats.org/officeDocument/2006/relationships" xmlns:p="http://schemas.openxmlformats.org/presentationml/2006/main">
  <p:tag name="AS_UNIQUEID" val="970"/>
</p:tagLst>
</file>

<file path=ppt/tags/tag326.xml><?xml version="1.0" encoding="utf-8"?>
<p:tagLst xmlns:a="http://schemas.openxmlformats.org/drawingml/2006/main" xmlns:r="http://schemas.openxmlformats.org/officeDocument/2006/relationships" xmlns:p="http://schemas.openxmlformats.org/presentationml/2006/main">
  <p:tag name="AS_UNIQUEID" val="971"/>
</p:tagLst>
</file>

<file path=ppt/tags/tag327.xml><?xml version="1.0" encoding="utf-8"?>
<p:tagLst xmlns:a="http://schemas.openxmlformats.org/drawingml/2006/main" xmlns:r="http://schemas.openxmlformats.org/officeDocument/2006/relationships" xmlns:p="http://schemas.openxmlformats.org/presentationml/2006/main">
  <p:tag name="AS_UNIQUEID" val="1416"/>
</p:tagLst>
</file>

<file path=ppt/tags/tag328.xml><?xml version="1.0" encoding="utf-8"?>
<p:tagLst xmlns:a="http://schemas.openxmlformats.org/drawingml/2006/main" xmlns:r="http://schemas.openxmlformats.org/officeDocument/2006/relationships" xmlns:p="http://schemas.openxmlformats.org/presentationml/2006/main">
  <p:tag name="AS_UNIQUEID" val="1417"/>
</p:tagLst>
</file>

<file path=ppt/tags/tag329.xml><?xml version="1.0" encoding="utf-8"?>
<p:tagLst xmlns:a="http://schemas.openxmlformats.org/drawingml/2006/main" xmlns:r="http://schemas.openxmlformats.org/officeDocument/2006/relationships" xmlns:p="http://schemas.openxmlformats.org/presentationml/2006/main">
  <p:tag name="AS_UNIQUEID" val="1418"/>
</p:tagLst>
</file>

<file path=ppt/tags/tag330.xml><?xml version="1.0" encoding="utf-8"?>
<p:tagLst xmlns:a="http://schemas.openxmlformats.org/drawingml/2006/main" xmlns:r="http://schemas.openxmlformats.org/officeDocument/2006/relationships" xmlns:p="http://schemas.openxmlformats.org/presentationml/2006/main">
  <p:tag name="AS_UNIQUEID" val="1419"/>
</p:tagLst>
</file>

<file path=ppt/tags/tag331.xml><?xml version="1.0" encoding="utf-8"?>
<p:tagLst xmlns:a="http://schemas.openxmlformats.org/drawingml/2006/main" xmlns:r="http://schemas.openxmlformats.org/officeDocument/2006/relationships" xmlns:p="http://schemas.openxmlformats.org/presentationml/2006/main">
  <p:tag name="AS_UNIQUEID" val="1420"/>
</p:tagLst>
</file>

<file path=ppt/tags/tag332.xml><?xml version="1.0" encoding="utf-8"?>
<p:tagLst xmlns:a="http://schemas.openxmlformats.org/drawingml/2006/main" xmlns:r="http://schemas.openxmlformats.org/officeDocument/2006/relationships" xmlns:p="http://schemas.openxmlformats.org/presentationml/2006/main">
  <p:tag name="AS_UNIQUEID" val="1432"/>
</p:tagLst>
</file>

<file path=ppt/tags/tag333.xml><?xml version="1.0" encoding="utf-8"?>
<p:tagLst xmlns:a="http://schemas.openxmlformats.org/drawingml/2006/main" xmlns:r="http://schemas.openxmlformats.org/officeDocument/2006/relationships" xmlns:p="http://schemas.openxmlformats.org/presentationml/2006/main">
  <p:tag name="AS_UNIQUEID" val="902"/>
</p:tagLst>
</file>

<file path=ppt/tags/tag334.xml><?xml version="1.0" encoding="utf-8"?>
<p:tagLst xmlns:a="http://schemas.openxmlformats.org/drawingml/2006/main" xmlns:r="http://schemas.openxmlformats.org/officeDocument/2006/relationships" xmlns:p="http://schemas.openxmlformats.org/presentationml/2006/main">
  <p:tag name="AS_UNIQUEID" val="1435"/>
</p:tagLst>
</file>

<file path=ppt/tags/tag335.xml><?xml version="1.0" encoding="utf-8"?>
<p:tagLst xmlns:a="http://schemas.openxmlformats.org/drawingml/2006/main" xmlns:r="http://schemas.openxmlformats.org/officeDocument/2006/relationships" xmlns:p="http://schemas.openxmlformats.org/presentationml/2006/main">
  <p:tag name="AS_UNIQUEID" val="1436"/>
</p:tagLst>
</file>

<file path=ppt/tags/tag336.xml><?xml version="1.0" encoding="utf-8"?>
<p:tagLst xmlns:a="http://schemas.openxmlformats.org/drawingml/2006/main" xmlns:r="http://schemas.openxmlformats.org/officeDocument/2006/relationships" xmlns:p="http://schemas.openxmlformats.org/presentationml/2006/main">
  <p:tag name="AS_UNIQUEID" val="1437"/>
</p:tagLst>
</file>

<file path=ppt/tags/tag337.xml><?xml version="1.0" encoding="utf-8"?>
<p:tagLst xmlns:a="http://schemas.openxmlformats.org/drawingml/2006/main" xmlns:r="http://schemas.openxmlformats.org/officeDocument/2006/relationships" xmlns:p="http://schemas.openxmlformats.org/presentationml/2006/main">
  <p:tag name="AS_UNIQUEID" val="1438"/>
</p:tagLst>
</file>

<file path=ppt/tags/tag338.xml><?xml version="1.0" encoding="utf-8"?>
<p:tagLst xmlns:a="http://schemas.openxmlformats.org/drawingml/2006/main" xmlns:r="http://schemas.openxmlformats.org/officeDocument/2006/relationships" xmlns:p="http://schemas.openxmlformats.org/presentationml/2006/main">
  <p:tag name="AS_UNIQUEID" val="1439"/>
</p:tagLst>
</file>

<file path=ppt/tags/tag339.xml><?xml version="1.0" encoding="utf-8"?>
<p:tagLst xmlns:a="http://schemas.openxmlformats.org/drawingml/2006/main" xmlns:r="http://schemas.openxmlformats.org/officeDocument/2006/relationships" xmlns:p="http://schemas.openxmlformats.org/presentationml/2006/main">
  <p:tag name="AS_UNIQUEID" val="1440"/>
</p:tagLst>
</file>

<file path=ppt/tags/tag340.xml><?xml version="1.0" encoding="utf-8"?>
<p:tagLst xmlns:a="http://schemas.openxmlformats.org/drawingml/2006/main" xmlns:r="http://schemas.openxmlformats.org/officeDocument/2006/relationships" xmlns:p="http://schemas.openxmlformats.org/presentationml/2006/main">
  <p:tag name="AS_UNIQUEID" val="1441"/>
</p:tagLst>
</file>

<file path=ppt/tags/tag341.xml><?xml version="1.0" encoding="utf-8"?>
<p:tagLst xmlns:a="http://schemas.openxmlformats.org/drawingml/2006/main" xmlns:r="http://schemas.openxmlformats.org/officeDocument/2006/relationships" xmlns:p="http://schemas.openxmlformats.org/presentationml/2006/main">
  <p:tag name="AS_UNIQUEID" val="1442"/>
</p:tagLst>
</file>

<file path=ppt/tags/tag342.xml><?xml version="1.0" encoding="utf-8"?>
<p:tagLst xmlns:a="http://schemas.openxmlformats.org/drawingml/2006/main" xmlns:r="http://schemas.openxmlformats.org/officeDocument/2006/relationships" xmlns:p="http://schemas.openxmlformats.org/presentationml/2006/main">
  <p:tag name="AS_UNIQUEID" val="1443"/>
</p:tagLst>
</file>

<file path=ppt/tags/tag343.xml><?xml version="1.0" encoding="utf-8"?>
<p:tagLst xmlns:a="http://schemas.openxmlformats.org/drawingml/2006/main" xmlns:r="http://schemas.openxmlformats.org/officeDocument/2006/relationships" xmlns:p="http://schemas.openxmlformats.org/presentationml/2006/main">
  <p:tag name="AS_UNIQUEID" val="1433"/>
</p:tagLst>
</file>

<file path=ppt/tags/tag344.xml><?xml version="1.0" encoding="utf-8"?>
<p:tagLst xmlns:a="http://schemas.openxmlformats.org/drawingml/2006/main" xmlns:r="http://schemas.openxmlformats.org/officeDocument/2006/relationships" xmlns:p="http://schemas.openxmlformats.org/presentationml/2006/main">
  <p:tag name="AS_UNIQUEID" val="1434"/>
</p:tagLst>
</file>

<file path=ppt/tags/tag345.xml><?xml version="1.0" encoding="utf-8"?>
<p:tagLst xmlns:a="http://schemas.openxmlformats.org/drawingml/2006/main" xmlns:r="http://schemas.openxmlformats.org/officeDocument/2006/relationships" xmlns:p="http://schemas.openxmlformats.org/presentationml/2006/main">
  <p:tag name="AS_UNIQUEID" val="1445"/>
</p:tagLst>
</file>

<file path=ppt/tags/tag346.xml><?xml version="1.0" encoding="utf-8"?>
<p:tagLst xmlns:a="http://schemas.openxmlformats.org/drawingml/2006/main" xmlns:r="http://schemas.openxmlformats.org/officeDocument/2006/relationships" xmlns:p="http://schemas.openxmlformats.org/presentationml/2006/main">
  <p:tag name="AS_UNIQUEID" val="906"/>
</p:tagLst>
</file>

<file path=ppt/tags/tag347.xml><?xml version="1.0" encoding="utf-8"?>
<p:tagLst xmlns:a="http://schemas.openxmlformats.org/drawingml/2006/main" xmlns:r="http://schemas.openxmlformats.org/officeDocument/2006/relationships" xmlns:p="http://schemas.openxmlformats.org/presentationml/2006/main">
  <p:tag name="AS_UNIQUEID" val="925"/>
</p:tagLst>
</file>

<file path=ppt/tags/tag348.xml><?xml version="1.0" encoding="utf-8"?>
<p:tagLst xmlns:a="http://schemas.openxmlformats.org/drawingml/2006/main" xmlns:r="http://schemas.openxmlformats.org/officeDocument/2006/relationships" xmlns:p="http://schemas.openxmlformats.org/presentationml/2006/main">
  <p:tag name="AS_UNIQUEID" val="928"/>
</p:tagLst>
</file>

<file path=ppt/tags/tag349.xml><?xml version="1.0" encoding="utf-8"?>
<p:tagLst xmlns:a="http://schemas.openxmlformats.org/drawingml/2006/main" xmlns:r="http://schemas.openxmlformats.org/officeDocument/2006/relationships" xmlns:p="http://schemas.openxmlformats.org/presentationml/2006/main">
  <p:tag name="AS_UNIQUEID" val="929"/>
</p:tagLst>
</file>

<file path=ppt/tags/tag350.xml><?xml version="1.0" encoding="utf-8"?>
<p:tagLst xmlns:a="http://schemas.openxmlformats.org/drawingml/2006/main" xmlns:r="http://schemas.openxmlformats.org/officeDocument/2006/relationships" xmlns:p="http://schemas.openxmlformats.org/presentationml/2006/main">
  <p:tag name="AS_UNIQUEID" val="927"/>
</p:tagLst>
</file>

<file path=ppt/tags/tag351.xml><?xml version="1.0" encoding="utf-8"?>
<p:tagLst xmlns:a="http://schemas.openxmlformats.org/drawingml/2006/main" xmlns:r="http://schemas.openxmlformats.org/officeDocument/2006/relationships" xmlns:p="http://schemas.openxmlformats.org/presentationml/2006/main">
  <p:tag name="AS_UNIQUEID" val="1448"/>
</p:tagLst>
</file>

<file path=ppt/tags/tag352.xml><?xml version="1.0" encoding="utf-8"?>
<p:tagLst xmlns:a="http://schemas.openxmlformats.org/drawingml/2006/main" xmlns:r="http://schemas.openxmlformats.org/officeDocument/2006/relationships" xmlns:p="http://schemas.openxmlformats.org/presentationml/2006/main">
  <p:tag name="AS_UNIQUEID" val="1449"/>
</p:tagLst>
</file>

<file path=ppt/tags/tag353.xml><?xml version="1.0" encoding="utf-8"?>
<p:tagLst xmlns:a="http://schemas.openxmlformats.org/drawingml/2006/main" xmlns:r="http://schemas.openxmlformats.org/officeDocument/2006/relationships" xmlns:p="http://schemas.openxmlformats.org/presentationml/2006/main">
  <p:tag name="AS_UNIQUEID" val="1452"/>
</p:tagLst>
</file>

<file path=ppt/tags/tag354.xml><?xml version="1.0" encoding="utf-8"?>
<p:tagLst xmlns:a="http://schemas.openxmlformats.org/drawingml/2006/main" xmlns:r="http://schemas.openxmlformats.org/officeDocument/2006/relationships" xmlns:p="http://schemas.openxmlformats.org/presentationml/2006/main">
  <p:tag name="AS_UNIQUEID" val="1450"/>
</p:tagLst>
</file>

<file path=ppt/tags/tag355.xml><?xml version="1.0" encoding="utf-8"?>
<p:tagLst xmlns:a="http://schemas.openxmlformats.org/drawingml/2006/main" xmlns:r="http://schemas.openxmlformats.org/officeDocument/2006/relationships" xmlns:p="http://schemas.openxmlformats.org/presentationml/2006/main">
  <p:tag name="AS_UNIQUEID" val="1451"/>
</p:tagLst>
</file>

<file path=ppt/tags/tag356.xml><?xml version="1.0" encoding="utf-8"?>
<p:tagLst xmlns:a="http://schemas.openxmlformats.org/drawingml/2006/main" xmlns:r="http://schemas.openxmlformats.org/officeDocument/2006/relationships" xmlns:p="http://schemas.openxmlformats.org/presentationml/2006/main">
  <p:tag name="AS_UNIQUEID" val="1446"/>
</p:tagLst>
</file>

<file path=ppt/tags/tag357.xml><?xml version="1.0" encoding="utf-8"?>
<p:tagLst xmlns:a="http://schemas.openxmlformats.org/drawingml/2006/main" xmlns:r="http://schemas.openxmlformats.org/officeDocument/2006/relationships" xmlns:p="http://schemas.openxmlformats.org/presentationml/2006/main">
  <p:tag name="AS_UNIQUEID" val="1447"/>
</p:tagLst>
</file>

<file path=ppt/tags/tag358.xml><?xml version="1.0" encoding="utf-8"?>
<p:tagLst xmlns:a="http://schemas.openxmlformats.org/drawingml/2006/main" xmlns:r="http://schemas.openxmlformats.org/officeDocument/2006/relationships" xmlns:p="http://schemas.openxmlformats.org/presentationml/2006/main">
  <p:tag name="AS_UNIQUEID" val="1454"/>
</p:tagLst>
</file>

<file path=ppt/tags/tag359.xml><?xml version="1.0" encoding="utf-8"?>
<p:tagLst xmlns:a="http://schemas.openxmlformats.org/drawingml/2006/main" xmlns:r="http://schemas.openxmlformats.org/officeDocument/2006/relationships" xmlns:p="http://schemas.openxmlformats.org/presentationml/2006/main">
  <p:tag name="AS_UNIQUEID" val="1455"/>
</p:tagLst>
</file>

<file path=ppt/tags/tag360.xml><?xml version="1.0" encoding="utf-8"?>
<p:tagLst xmlns:a="http://schemas.openxmlformats.org/drawingml/2006/main" xmlns:r="http://schemas.openxmlformats.org/officeDocument/2006/relationships" xmlns:p="http://schemas.openxmlformats.org/presentationml/2006/main">
  <p:tag name="AS_UNIQUEID" val="1456"/>
</p:tagLst>
</file>

<file path=ppt/tags/tag361.xml><?xml version="1.0" encoding="utf-8"?>
<p:tagLst xmlns:a="http://schemas.openxmlformats.org/drawingml/2006/main" xmlns:r="http://schemas.openxmlformats.org/officeDocument/2006/relationships" xmlns:p="http://schemas.openxmlformats.org/presentationml/2006/main">
  <p:tag name="AS_UNIQUEID" val="1457"/>
</p:tagLst>
</file>

<file path=ppt/tags/tag362.xml><?xml version="1.0" encoding="utf-8"?>
<p:tagLst xmlns:a="http://schemas.openxmlformats.org/drawingml/2006/main" xmlns:r="http://schemas.openxmlformats.org/officeDocument/2006/relationships" xmlns:p="http://schemas.openxmlformats.org/presentationml/2006/main">
  <p:tag name="AS_UNIQUEID" val="1460"/>
</p:tagLst>
</file>

<file path=ppt/tags/tag363.xml><?xml version="1.0" encoding="utf-8"?>
<p:tagLst xmlns:a="http://schemas.openxmlformats.org/drawingml/2006/main" xmlns:r="http://schemas.openxmlformats.org/officeDocument/2006/relationships" xmlns:p="http://schemas.openxmlformats.org/presentationml/2006/main">
  <p:tag name="AS_UNIQUEID" val="1463"/>
</p:tagLst>
</file>

<file path=ppt/tags/tag364.xml><?xml version="1.0" encoding="utf-8"?>
<p:tagLst xmlns:a="http://schemas.openxmlformats.org/drawingml/2006/main" xmlns:r="http://schemas.openxmlformats.org/officeDocument/2006/relationships" xmlns:p="http://schemas.openxmlformats.org/presentationml/2006/main">
  <p:tag name="AS_UNIQUEID" val="1464"/>
</p:tagLst>
</file>

<file path=ppt/tags/tag365.xml><?xml version="1.0" encoding="utf-8"?>
<p:tagLst xmlns:a="http://schemas.openxmlformats.org/drawingml/2006/main" xmlns:r="http://schemas.openxmlformats.org/officeDocument/2006/relationships" xmlns:p="http://schemas.openxmlformats.org/presentationml/2006/main">
  <p:tag name="AS_UNIQUEID" val="1465"/>
</p:tagLst>
</file>

<file path=ppt/tags/tag366.xml><?xml version="1.0" encoding="utf-8"?>
<p:tagLst xmlns:a="http://schemas.openxmlformats.org/drawingml/2006/main" xmlns:r="http://schemas.openxmlformats.org/officeDocument/2006/relationships" xmlns:p="http://schemas.openxmlformats.org/presentationml/2006/main">
  <p:tag name="AS_UNIQUEID" val="1466"/>
</p:tagLst>
</file>

<file path=ppt/tags/tag367.xml><?xml version="1.0" encoding="utf-8"?>
<p:tagLst xmlns:a="http://schemas.openxmlformats.org/drawingml/2006/main" xmlns:r="http://schemas.openxmlformats.org/officeDocument/2006/relationships" xmlns:p="http://schemas.openxmlformats.org/presentationml/2006/main">
  <p:tag name="AS_UNIQUEID" val="1461"/>
</p:tagLst>
</file>

<file path=ppt/tags/tag368.xml><?xml version="1.0" encoding="utf-8"?>
<p:tagLst xmlns:a="http://schemas.openxmlformats.org/drawingml/2006/main" xmlns:r="http://schemas.openxmlformats.org/officeDocument/2006/relationships" xmlns:p="http://schemas.openxmlformats.org/presentationml/2006/main">
  <p:tag name="AS_UNIQUEID" val="1462"/>
</p:tagLst>
</file>

<file path=ppt/tags/tag369.xml><?xml version="1.0" encoding="utf-8"?>
<p:tagLst xmlns:a="http://schemas.openxmlformats.org/drawingml/2006/main" xmlns:r="http://schemas.openxmlformats.org/officeDocument/2006/relationships" xmlns:p="http://schemas.openxmlformats.org/presentationml/2006/main">
  <p:tag name="AS_UNIQUEID" val="1458"/>
</p:tagLst>
</file>

<file path=ppt/tags/tag370.xml><?xml version="1.0" encoding="utf-8"?>
<p:tagLst xmlns:a="http://schemas.openxmlformats.org/drawingml/2006/main" xmlns:r="http://schemas.openxmlformats.org/officeDocument/2006/relationships" xmlns:p="http://schemas.openxmlformats.org/presentationml/2006/main">
  <p:tag name="AS_UNIQUEID" val="1459"/>
</p:tagLst>
</file>

<file path=ppt/tags/tag371.xml><?xml version="1.0" encoding="utf-8"?>
<p:tagLst xmlns:a="http://schemas.openxmlformats.org/drawingml/2006/main" xmlns:r="http://schemas.openxmlformats.org/officeDocument/2006/relationships" xmlns:p="http://schemas.openxmlformats.org/presentationml/2006/main">
  <p:tag name="AS_UNIQUEID" val="1468"/>
</p:tagLst>
</file>

<file path=ppt/tags/tag372.xml><?xml version="1.0" encoding="utf-8"?>
<p:tagLst xmlns:a="http://schemas.openxmlformats.org/drawingml/2006/main" xmlns:r="http://schemas.openxmlformats.org/officeDocument/2006/relationships" xmlns:p="http://schemas.openxmlformats.org/presentationml/2006/main">
  <p:tag name="AS_UNIQUEID" val="1469"/>
</p:tagLst>
</file>

<file path=ppt/tags/tag373.xml><?xml version="1.0" encoding="utf-8"?>
<p:tagLst xmlns:a="http://schemas.openxmlformats.org/drawingml/2006/main" xmlns:r="http://schemas.openxmlformats.org/officeDocument/2006/relationships" xmlns:p="http://schemas.openxmlformats.org/presentationml/2006/main">
  <p:tag name="AS_UNIQUEID" val="1470"/>
</p:tagLst>
</file>

<file path=ppt/tags/tag374.xml><?xml version="1.0" encoding="utf-8"?>
<p:tagLst xmlns:a="http://schemas.openxmlformats.org/drawingml/2006/main" xmlns:r="http://schemas.openxmlformats.org/officeDocument/2006/relationships" xmlns:p="http://schemas.openxmlformats.org/presentationml/2006/main">
  <p:tag name="AS_UNIQUEID" val="1472"/>
</p:tagLst>
</file>

<file path=ppt/tags/tag375.xml><?xml version="1.0" encoding="utf-8"?>
<p:tagLst xmlns:a="http://schemas.openxmlformats.org/drawingml/2006/main" xmlns:r="http://schemas.openxmlformats.org/officeDocument/2006/relationships" xmlns:p="http://schemas.openxmlformats.org/presentationml/2006/main">
  <p:tag name="AS_UNIQUEID" val="1473"/>
</p:tagLst>
</file>

<file path=ppt/tags/tag376.xml><?xml version="1.0" encoding="utf-8"?>
<p:tagLst xmlns:a="http://schemas.openxmlformats.org/drawingml/2006/main" xmlns:r="http://schemas.openxmlformats.org/officeDocument/2006/relationships" xmlns:p="http://schemas.openxmlformats.org/presentationml/2006/main">
  <p:tag name="AS_UNIQUEID" val="1486"/>
</p:tagLst>
</file>

<file path=ppt/tags/tag377.xml><?xml version="1.0" encoding="utf-8"?>
<p:tagLst xmlns:a="http://schemas.openxmlformats.org/drawingml/2006/main" xmlns:r="http://schemas.openxmlformats.org/officeDocument/2006/relationships" xmlns:p="http://schemas.openxmlformats.org/presentationml/2006/main">
  <p:tag name="AS_UNIQUEID" val="1491"/>
</p:tagLst>
</file>

<file path=ppt/tags/tag378.xml><?xml version="1.0" encoding="utf-8"?>
<p:tagLst xmlns:a="http://schemas.openxmlformats.org/drawingml/2006/main" xmlns:r="http://schemas.openxmlformats.org/officeDocument/2006/relationships" xmlns:p="http://schemas.openxmlformats.org/presentationml/2006/main">
  <p:tag name="AS_UNIQUEID" val="1495"/>
</p:tagLst>
</file>

<file path=ppt/tags/tag379.xml><?xml version="1.0" encoding="utf-8"?>
<p:tagLst xmlns:a="http://schemas.openxmlformats.org/drawingml/2006/main" xmlns:r="http://schemas.openxmlformats.org/officeDocument/2006/relationships" xmlns:p="http://schemas.openxmlformats.org/presentationml/2006/main">
  <p:tag name="AS_UNIQUEID" val="1496"/>
</p:tagLst>
</file>

<file path=ppt/tags/tag380.xml><?xml version="1.0" encoding="utf-8"?>
<p:tagLst xmlns:a="http://schemas.openxmlformats.org/drawingml/2006/main" xmlns:r="http://schemas.openxmlformats.org/officeDocument/2006/relationships" xmlns:p="http://schemas.openxmlformats.org/presentationml/2006/main">
  <p:tag name="AS_UNIQUEID" val="1492"/>
</p:tagLst>
</file>

<file path=ppt/tags/tag381.xml><?xml version="1.0" encoding="utf-8"?>
<p:tagLst xmlns:a="http://schemas.openxmlformats.org/drawingml/2006/main" xmlns:r="http://schemas.openxmlformats.org/officeDocument/2006/relationships" xmlns:p="http://schemas.openxmlformats.org/presentationml/2006/main">
  <p:tag name="AS_UNIQUEID" val="1493"/>
</p:tagLst>
</file>

<file path=ppt/tags/tag382.xml><?xml version="1.0" encoding="utf-8"?>
<p:tagLst xmlns:a="http://schemas.openxmlformats.org/drawingml/2006/main" xmlns:r="http://schemas.openxmlformats.org/officeDocument/2006/relationships" xmlns:p="http://schemas.openxmlformats.org/presentationml/2006/main">
  <p:tag name="AS_UNIQUEID" val="1494"/>
</p:tagLst>
</file>

<file path=ppt/tags/tag383.xml><?xml version="1.0" encoding="utf-8"?>
<p:tagLst xmlns:a="http://schemas.openxmlformats.org/drawingml/2006/main" xmlns:r="http://schemas.openxmlformats.org/officeDocument/2006/relationships" xmlns:p="http://schemas.openxmlformats.org/presentationml/2006/main">
  <p:tag name="AS_UNIQUEID" val="1487"/>
</p:tagLst>
</file>

<file path=ppt/tags/tag384.xml><?xml version="1.0" encoding="utf-8"?>
<p:tagLst xmlns:a="http://schemas.openxmlformats.org/drawingml/2006/main" xmlns:r="http://schemas.openxmlformats.org/officeDocument/2006/relationships" xmlns:p="http://schemas.openxmlformats.org/presentationml/2006/main">
  <p:tag name="AS_UNIQUEID" val="1490"/>
</p:tagLst>
</file>

<file path=ppt/tags/tag385.xml><?xml version="1.0" encoding="utf-8"?>
<p:tagLst xmlns:a="http://schemas.openxmlformats.org/drawingml/2006/main" xmlns:r="http://schemas.openxmlformats.org/officeDocument/2006/relationships" xmlns:p="http://schemas.openxmlformats.org/presentationml/2006/main">
  <p:tag name="AS_UNIQUEID" val="1488"/>
</p:tagLst>
</file>

<file path=ppt/tags/tag386.xml><?xml version="1.0" encoding="utf-8"?>
<p:tagLst xmlns:a="http://schemas.openxmlformats.org/drawingml/2006/main" xmlns:r="http://schemas.openxmlformats.org/officeDocument/2006/relationships" xmlns:p="http://schemas.openxmlformats.org/presentationml/2006/main">
  <p:tag name="AS_UNIQUEID" val="1489"/>
</p:tagLst>
</file>

<file path=ppt/tags/tag387.xml><?xml version="1.0" encoding="utf-8"?>
<p:tagLst xmlns:a="http://schemas.openxmlformats.org/drawingml/2006/main" xmlns:r="http://schemas.openxmlformats.org/officeDocument/2006/relationships" xmlns:p="http://schemas.openxmlformats.org/presentationml/2006/main">
  <p:tag name="AS_UNIQUEID" val="1498"/>
</p:tagLst>
</file>

<file path=ppt/tags/tag388.xml><?xml version="1.0" encoding="utf-8"?>
<p:tagLst xmlns:a="http://schemas.openxmlformats.org/drawingml/2006/main" xmlns:r="http://schemas.openxmlformats.org/officeDocument/2006/relationships" xmlns:p="http://schemas.openxmlformats.org/presentationml/2006/main">
  <p:tag name="AS_UNIQUEID" val="1499"/>
</p:tagLst>
</file>

<file path=ppt/tags/tag389.xml><?xml version="1.0" encoding="utf-8"?>
<p:tagLst xmlns:a="http://schemas.openxmlformats.org/drawingml/2006/main" xmlns:r="http://schemas.openxmlformats.org/officeDocument/2006/relationships" xmlns:p="http://schemas.openxmlformats.org/presentationml/2006/main">
  <p:tag name="AS_UNIQUEID" val="1500"/>
</p:tagLst>
</file>

<file path=ppt/tags/tag390.xml><?xml version="1.0" encoding="utf-8"?>
<p:tagLst xmlns:a="http://schemas.openxmlformats.org/drawingml/2006/main" xmlns:r="http://schemas.openxmlformats.org/officeDocument/2006/relationships" xmlns:p="http://schemas.openxmlformats.org/presentationml/2006/main">
  <p:tag name="AS_UNIQUEID" val="1077"/>
</p:tagLst>
</file>

<file path=ppt/tags/tag391.xml><?xml version="1.0" encoding="utf-8"?>
<p:tagLst xmlns:a="http://schemas.openxmlformats.org/drawingml/2006/main" xmlns:r="http://schemas.openxmlformats.org/officeDocument/2006/relationships" xmlns:p="http://schemas.openxmlformats.org/presentationml/2006/main">
  <p:tag name="AS_UNIQUEID" val="1078"/>
</p:tagLst>
</file>

<file path=ppt/tags/tag392.xml><?xml version="1.0" encoding="utf-8"?>
<p:tagLst xmlns:a="http://schemas.openxmlformats.org/drawingml/2006/main" xmlns:r="http://schemas.openxmlformats.org/officeDocument/2006/relationships" xmlns:p="http://schemas.openxmlformats.org/presentationml/2006/main">
  <p:tag name="AS_UNIQUEID" val="1089"/>
</p:tagLst>
</file>

<file path=ppt/tags/tag393.xml><?xml version="1.0" encoding="utf-8"?>
<p:tagLst xmlns:a="http://schemas.openxmlformats.org/drawingml/2006/main" xmlns:r="http://schemas.openxmlformats.org/officeDocument/2006/relationships" xmlns:p="http://schemas.openxmlformats.org/presentationml/2006/main">
  <p:tag name="AS_UNIQUEID" val="30"/>
</p:tagLst>
</file>

<file path=ppt/tags/tag394.xml><?xml version="1.0" encoding="utf-8"?>
<p:tagLst xmlns:a="http://schemas.openxmlformats.org/drawingml/2006/main" xmlns:r="http://schemas.openxmlformats.org/officeDocument/2006/relationships" xmlns:p="http://schemas.openxmlformats.org/presentationml/2006/main">
  <p:tag name="AS_UNIQUEID" val="1506"/>
</p:tagLst>
</file>

<file path=ppt/tags/tag395.xml><?xml version="1.0" encoding="utf-8"?>
<p:tagLst xmlns:a="http://schemas.openxmlformats.org/drawingml/2006/main" xmlns:r="http://schemas.openxmlformats.org/officeDocument/2006/relationships" xmlns:p="http://schemas.openxmlformats.org/presentationml/2006/main">
  <p:tag name="AS_UNIQUEID" val="1507"/>
</p:tagLst>
</file>

<file path=ppt/tags/tag396.xml><?xml version="1.0" encoding="utf-8"?>
<p:tagLst xmlns:a="http://schemas.openxmlformats.org/drawingml/2006/main" xmlns:r="http://schemas.openxmlformats.org/officeDocument/2006/relationships" xmlns:p="http://schemas.openxmlformats.org/presentationml/2006/main">
  <p:tag name="AS_UNIQUEID" val="1508"/>
</p:tagLst>
</file>

<file path=ppt/tags/tag397.xml><?xml version="1.0" encoding="utf-8"?>
<p:tagLst xmlns:a="http://schemas.openxmlformats.org/drawingml/2006/main" xmlns:r="http://schemas.openxmlformats.org/officeDocument/2006/relationships" xmlns:p="http://schemas.openxmlformats.org/presentationml/2006/main">
  <p:tag name="AS_UNIQUEID" val="1514"/>
</p:tagLst>
</file>

<file path=ppt/tags/tag398.xml><?xml version="1.0" encoding="utf-8"?>
<p:tagLst xmlns:a="http://schemas.openxmlformats.org/drawingml/2006/main" xmlns:r="http://schemas.openxmlformats.org/officeDocument/2006/relationships" xmlns:p="http://schemas.openxmlformats.org/presentationml/2006/main">
  <p:tag name="AS_UNIQUEID" val="1515"/>
</p:tagLst>
</file>

<file path=ppt/tags/tag399.xml><?xml version="1.0" encoding="utf-8"?>
<p:tagLst xmlns:a="http://schemas.openxmlformats.org/drawingml/2006/main" xmlns:r="http://schemas.openxmlformats.org/officeDocument/2006/relationships" xmlns:p="http://schemas.openxmlformats.org/presentationml/2006/main">
  <p:tag name="AS_UNIQUEID" val="1516"/>
</p:tagLst>
</file>

<file path=ppt/tags/tag400.xml><?xml version="1.0" encoding="utf-8"?>
<p:tagLst xmlns:a="http://schemas.openxmlformats.org/drawingml/2006/main" xmlns:r="http://schemas.openxmlformats.org/officeDocument/2006/relationships" xmlns:p="http://schemas.openxmlformats.org/presentationml/2006/main">
  <p:tag name="AS_UNIQUEID" val="1517"/>
</p:tagLst>
</file>

<file path=ppt/tags/tag401.xml><?xml version="1.0" encoding="utf-8"?>
<p:tagLst xmlns:a="http://schemas.openxmlformats.org/drawingml/2006/main" xmlns:r="http://schemas.openxmlformats.org/officeDocument/2006/relationships" xmlns:p="http://schemas.openxmlformats.org/presentationml/2006/main">
  <p:tag name="AS_UNIQUEID" val="1518"/>
</p:tagLst>
</file>

<file path=ppt/tags/tag402.xml><?xml version="1.0" encoding="utf-8"?>
<p:tagLst xmlns:a="http://schemas.openxmlformats.org/drawingml/2006/main" xmlns:r="http://schemas.openxmlformats.org/officeDocument/2006/relationships" xmlns:p="http://schemas.openxmlformats.org/presentationml/2006/main">
  <p:tag name="AS_UNIQUEID" val="1519"/>
</p:tagLst>
</file>

<file path=ppt/tags/tag403.xml><?xml version="1.0" encoding="utf-8"?>
<p:tagLst xmlns:a="http://schemas.openxmlformats.org/drawingml/2006/main" xmlns:r="http://schemas.openxmlformats.org/officeDocument/2006/relationships" xmlns:p="http://schemas.openxmlformats.org/presentationml/2006/main">
  <p:tag name="AS_UNIQUEID" val="1520"/>
</p:tagLst>
</file>

<file path=ppt/tags/tag404.xml><?xml version="1.0" encoding="utf-8"?>
<p:tagLst xmlns:a="http://schemas.openxmlformats.org/drawingml/2006/main" xmlns:r="http://schemas.openxmlformats.org/officeDocument/2006/relationships" xmlns:p="http://schemas.openxmlformats.org/presentationml/2006/main">
  <p:tag name="AS_UNIQUEID" val="1509"/>
</p:tagLst>
</file>

<file path=ppt/tags/tag405.xml><?xml version="1.0" encoding="utf-8"?>
<p:tagLst xmlns:a="http://schemas.openxmlformats.org/drawingml/2006/main" xmlns:r="http://schemas.openxmlformats.org/officeDocument/2006/relationships" xmlns:p="http://schemas.openxmlformats.org/presentationml/2006/main">
  <p:tag name="AS_UNIQUEID" val="1513"/>
</p:tagLst>
</file>

<file path=ppt/tags/tag406.xml><?xml version="1.0" encoding="utf-8"?>
<p:tagLst xmlns:a="http://schemas.openxmlformats.org/drawingml/2006/main" xmlns:r="http://schemas.openxmlformats.org/officeDocument/2006/relationships" xmlns:p="http://schemas.openxmlformats.org/presentationml/2006/main">
  <p:tag name="AS_UNIQUEID" val="1510"/>
</p:tagLst>
</file>

<file path=ppt/tags/tag407.xml><?xml version="1.0" encoding="utf-8"?>
<p:tagLst xmlns:a="http://schemas.openxmlformats.org/drawingml/2006/main" xmlns:r="http://schemas.openxmlformats.org/officeDocument/2006/relationships" xmlns:p="http://schemas.openxmlformats.org/presentationml/2006/main">
  <p:tag name="AS_UNIQUEID" val="1511"/>
</p:tagLst>
</file>

<file path=ppt/tags/tag408.xml><?xml version="1.0" encoding="utf-8"?>
<p:tagLst xmlns:a="http://schemas.openxmlformats.org/drawingml/2006/main" xmlns:r="http://schemas.openxmlformats.org/officeDocument/2006/relationships" xmlns:p="http://schemas.openxmlformats.org/presentationml/2006/main">
  <p:tag name="AS_UNIQUEID" val="1512"/>
</p:tagLst>
</file>

<file path=ppt/tags/tag409.xml><?xml version="1.0" encoding="utf-8"?>
<p:tagLst xmlns:a="http://schemas.openxmlformats.org/drawingml/2006/main" xmlns:r="http://schemas.openxmlformats.org/officeDocument/2006/relationships" xmlns:p="http://schemas.openxmlformats.org/presentationml/2006/main">
  <p:tag name="AS_UNIQUEID" val="1501"/>
</p:tagLst>
</file>

<file path=ppt/tags/tag410.xml><?xml version="1.0" encoding="utf-8"?>
<p:tagLst xmlns:a="http://schemas.openxmlformats.org/drawingml/2006/main" xmlns:r="http://schemas.openxmlformats.org/officeDocument/2006/relationships" xmlns:p="http://schemas.openxmlformats.org/presentationml/2006/main">
  <p:tag name="AS_UNIQUEID" val="1505"/>
</p:tagLst>
</file>

<file path=ppt/tags/tag411.xml><?xml version="1.0" encoding="utf-8"?>
<p:tagLst xmlns:a="http://schemas.openxmlformats.org/drawingml/2006/main" xmlns:r="http://schemas.openxmlformats.org/officeDocument/2006/relationships" xmlns:p="http://schemas.openxmlformats.org/presentationml/2006/main">
  <p:tag name="AS_UNIQUEID" val="1502"/>
</p:tagLst>
</file>

<file path=ppt/tags/tag412.xml><?xml version="1.0" encoding="utf-8"?>
<p:tagLst xmlns:a="http://schemas.openxmlformats.org/drawingml/2006/main" xmlns:r="http://schemas.openxmlformats.org/officeDocument/2006/relationships" xmlns:p="http://schemas.openxmlformats.org/presentationml/2006/main">
  <p:tag name="AS_UNIQUEID" val="1503"/>
</p:tagLst>
</file>

<file path=ppt/tags/tag413.xml><?xml version="1.0" encoding="utf-8"?>
<p:tagLst xmlns:a="http://schemas.openxmlformats.org/drawingml/2006/main" xmlns:r="http://schemas.openxmlformats.org/officeDocument/2006/relationships" xmlns:p="http://schemas.openxmlformats.org/presentationml/2006/main">
  <p:tag name="AS_UNIQUEID" val="1504"/>
</p:tagLst>
</file>

<file path=ppt/tags/tag414.xml><?xml version="1.0" encoding="utf-8"?>
<p:tagLst xmlns:a="http://schemas.openxmlformats.org/drawingml/2006/main" xmlns:r="http://schemas.openxmlformats.org/officeDocument/2006/relationships" xmlns:p="http://schemas.openxmlformats.org/presentationml/2006/main">
  <p:tag name="AS_UNIQUEID" val="1522"/>
</p:tagLst>
</file>

<file path=ppt/tags/tag415.xml><?xml version="1.0" encoding="utf-8"?>
<p:tagLst xmlns:a="http://schemas.openxmlformats.org/drawingml/2006/main" xmlns:r="http://schemas.openxmlformats.org/officeDocument/2006/relationships" xmlns:p="http://schemas.openxmlformats.org/presentationml/2006/main">
  <p:tag name="AS_UNIQUEID" val="1523"/>
</p:tagLst>
</file>

<file path=ppt/tags/tag416.xml><?xml version="1.0" encoding="utf-8"?>
<p:tagLst xmlns:a="http://schemas.openxmlformats.org/drawingml/2006/main" xmlns:r="http://schemas.openxmlformats.org/officeDocument/2006/relationships" xmlns:p="http://schemas.openxmlformats.org/presentationml/2006/main">
  <p:tag name="AS_UNIQUEID" val="1524"/>
</p:tagLst>
</file>

<file path=ppt/tags/tag417.xml><?xml version="1.0" encoding="utf-8"?>
<p:tagLst xmlns:a="http://schemas.openxmlformats.org/drawingml/2006/main" xmlns:r="http://schemas.openxmlformats.org/officeDocument/2006/relationships" xmlns:p="http://schemas.openxmlformats.org/presentationml/2006/main">
  <p:tag name="AS_UNIQUEID" val="1525"/>
</p:tagLst>
</file>

<file path=ppt/tags/tag418.xml><?xml version="1.0" encoding="utf-8"?>
<p:tagLst xmlns:a="http://schemas.openxmlformats.org/drawingml/2006/main" xmlns:r="http://schemas.openxmlformats.org/officeDocument/2006/relationships" xmlns:p="http://schemas.openxmlformats.org/presentationml/2006/main">
  <p:tag name="AS_UNIQUEID" val="1526"/>
</p:tagLst>
</file>

<file path=ppt/tags/tag419.xml><?xml version="1.0" encoding="utf-8"?>
<p:tagLst xmlns:a="http://schemas.openxmlformats.org/drawingml/2006/main" xmlns:r="http://schemas.openxmlformats.org/officeDocument/2006/relationships" xmlns:p="http://schemas.openxmlformats.org/presentationml/2006/main">
  <p:tag name="AS_UNIQUEID" val="1527"/>
</p:tagLst>
</file>

<file path=ppt/tags/tag420.xml><?xml version="1.0" encoding="utf-8"?>
<p:tagLst xmlns:a="http://schemas.openxmlformats.org/drawingml/2006/main" xmlns:r="http://schemas.openxmlformats.org/officeDocument/2006/relationships" xmlns:p="http://schemas.openxmlformats.org/presentationml/2006/main">
  <p:tag name="AS_UNIQUEID" val="1528"/>
</p:tagLst>
</file>

<file path=ppt/tags/tag421.xml><?xml version="1.0" encoding="utf-8"?>
<p:tagLst xmlns:a="http://schemas.openxmlformats.org/drawingml/2006/main" xmlns:r="http://schemas.openxmlformats.org/officeDocument/2006/relationships" xmlns:p="http://schemas.openxmlformats.org/presentationml/2006/main">
  <p:tag name="AS_UNIQUEID" val="1529"/>
</p:tagLst>
</file>

<file path=ppt/tags/tag422.xml><?xml version="1.0" encoding="utf-8"?>
<p:tagLst xmlns:a="http://schemas.openxmlformats.org/drawingml/2006/main" xmlns:r="http://schemas.openxmlformats.org/officeDocument/2006/relationships" xmlns:p="http://schemas.openxmlformats.org/presentationml/2006/main">
  <p:tag name="AS_UNIQUEID" val="1530"/>
</p:tagLst>
</file>

<file path=ppt/tags/tag423.xml><?xml version="1.0" encoding="utf-8"?>
<p:tagLst xmlns:a="http://schemas.openxmlformats.org/drawingml/2006/main" xmlns:r="http://schemas.openxmlformats.org/officeDocument/2006/relationships" xmlns:p="http://schemas.openxmlformats.org/presentationml/2006/main">
  <p:tag name="AS_UNIQUEID" val="1532"/>
</p:tagLst>
</file>

<file path=ppt/tags/tag424.xml><?xml version="1.0" encoding="utf-8"?>
<p:tagLst xmlns:a="http://schemas.openxmlformats.org/drawingml/2006/main" xmlns:r="http://schemas.openxmlformats.org/officeDocument/2006/relationships" xmlns:p="http://schemas.openxmlformats.org/presentationml/2006/main">
  <p:tag name="AS_UNIQUEID" val="1533"/>
</p:tagLst>
</file>

<file path=ppt/tags/tag425.xml><?xml version="1.0" encoding="utf-8"?>
<p:tagLst xmlns:a="http://schemas.openxmlformats.org/drawingml/2006/main" xmlns:r="http://schemas.openxmlformats.org/officeDocument/2006/relationships" xmlns:p="http://schemas.openxmlformats.org/presentationml/2006/main">
  <p:tag name="AS_UNIQUEID" val="1534"/>
</p:tagLst>
</file>

<file path=ppt/tags/tag426.xml><?xml version="1.0" encoding="utf-8"?>
<p:tagLst xmlns:a="http://schemas.openxmlformats.org/drawingml/2006/main" xmlns:r="http://schemas.openxmlformats.org/officeDocument/2006/relationships" xmlns:p="http://schemas.openxmlformats.org/presentationml/2006/main">
  <p:tag name="AS_UNIQUEID" val="1535"/>
</p:tagLst>
</file>

<file path=ppt/tags/tag427.xml><?xml version="1.0" encoding="utf-8"?>
<p:tagLst xmlns:a="http://schemas.openxmlformats.org/drawingml/2006/main" xmlns:r="http://schemas.openxmlformats.org/officeDocument/2006/relationships" xmlns:p="http://schemas.openxmlformats.org/presentationml/2006/main">
  <p:tag name="AS_UNIQUEID" val="1536"/>
</p:tagLst>
</file>

<file path=ppt/tags/tag428.xml><?xml version="1.0" encoding="utf-8"?>
<p:tagLst xmlns:a="http://schemas.openxmlformats.org/drawingml/2006/main" xmlns:r="http://schemas.openxmlformats.org/officeDocument/2006/relationships" xmlns:p="http://schemas.openxmlformats.org/presentationml/2006/main">
  <p:tag name="AS_UNIQUEID" val="1538"/>
</p:tagLst>
</file>

<file path=ppt/tags/tag429.xml><?xml version="1.0" encoding="utf-8"?>
<p:tagLst xmlns:a="http://schemas.openxmlformats.org/drawingml/2006/main" xmlns:r="http://schemas.openxmlformats.org/officeDocument/2006/relationships" xmlns:p="http://schemas.openxmlformats.org/presentationml/2006/main">
  <p:tag name="AS_UNIQUEID" val="1539"/>
</p:tagLst>
</file>

<file path=ppt/tags/tag430.xml><?xml version="1.0" encoding="utf-8"?>
<p:tagLst xmlns:a="http://schemas.openxmlformats.org/drawingml/2006/main" xmlns:r="http://schemas.openxmlformats.org/officeDocument/2006/relationships" xmlns:p="http://schemas.openxmlformats.org/presentationml/2006/main">
  <p:tag name="AS_UNIQUEID" val="1540"/>
</p:tagLst>
</file>

<file path=ppt/tags/tag431.xml><?xml version="1.0" encoding="utf-8"?>
<p:tagLst xmlns:a="http://schemas.openxmlformats.org/drawingml/2006/main" xmlns:r="http://schemas.openxmlformats.org/officeDocument/2006/relationships" xmlns:p="http://schemas.openxmlformats.org/presentationml/2006/main">
  <p:tag name="AS_UNIQUEID" val="1541"/>
</p:tagLst>
</file>

<file path=ppt/tags/tag432.xml><?xml version="1.0" encoding="utf-8"?>
<p:tagLst xmlns:a="http://schemas.openxmlformats.org/drawingml/2006/main" xmlns:r="http://schemas.openxmlformats.org/officeDocument/2006/relationships" xmlns:p="http://schemas.openxmlformats.org/presentationml/2006/main">
  <p:tag name="AS_UNIQUEID" val="1542"/>
</p:tagLst>
</file>

<file path=ppt/tags/tag433.xml><?xml version="1.0" encoding="utf-8"?>
<p:tagLst xmlns:a="http://schemas.openxmlformats.org/drawingml/2006/main" xmlns:r="http://schemas.openxmlformats.org/officeDocument/2006/relationships" xmlns:p="http://schemas.openxmlformats.org/presentationml/2006/main">
  <p:tag name="AS_UNIQUEID" val="1543"/>
</p:tagLst>
</file>

<file path=ppt/tags/tag434.xml><?xml version="1.0" encoding="utf-8"?>
<p:tagLst xmlns:a="http://schemas.openxmlformats.org/drawingml/2006/main" xmlns:r="http://schemas.openxmlformats.org/officeDocument/2006/relationships" xmlns:p="http://schemas.openxmlformats.org/presentationml/2006/main">
  <p:tag name="AS_UNIQUEID" val="1544"/>
</p:tagLst>
</file>

<file path=ppt/tags/tag435.xml><?xml version="1.0" encoding="utf-8"?>
<p:tagLst xmlns:a="http://schemas.openxmlformats.org/drawingml/2006/main" xmlns:r="http://schemas.openxmlformats.org/officeDocument/2006/relationships" xmlns:p="http://schemas.openxmlformats.org/presentationml/2006/main">
  <p:tag name="AS_UNIQUEID" val="1545"/>
</p:tagLst>
</file>

<file path=ppt/tags/tag436.xml><?xml version="1.0" encoding="utf-8"?>
<p:tagLst xmlns:a="http://schemas.openxmlformats.org/drawingml/2006/main" xmlns:r="http://schemas.openxmlformats.org/officeDocument/2006/relationships" xmlns:p="http://schemas.openxmlformats.org/presentationml/2006/main">
  <p:tag name="AS_UNIQUEID" val="1549"/>
</p:tagLst>
</file>

<file path=ppt/tags/tag437.xml><?xml version="1.0" encoding="utf-8"?>
<p:tagLst xmlns:a="http://schemas.openxmlformats.org/drawingml/2006/main" xmlns:r="http://schemas.openxmlformats.org/officeDocument/2006/relationships" xmlns:p="http://schemas.openxmlformats.org/presentationml/2006/main">
  <p:tag name="AS_UNIQUEID" val="1550"/>
</p:tagLst>
</file>

<file path=ppt/tags/tag438.xml><?xml version="1.0" encoding="utf-8"?>
<p:tagLst xmlns:a="http://schemas.openxmlformats.org/drawingml/2006/main" xmlns:r="http://schemas.openxmlformats.org/officeDocument/2006/relationships" xmlns:p="http://schemas.openxmlformats.org/presentationml/2006/main">
  <p:tag name="AS_UNIQUEID" val="1546"/>
</p:tagLst>
</file>

<file path=ppt/tags/tag439.xml><?xml version="1.0" encoding="utf-8"?>
<p:tagLst xmlns:a="http://schemas.openxmlformats.org/drawingml/2006/main" xmlns:r="http://schemas.openxmlformats.org/officeDocument/2006/relationships" xmlns:p="http://schemas.openxmlformats.org/presentationml/2006/main">
  <p:tag name="AS_UNIQUEID" val="1547"/>
</p:tagLst>
</file>

<file path=ppt/tags/tag440.xml><?xml version="1.0" encoding="utf-8"?>
<p:tagLst xmlns:a="http://schemas.openxmlformats.org/drawingml/2006/main" xmlns:r="http://schemas.openxmlformats.org/officeDocument/2006/relationships" xmlns:p="http://schemas.openxmlformats.org/presentationml/2006/main">
  <p:tag name="AS_UNIQUEID" val="1548"/>
</p:tagLst>
</file>

<file path=ppt/tags/tag441.xml><?xml version="1.0" encoding="utf-8"?>
<p:tagLst xmlns:a="http://schemas.openxmlformats.org/drawingml/2006/main" xmlns:r="http://schemas.openxmlformats.org/officeDocument/2006/relationships" xmlns:p="http://schemas.openxmlformats.org/presentationml/2006/main">
  <p:tag name="AS_UNIQUEID" val="1552"/>
</p:tagLst>
</file>

<file path=ppt/tags/tag442.xml><?xml version="1.0" encoding="utf-8"?>
<p:tagLst xmlns:a="http://schemas.openxmlformats.org/drawingml/2006/main" xmlns:r="http://schemas.openxmlformats.org/officeDocument/2006/relationships" xmlns:p="http://schemas.openxmlformats.org/presentationml/2006/main">
  <p:tag name="AS_UNIQUEID" val="1553"/>
</p:tagLst>
</file>

<file path=ppt/tags/tag443.xml><?xml version="1.0" encoding="utf-8"?>
<p:tagLst xmlns:a="http://schemas.openxmlformats.org/drawingml/2006/main" xmlns:r="http://schemas.openxmlformats.org/officeDocument/2006/relationships" xmlns:p="http://schemas.openxmlformats.org/presentationml/2006/main">
  <p:tag name="AS_UNIQUEID" val="1554"/>
</p:tagLst>
</file>

<file path=ppt/tags/tag444.xml><?xml version="1.0" encoding="utf-8"?>
<p:tagLst xmlns:a="http://schemas.openxmlformats.org/drawingml/2006/main" xmlns:r="http://schemas.openxmlformats.org/officeDocument/2006/relationships" xmlns:p="http://schemas.openxmlformats.org/presentationml/2006/main">
  <p:tag name="AS_UNIQUEID" val="1555"/>
</p:tagLst>
</file>

<file path=ppt/tags/tag445.xml><?xml version="1.0" encoding="utf-8"?>
<p:tagLst xmlns:a="http://schemas.openxmlformats.org/drawingml/2006/main" xmlns:r="http://schemas.openxmlformats.org/officeDocument/2006/relationships" xmlns:p="http://schemas.openxmlformats.org/presentationml/2006/main">
  <p:tag name="AS_UNIQUEID" val="1556"/>
</p:tagLst>
</file>

<file path=ppt/tags/tag446.xml><?xml version="1.0" encoding="utf-8"?>
<p:tagLst xmlns:a="http://schemas.openxmlformats.org/drawingml/2006/main" xmlns:r="http://schemas.openxmlformats.org/officeDocument/2006/relationships" xmlns:p="http://schemas.openxmlformats.org/presentationml/2006/main">
  <p:tag name="AS_UNIQUEID" val="1557"/>
</p:tagLst>
</file>

<file path=ppt/tags/tag447.xml><?xml version="1.0" encoding="utf-8"?>
<p:tagLst xmlns:a="http://schemas.openxmlformats.org/drawingml/2006/main" xmlns:r="http://schemas.openxmlformats.org/officeDocument/2006/relationships" xmlns:p="http://schemas.openxmlformats.org/presentationml/2006/main">
  <p:tag name="AS_UNIQUEID" val="1558"/>
</p:tagLst>
</file>

<file path=ppt/tags/tag448.xml><?xml version="1.0" encoding="utf-8"?>
<p:tagLst xmlns:a="http://schemas.openxmlformats.org/drawingml/2006/main" xmlns:r="http://schemas.openxmlformats.org/officeDocument/2006/relationships" xmlns:p="http://schemas.openxmlformats.org/presentationml/2006/main">
  <p:tag name="AS_UNIQUEID" val="1559"/>
</p:tagLst>
</file>

<file path=ppt/tags/tag449.xml><?xml version="1.0" encoding="utf-8"?>
<p:tagLst xmlns:a="http://schemas.openxmlformats.org/drawingml/2006/main" xmlns:r="http://schemas.openxmlformats.org/officeDocument/2006/relationships" xmlns:p="http://schemas.openxmlformats.org/presentationml/2006/main">
  <p:tag name="AS_UNIQUEID" val="1560"/>
</p:tagLst>
</file>

<file path=ppt/tags/tag450.xml><?xml version="1.0" encoding="utf-8"?>
<p:tagLst xmlns:a="http://schemas.openxmlformats.org/drawingml/2006/main" xmlns:r="http://schemas.openxmlformats.org/officeDocument/2006/relationships" xmlns:p="http://schemas.openxmlformats.org/presentationml/2006/main">
  <p:tag name="AS_UNIQUEID" val="1562"/>
</p:tagLst>
</file>

<file path=ppt/tags/tag451.xml><?xml version="1.0" encoding="utf-8"?>
<p:tagLst xmlns:a="http://schemas.openxmlformats.org/drawingml/2006/main" xmlns:r="http://schemas.openxmlformats.org/officeDocument/2006/relationships" xmlns:p="http://schemas.openxmlformats.org/presentationml/2006/main">
  <p:tag name="AS_UNIQUEID" val="1563"/>
</p:tagLst>
</file>

<file path=ppt/tags/tag452.xml><?xml version="1.0" encoding="utf-8"?>
<p:tagLst xmlns:a="http://schemas.openxmlformats.org/drawingml/2006/main" xmlns:r="http://schemas.openxmlformats.org/officeDocument/2006/relationships" xmlns:p="http://schemas.openxmlformats.org/presentationml/2006/main">
  <p:tag name="AS_UNIQUEID" val="1564"/>
</p:tagLst>
</file>

<file path=ppt/tags/tag453.xml><?xml version="1.0" encoding="utf-8"?>
<p:tagLst xmlns:a="http://schemas.openxmlformats.org/drawingml/2006/main" xmlns:r="http://schemas.openxmlformats.org/officeDocument/2006/relationships" xmlns:p="http://schemas.openxmlformats.org/presentationml/2006/main">
  <p:tag name="AS_UNIQUEID" val="1565"/>
</p:tagLst>
</file>

<file path=ppt/tags/tag454.xml><?xml version="1.0" encoding="utf-8"?>
<p:tagLst xmlns:a="http://schemas.openxmlformats.org/drawingml/2006/main" xmlns:r="http://schemas.openxmlformats.org/officeDocument/2006/relationships" xmlns:p="http://schemas.openxmlformats.org/presentationml/2006/main">
  <p:tag name="AS_UNIQUEID" val="1566"/>
</p:tagLst>
</file>

<file path=ppt/tags/tag455.xml><?xml version="1.0" encoding="utf-8"?>
<p:tagLst xmlns:a="http://schemas.openxmlformats.org/drawingml/2006/main" xmlns:r="http://schemas.openxmlformats.org/officeDocument/2006/relationships" xmlns:p="http://schemas.openxmlformats.org/presentationml/2006/main">
  <p:tag name="AS_UNIQUEID" val="1568"/>
</p:tagLst>
</file>

<file path=ppt/tags/tag456.xml><?xml version="1.0" encoding="utf-8"?>
<p:tagLst xmlns:a="http://schemas.openxmlformats.org/drawingml/2006/main" xmlns:r="http://schemas.openxmlformats.org/officeDocument/2006/relationships" xmlns:p="http://schemas.openxmlformats.org/presentationml/2006/main">
  <p:tag name="AS_UNIQUEID" val="1569"/>
</p:tagLst>
</file>

<file path=ppt/tags/tag457.xml><?xml version="1.0" encoding="utf-8"?>
<p:tagLst xmlns:a="http://schemas.openxmlformats.org/drawingml/2006/main" xmlns:r="http://schemas.openxmlformats.org/officeDocument/2006/relationships" xmlns:p="http://schemas.openxmlformats.org/presentationml/2006/main">
  <p:tag name="AS_UNIQUEID" val="1570"/>
</p:tagLst>
</file>

<file path=ppt/tags/tag458.xml><?xml version="1.0" encoding="utf-8"?>
<p:tagLst xmlns:a="http://schemas.openxmlformats.org/drawingml/2006/main" xmlns:r="http://schemas.openxmlformats.org/officeDocument/2006/relationships" xmlns:p="http://schemas.openxmlformats.org/presentationml/2006/main">
  <p:tag name="AS_UNIQUEID" val="1571"/>
</p:tagLst>
</file>

<file path=ppt/tags/tag459.xml><?xml version="1.0" encoding="utf-8"?>
<p:tagLst xmlns:a="http://schemas.openxmlformats.org/drawingml/2006/main" xmlns:r="http://schemas.openxmlformats.org/officeDocument/2006/relationships" xmlns:p="http://schemas.openxmlformats.org/presentationml/2006/main">
  <p:tag name="AS_UNIQUEID" val="1573"/>
</p:tagLst>
</file>

<file path=ppt/tags/tag460.xml><?xml version="1.0" encoding="utf-8"?>
<p:tagLst xmlns:a="http://schemas.openxmlformats.org/drawingml/2006/main" xmlns:r="http://schemas.openxmlformats.org/officeDocument/2006/relationships" xmlns:p="http://schemas.openxmlformats.org/presentationml/2006/main">
  <p:tag name="AS_UNIQUEID" val="1574"/>
</p:tagLst>
</file>

<file path=ppt/tags/tag461.xml><?xml version="1.0" encoding="utf-8"?>
<p:tagLst xmlns:a="http://schemas.openxmlformats.org/drawingml/2006/main" xmlns:r="http://schemas.openxmlformats.org/officeDocument/2006/relationships" xmlns:p="http://schemas.openxmlformats.org/presentationml/2006/main">
  <p:tag name="AS_UNIQUEID" val="1575"/>
</p:tagLst>
</file>

<file path=ppt/tags/tag462.xml><?xml version="1.0" encoding="utf-8"?>
<p:tagLst xmlns:a="http://schemas.openxmlformats.org/drawingml/2006/main" xmlns:r="http://schemas.openxmlformats.org/officeDocument/2006/relationships" xmlns:p="http://schemas.openxmlformats.org/presentationml/2006/main">
  <p:tag name="AS_UNIQUEID" val="1576"/>
</p:tagLst>
</file>

<file path=ppt/tags/tag463.xml><?xml version="1.0" encoding="utf-8"?>
<p:tagLst xmlns:a="http://schemas.openxmlformats.org/drawingml/2006/main" xmlns:r="http://schemas.openxmlformats.org/officeDocument/2006/relationships" xmlns:p="http://schemas.openxmlformats.org/presentationml/2006/main">
  <p:tag name="AS_UNIQUEID" val="1578"/>
</p:tagLst>
</file>

<file path=ppt/tags/tag464.xml><?xml version="1.0" encoding="utf-8"?>
<p:tagLst xmlns:a="http://schemas.openxmlformats.org/drawingml/2006/main" xmlns:r="http://schemas.openxmlformats.org/officeDocument/2006/relationships" xmlns:p="http://schemas.openxmlformats.org/presentationml/2006/main">
  <p:tag name="AS_UNIQUEID" val="1579"/>
</p:tagLst>
</file>

<file path=ppt/tags/tag465.xml><?xml version="1.0" encoding="utf-8"?>
<p:tagLst xmlns:a="http://schemas.openxmlformats.org/drawingml/2006/main" xmlns:r="http://schemas.openxmlformats.org/officeDocument/2006/relationships" xmlns:p="http://schemas.openxmlformats.org/presentationml/2006/main">
  <p:tag name="AS_UNIQUEID" val="1580"/>
</p:tagLst>
</file>

<file path=ppt/tags/tag466.xml><?xml version="1.0" encoding="utf-8"?>
<p:tagLst xmlns:a="http://schemas.openxmlformats.org/drawingml/2006/main" xmlns:r="http://schemas.openxmlformats.org/officeDocument/2006/relationships" xmlns:p="http://schemas.openxmlformats.org/presentationml/2006/main">
  <p:tag name="AS_UNIQUEID" val="1581"/>
</p:tagLst>
</file>

<file path=ppt/tags/tag467.xml><?xml version="1.0" encoding="utf-8"?>
<p:tagLst xmlns:a="http://schemas.openxmlformats.org/drawingml/2006/main" xmlns:r="http://schemas.openxmlformats.org/officeDocument/2006/relationships" xmlns:p="http://schemas.openxmlformats.org/presentationml/2006/main">
  <p:tag name="AS_UNIQUEID" val="1582"/>
</p:tagLst>
</file>

<file path=ppt/tags/tag468.xml><?xml version="1.0" encoding="utf-8"?>
<p:tagLst xmlns:a="http://schemas.openxmlformats.org/drawingml/2006/main" xmlns:r="http://schemas.openxmlformats.org/officeDocument/2006/relationships" xmlns:p="http://schemas.openxmlformats.org/presentationml/2006/main">
  <p:tag name="AS_UNIQUEID" val="1583"/>
</p:tagLst>
</file>

<file path=ppt/tags/tag469.xml><?xml version="1.0" encoding="utf-8"?>
<p:tagLst xmlns:a="http://schemas.openxmlformats.org/drawingml/2006/main" xmlns:r="http://schemas.openxmlformats.org/officeDocument/2006/relationships" xmlns:p="http://schemas.openxmlformats.org/presentationml/2006/main">
  <p:tag name="AS_UNIQUEID" val="1584"/>
</p:tagLst>
</file>

<file path=ppt/tags/tag470.xml><?xml version="1.0" encoding="utf-8"?>
<p:tagLst xmlns:a="http://schemas.openxmlformats.org/drawingml/2006/main" xmlns:r="http://schemas.openxmlformats.org/officeDocument/2006/relationships" xmlns:p="http://schemas.openxmlformats.org/presentationml/2006/main">
  <p:tag name="AS_UNIQUEID" val="1585"/>
</p:tagLst>
</file>

<file path=ppt/tags/tag471.xml><?xml version="1.0" encoding="utf-8"?>
<p:tagLst xmlns:a="http://schemas.openxmlformats.org/drawingml/2006/main" xmlns:r="http://schemas.openxmlformats.org/officeDocument/2006/relationships" xmlns:p="http://schemas.openxmlformats.org/presentationml/2006/main">
  <p:tag name="AS_UNIQUEID" val="1586"/>
</p:tagLst>
</file>

<file path=ppt/tags/tag472.xml><?xml version="1.0" encoding="utf-8"?>
<p:tagLst xmlns:a="http://schemas.openxmlformats.org/drawingml/2006/main" xmlns:r="http://schemas.openxmlformats.org/officeDocument/2006/relationships" xmlns:p="http://schemas.openxmlformats.org/presentationml/2006/main">
  <p:tag name="AS_UNIQUEID" val="1587"/>
</p:tagLst>
</file>

<file path=ppt/tags/tag473.xml><?xml version="1.0" encoding="utf-8"?>
<p:tagLst xmlns:a="http://schemas.openxmlformats.org/drawingml/2006/main" xmlns:r="http://schemas.openxmlformats.org/officeDocument/2006/relationships" xmlns:p="http://schemas.openxmlformats.org/presentationml/2006/main">
  <p:tag name="AS_UNIQUEID" val="1589"/>
</p:tagLst>
</file>

<file path=ppt/tags/tag474.xml><?xml version="1.0" encoding="utf-8"?>
<p:tagLst xmlns:a="http://schemas.openxmlformats.org/drawingml/2006/main" xmlns:r="http://schemas.openxmlformats.org/officeDocument/2006/relationships" xmlns:p="http://schemas.openxmlformats.org/presentationml/2006/main">
  <p:tag name="AS_UNIQUEID" val="1590"/>
</p:tagLst>
</file>

<file path=ppt/tags/tag475.xml><?xml version="1.0" encoding="utf-8"?>
<p:tagLst xmlns:a="http://schemas.openxmlformats.org/drawingml/2006/main" xmlns:r="http://schemas.openxmlformats.org/officeDocument/2006/relationships" xmlns:p="http://schemas.openxmlformats.org/presentationml/2006/main">
  <p:tag name="AS_UNIQUEID" val="1591"/>
</p:tagLst>
</file>

<file path=ppt/tags/tag476.xml><?xml version="1.0" encoding="utf-8"?>
<p:tagLst xmlns:a="http://schemas.openxmlformats.org/drawingml/2006/main" xmlns:r="http://schemas.openxmlformats.org/officeDocument/2006/relationships" xmlns:p="http://schemas.openxmlformats.org/presentationml/2006/main">
  <p:tag name="AS_UNIQUEID" val="1592"/>
</p:tagLst>
</file>

<file path=ppt/tags/tag477.xml><?xml version="1.0" encoding="utf-8"?>
<p:tagLst xmlns:a="http://schemas.openxmlformats.org/drawingml/2006/main" xmlns:r="http://schemas.openxmlformats.org/officeDocument/2006/relationships" xmlns:p="http://schemas.openxmlformats.org/presentationml/2006/main">
  <p:tag name="AS_UNIQUEID" val="1593"/>
</p:tagLst>
</file>

<file path=ppt/tags/tag478.xml><?xml version="1.0" encoding="utf-8"?>
<p:tagLst xmlns:a="http://schemas.openxmlformats.org/drawingml/2006/main" xmlns:r="http://schemas.openxmlformats.org/officeDocument/2006/relationships" xmlns:p="http://schemas.openxmlformats.org/presentationml/2006/main">
  <p:tag name="AS_UNIQUEID" val="1594"/>
</p:tagLst>
</file>

<file path=ppt/tags/tag479.xml><?xml version="1.0" encoding="utf-8"?>
<p:tagLst xmlns:a="http://schemas.openxmlformats.org/drawingml/2006/main" xmlns:r="http://schemas.openxmlformats.org/officeDocument/2006/relationships" xmlns:p="http://schemas.openxmlformats.org/presentationml/2006/main">
  <p:tag name="AS_UNIQUEID" val="1595"/>
</p:tagLst>
</file>

<file path=ppt/tags/tag480.xml><?xml version="1.0" encoding="utf-8"?>
<p:tagLst xmlns:a="http://schemas.openxmlformats.org/drawingml/2006/main" xmlns:r="http://schemas.openxmlformats.org/officeDocument/2006/relationships" xmlns:p="http://schemas.openxmlformats.org/presentationml/2006/main">
  <p:tag name="AS_UNIQUEID" val="1596"/>
</p:tagLst>
</file>

<file path=ppt/tags/tag481.xml><?xml version="1.0" encoding="utf-8"?>
<p:tagLst xmlns:a="http://schemas.openxmlformats.org/drawingml/2006/main" xmlns:r="http://schemas.openxmlformats.org/officeDocument/2006/relationships" xmlns:p="http://schemas.openxmlformats.org/presentationml/2006/main">
  <p:tag name="AS_UNIQUEID" val="1598"/>
</p:tagLst>
</file>

<file path=ppt/tags/tag482.xml><?xml version="1.0" encoding="utf-8"?>
<p:tagLst xmlns:a="http://schemas.openxmlformats.org/drawingml/2006/main" xmlns:r="http://schemas.openxmlformats.org/officeDocument/2006/relationships" xmlns:p="http://schemas.openxmlformats.org/presentationml/2006/main">
  <p:tag name="AS_UNIQUEID" val="1599"/>
</p:tagLst>
</file>

<file path=ppt/tags/tag483.xml><?xml version="1.0" encoding="utf-8"?>
<p:tagLst xmlns:a="http://schemas.openxmlformats.org/drawingml/2006/main" xmlns:r="http://schemas.openxmlformats.org/officeDocument/2006/relationships" xmlns:p="http://schemas.openxmlformats.org/presentationml/2006/main">
  <p:tag name="AS_UNIQUEID" val="1600"/>
</p:tagLst>
</file>

<file path=ppt/tags/tag484.xml><?xml version="1.0" encoding="utf-8"?>
<p:tagLst xmlns:a="http://schemas.openxmlformats.org/drawingml/2006/main" xmlns:r="http://schemas.openxmlformats.org/officeDocument/2006/relationships" xmlns:p="http://schemas.openxmlformats.org/presentationml/2006/main">
  <p:tag name="AS_UNIQUEID" val="1601"/>
</p:tagLst>
</file>

<file path=ppt/tags/tag485.xml><?xml version="1.0" encoding="utf-8"?>
<p:tagLst xmlns:a="http://schemas.openxmlformats.org/drawingml/2006/main" xmlns:r="http://schemas.openxmlformats.org/officeDocument/2006/relationships" xmlns:p="http://schemas.openxmlformats.org/presentationml/2006/main">
  <p:tag name="AS_UNIQUEID" val="1602"/>
</p:tagLst>
</file>

<file path=ppt/tags/tag486.xml><?xml version="1.0" encoding="utf-8"?>
<p:tagLst xmlns:a="http://schemas.openxmlformats.org/drawingml/2006/main" xmlns:r="http://schemas.openxmlformats.org/officeDocument/2006/relationships" xmlns:p="http://schemas.openxmlformats.org/presentationml/2006/main">
  <p:tag name="AS_UNIQUEID" val="1603"/>
</p:tagLst>
</file>

<file path=ppt/tags/tag487.xml><?xml version="1.0" encoding="utf-8"?>
<p:tagLst xmlns:a="http://schemas.openxmlformats.org/drawingml/2006/main" xmlns:r="http://schemas.openxmlformats.org/officeDocument/2006/relationships" xmlns:p="http://schemas.openxmlformats.org/presentationml/2006/main">
  <p:tag name="AS_UNIQUEID" val="1604"/>
</p:tagLst>
</file>

<file path=ppt/tags/tag488.xml><?xml version="1.0" encoding="utf-8"?>
<p:tagLst xmlns:a="http://schemas.openxmlformats.org/drawingml/2006/main" xmlns:r="http://schemas.openxmlformats.org/officeDocument/2006/relationships" xmlns:p="http://schemas.openxmlformats.org/presentationml/2006/main">
  <p:tag name="AS_UNIQUEID" val="1606"/>
</p:tagLst>
</file>

<file path=ppt/tags/tag489.xml><?xml version="1.0" encoding="utf-8"?>
<p:tagLst xmlns:a="http://schemas.openxmlformats.org/drawingml/2006/main" xmlns:r="http://schemas.openxmlformats.org/officeDocument/2006/relationships" xmlns:p="http://schemas.openxmlformats.org/presentationml/2006/main">
  <p:tag name="AS_UNIQUEID" val="1607"/>
</p:tagLst>
</file>

<file path=ppt/tags/tag490.xml><?xml version="1.0" encoding="utf-8"?>
<p:tagLst xmlns:a="http://schemas.openxmlformats.org/drawingml/2006/main" xmlns:r="http://schemas.openxmlformats.org/officeDocument/2006/relationships" xmlns:p="http://schemas.openxmlformats.org/presentationml/2006/main">
  <p:tag name="AS_UNIQUEID" val="1608"/>
</p:tagLst>
</file>

<file path=ppt/tags/tag491.xml><?xml version="1.0" encoding="utf-8"?>
<p:tagLst xmlns:a="http://schemas.openxmlformats.org/drawingml/2006/main" xmlns:r="http://schemas.openxmlformats.org/officeDocument/2006/relationships" xmlns:p="http://schemas.openxmlformats.org/presentationml/2006/main">
  <p:tag name="AS_UNIQUEID" val="1609"/>
</p:tagLst>
</file>

<file path=ppt/tags/tag492.xml><?xml version="1.0" encoding="utf-8"?>
<p:tagLst xmlns:a="http://schemas.openxmlformats.org/drawingml/2006/main" xmlns:r="http://schemas.openxmlformats.org/officeDocument/2006/relationships" xmlns:p="http://schemas.openxmlformats.org/presentationml/2006/main">
  <p:tag name="AS_UNIQUEID" val="1610"/>
</p:tagLst>
</file>

<file path=ppt/tags/tag493.xml><?xml version="1.0" encoding="utf-8"?>
<p:tagLst xmlns:a="http://schemas.openxmlformats.org/drawingml/2006/main" xmlns:r="http://schemas.openxmlformats.org/officeDocument/2006/relationships" xmlns:p="http://schemas.openxmlformats.org/presentationml/2006/main">
  <p:tag name="AS_UNIQUEID" val="1611"/>
</p:tagLst>
</file>

<file path=ppt/tags/tag494.xml><?xml version="1.0" encoding="utf-8"?>
<p:tagLst xmlns:a="http://schemas.openxmlformats.org/drawingml/2006/main" xmlns:r="http://schemas.openxmlformats.org/officeDocument/2006/relationships" xmlns:p="http://schemas.openxmlformats.org/presentationml/2006/main">
  <p:tag name="AS_UNIQUEID" val="1612"/>
</p:tagLst>
</file>

<file path=ppt/tags/tag495.xml><?xml version="1.0" encoding="utf-8"?>
<p:tagLst xmlns:a="http://schemas.openxmlformats.org/drawingml/2006/main" xmlns:r="http://schemas.openxmlformats.org/officeDocument/2006/relationships" xmlns:p="http://schemas.openxmlformats.org/presentationml/2006/main">
  <p:tag name="AS_UNIQUEID" val="1613"/>
</p:tagLst>
</file>

<file path=ppt/tags/tag496.xml><?xml version="1.0" encoding="utf-8"?>
<p:tagLst xmlns:a="http://schemas.openxmlformats.org/drawingml/2006/main" xmlns:r="http://schemas.openxmlformats.org/officeDocument/2006/relationships" xmlns:p="http://schemas.openxmlformats.org/presentationml/2006/main">
  <p:tag name="AS_UNIQUEID" val="1615"/>
</p:tagLst>
</file>

<file path=ppt/tags/tag497.xml><?xml version="1.0" encoding="utf-8"?>
<p:tagLst xmlns:a="http://schemas.openxmlformats.org/drawingml/2006/main" xmlns:r="http://schemas.openxmlformats.org/officeDocument/2006/relationships" xmlns:p="http://schemas.openxmlformats.org/presentationml/2006/main">
  <p:tag name="AS_UNIQUEID" val="1616"/>
</p:tagLst>
</file>

<file path=ppt/tags/tag498.xml><?xml version="1.0" encoding="utf-8"?>
<p:tagLst xmlns:a="http://schemas.openxmlformats.org/drawingml/2006/main" xmlns:r="http://schemas.openxmlformats.org/officeDocument/2006/relationships" xmlns:p="http://schemas.openxmlformats.org/presentationml/2006/main">
  <p:tag name="AS_UNIQUEID" val="1617"/>
</p:tagLst>
</file>

<file path=ppt/tags/tag499.xml><?xml version="1.0" encoding="utf-8"?>
<p:tagLst xmlns:a="http://schemas.openxmlformats.org/drawingml/2006/main" xmlns:r="http://schemas.openxmlformats.org/officeDocument/2006/relationships" xmlns:p="http://schemas.openxmlformats.org/presentationml/2006/main">
  <p:tag name="AS_UNIQUEID" val="1618"/>
</p:tagLst>
</file>

<file path=ppt/tags/tag500.xml><?xml version="1.0" encoding="utf-8"?>
<p:tagLst xmlns:a="http://schemas.openxmlformats.org/drawingml/2006/main" xmlns:r="http://schemas.openxmlformats.org/officeDocument/2006/relationships" xmlns:p="http://schemas.openxmlformats.org/presentationml/2006/main">
  <p:tag name="AS_UNIQUEID" val="1621"/>
</p:tagLst>
</file>

<file path=ppt/tags/tag501.xml><?xml version="1.0" encoding="utf-8"?>
<p:tagLst xmlns:a="http://schemas.openxmlformats.org/drawingml/2006/main" xmlns:r="http://schemas.openxmlformats.org/officeDocument/2006/relationships" xmlns:p="http://schemas.openxmlformats.org/presentationml/2006/main">
  <p:tag name="AS_UNIQUEID" val="1624"/>
</p:tagLst>
</file>

<file path=ppt/tags/tag502.xml><?xml version="1.0" encoding="utf-8"?>
<p:tagLst xmlns:a="http://schemas.openxmlformats.org/drawingml/2006/main" xmlns:r="http://schemas.openxmlformats.org/officeDocument/2006/relationships" xmlns:p="http://schemas.openxmlformats.org/presentationml/2006/main">
  <p:tag name="AS_UNIQUEID" val="1625"/>
</p:tagLst>
</file>

<file path=ppt/tags/tag503.xml><?xml version="1.0" encoding="utf-8"?>
<p:tagLst xmlns:a="http://schemas.openxmlformats.org/drawingml/2006/main" xmlns:r="http://schemas.openxmlformats.org/officeDocument/2006/relationships" xmlns:p="http://schemas.openxmlformats.org/presentationml/2006/main">
  <p:tag name="AS_UNIQUEID" val="1626"/>
</p:tagLst>
</file>

<file path=ppt/tags/tag504.xml><?xml version="1.0" encoding="utf-8"?>
<p:tagLst xmlns:a="http://schemas.openxmlformats.org/drawingml/2006/main" xmlns:r="http://schemas.openxmlformats.org/officeDocument/2006/relationships" xmlns:p="http://schemas.openxmlformats.org/presentationml/2006/main">
  <p:tag name="AS_UNIQUEID" val="1622"/>
</p:tagLst>
</file>

<file path=ppt/tags/tag505.xml><?xml version="1.0" encoding="utf-8"?>
<p:tagLst xmlns:a="http://schemas.openxmlformats.org/drawingml/2006/main" xmlns:r="http://schemas.openxmlformats.org/officeDocument/2006/relationships" xmlns:p="http://schemas.openxmlformats.org/presentationml/2006/main">
  <p:tag name="AS_UNIQUEID" val="1623"/>
</p:tagLst>
</file>

<file path=ppt/tags/tag506.xml><?xml version="1.0" encoding="utf-8"?>
<p:tagLst xmlns:a="http://schemas.openxmlformats.org/drawingml/2006/main" xmlns:r="http://schemas.openxmlformats.org/officeDocument/2006/relationships" xmlns:p="http://schemas.openxmlformats.org/presentationml/2006/main">
  <p:tag name="AS_UNIQUEID" val="1619"/>
</p:tagLst>
</file>

<file path=ppt/tags/tag507.xml><?xml version="1.0" encoding="utf-8"?>
<p:tagLst xmlns:a="http://schemas.openxmlformats.org/drawingml/2006/main" xmlns:r="http://schemas.openxmlformats.org/officeDocument/2006/relationships" xmlns:p="http://schemas.openxmlformats.org/presentationml/2006/main">
  <p:tag name="AS_UNIQUEID" val="1620"/>
</p:tagLst>
</file>

<file path=ppt/tags/tag508.xml><?xml version="1.0" encoding="utf-8"?>
<p:tagLst xmlns:a="http://schemas.openxmlformats.org/drawingml/2006/main" xmlns:r="http://schemas.openxmlformats.org/officeDocument/2006/relationships" xmlns:p="http://schemas.openxmlformats.org/presentationml/2006/main">
  <p:tag name="AS_UNIQUEID" val="1628"/>
</p:tagLst>
</file>

<file path=ppt/tags/tag509.xml><?xml version="1.0" encoding="utf-8"?>
<p:tagLst xmlns:a="http://schemas.openxmlformats.org/drawingml/2006/main" xmlns:r="http://schemas.openxmlformats.org/officeDocument/2006/relationships" xmlns:p="http://schemas.openxmlformats.org/presentationml/2006/main">
  <p:tag name="AS_UNIQUEID" val="1629"/>
</p:tagLst>
</file>

<file path=ppt/tags/tag510.xml><?xml version="1.0" encoding="utf-8"?>
<p:tagLst xmlns:a="http://schemas.openxmlformats.org/drawingml/2006/main" xmlns:r="http://schemas.openxmlformats.org/officeDocument/2006/relationships" xmlns:p="http://schemas.openxmlformats.org/presentationml/2006/main">
  <p:tag name="AS_UNIQUEID" val="1630"/>
</p:tagLst>
</file>

<file path=ppt/tags/tag511.xml><?xml version="1.0" encoding="utf-8"?>
<p:tagLst xmlns:a="http://schemas.openxmlformats.org/drawingml/2006/main" xmlns:r="http://schemas.openxmlformats.org/officeDocument/2006/relationships" xmlns:p="http://schemas.openxmlformats.org/presentationml/2006/main">
  <p:tag name="AS_UNIQUEID" val="1631"/>
</p:tagLst>
</file>

<file path=ppt/tags/tag512.xml><?xml version="1.0" encoding="utf-8"?>
<p:tagLst xmlns:a="http://schemas.openxmlformats.org/drawingml/2006/main" xmlns:r="http://schemas.openxmlformats.org/officeDocument/2006/relationships" xmlns:p="http://schemas.openxmlformats.org/presentationml/2006/main">
  <p:tag name="AS_UNIQUEID" val="1632"/>
</p:tagLst>
</file>

<file path=ppt/tags/tag513.xml><?xml version="1.0" encoding="utf-8"?>
<p:tagLst xmlns:a="http://schemas.openxmlformats.org/drawingml/2006/main" xmlns:r="http://schemas.openxmlformats.org/officeDocument/2006/relationships" xmlns:p="http://schemas.openxmlformats.org/presentationml/2006/main">
  <p:tag name="AS_UNIQUEID" val="1633"/>
</p:tagLst>
</file>

<file path=ppt/tags/tag514.xml><?xml version="1.0" encoding="utf-8"?>
<p:tagLst xmlns:a="http://schemas.openxmlformats.org/drawingml/2006/main" xmlns:r="http://schemas.openxmlformats.org/officeDocument/2006/relationships" xmlns:p="http://schemas.openxmlformats.org/presentationml/2006/main">
  <p:tag name="AS_UNIQUEID" val="1634"/>
</p:tagLst>
</file>

<file path=ppt/tags/tag515.xml><?xml version="1.0" encoding="utf-8"?>
<p:tagLst xmlns:a="http://schemas.openxmlformats.org/drawingml/2006/main" xmlns:r="http://schemas.openxmlformats.org/officeDocument/2006/relationships" xmlns:p="http://schemas.openxmlformats.org/presentationml/2006/main">
  <p:tag name="AS_UNIQUEID" val="1635"/>
</p:tagLst>
</file>

<file path=ppt/tags/tag516.xml><?xml version="1.0" encoding="utf-8"?>
<p:tagLst xmlns:a="http://schemas.openxmlformats.org/drawingml/2006/main" xmlns:r="http://schemas.openxmlformats.org/officeDocument/2006/relationships" xmlns:p="http://schemas.openxmlformats.org/presentationml/2006/main">
  <p:tag name="AS_UNIQUEID" val="1636"/>
</p:tagLst>
</file>

<file path=ppt/tags/tag517.xml><?xml version="1.0" encoding="utf-8"?>
<p:tagLst xmlns:a="http://schemas.openxmlformats.org/drawingml/2006/main" xmlns:r="http://schemas.openxmlformats.org/officeDocument/2006/relationships" xmlns:p="http://schemas.openxmlformats.org/presentationml/2006/main">
  <p:tag name="AS_UNIQUEID" val="1637"/>
</p:tagLst>
</file>

<file path=ppt/tags/tag518.xml><?xml version="1.0" encoding="utf-8"?>
<p:tagLst xmlns:a="http://schemas.openxmlformats.org/drawingml/2006/main" xmlns:r="http://schemas.openxmlformats.org/officeDocument/2006/relationships" xmlns:p="http://schemas.openxmlformats.org/presentationml/2006/main">
  <p:tag name="AS_UNIQUEID" val="1639"/>
</p:tagLst>
</file>

<file path=ppt/tags/tag519.xml><?xml version="1.0" encoding="utf-8"?>
<p:tagLst xmlns:a="http://schemas.openxmlformats.org/drawingml/2006/main" xmlns:r="http://schemas.openxmlformats.org/officeDocument/2006/relationships" xmlns:p="http://schemas.openxmlformats.org/presentationml/2006/main">
  <p:tag name="AS_UNIQUEID" val="1640"/>
</p:tagLst>
</file>

<file path=ppt/tags/tag520.xml><?xml version="1.0" encoding="utf-8"?>
<p:tagLst xmlns:a="http://schemas.openxmlformats.org/drawingml/2006/main" xmlns:r="http://schemas.openxmlformats.org/officeDocument/2006/relationships" xmlns:p="http://schemas.openxmlformats.org/presentationml/2006/main">
  <p:tag name="AS_UNIQUEID" val="1641"/>
</p:tagLst>
</file>

<file path=ppt/tags/tag521.xml><?xml version="1.0" encoding="utf-8"?>
<p:tagLst xmlns:a="http://schemas.openxmlformats.org/drawingml/2006/main" xmlns:r="http://schemas.openxmlformats.org/officeDocument/2006/relationships" xmlns:p="http://schemas.openxmlformats.org/presentationml/2006/main">
  <p:tag name="AS_UNIQUEID" val="1644"/>
</p:tagLst>
</file>

<file path=ppt/tags/tag522.xml><?xml version="1.0" encoding="utf-8"?>
<p:tagLst xmlns:a="http://schemas.openxmlformats.org/drawingml/2006/main" xmlns:r="http://schemas.openxmlformats.org/officeDocument/2006/relationships" xmlns:p="http://schemas.openxmlformats.org/presentationml/2006/main">
  <p:tag name="AS_UNIQUEID" val="1645"/>
</p:tagLst>
</file>

<file path=ppt/tags/tag523.xml><?xml version="1.0" encoding="utf-8"?>
<p:tagLst xmlns:a="http://schemas.openxmlformats.org/drawingml/2006/main" xmlns:r="http://schemas.openxmlformats.org/officeDocument/2006/relationships" xmlns:p="http://schemas.openxmlformats.org/presentationml/2006/main">
  <p:tag name="AS_UNIQUEID" val="1646"/>
</p:tagLst>
</file>

<file path=ppt/tags/tag524.xml><?xml version="1.0" encoding="utf-8"?>
<p:tagLst xmlns:a="http://schemas.openxmlformats.org/drawingml/2006/main" xmlns:r="http://schemas.openxmlformats.org/officeDocument/2006/relationships" xmlns:p="http://schemas.openxmlformats.org/presentationml/2006/main">
  <p:tag name="AS_UNIQUEID" val="1649"/>
</p:tagLst>
</file>

<file path=ppt/tags/tag525.xml><?xml version="1.0" encoding="utf-8"?>
<p:tagLst xmlns:a="http://schemas.openxmlformats.org/drawingml/2006/main" xmlns:r="http://schemas.openxmlformats.org/officeDocument/2006/relationships" xmlns:p="http://schemas.openxmlformats.org/presentationml/2006/main">
  <p:tag name="AS_UNIQUEID" val="1652"/>
</p:tagLst>
</file>

<file path=ppt/tags/tag526.xml><?xml version="1.0" encoding="utf-8"?>
<p:tagLst xmlns:a="http://schemas.openxmlformats.org/drawingml/2006/main" xmlns:r="http://schemas.openxmlformats.org/officeDocument/2006/relationships" xmlns:p="http://schemas.openxmlformats.org/presentationml/2006/main">
  <p:tag name="AS_UNIQUEID" val="1650"/>
</p:tagLst>
</file>

<file path=ppt/tags/tag527.xml><?xml version="1.0" encoding="utf-8"?>
<p:tagLst xmlns:a="http://schemas.openxmlformats.org/drawingml/2006/main" xmlns:r="http://schemas.openxmlformats.org/officeDocument/2006/relationships" xmlns:p="http://schemas.openxmlformats.org/presentationml/2006/main">
  <p:tag name="AS_UNIQUEID" val="1651"/>
</p:tagLst>
</file>

<file path=ppt/tags/tag528.xml><?xml version="1.0" encoding="utf-8"?>
<p:tagLst xmlns:a="http://schemas.openxmlformats.org/drawingml/2006/main" xmlns:r="http://schemas.openxmlformats.org/officeDocument/2006/relationships" xmlns:p="http://schemas.openxmlformats.org/presentationml/2006/main">
  <p:tag name="AS_UNIQUEID" val="1647"/>
</p:tagLst>
</file>

<file path=ppt/tags/tag529.xml><?xml version="1.0" encoding="utf-8"?>
<p:tagLst xmlns:a="http://schemas.openxmlformats.org/drawingml/2006/main" xmlns:r="http://schemas.openxmlformats.org/officeDocument/2006/relationships" xmlns:p="http://schemas.openxmlformats.org/presentationml/2006/main">
  <p:tag name="AS_UNIQUEID" val="1648"/>
</p:tagLst>
</file>

<file path=ppt/tags/tag530.xml><?xml version="1.0" encoding="utf-8"?>
<p:tagLst xmlns:a="http://schemas.openxmlformats.org/drawingml/2006/main" xmlns:r="http://schemas.openxmlformats.org/officeDocument/2006/relationships" xmlns:p="http://schemas.openxmlformats.org/presentationml/2006/main">
  <p:tag name="AS_UNIQUEID" val="1642"/>
</p:tagLst>
</file>

<file path=ppt/tags/tag531.xml><?xml version="1.0" encoding="utf-8"?>
<p:tagLst xmlns:a="http://schemas.openxmlformats.org/drawingml/2006/main" xmlns:r="http://schemas.openxmlformats.org/officeDocument/2006/relationships" xmlns:p="http://schemas.openxmlformats.org/presentationml/2006/main">
  <p:tag name="AS_UNIQUEID" val="1643"/>
</p:tagLst>
</file>

<file path=ppt/tags/tag532.xml><?xml version="1.0" encoding="utf-8"?>
<p:tagLst xmlns:a="http://schemas.openxmlformats.org/drawingml/2006/main" xmlns:r="http://schemas.openxmlformats.org/officeDocument/2006/relationships" xmlns:p="http://schemas.openxmlformats.org/presentationml/2006/main">
  <p:tag name="AS_UNIQUEID" val="1654"/>
</p:tagLst>
</file>

<file path=ppt/tags/tag533.xml><?xml version="1.0" encoding="utf-8"?>
<p:tagLst xmlns:a="http://schemas.openxmlformats.org/drawingml/2006/main" xmlns:r="http://schemas.openxmlformats.org/officeDocument/2006/relationships" xmlns:p="http://schemas.openxmlformats.org/presentationml/2006/main">
  <p:tag name="AS_UNIQUEID" val="1655"/>
</p:tagLst>
</file>

<file path=ppt/tags/tag534.xml><?xml version="1.0" encoding="utf-8"?>
<p:tagLst xmlns:a="http://schemas.openxmlformats.org/drawingml/2006/main" xmlns:r="http://schemas.openxmlformats.org/officeDocument/2006/relationships" xmlns:p="http://schemas.openxmlformats.org/presentationml/2006/main">
  <p:tag name="AS_UNIQUEID" val="1656"/>
</p:tagLst>
</file>

<file path=ppt/tags/tag535.xml><?xml version="1.0" encoding="utf-8"?>
<p:tagLst xmlns:a="http://schemas.openxmlformats.org/drawingml/2006/main" xmlns:r="http://schemas.openxmlformats.org/officeDocument/2006/relationships" xmlns:p="http://schemas.openxmlformats.org/presentationml/2006/main">
  <p:tag name="AS_UNIQUEID" val="1657"/>
</p:tagLst>
</file>

<file path=ppt/tags/tag536.xml><?xml version="1.0" encoding="utf-8"?>
<p:tagLst xmlns:a="http://schemas.openxmlformats.org/drawingml/2006/main" xmlns:r="http://schemas.openxmlformats.org/officeDocument/2006/relationships" xmlns:p="http://schemas.openxmlformats.org/presentationml/2006/main">
  <p:tag name="AS_UNIQUEID" val="1658"/>
</p:tagLst>
</file>

<file path=ppt/tags/tag537.xml><?xml version="1.0" encoding="utf-8"?>
<p:tagLst xmlns:a="http://schemas.openxmlformats.org/drawingml/2006/main" xmlns:r="http://schemas.openxmlformats.org/officeDocument/2006/relationships" xmlns:p="http://schemas.openxmlformats.org/presentationml/2006/main">
  <p:tag name="AS_UNIQUEID" val="1659"/>
</p:tagLst>
</file>

<file path=ppt/tags/tag538.xml><?xml version="1.0" encoding="utf-8"?>
<p:tagLst xmlns:a="http://schemas.openxmlformats.org/drawingml/2006/main" xmlns:r="http://schemas.openxmlformats.org/officeDocument/2006/relationships" xmlns:p="http://schemas.openxmlformats.org/presentationml/2006/main">
  <p:tag name="AS_UNIQUEID" val="1661"/>
</p:tagLst>
</file>

<file path=ppt/tags/tag539.xml><?xml version="1.0" encoding="utf-8"?>
<p:tagLst xmlns:a="http://schemas.openxmlformats.org/drawingml/2006/main" xmlns:r="http://schemas.openxmlformats.org/officeDocument/2006/relationships" xmlns:p="http://schemas.openxmlformats.org/presentationml/2006/main">
  <p:tag name="AS_UNIQUEID" val="1662"/>
</p:tagLst>
</file>

<file path=ppt/tags/tag540.xml><?xml version="1.0" encoding="utf-8"?>
<p:tagLst xmlns:a="http://schemas.openxmlformats.org/drawingml/2006/main" xmlns:r="http://schemas.openxmlformats.org/officeDocument/2006/relationships" xmlns:p="http://schemas.openxmlformats.org/presentationml/2006/main">
  <p:tag name="AS_UNIQUEID" val="1663"/>
</p:tagLst>
</file>

<file path=ppt/tags/tag541.xml><?xml version="1.0" encoding="utf-8"?>
<p:tagLst xmlns:a="http://schemas.openxmlformats.org/drawingml/2006/main" xmlns:r="http://schemas.openxmlformats.org/officeDocument/2006/relationships" xmlns:p="http://schemas.openxmlformats.org/presentationml/2006/main">
  <p:tag name="AS_UNIQUEID" val="1664"/>
</p:tagLst>
</file>

<file path=ppt/tags/tag542.xml><?xml version="1.0" encoding="utf-8"?>
<p:tagLst xmlns:a="http://schemas.openxmlformats.org/drawingml/2006/main" xmlns:r="http://schemas.openxmlformats.org/officeDocument/2006/relationships" xmlns:p="http://schemas.openxmlformats.org/presentationml/2006/main">
  <p:tag name="AS_UNIQUEID" val="1665"/>
</p:tagLst>
</file>

<file path=ppt/tags/tag543.xml><?xml version="1.0" encoding="utf-8"?>
<p:tagLst xmlns:a="http://schemas.openxmlformats.org/drawingml/2006/main" xmlns:r="http://schemas.openxmlformats.org/officeDocument/2006/relationships" xmlns:p="http://schemas.openxmlformats.org/presentationml/2006/main">
  <p:tag name="AS_UNIQUEID" val="1666"/>
</p:tagLst>
</file>

<file path=ppt/tags/tag544.xml><?xml version="1.0" encoding="utf-8"?>
<p:tagLst xmlns:a="http://schemas.openxmlformats.org/drawingml/2006/main" xmlns:r="http://schemas.openxmlformats.org/officeDocument/2006/relationships" xmlns:p="http://schemas.openxmlformats.org/presentationml/2006/main">
  <p:tag name="AS_UNIQUEID" val="1667"/>
</p:tagLst>
</file>

<file path=ppt/tags/tag545.xml><?xml version="1.0" encoding="utf-8"?>
<p:tagLst xmlns:a="http://schemas.openxmlformats.org/drawingml/2006/main" xmlns:r="http://schemas.openxmlformats.org/officeDocument/2006/relationships" xmlns:p="http://schemas.openxmlformats.org/presentationml/2006/main">
  <p:tag name="AS_UNIQUEID" val="1668"/>
</p:tagLst>
</file>

<file path=ppt/tags/tag546.xml><?xml version="1.0" encoding="utf-8"?>
<p:tagLst xmlns:a="http://schemas.openxmlformats.org/drawingml/2006/main" xmlns:r="http://schemas.openxmlformats.org/officeDocument/2006/relationships" xmlns:p="http://schemas.openxmlformats.org/presentationml/2006/main">
  <p:tag name="AS_UNIQUEID" val="1669"/>
</p:tagLst>
</file>

<file path=ppt/tags/tag547.xml><?xml version="1.0" encoding="utf-8"?>
<p:tagLst xmlns:a="http://schemas.openxmlformats.org/drawingml/2006/main" xmlns:r="http://schemas.openxmlformats.org/officeDocument/2006/relationships" xmlns:p="http://schemas.openxmlformats.org/presentationml/2006/main">
  <p:tag name="AS_UNIQUEID" val="1670"/>
</p:tagLst>
</file>

<file path=ppt/tags/tag548.xml><?xml version="1.0" encoding="utf-8"?>
<p:tagLst xmlns:a="http://schemas.openxmlformats.org/drawingml/2006/main" xmlns:r="http://schemas.openxmlformats.org/officeDocument/2006/relationships" xmlns:p="http://schemas.openxmlformats.org/presentationml/2006/main">
  <p:tag name="AS_UNIQUEID" val="1671"/>
</p:tagLst>
</file>

<file path=ppt/tags/tag549.xml><?xml version="1.0" encoding="utf-8"?>
<p:tagLst xmlns:a="http://schemas.openxmlformats.org/drawingml/2006/main" xmlns:r="http://schemas.openxmlformats.org/officeDocument/2006/relationships" xmlns:p="http://schemas.openxmlformats.org/presentationml/2006/main">
  <p:tag name="AS_UNIQUEID" val="1676"/>
</p:tagLst>
</file>

<file path=ppt/tags/tag550.xml><?xml version="1.0" encoding="utf-8"?>
<p:tagLst xmlns:a="http://schemas.openxmlformats.org/drawingml/2006/main" xmlns:r="http://schemas.openxmlformats.org/officeDocument/2006/relationships" xmlns:p="http://schemas.openxmlformats.org/presentationml/2006/main">
  <p:tag name="AS_UNIQUEID" val="1677"/>
</p:tagLst>
</file>

<file path=ppt/tags/tag551.xml><?xml version="1.0" encoding="utf-8"?>
<p:tagLst xmlns:a="http://schemas.openxmlformats.org/drawingml/2006/main" xmlns:r="http://schemas.openxmlformats.org/officeDocument/2006/relationships" xmlns:p="http://schemas.openxmlformats.org/presentationml/2006/main">
  <p:tag name="AS_UNIQUEID" val="1678"/>
</p:tagLst>
</file>

<file path=ppt/tags/tag552.xml><?xml version="1.0" encoding="utf-8"?>
<p:tagLst xmlns:a="http://schemas.openxmlformats.org/drawingml/2006/main" xmlns:r="http://schemas.openxmlformats.org/officeDocument/2006/relationships" xmlns:p="http://schemas.openxmlformats.org/presentationml/2006/main">
  <p:tag name="AS_UNIQUEID" val="1679"/>
</p:tagLst>
</file>

<file path=ppt/tags/tag553.xml><?xml version="1.0" encoding="utf-8"?>
<p:tagLst xmlns:a="http://schemas.openxmlformats.org/drawingml/2006/main" xmlns:r="http://schemas.openxmlformats.org/officeDocument/2006/relationships" xmlns:p="http://schemas.openxmlformats.org/presentationml/2006/main">
  <p:tag name="AS_UNIQUEID" val="1680"/>
</p:tagLst>
</file>

<file path=ppt/tags/tag554.xml><?xml version="1.0" encoding="utf-8"?>
<p:tagLst xmlns:a="http://schemas.openxmlformats.org/drawingml/2006/main" xmlns:r="http://schemas.openxmlformats.org/officeDocument/2006/relationships" xmlns:p="http://schemas.openxmlformats.org/presentationml/2006/main">
  <p:tag name="AS_UNIQUEID" val="1682"/>
</p:tagLst>
</file>

<file path=ppt/tags/tag555.xml><?xml version="1.0" encoding="utf-8"?>
<p:tagLst xmlns:a="http://schemas.openxmlformats.org/drawingml/2006/main" xmlns:r="http://schemas.openxmlformats.org/officeDocument/2006/relationships" xmlns:p="http://schemas.openxmlformats.org/presentationml/2006/main">
  <p:tag name="AS_UNIQUEID" val="1691"/>
</p:tagLst>
</file>

<file path=ppt/tags/tag556.xml><?xml version="1.0" encoding="utf-8"?>
<p:tagLst xmlns:a="http://schemas.openxmlformats.org/drawingml/2006/main" xmlns:r="http://schemas.openxmlformats.org/officeDocument/2006/relationships" xmlns:p="http://schemas.openxmlformats.org/presentationml/2006/main">
  <p:tag name="AS_UNIQUEID" val="1694"/>
</p:tagLst>
</file>

<file path=ppt/tags/tag557.xml><?xml version="1.0" encoding="utf-8"?>
<p:tagLst xmlns:a="http://schemas.openxmlformats.org/drawingml/2006/main" xmlns:r="http://schemas.openxmlformats.org/officeDocument/2006/relationships" xmlns:p="http://schemas.openxmlformats.org/presentationml/2006/main">
  <p:tag name="AS_UNIQUEID" val="1695"/>
</p:tagLst>
</file>

<file path=ppt/tags/tag558.xml><?xml version="1.0" encoding="utf-8"?>
<p:tagLst xmlns:a="http://schemas.openxmlformats.org/drawingml/2006/main" xmlns:r="http://schemas.openxmlformats.org/officeDocument/2006/relationships" xmlns:p="http://schemas.openxmlformats.org/presentationml/2006/main">
  <p:tag name="AS_UNIQUEID" val="1696"/>
</p:tagLst>
</file>

<file path=ppt/tags/tag559.xml><?xml version="1.0" encoding="utf-8"?>
<p:tagLst xmlns:a="http://schemas.openxmlformats.org/drawingml/2006/main" xmlns:r="http://schemas.openxmlformats.org/officeDocument/2006/relationships" xmlns:p="http://schemas.openxmlformats.org/presentationml/2006/main">
  <p:tag name="AS_UNIQUEID" val="1697"/>
</p:tagLst>
</file>

<file path=ppt/tags/tag560.xml><?xml version="1.0" encoding="utf-8"?>
<p:tagLst xmlns:a="http://schemas.openxmlformats.org/drawingml/2006/main" xmlns:r="http://schemas.openxmlformats.org/officeDocument/2006/relationships" xmlns:p="http://schemas.openxmlformats.org/presentationml/2006/main">
  <p:tag name="AS_UNIQUEID" val="1698"/>
</p:tagLst>
</file>

<file path=ppt/tags/tag561.xml><?xml version="1.0" encoding="utf-8"?>
<p:tagLst xmlns:a="http://schemas.openxmlformats.org/drawingml/2006/main" xmlns:r="http://schemas.openxmlformats.org/officeDocument/2006/relationships" xmlns:p="http://schemas.openxmlformats.org/presentationml/2006/main">
  <p:tag name="AS_UNIQUEID" val="1699"/>
</p:tagLst>
</file>

<file path=ppt/tags/tag562.xml><?xml version="1.0" encoding="utf-8"?>
<p:tagLst xmlns:a="http://schemas.openxmlformats.org/drawingml/2006/main" xmlns:r="http://schemas.openxmlformats.org/officeDocument/2006/relationships" xmlns:p="http://schemas.openxmlformats.org/presentationml/2006/main">
  <p:tag name="AS_UNIQUEID" val="1700"/>
</p:tagLst>
</file>

<file path=ppt/tags/tag563.xml><?xml version="1.0" encoding="utf-8"?>
<p:tagLst xmlns:a="http://schemas.openxmlformats.org/drawingml/2006/main" xmlns:r="http://schemas.openxmlformats.org/officeDocument/2006/relationships" xmlns:p="http://schemas.openxmlformats.org/presentationml/2006/main">
  <p:tag name="AS_UNIQUEID" val="1701"/>
</p:tagLst>
</file>

<file path=ppt/tags/tag564.xml><?xml version="1.0" encoding="utf-8"?>
<p:tagLst xmlns:a="http://schemas.openxmlformats.org/drawingml/2006/main" xmlns:r="http://schemas.openxmlformats.org/officeDocument/2006/relationships" xmlns:p="http://schemas.openxmlformats.org/presentationml/2006/main">
  <p:tag name="AS_UNIQUEID" val="1702"/>
</p:tagLst>
</file>

<file path=ppt/tags/tag565.xml><?xml version="1.0" encoding="utf-8"?>
<p:tagLst xmlns:a="http://schemas.openxmlformats.org/drawingml/2006/main" xmlns:r="http://schemas.openxmlformats.org/officeDocument/2006/relationships" xmlns:p="http://schemas.openxmlformats.org/presentationml/2006/main">
  <p:tag name="AS_UNIQUEID" val="1703"/>
</p:tagLst>
</file>

<file path=ppt/tags/tag566.xml><?xml version="1.0" encoding="utf-8"?>
<p:tagLst xmlns:a="http://schemas.openxmlformats.org/drawingml/2006/main" xmlns:r="http://schemas.openxmlformats.org/officeDocument/2006/relationships" xmlns:p="http://schemas.openxmlformats.org/presentationml/2006/main">
  <p:tag name="AS_UNIQUEID" val="1704"/>
</p:tagLst>
</file>

<file path=ppt/tags/tag567.xml><?xml version="1.0" encoding="utf-8"?>
<p:tagLst xmlns:a="http://schemas.openxmlformats.org/drawingml/2006/main" xmlns:r="http://schemas.openxmlformats.org/officeDocument/2006/relationships" xmlns:p="http://schemas.openxmlformats.org/presentationml/2006/main">
  <p:tag name="AS_UNIQUEID" val="1692"/>
</p:tagLst>
</file>

<file path=ppt/tags/tag568.xml><?xml version="1.0" encoding="utf-8"?>
<p:tagLst xmlns:a="http://schemas.openxmlformats.org/drawingml/2006/main" xmlns:r="http://schemas.openxmlformats.org/officeDocument/2006/relationships" xmlns:p="http://schemas.openxmlformats.org/presentationml/2006/main">
  <p:tag name="AS_UNIQUEID" val="1693"/>
</p:tagLst>
</file>

<file path=ppt/tags/tag569.xml><?xml version="1.0" encoding="utf-8"?>
<p:tagLst xmlns:a="http://schemas.openxmlformats.org/drawingml/2006/main" xmlns:r="http://schemas.openxmlformats.org/officeDocument/2006/relationships" xmlns:p="http://schemas.openxmlformats.org/presentationml/2006/main">
  <p:tag name="AS_UNIQUEID" val="1706"/>
</p:tagLst>
</file>

<file path=ppt/tags/tag570.xml><?xml version="1.0" encoding="utf-8"?>
<p:tagLst xmlns:a="http://schemas.openxmlformats.org/drawingml/2006/main" xmlns:r="http://schemas.openxmlformats.org/officeDocument/2006/relationships" xmlns:p="http://schemas.openxmlformats.org/presentationml/2006/main">
  <p:tag name="AS_UNIQUEID" val="1709"/>
</p:tagLst>
</file>

<file path=ppt/tags/tag571.xml><?xml version="1.0" encoding="utf-8"?>
<p:tagLst xmlns:a="http://schemas.openxmlformats.org/drawingml/2006/main" xmlns:r="http://schemas.openxmlformats.org/officeDocument/2006/relationships" xmlns:p="http://schemas.openxmlformats.org/presentationml/2006/main">
  <p:tag name="AS_UNIQUEID" val="1710"/>
</p:tagLst>
</file>

<file path=ppt/tags/tag572.xml><?xml version="1.0" encoding="utf-8"?>
<p:tagLst xmlns:a="http://schemas.openxmlformats.org/drawingml/2006/main" xmlns:r="http://schemas.openxmlformats.org/officeDocument/2006/relationships" xmlns:p="http://schemas.openxmlformats.org/presentationml/2006/main">
  <p:tag name="AS_UNIQUEID" val="1711"/>
</p:tagLst>
</file>

<file path=ppt/tags/tag573.xml><?xml version="1.0" encoding="utf-8"?>
<p:tagLst xmlns:a="http://schemas.openxmlformats.org/drawingml/2006/main" xmlns:r="http://schemas.openxmlformats.org/officeDocument/2006/relationships" xmlns:p="http://schemas.openxmlformats.org/presentationml/2006/main">
  <p:tag name="AS_UNIQUEID" val="1712"/>
</p:tagLst>
</file>

<file path=ppt/tags/tag574.xml><?xml version="1.0" encoding="utf-8"?>
<p:tagLst xmlns:a="http://schemas.openxmlformats.org/drawingml/2006/main" xmlns:r="http://schemas.openxmlformats.org/officeDocument/2006/relationships" xmlns:p="http://schemas.openxmlformats.org/presentationml/2006/main">
  <p:tag name="AS_UNIQUEID" val="1713"/>
</p:tagLst>
</file>

<file path=ppt/tags/tag575.xml><?xml version="1.0" encoding="utf-8"?>
<p:tagLst xmlns:a="http://schemas.openxmlformats.org/drawingml/2006/main" xmlns:r="http://schemas.openxmlformats.org/officeDocument/2006/relationships" xmlns:p="http://schemas.openxmlformats.org/presentationml/2006/main">
  <p:tag name="AS_UNIQUEID" val="1714"/>
</p:tagLst>
</file>

<file path=ppt/tags/tag576.xml><?xml version="1.0" encoding="utf-8"?>
<p:tagLst xmlns:a="http://schemas.openxmlformats.org/drawingml/2006/main" xmlns:r="http://schemas.openxmlformats.org/officeDocument/2006/relationships" xmlns:p="http://schemas.openxmlformats.org/presentationml/2006/main">
  <p:tag name="AS_UNIQUEID" val="1715"/>
</p:tagLst>
</file>

<file path=ppt/tags/tag577.xml><?xml version="1.0" encoding="utf-8"?>
<p:tagLst xmlns:a="http://schemas.openxmlformats.org/drawingml/2006/main" xmlns:r="http://schemas.openxmlformats.org/officeDocument/2006/relationships" xmlns:p="http://schemas.openxmlformats.org/presentationml/2006/main">
  <p:tag name="AS_UNIQUEID" val="1716"/>
</p:tagLst>
</file>

<file path=ppt/tags/tag578.xml><?xml version="1.0" encoding="utf-8"?>
<p:tagLst xmlns:a="http://schemas.openxmlformats.org/drawingml/2006/main" xmlns:r="http://schemas.openxmlformats.org/officeDocument/2006/relationships" xmlns:p="http://schemas.openxmlformats.org/presentationml/2006/main">
  <p:tag name="AS_UNIQUEID" val="1707"/>
</p:tagLst>
</file>

<file path=ppt/tags/tag579.xml><?xml version="1.0" encoding="utf-8"?>
<p:tagLst xmlns:a="http://schemas.openxmlformats.org/drawingml/2006/main" xmlns:r="http://schemas.openxmlformats.org/officeDocument/2006/relationships" xmlns:p="http://schemas.openxmlformats.org/presentationml/2006/main">
  <p:tag name="AS_UNIQUEID" val="1708"/>
</p:tagLst>
</file>

<file path=ppt/tags/tag580.xml><?xml version="1.0" encoding="utf-8"?>
<p:tagLst xmlns:a="http://schemas.openxmlformats.org/drawingml/2006/main" xmlns:r="http://schemas.openxmlformats.org/officeDocument/2006/relationships" xmlns:p="http://schemas.openxmlformats.org/presentationml/2006/main">
  <p:tag name="AS_UNIQUEID" val="1718"/>
</p:tagLst>
</file>

<file path=ppt/tags/tag581.xml><?xml version="1.0" encoding="utf-8"?>
<p:tagLst xmlns:a="http://schemas.openxmlformats.org/drawingml/2006/main" xmlns:r="http://schemas.openxmlformats.org/officeDocument/2006/relationships" xmlns:p="http://schemas.openxmlformats.org/presentationml/2006/main">
  <p:tag name="AS_UNIQUEID" val="1721"/>
</p:tagLst>
</file>

<file path=ppt/tags/tag582.xml><?xml version="1.0" encoding="utf-8"?>
<p:tagLst xmlns:a="http://schemas.openxmlformats.org/drawingml/2006/main" xmlns:r="http://schemas.openxmlformats.org/officeDocument/2006/relationships" xmlns:p="http://schemas.openxmlformats.org/presentationml/2006/main">
  <p:tag name="AS_UNIQUEID" val="1722"/>
</p:tagLst>
</file>

<file path=ppt/tags/tag583.xml><?xml version="1.0" encoding="utf-8"?>
<p:tagLst xmlns:a="http://schemas.openxmlformats.org/drawingml/2006/main" xmlns:r="http://schemas.openxmlformats.org/officeDocument/2006/relationships" xmlns:p="http://schemas.openxmlformats.org/presentationml/2006/main">
  <p:tag name="AS_UNIQUEID" val="1723"/>
</p:tagLst>
</file>

<file path=ppt/tags/tag584.xml><?xml version="1.0" encoding="utf-8"?>
<p:tagLst xmlns:a="http://schemas.openxmlformats.org/drawingml/2006/main" xmlns:r="http://schemas.openxmlformats.org/officeDocument/2006/relationships" xmlns:p="http://schemas.openxmlformats.org/presentationml/2006/main">
  <p:tag name="AS_UNIQUEID" val="1724"/>
</p:tagLst>
</file>

<file path=ppt/tags/tag585.xml><?xml version="1.0" encoding="utf-8"?>
<p:tagLst xmlns:a="http://schemas.openxmlformats.org/drawingml/2006/main" xmlns:r="http://schemas.openxmlformats.org/officeDocument/2006/relationships" xmlns:p="http://schemas.openxmlformats.org/presentationml/2006/main">
  <p:tag name="AS_UNIQUEID" val="1725"/>
</p:tagLst>
</file>

<file path=ppt/tags/tag586.xml><?xml version="1.0" encoding="utf-8"?>
<p:tagLst xmlns:a="http://schemas.openxmlformats.org/drawingml/2006/main" xmlns:r="http://schemas.openxmlformats.org/officeDocument/2006/relationships" xmlns:p="http://schemas.openxmlformats.org/presentationml/2006/main">
  <p:tag name="AS_UNIQUEID" val="1726"/>
</p:tagLst>
</file>

<file path=ppt/tags/tag587.xml><?xml version="1.0" encoding="utf-8"?>
<p:tagLst xmlns:a="http://schemas.openxmlformats.org/drawingml/2006/main" xmlns:r="http://schemas.openxmlformats.org/officeDocument/2006/relationships" xmlns:p="http://schemas.openxmlformats.org/presentationml/2006/main">
  <p:tag name="AS_UNIQUEID" val="1727"/>
</p:tagLst>
</file>

<file path=ppt/tags/tag588.xml><?xml version="1.0" encoding="utf-8"?>
<p:tagLst xmlns:a="http://schemas.openxmlformats.org/drawingml/2006/main" xmlns:r="http://schemas.openxmlformats.org/officeDocument/2006/relationships" xmlns:p="http://schemas.openxmlformats.org/presentationml/2006/main">
  <p:tag name="AS_UNIQUEID" val="1728"/>
</p:tagLst>
</file>

<file path=ppt/tags/tag589.xml><?xml version="1.0" encoding="utf-8"?>
<p:tagLst xmlns:a="http://schemas.openxmlformats.org/drawingml/2006/main" xmlns:r="http://schemas.openxmlformats.org/officeDocument/2006/relationships" xmlns:p="http://schemas.openxmlformats.org/presentationml/2006/main">
  <p:tag name="AS_UNIQUEID" val="1719"/>
</p:tagLst>
</file>

<file path=ppt/tags/tag590.xml><?xml version="1.0" encoding="utf-8"?>
<p:tagLst xmlns:a="http://schemas.openxmlformats.org/drawingml/2006/main" xmlns:r="http://schemas.openxmlformats.org/officeDocument/2006/relationships" xmlns:p="http://schemas.openxmlformats.org/presentationml/2006/main">
  <p:tag name="AS_UNIQUEID" val="1720"/>
</p:tagLst>
</file>

<file path=ppt/tags/tag591.xml><?xml version="1.0" encoding="utf-8"?>
<p:tagLst xmlns:a="http://schemas.openxmlformats.org/drawingml/2006/main" xmlns:r="http://schemas.openxmlformats.org/officeDocument/2006/relationships" xmlns:p="http://schemas.openxmlformats.org/presentationml/2006/main">
  <p:tag name="AS_UNIQUEID" val="1730"/>
</p:tagLst>
</file>

<file path=ppt/tags/tag592.xml><?xml version="1.0" encoding="utf-8"?>
<p:tagLst xmlns:a="http://schemas.openxmlformats.org/drawingml/2006/main" xmlns:r="http://schemas.openxmlformats.org/officeDocument/2006/relationships" xmlns:p="http://schemas.openxmlformats.org/presentationml/2006/main">
  <p:tag name="AS_UNIQUEID" val="1731"/>
</p:tagLst>
</file>

<file path=ppt/tags/tag593.xml><?xml version="1.0" encoding="utf-8"?>
<p:tagLst xmlns:a="http://schemas.openxmlformats.org/drawingml/2006/main" xmlns:r="http://schemas.openxmlformats.org/officeDocument/2006/relationships" xmlns:p="http://schemas.openxmlformats.org/presentationml/2006/main">
  <p:tag name="AS_UNIQUEID" val="1732"/>
</p:tagLst>
</file>

<file path=ppt/tags/tag594.xml><?xml version="1.0" encoding="utf-8"?>
<p:tagLst xmlns:a="http://schemas.openxmlformats.org/drawingml/2006/main" xmlns:r="http://schemas.openxmlformats.org/officeDocument/2006/relationships" xmlns:p="http://schemas.openxmlformats.org/presentationml/2006/main">
  <p:tag name="AS_UNIQUEID" val="1733"/>
</p:tagLst>
</file>

<file path=ppt/tags/tag595.xml><?xml version="1.0" encoding="utf-8"?>
<p:tagLst xmlns:a="http://schemas.openxmlformats.org/drawingml/2006/main" xmlns:r="http://schemas.openxmlformats.org/officeDocument/2006/relationships" xmlns:p="http://schemas.openxmlformats.org/presentationml/2006/main">
  <p:tag name="AS_UNIQUEID" val="1734"/>
</p:tagLst>
</file>

<file path=ppt/tags/tag596.xml><?xml version="1.0" encoding="utf-8"?>
<p:tagLst xmlns:a="http://schemas.openxmlformats.org/drawingml/2006/main" xmlns:r="http://schemas.openxmlformats.org/officeDocument/2006/relationships" xmlns:p="http://schemas.openxmlformats.org/presentationml/2006/main">
  <p:tag name="AS_UNIQUEID" val="1735"/>
</p:tagLst>
</file>

<file path=ppt/tags/tag597.xml><?xml version="1.0" encoding="utf-8"?>
<p:tagLst xmlns:a="http://schemas.openxmlformats.org/drawingml/2006/main" xmlns:r="http://schemas.openxmlformats.org/officeDocument/2006/relationships" xmlns:p="http://schemas.openxmlformats.org/presentationml/2006/main">
  <p:tag name="AS_UNIQUEID" val="1745"/>
</p:tagLst>
</file>

<file path=ppt/tags/tag598.xml><?xml version="1.0" encoding="utf-8"?>
<p:tagLst xmlns:a="http://schemas.openxmlformats.org/drawingml/2006/main" xmlns:r="http://schemas.openxmlformats.org/officeDocument/2006/relationships" xmlns:p="http://schemas.openxmlformats.org/presentationml/2006/main">
  <p:tag name="AS_UNIQUEID" val="1750"/>
</p:tagLst>
</file>

<file path=ppt/tags/tag599.xml><?xml version="1.0" encoding="utf-8"?>
<p:tagLst xmlns:a="http://schemas.openxmlformats.org/drawingml/2006/main" xmlns:r="http://schemas.openxmlformats.org/officeDocument/2006/relationships" xmlns:p="http://schemas.openxmlformats.org/presentationml/2006/main">
  <p:tag name="AS_UNIQUEID" val="1754"/>
</p:tagLst>
</file>

<file path=ppt/tags/tag600.xml><?xml version="1.0" encoding="utf-8"?>
<p:tagLst xmlns:a="http://schemas.openxmlformats.org/drawingml/2006/main" xmlns:r="http://schemas.openxmlformats.org/officeDocument/2006/relationships" xmlns:p="http://schemas.openxmlformats.org/presentationml/2006/main">
  <p:tag name="AS_UNIQUEID" val="1755"/>
</p:tagLst>
</file>

<file path=ppt/tags/tag601.xml><?xml version="1.0" encoding="utf-8"?>
<p:tagLst xmlns:a="http://schemas.openxmlformats.org/drawingml/2006/main" xmlns:r="http://schemas.openxmlformats.org/officeDocument/2006/relationships" xmlns:p="http://schemas.openxmlformats.org/presentationml/2006/main">
  <p:tag name="AS_UNIQUEID" val="1751"/>
</p:tagLst>
</file>

<file path=ppt/tags/tag602.xml><?xml version="1.0" encoding="utf-8"?>
<p:tagLst xmlns:a="http://schemas.openxmlformats.org/drawingml/2006/main" xmlns:r="http://schemas.openxmlformats.org/officeDocument/2006/relationships" xmlns:p="http://schemas.openxmlformats.org/presentationml/2006/main">
  <p:tag name="AS_UNIQUEID" val="1752"/>
</p:tagLst>
</file>

<file path=ppt/tags/tag603.xml><?xml version="1.0" encoding="utf-8"?>
<p:tagLst xmlns:a="http://schemas.openxmlformats.org/drawingml/2006/main" xmlns:r="http://schemas.openxmlformats.org/officeDocument/2006/relationships" xmlns:p="http://schemas.openxmlformats.org/presentationml/2006/main">
  <p:tag name="AS_UNIQUEID" val="1753"/>
</p:tagLst>
</file>

<file path=ppt/tags/tag604.xml><?xml version="1.0" encoding="utf-8"?>
<p:tagLst xmlns:a="http://schemas.openxmlformats.org/drawingml/2006/main" xmlns:r="http://schemas.openxmlformats.org/officeDocument/2006/relationships" xmlns:p="http://schemas.openxmlformats.org/presentationml/2006/main">
  <p:tag name="AS_UNIQUEID" val="1746"/>
</p:tagLst>
</file>

<file path=ppt/tags/tag605.xml><?xml version="1.0" encoding="utf-8"?>
<p:tagLst xmlns:a="http://schemas.openxmlformats.org/drawingml/2006/main" xmlns:r="http://schemas.openxmlformats.org/officeDocument/2006/relationships" xmlns:p="http://schemas.openxmlformats.org/presentationml/2006/main">
  <p:tag name="AS_UNIQUEID" val="1749"/>
</p:tagLst>
</file>

<file path=ppt/tags/tag606.xml><?xml version="1.0" encoding="utf-8"?>
<p:tagLst xmlns:a="http://schemas.openxmlformats.org/drawingml/2006/main" xmlns:r="http://schemas.openxmlformats.org/officeDocument/2006/relationships" xmlns:p="http://schemas.openxmlformats.org/presentationml/2006/main">
  <p:tag name="AS_UNIQUEID" val="1747"/>
</p:tagLst>
</file>

<file path=ppt/tags/tag607.xml><?xml version="1.0" encoding="utf-8"?>
<p:tagLst xmlns:a="http://schemas.openxmlformats.org/drawingml/2006/main" xmlns:r="http://schemas.openxmlformats.org/officeDocument/2006/relationships" xmlns:p="http://schemas.openxmlformats.org/presentationml/2006/main">
  <p:tag name="AS_UNIQUEID" val="1748"/>
</p:tagLst>
</file>

<file path=ppt/tags/tag608.xml><?xml version="1.0" encoding="utf-8"?>
<p:tagLst xmlns:a="http://schemas.openxmlformats.org/drawingml/2006/main" xmlns:r="http://schemas.openxmlformats.org/officeDocument/2006/relationships" xmlns:p="http://schemas.openxmlformats.org/presentationml/2006/main">
  <p:tag name="AS_UNIQUEID" val="1757"/>
</p:tagLst>
</file>

<file path=ppt/tags/tag609.xml><?xml version="1.0" encoding="utf-8"?>
<p:tagLst xmlns:a="http://schemas.openxmlformats.org/drawingml/2006/main" xmlns:r="http://schemas.openxmlformats.org/officeDocument/2006/relationships" xmlns:p="http://schemas.openxmlformats.org/presentationml/2006/main">
  <p:tag name="AS_UNIQUEID" val="1758"/>
</p:tagLst>
</file>

<file path=ppt/tags/tag610.xml><?xml version="1.0" encoding="utf-8"?>
<p:tagLst xmlns:a="http://schemas.openxmlformats.org/drawingml/2006/main" xmlns:r="http://schemas.openxmlformats.org/officeDocument/2006/relationships" xmlns:p="http://schemas.openxmlformats.org/presentationml/2006/main">
  <p:tag name="AS_UNIQUEID" val="1759"/>
</p:tagLst>
</file>

<file path=ppt/tags/tag611.xml><?xml version="1.0" encoding="utf-8"?>
<p:tagLst xmlns:a="http://schemas.openxmlformats.org/drawingml/2006/main" xmlns:r="http://schemas.openxmlformats.org/officeDocument/2006/relationships" xmlns:p="http://schemas.openxmlformats.org/presentationml/2006/main">
  <p:tag name="AS_UNIQUEID" val="1089"/>
</p:tagLst>
</file>

<file path=ppt/tags/tag612.xml><?xml version="1.0" encoding="utf-8"?>
<p:tagLst xmlns:a="http://schemas.openxmlformats.org/drawingml/2006/main" xmlns:r="http://schemas.openxmlformats.org/officeDocument/2006/relationships" xmlns:p="http://schemas.openxmlformats.org/presentationml/2006/main">
  <p:tag name="AS_UNIQUEID" val="30"/>
</p:tagLst>
</file>

<file path=ppt/tags/tag613.xml><?xml version="1.0" encoding="utf-8"?>
<p:tagLst xmlns:a="http://schemas.openxmlformats.org/drawingml/2006/main" xmlns:r="http://schemas.openxmlformats.org/officeDocument/2006/relationships" xmlns:p="http://schemas.openxmlformats.org/presentationml/2006/main">
  <p:tag name="AS_UNIQUEID" val="1765"/>
</p:tagLst>
</file>

<file path=ppt/tags/tag614.xml><?xml version="1.0" encoding="utf-8"?>
<p:tagLst xmlns:a="http://schemas.openxmlformats.org/drawingml/2006/main" xmlns:r="http://schemas.openxmlformats.org/officeDocument/2006/relationships" xmlns:p="http://schemas.openxmlformats.org/presentationml/2006/main">
  <p:tag name="AS_UNIQUEID" val="1766"/>
</p:tagLst>
</file>

<file path=ppt/tags/tag615.xml><?xml version="1.0" encoding="utf-8"?>
<p:tagLst xmlns:a="http://schemas.openxmlformats.org/drawingml/2006/main" xmlns:r="http://schemas.openxmlformats.org/officeDocument/2006/relationships" xmlns:p="http://schemas.openxmlformats.org/presentationml/2006/main">
  <p:tag name="AS_UNIQUEID" val="1767"/>
</p:tagLst>
</file>

<file path=ppt/tags/tag616.xml><?xml version="1.0" encoding="utf-8"?>
<p:tagLst xmlns:a="http://schemas.openxmlformats.org/drawingml/2006/main" xmlns:r="http://schemas.openxmlformats.org/officeDocument/2006/relationships" xmlns:p="http://schemas.openxmlformats.org/presentationml/2006/main">
  <p:tag name="AS_UNIQUEID" val="1773"/>
</p:tagLst>
</file>

<file path=ppt/tags/tag617.xml><?xml version="1.0" encoding="utf-8"?>
<p:tagLst xmlns:a="http://schemas.openxmlformats.org/drawingml/2006/main" xmlns:r="http://schemas.openxmlformats.org/officeDocument/2006/relationships" xmlns:p="http://schemas.openxmlformats.org/presentationml/2006/main">
  <p:tag name="AS_UNIQUEID" val="1774"/>
</p:tagLst>
</file>

<file path=ppt/tags/tag618.xml><?xml version="1.0" encoding="utf-8"?>
<p:tagLst xmlns:a="http://schemas.openxmlformats.org/drawingml/2006/main" xmlns:r="http://schemas.openxmlformats.org/officeDocument/2006/relationships" xmlns:p="http://schemas.openxmlformats.org/presentationml/2006/main">
  <p:tag name="AS_UNIQUEID" val="1775"/>
</p:tagLst>
</file>

<file path=ppt/tags/tag619.xml><?xml version="1.0" encoding="utf-8"?>
<p:tagLst xmlns:a="http://schemas.openxmlformats.org/drawingml/2006/main" xmlns:r="http://schemas.openxmlformats.org/officeDocument/2006/relationships" xmlns:p="http://schemas.openxmlformats.org/presentationml/2006/main">
  <p:tag name="AS_UNIQUEID" val="1776"/>
</p:tagLst>
</file>

<file path=ppt/tags/tag620.xml><?xml version="1.0" encoding="utf-8"?>
<p:tagLst xmlns:a="http://schemas.openxmlformats.org/drawingml/2006/main" xmlns:r="http://schemas.openxmlformats.org/officeDocument/2006/relationships" xmlns:p="http://schemas.openxmlformats.org/presentationml/2006/main">
  <p:tag name="AS_UNIQUEID" val="1777"/>
</p:tagLst>
</file>

<file path=ppt/tags/tag621.xml><?xml version="1.0" encoding="utf-8"?>
<p:tagLst xmlns:a="http://schemas.openxmlformats.org/drawingml/2006/main" xmlns:r="http://schemas.openxmlformats.org/officeDocument/2006/relationships" xmlns:p="http://schemas.openxmlformats.org/presentationml/2006/main">
  <p:tag name="AS_UNIQUEID" val="1778"/>
</p:tagLst>
</file>

<file path=ppt/tags/tag622.xml><?xml version="1.0" encoding="utf-8"?>
<p:tagLst xmlns:a="http://schemas.openxmlformats.org/drawingml/2006/main" xmlns:r="http://schemas.openxmlformats.org/officeDocument/2006/relationships" xmlns:p="http://schemas.openxmlformats.org/presentationml/2006/main">
  <p:tag name="AS_UNIQUEID" val="1779"/>
</p:tagLst>
</file>

<file path=ppt/tags/tag623.xml><?xml version="1.0" encoding="utf-8"?>
<p:tagLst xmlns:a="http://schemas.openxmlformats.org/drawingml/2006/main" xmlns:r="http://schemas.openxmlformats.org/officeDocument/2006/relationships" xmlns:p="http://schemas.openxmlformats.org/presentationml/2006/main">
  <p:tag name="AS_UNIQUEID" val="1780"/>
</p:tagLst>
</file>

<file path=ppt/tags/tag624.xml><?xml version="1.0" encoding="utf-8"?>
<p:tagLst xmlns:a="http://schemas.openxmlformats.org/drawingml/2006/main" xmlns:r="http://schemas.openxmlformats.org/officeDocument/2006/relationships" xmlns:p="http://schemas.openxmlformats.org/presentationml/2006/main">
  <p:tag name="AS_UNIQUEID" val="1781"/>
</p:tagLst>
</file>

<file path=ppt/tags/tag625.xml><?xml version="1.0" encoding="utf-8"?>
<p:tagLst xmlns:a="http://schemas.openxmlformats.org/drawingml/2006/main" xmlns:r="http://schemas.openxmlformats.org/officeDocument/2006/relationships" xmlns:p="http://schemas.openxmlformats.org/presentationml/2006/main">
  <p:tag name="AS_UNIQUEID" val="1782"/>
</p:tagLst>
</file>

<file path=ppt/tags/tag626.xml><?xml version="1.0" encoding="utf-8"?>
<p:tagLst xmlns:a="http://schemas.openxmlformats.org/drawingml/2006/main" xmlns:r="http://schemas.openxmlformats.org/officeDocument/2006/relationships" xmlns:p="http://schemas.openxmlformats.org/presentationml/2006/main">
  <p:tag name="AS_UNIQUEID" val="1786"/>
</p:tagLst>
</file>

<file path=ppt/tags/tag627.xml><?xml version="1.0" encoding="utf-8"?>
<p:tagLst xmlns:a="http://schemas.openxmlformats.org/drawingml/2006/main" xmlns:r="http://schemas.openxmlformats.org/officeDocument/2006/relationships" xmlns:p="http://schemas.openxmlformats.org/presentationml/2006/main">
  <p:tag name="AS_UNIQUEID" val="1783"/>
</p:tagLst>
</file>

<file path=ppt/tags/tag628.xml><?xml version="1.0" encoding="utf-8"?>
<p:tagLst xmlns:a="http://schemas.openxmlformats.org/drawingml/2006/main" xmlns:r="http://schemas.openxmlformats.org/officeDocument/2006/relationships" xmlns:p="http://schemas.openxmlformats.org/presentationml/2006/main">
  <p:tag name="AS_UNIQUEID" val="1784"/>
</p:tagLst>
</file>

<file path=ppt/tags/tag629.xml><?xml version="1.0" encoding="utf-8"?>
<p:tagLst xmlns:a="http://schemas.openxmlformats.org/drawingml/2006/main" xmlns:r="http://schemas.openxmlformats.org/officeDocument/2006/relationships" xmlns:p="http://schemas.openxmlformats.org/presentationml/2006/main">
  <p:tag name="AS_UNIQUEID" val="1785"/>
</p:tagLst>
</file>

<file path=ppt/tags/tag630.xml><?xml version="1.0" encoding="utf-8"?>
<p:tagLst xmlns:a="http://schemas.openxmlformats.org/drawingml/2006/main" xmlns:r="http://schemas.openxmlformats.org/officeDocument/2006/relationships" xmlns:p="http://schemas.openxmlformats.org/presentationml/2006/main">
  <p:tag name="AS_UNIQUEID" val="1768"/>
</p:tagLst>
</file>

<file path=ppt/tags/tag631.xml><?xml version="1.0" encoding="utf-8"?>
<p:tagLst xmlns:a="http://schemas.openxmlformats.org/drawingml/2006/main" xmlns:r="http://schemas.openxmlformats.org/officeDocument/2006/relationships" xmlns:p="http://schemas.openxmlformats.org/presentationml/2006/main">
  <p:tag name="AS_UNIQUEID" val="1772"/>
</p:tagLst>
</file>

<file path=ppt/tags/tag632.xml><?xml version="1.0" encoding="utf-8"?>
<p:tagLst xmlns:a="http://schemas.openxmlformats.org/drawingml/2006/main" xmlns:r="http://schemas.openxmlformats.org/officeDocument/2006/relationships" xmlns:p="http://schemas.openxmlformats.org/presentationml/2006/main">
  <p:tag name="AS_UNIQUEID" val="1769"/>
</p:tagLst>
</file>

<file path=ppt/tags/tag633.xml><?xml version="1.0" encoding="utf-8"?>
<p:tagLst xmlns:a="http://schemas.openxmlformats.org/drawingml/2006/main" xmlns:r="http://schemas.openxmlformats.org/officeDocument/2006/relationships" xmlns:p="http://schemas.openxmlformats.org/presentationml/2006/main">
  <p:tag name="AS_UNIQUEID" val="1770"/>
</p:tagLst>
</file>

<file path=ppt/tags/tag634.xml><?xml version="1.0" encoding="utf-8"?>
<p:tagLst xmlns:a="http://schemas.openxmlformats.org/drawingml/2006/main" xmlns:r="http://schemas.openxmlformats.org/officeDocument/2006/relationships" xmlns:p="http://schemas.openxmlformats.org/presentationml/2006/main">
  <p:tag name="AS_UNIQUEID" val="1771"/>
</p:tagLst>
</file>

<file path=ppt/tags/tag635.xml><?xml version="1.0" encoding="utf-8"?>
<p:tagLst xmlns:a="http://schemas.openxmlformats.org/drawingml/2006/main" xmlns:r="http://schemas.openxmlformats.org/officeDocument/2006/relationships" xmlns:p="http://schemas.openxmlformats.org/presentationml/2006/main">
  <p:tag name="AS_UNIQUEID" val="1760"/>
</p:tagLst>
</file>

<file path=ppt/tags/tag636.xml><?xml version="1.0" encoding="utf-8"?>
<p:tagLst xmlns:a="http://schemas.openxmlformats.org/drawingml/2006/main" xmlns:r="http://schemas.openxmlformats.org/officeDocument/2006/relationships" xmlns:p="http://schemas.openxmlformats.org/presentationml/2006/main">
  <p:tag name="AS_UNIQUEID" val="1764"/>
</p:tagLst>
</file>

<file path=ppt/tags/tag637.xml><?xml version="1.0" encoding="utf-8"?>
<p:tagLst xmlns:a="http://schemas.openxmlformats.org/drawingml/2006/main" xmlns:r="http://schemas.openxmlformats.org/officeDocument/2006/relationships" xmlns:p="http://schemas.openxmlformats.org/presentationml/2006/main">
  <p:tag name="AS_UNIQUEID" val="1761"/>
</p:tagLst>
</file>

<file path=ppt/tags/tag638.xml><?xml version="1.0" encoding="utf-8"?>
<p:tagLst xmlns:a="http://schemas.openxmlformats.org/drawingml/2006/main" xmlns:r="http://schemas.openxmlformats.org/officeDocument/2006/relationships" xmlns:p="http://schemas.openxmlformats.org/presentationml/2006/main">
  <p:tag name="AS_UNIQUEID" val="1762"/>
</p:tagLst>
</file>

<file path=ppt/tags/tag639.xml><?xml version="1.0" encoding="utf-8"?>
<p:tagLst xmlns:a="http://schemas.openxmlformats.org/drawingml/2006/main" xmlns:r="http://schemas.openxmlformats.org/officeDocument/2006/relationships" xmlns:p="http://schemas.openxmlformats.org/presentationml/2006/main">
  <p:tag name="AS_UNIQUEID" val="1763"/>
</p:tagLst>
</file>

<file path=ppt/tags/tag640.xml><?xml version="1.0" encoding="utf-8"?>
<p:tagLst xmlns:a="http://schemas.openxmlformats.org/drawingml/2006/main" xmlns:r="http://schemas.openxmlformats.org/officeDocument/2006/relationships" xmlns:p="http://schemas.openxmlformats.org/presentationml/2006/main">
  <p:tag name="AS_UNIQUEID" val="1788"/>
</p:tagLst>
</file>

<file path=ppt/tags/tag641.xml><?xml version="1.0" encoding="utf-8"?>
<p:tagLst xmlns:a="http://schemas.openxmlformats.org/drawingml/2006/main" xmlns:r="http://schemas.openxmlformats.org/officeDocument/2006/relationships" xmlns:p="http://schemas.openxmlformats.org/presentationml/2006/main">
  <p:tag name="AS_UNIQUEID" val="1789"/>
</p:tagLst>
</file>

<file path=ppt/tags/tag642.xml><?xml version="1.0" encoding="utf-8"?>
<p:tagLst xmlns:a="http://schemas.openxmlformats.org/drawingml/2006/main" xmlns:r="http://schemas.openxmlformats.org/officeDocument/2006/relationships" xmlns:p="http://schemas.openxmlformats.org/presentationml/2006/main">
  <p:tag name="AS_UNIQUEID" val="1790"/>
</p:tagLst>
</file>

<file path=ppt/tags/tag643.xml><?xml version="1.0" encoding="utf-8"?>
<p:tagLst xmlns:a="http://schemas.openxmlformats.org/drawingml/2006/main" xmlns:r="http://schemas.openxmlformats.org/officeDocument/2006/relationships" xmlns:p="http://schemas.openxmlformats.org/presentationml/2006/main">
  <p:tag name="AS_UNIQUEID" val="1791"/>
</p:tagLst>
</file>

<file path=ppt/tags/tag644.xml><?xml version="1.0" encoding="utf-8"?>
<p:tagLst xmlns:a="http://schemas.openxmlformats.org/drawingml/2006/main" xmlns:r="http://schemas.openxmlformats.org/officeDocument/2006/relationships" xmlns:p="http://schemas.openxmlformats.org/presentationml/2006/main">
  <p:tag name="AS_UNIQUEID" val="1792"/>
</p:tagLst>
</file>

<file path=ppt/tags/tag645.xml><?xml version="1.0" encoding="utf-8"?>
<p:tagLst xmlns:a="http://schemas.openxmlformats.org/drawingml/2006/main" xmlns:r="http://schemas.openxmlformats.org/officeDocument/2006/relationships" xmlns:p="http://schemas.openxmlformats.org/presentationml/2006/main">
  <p:tag name="AS_UNIQUEID" val="1793"/>
</p:tagLst>
</file>

<file path=ppt/tags/tag646.xml><?xml version="1.0" encoding="utf-8"?>
<p:tagLst xmlns:a="http://schemas.openxmlformats.org/drawingml/2006/main" xmlns:r="http://schemas.openxmlformats.org/officeDocument/2006/relationships" xmlns:p="http://schemas.openxmlformats.org/presentationml/2006/main">
  <p:tag name="AS_UNIQUEID" val="1794"/>
</p:tagLst>
</file>

<file path=ppt/tags/tag647.xml><?xml version="1.0" encoding="utf-8"?>
<p:tagLst xmlns:a="http://schemas.openxmlformats.org/drawingml/2006/main" xmlns:r="http://schemas.openxmlformats.org/officeDocument/2006/relationships" xmlns:p="http://schemas.openxmlformats.org/presentationml/2006/main">
  <p:tag name="AS_UNIQUEID" val="1795"/>
</p:tagLst>
</file>

<file path=ppt/tags/tag648.xml><?xml version="1.0" encoding="utf-8"?>
<p:tagLst xmlns:a="http://schemas.openxmlformats.org/drawingml/2006/main" xmlns:r="http://schemas.openxmlformats.org/officeDocument/2006/relationships" xmlns:p="http://schemas.openxmlformats.org/presentationml/2006/main">
  <p:tag name="AS_UNIQUEID" val="1796"/>
</p:tagLst>
</file>

<file path=ppt/tags/tag649.xml><?xml version="1.0" encoding="utf-8"?>
<p:tagLst xmlns:a="http://schemas.openxmlformats.org/drawingml/2006/main" xmlns:r="http://schemas.openxmlformats.org/officeDocument/2006/relationships" xmlns:p="http://schemas.openxmlformats.org/presentationml/2006/main">
  <p:tag name="AS_UNIQUEID" val="1797"/>
</p:tagLst>
</file>

<file path=ppt/tags/tag650.xml><?xml version="1.0" encoding="utf-8"?>
<p:tagLst xmlns:a="http://schemas.openxmlformats.org/drawingml/2006/main" xmlns:r="http://schemas.openxmlformats.org/officeDocument/2006/relationships" xmlns:p="http://schemas.openxmlformats.org/presentationml/2006/main">
  <p:tag name="AS_UNIQUEID" val="43"/>
</p:tagLst>
</file>

<file path=ppt/tags/tag651.xml><?xml version="1.0" encoding="utf-8"?>
<p:tagLst xmlns:a="http://schemas.openxmlformats.org/drawingml/2006/main" xmlns:r="http://schemas.openxmlformats.org/officeDocument/2006/relationships" xmlns:p="http://schemas.openxmlformats.org/presentationml/2006/main">
  <p:tag name="AS_UNIQUEID" val="1799"/>
</p:tagLst>
</file>

<file path=ppt/tags/tag652.xml><?xml version="1.0" encoding="utf-8"?>
<p:tagLst xmlns:a="http://schemas.openxmlformats.org/drawingml/2006/main" xmlns:r="http://schemas.openxmlformats.org/officeDocument/2006/relationships" xmlns:p="http://schemas.openxmlformats.org/presentationml/2006/main">
  <p:tag name="AS_UNIQUEID" val="1800"/>
</p:tagLst>
</file>

<file path=ppt/tags/tag653.xml><?xml version="1.0" encoding="utf-8"?>
<p:tagLst xmlns:a="http://schemas.openxmlformats.org/drawingml/2006/main" xmlns:r="http://schemas.openxmlformats.org/officeDocument/2006/relationships" xmlns:p="http://schemas.openxmlformats.org/presentationml/2006/main">
  <p:tag name="AS_UNIQUEID" val="1801"/>
</p:tagLst>
</file>

<file path=ppt/tags/tag654.xml><?xml version="1.0" encoding="utf-8"?>
<p:tagLst xmlns:a="http://schemas.openxmlformats.org/drawingml/2006/main" xmlns:r="http://schemas.openxmlformats.org/officeDocument/2006/relationships" xmlns:p="http://schemas.openxmlformats.org/presentationml/2006/main">
  <p:tag name="AS_UNIQUEID" val="1802"/>
</p:tagLst>
</file>

<file path=ppt/tags/tag655.xml><?xml version="1.0" encoding="utf-8"?>
<p:tagLst xmlns:a="http://schemas.openxmlformats.org/drawingml/2006/main" xmlns:r="http://schemas.openxmlformats.org/officeDocument/2006/relationships" xmlns:p="http://schemas.openxmlformats.org/presentationml/2006/main">
  <p:tag name="AS_UNIQUEID" val="1803"/>
</p:tagLst>
</file>

<file path=ppt/tags/tag656.xml><?xml version="1.0" encoding="utf-8"?>
<p:tagLst xmlns:a="http://schemas.openxmlformats.org/drawingml/2006/main" xmlns:r="http://schemas.openxmlformats.org/officeDocument/2006/relationships" xmlns:p="http://schemas.openxmlformats.org/presentationml/2006/main">
  <p:tag name="AS_UNIQUEID" val="1804"/>
</p:tagLst>
</file>

<file path=ppt/tags/tag657.xml><?xml version="1.0" encoding="utf-8"?>
<p:tagLst xmlns:a="http://schemas.openxmlformats.org/drawingml/2006/main" xmlns:r="http://schemas.openxmlformats.org/officeDocument/2006/relationships" xmlns:p="http://schemas.openxmlformats.org/presentationml/2006/main">
  <p:tag name="AS_UNIQUEID" val="1805"/>
</p:tagLst>
</file>

<file path=ppt/tags/tag658.xml><?xml version="1.0" encoding="utf-8"?>
<p:tagLst xmlns:a="http://schemas.openxmlformats.org/drawingml/2006/main" xmlns:r="http://schemas.openxmlformats.org/officeDocument/2006/relationships" xmlns:p="http://schemas.openxmlformats.org/presentationml/2006/main">
  <p:tag name="AS_UNIQUEID" val="1807"/>
</p:tagLst>
</file>

<file path=ppt/tags/tag659.xml><?xml version="1.0" encoding="utf-8"?>
<p:tagLst xmlns:a="http://schemas.openxmlformats.org/drawingml/2006/main" xmlns:r="http://schemas.openxmlformats.org/officeDocument/2006/relationships" xmlns:p="http://schemas.openxmlformats.org/presentationml/2006/main">
  <p:tag name="AS_UNIQUEID" val="1808"/>
</p:tagLst>
</file>

<file path=ppt/tags/tag660.xml><?xml version="1.0" encoding="utf-8"?>
<p:tagLst xmlns:a="http://schemas.openxmlformats.org/drawingml/2006/main" xmlns:r="http://schemas.openxmlformats.org/officeDocument/2006/relationships" xmlns:p="http://schemas.openxmlformats.org/presentationml/2006/main">
  <p:tag name="AS_UNIQUEID" val="1809"/>
</p:tagLst>
</file>

<file path=ppt/tags/tag661.xml><?xml version="1.0" encoding="utf-8"?>
<p:tagLst xmlns:a="http://schemas.openxmlformats.org/drawingml/2006/main" xmlns:r="http://schemas.openxmlformats.org/officeDocument/2006/relationships" xmlns:p="http://schemas.openxmlformats.org/presentationml/2006/main">
  <p:tag name="AS_UNIQUEID" val="1810"/>
</p:tagLst>
</file>

<file path=ppt/tags/tag662.xml><?xml version="1.0" encoding="utf-8"?>
<p:tagLst xmlns:a="http://schemas.openxmlformats.org/drawingml/2006/main" xmlns:r="http://schemas.openxmlformats.org/officeDocument/2006/relationships" xmlns:p="http://schemas.openxmlformats.org/presentationml/2006/main">
  <p:tag name="AS_UNIQUEID" val="968"/>
</p:tagLst>
</file>

<file path=ppt/tags/tag663.xml><?xml version="1.0" encoding="utf-8"?>
<p:tagLst xmlns:a="http://schemas.openxmlformats.org/drawingml/2006/main" xmlns:r="http://schemas.openxmlformats.org/officeDocument/2006/relationships" xmlns:p="http://schemas.openxmlformats.org/presentationml/2006/main">
  <p:tag name="AS_UNIQUEID" val="969"/>
</p:tagLst>
</file>

<file path=ppt/tags/tag664.xml><?xml version="1.0" encoding="utf-8"?>
<p:tagLst xmlns:a="http://schemas.openxmlformats.org/drawingml/2006/main" xmlns:r="http://schemas.openxmlformats.org/officeDocument/2006/relationships" xmlns:p="http://schemas.openxmlformats.org/presentationml/2006/main">
  <p:tag name="AS_UNIQUEID" val="975"/>
</p:tagLst>
</file>

<file path=ppt/tags/tag665.xml><?xml version="1.0" encoding="utf-8"?>
<p:tagLst xmlns:a="http://schemas.openxmlformats.org/drawingml/2006/main" xmlns:r="http://schemas.openxmlformats.org/officeDocument/2006/relationships" xmlns:p="http://schemas.openxmlformats.org/presentationml/2006/main">
  <p:tag name="AS_UNIQUEID" val="978"/>
</p:tagLst>
</file>

<file path=ppt/tags/tag666.xml><?xml version="1.0" encoding="utf-8"?>
<p:tagLst xmlns:a="http://schemas.openxmlformats.org/drawingml/2006/main" xmlns:r="http://schemas.openxmlformats.org/officeDocument/2006/relationships" xmlns:p="http://schemas.openxmlformats.org/presentationml/2006/main">
  <p:tag name="AS_UNIQUEID" val="1811"/>
</p:tagLst>
</file>

<file path=ppt/tags/tag667.xml><?xml version="1.0" encoding="utf-8"?>
<p:tagLst xmlns:a="http://schemas.openxmlformats.org/drawingml/2006/main" xmlns:r="http://schemas.openxmlformats.org/officeDocument/2006/relationships" xmlns:p="http://schemas.openxmlformats.org/presentationml/2006/main">
  <p:tag name="AS_UNIQUEID" val="982"/>
</p:tagLst>
</file>

<file path=ppt/tags/tag668.xml><?xml version="1.0" encoding="utf-8"?>
<p:tagLst xmlns:a="http://schemas.openxmlformats.org/drawingml/2006/main" xmlns:r="http://schemas.openxmlformats.org/officeDocument/2006/relationships" xmlns:p="http://schemas.openxmlformats.org/presentationml/2006/main">
  <p:tag name="AS_UNIQUEID" val="1812"/>
</p:tagLst>
</file>

<file path=ppt/tags/tag669.xml><?xml version="1.0" encoding="utf-8"?>
<p:tagLst xmlns:a="http://schemas.openxmlformats.org/drawingml/2006/main" xmlns:r="http://schemas.openxmlformats.org/officeDocument/2006/relationships" xmlns:p="http://schemas.openxmlformats.org/presentationml/2006/main">
  <p:tag name="AS_UNIQUEID" val="1813"/>
</p:tagLst>
</file>

<file path=ppt/tags/tag670.xml><?xml version="1.0" encoding="utf-8"?>
<p:tagLst xmlns:a="http://schemas.openxmlformats.org/drawingml/2006/main" xmlns:r="http://schemas.openxmlformats.org/officeDocument/2006/relationships" xmlns:p="http://schemas.openxmlformats.org/presentationml/2006/main">
  <p:tag name="AS_UNIQUEID" val="1814"/>
</p:tagLst>
</file>

<file path=ppt/tags/tag671.xml><?xml version="1.0" encoding="utf-8"?>
<p:tagLst xmlns:a="http://schemas.openxmlformats.org/drawingml/2006/main" xmlns:r="http://schemas.openxmlformats.org/officeDocument/2006/relationships" xmlns:p="http://schemas.openxmlformats.org/presentationml/2006/main">
  <p:tag name="AS_UNIQUEID" val="1815"/>
</p:tagLst>
</file>

<file path=ppt/tags/tag672.xml><?xml version="1.0" encoding="utf-8"?>
<p:tagLst xmlns:a="http://schemas.openxmlformats.org/drawingml/2006/main" xmlns:r="http://schemas.openxmlformats.org/officeDocument/2006/relationships" xmlns:p="http://schemas.openxmlformats.org/presentationml/2006/main">
  <p:tag name="AS_UNIQUEID" val="1816"/>
</p:tagLst>
</file>

<file path=ppt/tags/tag673.xml><?xml version="1.0" encoding="utf-8"?>
<p:tagLst xmlns:a="http://schemas.openxmlformats.org/drawingml/2006/main" xmlns:r="http://schemas.openxmlformats.org/officeDocument/2006/relationships" xmlns:p="http://schemas.openxmlformats.org/presentationml/2006/main">
  <p:tag name="AS_UNIQUEID" val="1817"/>
</p:tagLst>
</file>

<file path=ppt/tags/tag674.xml><?xml version="1.0" encoding="utf-8"?>
<p:tagLst xmlns:a="http://schemas.openxmlformats.org/drawingml/2006/main" xmlns:r="http://schemas.openxmlformats.org/officeDocument/2006/relationships" xmlns:p="http://schemas.openxmlformats.org/presentationml/2006/main">
  <p:tag name="AS_UNIQUEID" val="1818"/>
</p:tagLst>
</file>

<file path=ppt/tags/tag675.xml><?xml version="1.0" encoding="utf-8"?>
<p:tagLst xmlns:a="http://schemas.openxmlformats.org/drawingml/2006/main" xmlns:r="http://schemas.openxmlformats.org/officeDocument/2006/relationships" xmlns:p="http://schemas.openxmlformats.org/presentationml/2006/main">
  <p:tag name="AS_UNIQUEID" val="1819"/>
</p:tagLst>
</file>

<file path=ppt/tags/tag676.xml><?xml version="1.0" encoding="utf-8"?>
<p:tagLst xmlns:a="http://schemas.openxmlformats.org/drawingml/2006/main" xmlns:r="http://schemas.openxmlformats.org/officeDocument/2006/relationships" xmlns:p="http://schemas.openxmlformats.org/presentationml/2006/main">
  <p:tag name="AS_UNIQUEID" val="972"/>
</p:tagLst>
</file>

<file path=ppt/tags/tag677.xml><?xml version="1.0" encoding="utf-8"?>
<p:tagLst xmlns:a="http://schemas.openxmlformats.org/drawingml/2006/main" xmlns:r="http://schemas.openxmlformats.org/officeDocument/2006/relationships" xmlns:p="http://schemas.openxmlformats.org/presentationml/2006/main">
  <p:tag name="AS_UNIQUEID" val="981"/>
</p:tagLst>
</file>

<file path=ppt/tags/tag678.xml><?xml version="1.0" encoding="utf-8"?>
<p:tagLst xmlns:a="http://schemas.openxmlformats.org/drawingml/2006/main" xmlns:r="http://schemas.openxmlformats.org/officeDocument/2006/relationships" xmlns:p="http://schemas.openxmlformats.org/presentationml/2006/main">
  <p:tag name="AS_UNIQUEID" val="973"/>
</p:tagLst>
</file>

<file path=ppt/tags/tag679.xml><?xml version="1.0" encoding="utf-8"?>
<p:tagLst xmlns:a="http://schemas.openxmlformats.org/drawingml/2006/main" xmlns:r="http://schemas.openxmlformats.org/officeDocument/2006/relationships" xmlns:p="http://schemas.openxmlformats.org/presentationml/2006/main">
  <p:tag name="AS_UNIQUEID" val="974"/>
</p:tagLst>
</file>

<file path=ppt/tags/tag680.xml><?xml version="1.0" encoding="utf-8"?>
<p:tagLst xmlns:a="http://schemas.openxmlformats.org/drawingml/2006/main" xmlns:r="http://schemas.openxmlformats.org/officeDocument/2006/relationships" xmlns:p="http://schemas.openxmlformats.org/presentationml/2006/main">
  <p:tag name="AS_UNIQUEID" val="979"/>
</p:tagLst>
</file>

<file path=ppt/tags/tag681.xml><?xml version="1.0" encoding="utf-8"?>
<p:tagLst xmlns:a="http://schemas.openxmlformats.org/drawingml/2006/main" xmlns:r="http://schemas.openxmlformats.org/officeDocument/2006/relationships" xmlns:p="http://schemas.openxmlformats.org/presentationml/2006/main">
  <p:tag name="AS_UNIQUEID" val="980"/>
</p:tagLst>
</file>

<file path=ppt/tags/tag682.xml><?xml version="1.0" encoding="utf-8"?>
<p:tagLst xmlns:a="http://schemas.openxmlformats.org/drawingml/2006/main" xmlns:r="http://schemas.openxmlformats.org/officeDocument/2006/relationships" xmlns:p="http://schemas.openxmlformats.org/presentationml/2006/main">
  <p:tag name="AS_UNIQUEID" val="976"/>
</p:tagLst>
</file>

<file path=ppt/tags/tag683.xml><?xml version="1.0" encoding="utf-8"?>
<p:tagLst xmlns:a="http://schemas.openxmlformats.org/drawingml/2006/main" xmlns:r="http://schemas.openxmlformats.org/officeDocument/2006/relationships" xmlns:p="http://schemas.openxmlformats.org/presentationml/2006/main">
  <p:tag name="AS_UNIQUEID" val="977"/>
</p:tagLst>
</file>

<file path=ppt/tags/tag684.xml><?xml version="1.0" encoding="utf-8"?>
<p:tagLst xmlns:a="http://schemas.openxmlformats.org/drawingml/2006/main" xmlns:r="http://schemas.openxmlformats.org/officeDocument/2006/relationships" xmlns:p="http://schemas.openxmlformats.org/presentationml/2006/main">
  <p:tag name="AS_UNIQUEID" val="970"/>
</p:tagLst>
</file>

<file path=ppt/tags/tag685.xml><?xml version="1.0" encoding="utf-8"?>
<p:tagLst xmlns:a="http://schemas.openxmlformats.org/drawingml/2006/main" xmlns:r="http://schemas.openxmlformats.org/officeDocument/2006/relationships" xmlns:p="http://schemas.openxmlformats.org/presentationml/2006/main">
  <p:tag name="AS_UNIQUEID" val="971"/>
</p:tagLst>
</file>

<file path=ppt/tags/tag686.xml><?xml version="1.0" encoding="utf-8"?>
<p:tagLst xmlns:a="http://schemas.openxmlformats.org/drawingml/2006/main" xmlns:r="http://schemas.openxmlformats.org/officeDocument/2006/relationships" xmlns:p="http://schemas.openxmlformats.org/presentationml/2006/main">
  <p:tag name="AS_UNIQUEID" val="1821"/>
</p:tagLst>
</file>

<file path=ppt/tags/tag687.xml><?xml version="1.0" encoding="utf-8"?>
<p:tagLst xmlns:a="http://schemas.openxmlformats.org/drawingml/2006/main" xmlns:r="http://schemas.openxmlformats.org/officeDocument/2006/relationships" xmlns:p="http://schemas.openxmlformats.org/presentationml/2006/main">
  <p:tag name="AS_UNIQUEID" val="1822"/>
</p:tagLst>
</file>

<file path=ppt/tags/tag688.xml><?xml version="1.0" encoding="utf-8"?>
<p:tagLst xmlns:a="http://schemas.openxmlformats.org/drawingml/2006/main" xmlns:r="http://schemas.openxmlformats.org/officeDocument/2006/relationships" xmlns:p="http://schemas.openxmlformats.org/presentationml/2006/main">
  <p:tag name="AS_UNIQUEID" val="1823"/>
</p:tagLst>
</file>

<file path=ppt/tags/tag689.xml><?xml version="1.0" encoding="utf-8"?>
<p:tagLst xmlns:a="http://schemas.openxmlformats.org/drawingml/2006/main" xmlns:r="http://schemas.openxmlformats.org/officeDocument/2006/relationships" xmlns:p="http://schemas.openxmlformats.org/presentationml/2006/main">
  <p:tag name="AS_UNIQUEID" val="1824"/>
</p:tagLst>
</file>

<file path=ppt/tags/tag690.xml><?xml version="1.0" encoding="utf-8"?>
<p:tagLst xmlns:a="http://schemas.openxmlformats.org/drawingml/2006/main" xmlns:r="http://schemas.openxmlformats.org/officeDocument/2006/relationships" xmlns:p="http://schemas.openxmlformats.org/presentationml/2006/main">
  <p:tag name="AS_UNIQUEID" val="1825"/>
</p:tagLst>
</file>

<file path=ppt/tags/tag691.xml><?xml version="1.0" encoding="utf-8"?>
<p:tagLst xmlns:a="http://schemas.openxmlformats.org/drawingml/2006/main" xmlns:r="http://schemas.openxmlformats.org/officeDocument/2006/relationships" xmlns:p="http://schemas.openxmlformats.org/presentationml/2006/main">
  <p:tag name="AS_UNIQUEID" val="1826"/>
</p:tagLst>
</file>

<file path=ppt/tags/tag692.xml><?xml version="1.0" encoding="utf-8"?>
<p:tagLst xmlns:a="http://schemas.openxmlformats.org/drawingml/2006/main" xmlns:r="http://schemas.openxmlformats.org/officeDocument/2006/relationships" xmlns:p="http://schemas.openxmlformats.org/presentationml/2006/main">
  <p:tag name="AS_UNIQUEID" val="1827"/>
</p:tagLst>
</file>

<file path=ppt/tags/tag693.xml><?xml version="1.0" encoding="utf-8"?>
<p:tagLst xmlns:a="http://schemas.openxmlformats.org/drawingml/2006/main" xmlns:r="http://schemas.openxmlformats.org/officeDocument/2006/relationships" xmlns:p="http://schemas.openxmlformats.org/presentationml/2006/main">
  <p:tag name="AS_UNIQUEID" val="1828"/>
</p:tagLst>
</file>

<file path=ppt/tags/tag694.xml><?xml version="1.0" encoding="utf-8"?>
<p:tagLst xmlns:a="http://schemas.openxmlformats.org/drawingml/2006/main" xmlns:r="http://schemas.openxmlformats.org/officeDocument/2006/relationships" xmlns:p="http://schemas.openxmlformats.org/presentationml/2006/main">
  <p:tag name="AS_UNIQUEID" val="1830"/>
</p:tagLst>
</file>

<file path=ppt/tags/tag695.xml><?xml version="1.0" encoding="utf-8"?>
<p:tagLst xmlns:a="http://schemas.openxmlformats.org/drawingml/2006/main" xmlns:r="http://schemas.openxmlformats.org/officeDocument/2006/relationships" xmlns:p="http://schemas.openxmlformats.org/presentationml/2006/main">
  <p:tag name="AS_UNIQUEID" val="1831"/>
</p:tagLst>
</file>

<file path=ppt/tags/tag696.xml><?xml version="1.0" encoding="utf-8"?>
<p:tagLst xmlns:a="http://schemas.openxmlformats.org/drawingml/2006/main" xmlns:r="http://schemas.openxmlformats.org/officeDocument/2006/relationships" xmlns:p="http://schemas.openxmlformats.org/presentationml/2006/main">
  <p:tag name="AS_UNIQUEID" val="1832"/>
</p:tagLst>
</file>

<file path=ppt/tags/tag697.xml><?xml version="1.0" encoding="utf-8"?>
<p:tagLst xmlns:a="http://schemas.openxmlformats.org/drawingml/2006/main" xmlns:r="http://schemas.openxmlformats.org/officeDocument/2006/relationships" xmlns:p="http://schemas.openxmlformats.org/presentationml/2006/main">
  <p:tag name="AS_UNIQUEID" val="1833"/>
</p:tagLst>
</file>

<file path=ppt/tags/tag698.xml><?xml version="1.0" encoding="utf-8"?>
<p:tagLst xmlns:a="http://schemas.openxmlformats.org/drawingml/2006/main" xmlns:r="http://schemas.openxmlformats.org/officeDocument/2006/relationships" xmlns:p="http://schemas.openxmlformats.org/presentationml/2006/main">
  <p:tag name="AS_UNIQUEID" val="1834"/>
</p:tagLst>
</file>

<file path=ppt/tags/tag699.xml><?xml version="1.0" encoding="utf-8"?>
<p:tagLst xmlns:a="http://schemas.openxmlformats.org/drawingml/2006/main" xmlns:r="http://schemas.openxmlformats.org/officeDocument/2006/relationships" xmlns:p="http://schemas.openxmlformats.org/presentationml/2006/main">
  <p:tag name="AS_UNIQUEID" val="1835"/>
</p:tagLst>
</file>

<file path=ppt/tags/tag700.xml><?xml version="1.0" encoding="utf-8"?>
<p:tagLst xmlns:a="http://schemas.openxmlformats.org/drawingml/2006/main" xmlns:r="http://schemas.openxmlformats.org/officeDocument/2006/relationships" xmlns:p="http://schemas.openxmlformats.org/presentationml/2006/main">
  <p:tag name="AS_UNIQUEID" val="1836"/>
</p:tagLst>
</file>

<file path=ppt/tags/tag701.xml><?xml version="1.0" encoding="utf-8"?>
<p:tagLst xmlns:a="http://schemas.openxmlformats.org/drawingml/2006/main" xmlns:r="http://schemas.openxmlformats.org/officeDocument/2006/relationships" xmlns:p="http://schemas.openxmlformats.org/presentationml/2006/main">
  <p:tag name="AS_UNIQUEID" val="1837"/>
</p:tagLst>
</file>

<file path=ppt/tags/tag702.xml><?xml version="1.0" encoding="utf-8"?>
<p:tagLst xmlns:a="http://schemas.openxmlformats.org/drawingml/2006/main" xmlns:r="http://schemas.openxmlformats.org/officeDocument/2006/relationships" xmlns:p="http://schemas.openxmlformats.org/presentationml/2006/main">
  <p:tag name="AS_UNIQUEID" val="1838"/>
</p:tagLst>
</file>

<file path=ppt/tags/tag703.xml><?xml version="1.0" encoding="utf-8"?>
<p:tagLst xmlns:a="http://schemas.openxmlformats.org/drawingml/2006/main" xmlns:r="http://schemas.openxmlformats.org/officeDocument/2006/relationships" xmlns:p="http://schemas.openxmlformats.org/presentationml/2006/main">
  <p:tag name="AS_UNIQUEID" val="1839"/>
</p:tagLst>
</file>

<file path=ppt/tags/tag704.xml><?xml version="1.0" encoding="utf-8"?>
<p:tagLst xmlns:a="http://schemas.openxmlformats.org/drawingml/2006/main" xmlns:r="http://schemas.openxmlformats.org/officeDocument/2006/relationships" xmlns:p="http://schemas.openxmlformats.org/presentationml/2006/main">
  <p:tag name="AS_UNIQUEID" val="1840"/>
</p:tagLst>
</file>

<file path=ppt/tags/tag705.xml><?xml version="1.0" encoding="utf-8"?>
<p:tagLst xmlns:a="http://schemas.openxmlformats.org/drawingml/2006/main" xmlns:r="http://schemas.openxmlformats.org/officeDocument/2006/relationships" xmlns:p="http://schemas.openxmlformats.org/presentationml/2006/main">
  <p:tag name="AS_UNIQUEID" val="1841"/>
</p:tagLst>
</file>

<file path=ppt/tags/tag706.xml><?xml version="1.0" encoding="utf-8"?>
<p:tagLst xmlns:a="http://schemas.openxmlformats.org/drawingml/2006/main" xmlns:r="http://schemas.openxmlformats.org/officeDocument/2006/relationships" xmlns:p="http://schemas.openxmlformats.org/presentationml/2006/main">
  <p:tag name="AS_UNIQUEID" val="1845"/>
</p:tagLst>
</file>

<file path=ppt/tags/tag707.xml><?xml version="1.0" encoding="utf-8"?>
<p:tagLst xmlns:a="http://schemas.openxmlformats.org/drawingml/2006/main" xmlns:r="http://schemas.openxmlformats.org/officeDocument/2006/relationships" xmlns:p="http://schemas.openxmlformats.org/presentationml/2006/main">
  <p:tag name="AS_UNIQUEID" val="1842"/>
</p:tagLst>
</file>

<file path=ppt/tags/tag708.xml><?xml version="1.0" encoding="utf-8"?>
<p:tagLst xmlns:a="http://schemas.openxmlformats.org/drawingml/2006/main" xmlns:r="http://schemas.openxmlformats.org/officeDocument/2006/relationships" xmlns:p="http://schemas.openxmlformats.org/presentationml/2006/main">
  <p:tag name="AS_UNIQUEID" val="1843"/>
</p:tagLst>
</file>

<file path=ppt/tags/tag709.xml><?xml version="1.0" encoding="utf-8"?>
<p:tagLst xmlns:a="http://schemas.openxmlformats.org/drawingml/2006/main" xmlns:r="http://schemas.openxmlformats.org/officeDocument/2006/relationships" xmlns:p="http://schemas.openxmlformats.org/presentationml/2006/main">
  <p:tag name="AS_UNIQUEID" val="1844"/>
</p:tagLst>
</file>

<file path=ppt/tags/tag710.xml><?xml version="1.0" encoding="utf-8"?>
<p:tagLst xmlns:a="http://schemas.openxmlformats.org/drawingml/2006/main" xmlns:r="http://schemas.openxmlformats.org/officeDocument/2006/relationships" xmlns:p="http://schemas.openxmlformats.org/presentationml/2006/main">
  <p:tag name="AS_UNIQUEID" val="1847"/>
</p:tagLst>
</file>

<file path=ppt/tags/tag711.xml><?xml version="1.0" encoding="utf-8"?>
<p:tagLst xmlns:a="http://schemas.openxmlformats.org/drawingml/2006/main" xmlns:r="http://schemas.openxmlformats.org/officeDocument/2006/relationships" xmlns:p="http://schemas.openxmlformats.org/presentationml/2006/main">
  <p:tag name="AS_UNIQUEID" val="1848"/>
</p:tagLst>
</file>

<file path=ppt/tags/tag712.xml><?xml version="1.0" encoding="utf-8"?>
<p:tagLst xmlns:a="http://schemas.openxmlformats.org/drawingml/2006/main" xmlns:r="http://schemas.openxmlformats.org/officeDocument/2006/relationships" xmlns:p="http://schemas.openxmlformats.org/presentationml/2006/main">
  <p:tag name="AS_UNIQUEID" val="1849"/>
</p:tagLst>
</file>

<file path=ppt/tags/tag713.xml><?xml version="1.0" encoding="utf-8"?>
<p:tagLst xmlns:a="http://schemas.openxmlformats.org/drawingml/2006/main" xmlns:r="http://schemas.openxmlformats.org/officeDocument/2006/relationships" xmlns:p="http://schemas.openxmlformats.org/presentationml/2006/main">
  <p:tag name="AS_UNIQUEID" val="1850"/>
</p:tagLst>
</file>

<file path=ppt/tags/tag714.xml><?xml version="1.0" encoding="utf-8"?>
<p:tagLst xmlns:a="http://schemas.openxmlformats.org/drawingml/2006/main" xmlns:r="http://schemas.openxmlformats.org/officeDocument/2006/relationships" xmlns:p="http://schemas.openxmlformats.org/presentationml/2006/main">
  <p:tag name="AS_UNIQUEID" val="1851"/>
</p:tagLst>
</file>

<file path=ppt/tags/tag715.xml><?xml version="1.0" encoding="utf-8"?>
<p:tagLst xmlns:a="http://schemas.openxmlformats.org/drawingml/2006/main" xmlns:r="http://schemas.openxmlformats.org/officeDocument/2006/relationships" xmlns:p="http://schemas.openxmlformats.org/presentationml/2006/main">
  <p:tag name="AS_UNIQUEID" val="1852"/>
</p:tagLst>
</file>

<file path=ppt/tags/tag716.xml><?xml version="1.0" encoding="utf-8"?>
<p:tagLst xmlns:a="http://schemas.openxmlformats.org/drawingml/2006/main" xmlns:r="http://schemas.openxmlformats.org/officeDocument/2006/relationships" xmlns:p="http://schemas.openxmlformats.org/presentationml/2006/main">
  <p:tag name="AS_UNIQUEID" val="1853"/>
</p:tagLst>
</file>

<file path=ppt/tags/tag717.xml><?xml version="1.0" encoding="utf-8"?>
<p:tagLst xmlns:a="http://schemas.openxmlformats.org/drawingml/2006/main" xmlns:r="http://schemas.openxmlformats.org/officeDocument/2006/relationships" xmlns:p="http://schemas.openxmlformats.org/presentationml/2006/main">
  <p:tag name="AS_UNIQUEID" val="1854"/>
</p:tagLst>
</file>

<file path=ppt/tags/tag718.xml><?xml version="1.0" encoding="utf-8"?>
<p:tagLst xmlns:a="http://schemas.openxmlformats.org/drawingml/2006/main" xmlns:r="http://schemas.openxmlformats.org/officeDocument/2006/relationships" xmlns:p="http://schemas.openxmlformats.org/presentationml/2006/main">
  <p:tag name="AS_UNIQUEID" val="1855"/>
</p:tagLst>
</file>

<file path=ppt/tags/tag719.xml><?xml version="1.0" encoding="utf-8"?>
<p:tagLst xmlns:a="http://schemas.openxmlformats.org/drawingml/2006/main" xmlns:r="http://schemas.openxmlformats.org/officeDocument/2006/relationships" xmlns:p="http://schemas.openxmlformats.org/presentationml/2006/main">
  <p:tag name="AS_UNIQUEID" val="1856"/>
</p:tagLst>
</file>

<file path=ppt/tags/tag720.xml><?xml version="1.0" encoding="utf-8"?>
<p:tagLst xmlns:a="http://schemas.openxmlformats.org/drawingml/2006/main" xmlns:r="http://schemas.openxmlformats.org/officeDocument/2006/relationships" xmlns:p="http://schemas.openxmlformats.org/presentationml/2006/main">
  <p:tag name="AS_UNIQUEID" val="1857"/>
</p:tagLst>
</file>

<file path=ppt/tags/tag721.xml><?xml version="1.0" encoding="utf-8"?>
<p:tagLst xmlns:a="http://schemas.openxmlformats.org/drawingml/2006/main" xmlns:r="http://schemas.openxmlformats.org/officeDocument/2006/relationships" xmlns:p="http://schemas.openxmlformats.org/presentationml/2006/main">
  <p:tag name="AS_UNIQUEID" val="1858"/>
</p:tagLst>
</file>

<file path=ppt/tags/tag722.xml><?xml version="1.0" encoding="utf-8"?>
<p:tagLst xmlns:a="http://schemas.openxmlformats.org/drawingml/2006/main" xmlns:r="http://schemas.openxmlformats.org/officeDocument/2006/relationships" xmlns:p="http://schemas.openxmlformats.org/presentationml/2006/main">
  <p:tag name="AS_UNIQUEID" val="1862"/>
</p:tagLst>
</file>

<file path=ppt/tags/tag723.xml><?xml version="1.0" encoding="utf-8"?>
<p:tagLst xmlns:a="http://schemas.openxmlformats.org/drawingml/2006/main" xmlns:r="http://schemas.openxmlformats.org/officeDocument/2006/relationships" xmlns:p="http://schemas.openxmlformats.org/presentationml/2006/main">
  <p:tag name="AS_UNIQUEID" val="1859"/>
</p:tagLst>
</file>

<file path=ppt/tags/tag724.xml><?xml version="1.0" encoding="utf-8"?>
<p:tagLst xmlns:a="http://schemas.openxmlformats.org/drawingml/2006/main" xmlns:r="http://schemas.openxmlformats.org/officeDocument/2006/relationships" xmlns:p="http://schemas.openxmlformats.org/presentationml/2006/main">
  <p:tag name="AS_UNIQUEID" val="1860"/>
</p:tagLst>
</file>

<file path=ppt/tags/tag725.xml><?xml version="1.0" encoding="utf-8"?>
<p:tagLst xmlns:a="http://schemas.openxmlformats.org/drawingml/2006/main" xmlns:r="http://schemas.openxmlformats.org/officeDocument/2006/relationships" xmlns:p="http://schemas.openxmlformats.org/presentationml/2006/main">
  <p:tag name="AS_UNIQUEID" val="1861"/>
</p:tagLst>
</file>

<file path=ppt/tags/tag726.xml><?xml version="1.0" encoding="utf-8"?>
<p:tagLst xmlns:a="http://schemas.openxmlformats.org/drawingml/2006/main" xmlns:r="http://schemas.openxmlformats.org/officeDocument/2006/relationships" xmlns:p="http://schemas.openxmlformats.org/presentationml/2006/main">
  <p:tag name="AS_UNIQUEID" val="1867"/>
</p:tagLst>
</file>

<file path=ppt/tags/tag727.xml><?xml version="1.0" encoding="utf-8"?>
<p:tagLst xmlns:a="http://schemas.openxmlformats.org/drawingml/2006/main" xmlns:r="http://schemas.openxmlformats.org/officeDocument/2006/relationships" xmlns:p="http://schemas.openxmlformats.org/presentationml/2006/main">
  <p:tag name="AS_UNIQUEID" val="1868"/>
</p:tagLst>
</file>

<file path=ppt/tags/tag728.xml><?xml version="1.0" encoding="utf-8"?>
<p:tagLst xmlns:a="http://schemas.openxmlformats.org/drawingml/2006/main" xmlns:r="http://schemas.openxmlformats.org/officeDocument/2006/relationships" xmlns:p="http://schemas.openxmlformats.org/presentationml/2006/main">
  <p:tag name="AS_UNIQUEID" val="1870"/>
</p:tagLst>
</file>

<file path=ppt/tags/tag729.xml><?xml version="1.0" encoding="utf-8"?>
<p:tagLst xmlns:a="http://schemas.openxmlformats.org/drawingml/2006/main" xmlns:r="http://schemas.openxmlformats.org/officeDocument/2006/relationships" xmlns:p="http://schemas.openxmlformats.org/presentationml/2006/main">
  <p:tag name="AS_UNIQUEID" val="1871"/>
</p:tagLst>
</file>

<file path=ppt/tags/tag730.xml><?xml version="1.0" encoding="utf-8"?>
<p:tagLst xmlns:a="http://schemas.openxmlformats.org/drawingml/2006/main" xmlns:r="http://schemas.openxmlformats.org/officeDocument/2006/relationships" xmlns:p="http://schemas.openxmlformats.org/presentationml/2006/main">
  <p:tag name="AS_UNIQUEID" val="1881"/>
</p:tagLst>
</file>

<file path=ppt/tags/tag731.xml><?xml version="1.0" encoding="utf-8"?>
<p:tagLst xmlns:a="http://schemas.openxmlformats.org/drawingml/2006/main" xmlns:r="http://schemas.openxmlformats.org/officeDocument/2006/relationships" xmlns:p="http://schemas.openxmlformats.org/presentationml/2006/main">
  <p:tag name="AS_UNIQUEID" val="1882"/>
</p:tagLst>
</file>

<file path=ppt/tags/tag732.xml><?xml version="1.0" encoding="utf-8"?>
<p:tagLst xmlns:a="http://schemas.openxmlformats.org/drawingml/2006/main" xmlns:r="http://schemas.openxmlformats.org/officeDocument/2006/relationships" xmlns:p="http://schemas.openxmlformats.org/presentationml/2006/main">
  <p:tag name="AS_UNIQUEID" val="1883"/>
</p:tagLst>
</file>

<file path=ppt/tags/tag733.xml><?xml version="1.0" encoding="utf-8"?>
<p:tagLst xmlns:a="http://schemas.openxmlformats.org/drawingml/2006/main" xmlns:r="http://schemas.openxmlformats.org/officeDocument/2006/relationships" xmlns:p="http://schemas.openxmlformats.org/presentationml/2006/main">
  <p:tag name="AS_UNIQUEID" val="1886"/>
</p:tagLst>
</file>

<file path=ppt/tags/tag734.xml><?xml version="1.0" encoding="utf-8"?>
<p:tagLst xmlns:a="http://schemas.openxmlformats.org/drawingml/2006/main" xmlns:r="http://schemas.openxmlformats.org/officeDocument/2006/relationships" xmlns:p="http://schemas.openxmlformats.org/presentationml/2006/main">
  <p:tag name="AS_UNIQUEID" val="1887"/>
</p:tagLst>
</file>

<file path=ppt/tags/tag735.xml><?xml version="1.0" encoding="utf-8"?>
<p:tagLst xmlns:a="http://schemas.openxmlformats.org/drawingml/2006/main" xmlns:r="http://schemas.openxmlformats.org/officeDocument/2006/relationships" xmlns:p="http://schemas.openxmlformats.org/presentationml/2006/main">
  <p:tag name="AS_UNIQUEID" val="1888"/>
</p:tagLst>
</file>

<file path=ppt/tags/tag736.xml><?xml version="1.0" encoding="utf-8"?>
<p:tagLst xmlns:a="http://schemas.openxmlformats.org/drawingml/2006/main" xmlns:r="http://schemas.openxmlformats.org/officeDocument/2006/relationships" xmlns:p="http://schemas.openxmlformats.org/presentationml/2006/main">
  <p:tag name="AS_UNIQUEID" val="1889"/>
</p:tagLst>
</file>

<file path=ppt/tags/tag737.xml><?xml version="1.0" encoding="utf-8"?>
<p:tagLst xmlns:a="http://schemas.openxmlformats.org/drawingml/2006/main" xmlns:r="http://schemas.openxmlformats.org/officeDocument/2006/relationships" xmlns:p="http://schemas.openxmlformats.org/presentationml/2006/main">
  <p:tag name="AS_UNIQUEID" val="1890"/>
</p:tagLst>
</file>

<file path=ppt/tags/tag738.xml><?xml version="1.0" encoding="utf-8"?>
<p:tagLst xmlns:a="http://schemas.openxmlformats.org/drawingml/2006/main" xmlns:r="http://schemas.openxmlformats.org/officeDocument/2006/relationships" xmlns:p="http://schemas.openxmlformats.org/presentationml/2006/main">
  <p:tag name="AS_UNIQUEID" val="1884"/>
</p:tagLst>
</file>

<file path=ppt/tags/tag739.xml><?xml version="1.0" encoding="utf-8"?>
<p:tagLst xmlns:a="http://schemas.openxmlformats.org/drawingml/2006/main" xmlns:r="http://schemas.openxmlformats.org/officeDocument/2006/relationships" xmlns:p="http://schemas.openxmlformats.org/presentationml/2006/main">
  <p:tag name="AS_UNIQUEID" val="1885"/>
</p:tagLst>
</file>

<file path=ppt/tags/tag740.xml><?xml version="1.0" encoding="utf-8"?>
<p:tagLst xmlns:a="http://schemas.openxmlformats.org/drawingml/2006/main" xmlns:r="http://schemas.openxmlformats.org/officeDocument/2006/relationships" xmlns:p="http://schemas.openxmlformats.org/presentationml/2006/main">
  <p:tag name="AS_UNIQUEID" val="1892"/>
</p:tagLst>
</file>

<file path=ppt/tags/tag741.xml><?xml version="1.0" encoding="utf-8"?>
<p:tagLst xmlns:a="http://schemas.openxmlformats.org/drawingml/2006/main" xmlns:r="http://schemas.openxmlformats.org/officeDocument/2006/relationships" xmlns:p="http://schemas.openxmlformats.org/presentationml/2006/main">
  <p:tag name="AS_UNIQUEID" val="1895"/>
</p:tagLst>
</file>

<file path=ppt/tags/tag742.xml><?xml version="1.0" encoding="utf-8"?>
<p:tagLst xmlns:a="http://schemas.openxmlformats.org/drawingml/2006/main" xmlns:r="http://schemas.openxmlformats.org/officeDocument/2006/relationships" xmlns:p="http://schemas.openxmlformats.org/presentationml/2006/main">
  <p:tag name="AS_UNIQUEID" val="1896"/>
</p:tagLst>
</file>

<file path=ppt/tags/tag743.xml><?xml version="1.0" encoding="utf-8"?>
<p:tagLst xmlns:a="http://schemas.openxmlformats.org/drawingml/2006/main" xmlns:r="http://schemas.openxmlformats.org/officeDocument/2006/relationships" xmlns:p="http://schemas.openxmlformats.org/presentationml/2006/main">
  <p:tag name="AS_UNIQUEID" val="1897"/>
</p:tagLst>
</file>

<file path=ppt/tags/tag744.xml><?xml version="1.0" encoding="utf-8"?>
<p:tagLst xmlns:a="http://schemas.openxmlformats.org/drawingml/2006/main" xmlns:r="http://schemas.openxmlformats.org/officeDocument/2006/relationships" xmlns:p="http://schemas.openxmlformats.org/presentationml/2006/main">
  <p:tag name="AS_UNIQUEID" val="1898"/>
</p:tagLst>
</file>

<file path=ppt/tags/tag745.xml><?xml version="1.0" encoding="utf-8"?>
<p:tagLst xmlns:a="http://schemas.openxmlformats.org/drawingml/2006/main" xmlns:r="http://schemas.openxmlformats.org/officeDocument/2006/relationships" xmlns:p="http://schemas.openxmlformats.org/presentationml/2006/main">
  <p:tag name="AS_UNIQUEID" val="1899"/>
</p:tagLst>
</file>

<file path=ppt/tags/tag746.xml><?xml version="1.0" encoding="utf-8"?>
<p:tagLst xmlns:a="http://schemas.openxmlformats.org/drawingml/2006/main" xmlns:r="http://schemas.openxmlformats.org/officeDocument/2006/relationships" xmlns:p="http://schemas.openxmlformats.org/presentationml/2006/main">
  <p:tag name="AS_UNIQUEID" val="1900"/>
</p:tagLst>
</file>

<file path=ppt/tags/tag747.xml><?xml version="1.0" encoding="utf-8"?>
<p:tagLst xmlns:a="http://schemas.openxmlformats.org/drawingml/2006/main" xmlns:r="http://schemas.openxmlformats.org/officeDocument/2006/relationships" xmlns:p="http://schemas.openxmlformats.org/presentationml/2006/main">
  <p:tag name="AS_UNIQUEID" val="1901"/>
</p:tagLst>
</file>

<file path=ppt/tags/tag748.xml><?xml version="1.0" encoding="utf-8"?>
<p:tagLst xmlns:a="http://schemas.openxmlformats.org/drawingml/2006/main" xmlns:r="http://schemas.openxmlformats.org/officeDocument/2006/relationships" xmlns:p="http://schemas.openxmlformats.org/presentationml/2006/main">
  <p:tag name="AS_UNIQUEID" val="1893"/>
</p:tagLst>
</file>

<file path=ppt/tags/tag749.xml><?xml version="1.0" encoding="utf-8"?>
<p:tagLst xmlns:a="http://schemas.openxmlformats.org/drawingml/2006/main" xmlns:r="http://schemas.openxmlformats.org/officeDocument/2006/relationships" xmlns:p="http://schemas.openxmlformats.org/presentationml/2006/main">
  <p:tag name="AS_UNIQUEID" val="1894"/>
</p:tagLst>
</file>

<file path=ppt/tags/tag750.xml><?xml version="1.0" encoding="utf-8"?>
<p:tagLst xmlns:a="http://schemas.openxmlformats.org/drawingml/2006/main" xmlns:r="http://schemas.openxmlformats.org/officeDocument/2006/relationships" xmlns:p="http://schemas.openxmlformats.org/presentationml/2006/main">
  <p:tag name="AS_UNIQUEID" val="1903"/>
</p:tagLst>
</file>

<file path=ppt/tags/tag751.xml><?xml version="1.0" encoding="utf-8"?>
<p:tagLst xmlns:a="http://schemas.openxmlformats.org/drawingml/2006/main" xmlns:r="http://schemas.openxmlformats.org/officeDocument/2006/relationships" xmlns:p="http://schemas.openxmlformats.org/presentationml/2006/main">
  <p:tag name="AS_UNIQUEID" val="1904"/>
</p:tagLst>
</file>

<file path=ppt/tags/tag752.xml><?xml version="1.0" encoding="utf-8"?>
<p:tagLst xmlns:a="http://schemas.openxmlformats.org/drawingml/2006/main" xmlns:r="http://schemas.openxmlformats.org/officeDocument/2006/relationships" xmlns:p="http://schemas.openxmlformats.org/presentationml/2006/main">
  <p:tag name="AS_UNIQUEID" val="1905"/>
</p:tagLst>
</file>

<file path=ppt/tags/tag753.xml><?xml version="1.0" encoding="utf-8"?>
<p:tagLst xmlns:a="http://schemas.openxmlformats.org/drawingml/2006/main" xmlns:r="http://schemas.openxmlformats.org/officeDocument/2006/relationships" xmlns:p="http://schemas.openxmlformats.org/presentationml/2006/main">
  <p:tag name="AS_UNIQUEID" val="1907"/>
</p:tagLst>
</file>

<file path=ppt/tags/tag754.xml><?xml version="1.0" encoding="utf-8"?>
<p:tagLst xmlns:a="http://schemas.openxmlformats.org/drawingml/2006/main" xmlns:r="http://schemas.openxmlformats.org/officeDocument/2006/relationships" xmlns:p="http://schemas.openxmlformats.org/presentationml/2006/main">
  <p:tag name="AS_UNIQUEID" val="1908"/>
</p:tagLst>
</file>

<file path=ppt/tags/tag755.xml><?xml version="1.0" encoding="utf-8"?>
<p:tagLst xmlns:a="http://schemas.openxmlformats.org/drawingml/2006/main" xmlns:r="http://schemas.openxmlformats.org/officeDocument/2006/relationships" xmlns:p="http://schemas.openxmlformats.org/presentationml/2006/main">
  <p:tag name="AS_UNIQUEID" val="1909"/>
</p:tagLst>
</file>

<file path=ppt/tags/tag756.xml><?xml version="1.0" encoding="utf-8"?>
<p:tagLst xmlns:a="http://schemas.openxmlformats.org/drawingml/2006/main" xmlns:r="http://schemas.openxmlformats.org/officeDocument/2006/relationships" xmlns:p="http://schemas.openxmlformats.org/presentationml/2006/main">
  <p:tag name="AS_UNIQUEID" val="1910"/>
</p:tagLst>
</file>

<file path=ppt/tags/tag757.xml><?xml version="1.0" encoding="utf-8"?>
<p:tagLst xmlns:a="http://schemas.openxmlformats.org/drawingml/2006/main" xmlns:r="http://schemas.openxmlformats.org/officeDocument/2006/relationships" xmlns:p="http://schemas.openxmlformats.org/presentationml/2006/main">
  <p:tag name="AS_UNIQUEID" val="1911"/>
</p:tagLst>
</file>

<file path=ppt/tags/tag758.xml><?xml version="1.0" encoding="utf-8"?>
<p:tagLst xmlns:a="http://schemas.openxmlformats.org/drawingml/2006/main" xmlns:r="http://schemas.openxmlformats.org/officeDocument/2006/relationships" xmlns:p="http://schemas.openxmlformats.org/presentationml/2006/main">
  <p:tag name="AS_UNIQUEID" val="1912"/>
</p:tagLst>
</file>

<file path=ppt/tags/tag759.xml><?xml version="1.0" encoding="utf-8"?>
<p:tagLst xmlns:a="http://schemas.openxmlformats.org/drawingml/2006/main" xmlns:r="http://schemas.openxmlformats.org/officeDocument/2006/relationships" xmlns:p="http://schemas.openxmlformats.org/presentationml/2006/main">
  <p:tag name="AS_UNIQUEID" val="1921"/>
</p:tagLst>
</file>

<file path=ppt/tags/tag760.xml><?xml version="1.0" encoding="utf-8"?>
<p:tagLst xmlns:a="http://schemas.openxmlformats.org/drawingml/2006/main" xmlns:r="http://schemas.openxmlformats.org/officeDocument/2006/relationships" xmlns:p="http://schemas.openxmlformats.org/presentationml/2006/main">
  <p:tag name="AS_UNIQUEID" val="1922"/>
</p:tagLst>
</file>

<file path=ppt/tags/tag761.xml><?xml version="1.0" encoding="utf-8"?>
<p:tagLst xmlns:a="http://schemas.openxmlformats.org/drawingml/2006/main" xmlns:r="http://schemas.openxmlformats.org/officeDocument/2006/relationships" xmlns:p="http://schemas.openxmlformats.org/presentationml/2006/main">
  <p:tag name="AS_UNIQUEID" val="1925"/>
</p:tagLst>
</file>

<file path=ppt/tags/tag762.xml><?xml version="1.0" encoding="utf-8"?>
<p:tagLst xmlns:a="http://schemas.openxmlformats.org/drawingml/2006/main" xmlns:r="http://schemas.openxmlformats.org/officeDocument/2006/relationships" xmlns:p="http://schemas.openxmlformats.org/presentationml/2006/main">
  <p:tag name="AS_UNIQUEID" val="1926"/>
</p:tagLst>
</file>

<file path=ppt/tags/tag763.xml><?xml version="1.0" encoding="utf-8"?>
<p:tagLst xmlns:a="http://schemas.openxmlformats.org/drawingml/2006/main" xmlns:r="http://schemas.openxmlformats.org/officeDocument/2006/relationships" xmlns:p="http://schemas.openxmlformats.org/presentationml/2006/main">
  <p:tag name="AS_UNIQUEID" val="1927"/>
</p:tagLst>
</file>

<file path=ppt/tags/tag764.xml><?xml version="1.0" encoding="utf-8"?>
<p:tagLst xmlns:a="http://schemas.openxmlformats.org/drawingml/2006/main" xmlns:r="http://schemas.openxmlformats.org/officeDocument/2006/relationships" xmlns:p="http://schemas.openxmlformats.org/presentationml/2006/main">
  <p:tag name="AS_UNIQUEID" val="1928"/>
</p:tagLst>
</file>

<file path=ppt/tags/tag765.xml><?xml version="1.0" encoding="utf-8"?>
<p:tagLst xmlns:a="http://schemas.openxmlformats.org/drawingml/2006/main" xmlns:r="http://schemas.openxmlformats.org/officeDocument/2006/relationships" xmlns:p="http://schemas.openxmlformats.org/presentationml/2006/main">
  <p:tag name="AS_UNIQUEID" val="1923"/>
</p:tagLst>
</file>

<file path=ppt/tags/tag766.xml><?xml version="1.0" encoding="utf-8"?>
<p:tagLst xmlns:a="http://schemas.openxmlformats.org/drawingml/2006/main" xmlns:r="http://schemas.openxmlformats.org/officeDocument/2006/relationships" xmlns:p="http://schemas.openxmlformats.org/presentationml/2006/main">
  <p:tag name="AS_UNIQUEID" val="1924"/>
</p:tagLst>
</file>

<file path=ppt/tags/tag767.xml><?xml version="1.0" encoding="utf-8"?>
<p:tagLst xmlns:a="http://schemas.openxmlformats.org/drawingml/2006/main" xmlns:r="http://schemas.openxmlformats.org/officeDocument/2006/relationships" xmlns:p="http://schemas.openxmlformats.org/presentationml/2006/main">
  <p:tag name="AS_UNIQUEID" val="1930"/>
</p:tagLst>
</file>

<file path=ppt/tags/tag768.xml><?xml version="1.0" encoding="utf-8"?>
<p:tagLst xmlns:a="http://schemas.openxmlformats.org/drawingml/2006/main" xmlns:r="http://schemas.openxmlformats.org/officeDocument/2006/relationships" xmlns:p="http://schemas.openxmlformats.org/presentationml/2006/main">
  <p:tag name="AS_UNIQUEID" val="1933"/>
</p:tagLst>
</file>

<file path=ppt/tags/tag769.xml><?xml version="1.0" encoding="utf-8"?>
<p:tagLst xmlns:a="http://schemas.openxmlformats.org/drawingml/2006/main" xmlns:r="http://schemas.openxmlformats.org/officeDocument/2006/relationships" xmlns:p="http://schemas.openxmlformats.org/presentationml/2006/main">
  <p:tag name="AS_UNIQUEID" val="1934"/>
</p:tagLst>
</file>

<file path=ppt/tags/tag770.xml><?xml version="1.0" encoding="utf-8"?>
<p:tagLst xmlns:a="http://schemas.openxmlformats.org/drawingml/2006/main" xmlns:r="http://schemas.openxmlformats.org/officeDocument/2006/relationships" xmlns:p="http://schemas.openxmlformats.org/presentationml/2006/main">
  <p:tag name="AS_UNIQUEID" val="1935"/>
</p:tagLst>
</file>

<file path=ppt/tags/tag771.xml><?xml version="1.0" encoding="utf-8"?>
<p:tagLst xmlns:a="http://schemas.openxmlformats.org/drawingml/2006/main" xmlns:r="http://schemas.openxmlformats.org/officeDocument/2006/relationships" xmlns:p="http://schemas.openxmlformats.org/presentationml/2006/main">
  <p:tag name="AS_UNIQUEID" val="1931"/>
</p:tagLst>
</file>

<file path=ppt/tags/tag772.xml><?xml version="1.0" encoding="utf-8"?>
<p:tagLst xmlns:a="http://schemas.openxmlformats.org/drawingml/2006/main" xmlns:r="http://schemas.openxmlformats.org/officeDocument/2006/relationships" xmlns:p="http://schemas.openxmlformats.org/presentationml/2006/main">
  <p:tag name="AS_UNIQUEID" val="1932"/>
</p:tagLst>
</file>

<file path=ppt/tags/tag773.xml><?xml version="1.0" encoding="utf-8"?>
<p:tagLst xmlns:a="http://schemas.openxmlformats.org/drawingml/2006/main" xmlns:r="http://schemas.openxmlformats.org/officeDocument/2006/relationships" xmlns:p="http://schemas.openxmlformats.org/presentationml/2006/main">
  <p:tag name="AS_UNIQUEID" val="1937"/>
</p:tagLst>
</file>

<file path=ppt/tags/tag774.xml><?xml version="1.0" encoding="utf-8"?>
<p:tagLst xmlns:a="http://schemas.openxmlformats.org/drawingml/2006/main" xmlns:r="http://schemas.openxmlformats.org/officeDocument/2006/relationships" xmlns:p="http://schemas.openxmlformats.org/presentationml/2006/main">
  <p:tag name="AS_UNIQUEID" val="1940"/>
</p:tagLst>
</file>

<file path=ppt/tags/tag775.xml><?xml version="1.0" encoding="utf-8"?>
<p:tagLst xmlns:a="http://schemas.openxmlformats.org/drawingml/2006/main" xmlns:r="http://schemas.openxmlformats.org/officeDocument/2006/relationships" xmlns:p="http://schemas.openxmlformats.org/presentationml/2006/main">
  <p:tag name="AS_UNIQUEID" val="1941"/>
</p:tagLst>
</file>

<file path=ppt/tags/tag776.xml><?xml version="1.0" encoding="utf-8"?>
<p:tagLst xmlns:a="http://schemas.openxmlformats.org/drawingml/2006/main" xmlns:r="http://schemas.openxmlformats.org/officeDocument/2006/relationships" xmlns:p="http://schemas.openxmlformats.org/presentationml/2006/main">
  <p:tag name="AS_UNIQUEID" val="1942"/>
</p:tagLst>
</file>

<file path=ppt/tags/tag777.xml><?xml version="1.0" encoding="utf-8"?>
<p:tagLst xmlns:a="http://schemas.openxmlformats.org/drawingml/2006/main" xmlns:r="http://schemas.openxmlformats.org/officeDocument/2006/relationships" xmlns:p="http://schemas.openxmlformats.org/presentationml/2006/main">
  <p:tag name="AS_UNIQUEID" val="1943"/>
</p:tagLst>
</file>

<file path=ppt/tags/tag778.xml><?xml version="1.0" encoding="utf-8"?>
<p:tagLst xmlns:a="http://schemas.openxmlformats.org/drawingml/2006/main" xmlns:r="http://schemas.openxmlformats.org/officeDocument/2006/relationships" xmlns:p="http://schemas.openxmlformats.org/presentationml/2006/main">
  <p:tag name="AS_UNIQUEID" val="1938"/>
</p:tagLst>
</file>

<file path=ppt/tags/tag779.xml><?xml version="1.0" encoding="utf-8"?>
<p:tagLst xmlns:a="http://schemas.openxmlformats.org/drawingml/2006/main" xmlns:r="http://schemas.openxmlformats.org/officeDocument/2006/relationships" xmlns:p="http://schemas.openxmlformats.org/presentationml/2006/main">
  <p:tag name="AS_UNIQUEID" val="1939"/>
</p:tagLst>
</file>

<file path=ppt/theme/theme1.xml><?xml version="1.0" encoding="utf-8"?>
<a:theme xmlns:a="http://schemas.openxmlformats.org/drawingml/2006/main" name="23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Times New Roman"/>
        <a:ea typeface="微软雅黑"/>
        <a:cs typeface="Arial"/>
      </a:majorFont>
      <a:minorFont>
        <a:latin typeface="Times New Roman"/>
        <a:ea typeface="微软雅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Times New Roman"/>
        <a:ea typeface="微软雅黑"/>
        <a:cs typeface="Arial"/>
      </a:majorFont>
      <a:minorFont>
        <a:latin typeface="Times New Roman"/>
        <a:ea typeface="微软雅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Times New Roman"/>
        <a:ea typeface="微软雅黑"/>
        <a:cs typeface="Arial"/>
      </a:majorFont>
      <a:minorFont>
        <a:latin typeface="Times New Roman"/>
        <a:ea typeface="微软雅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5883</Words>
  <Application>Microsoft Office PowerPoint</Application>
  <PresentationFormat>自定义</PresentationFormat>
  <Paragraphs>560</Paragraphs>
  <Slides>59</Slides>
  <Notes>0</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59</vt:i4>
      </vt:variant>
    </vt:vector>
  </HeadingPairs>
  <TitlesOfParts>
    <vt:vector size="73" baseType="lpstr">
      <vt:lpstr>PingFang SC</vt:lpstr>
      <vt:lpstr>等线</vt:lpstr>
      <vt:lpstr>仿宋</vt:lpstr>
      <vt:lpstr>华文彩云</vt:lpstr>
      <vt:lpstr>宋体</vt:lpstr>
      <vt:lpstr>微软雅黑</vt:lpstr>
      <vt:lpstr>Arial</vt:lpstr>
      <vt:lpstr>Calibri</vt:lpstr>
      <vt:lpstr>Century Gothic</vt:lpstr>
      <vt:lpstr>Times New Roman</vt:lpstr>
      <vt:lpstr>Wingdings</vt:lpstr>
      <vt:lpstr>23_Office 主题​​</vt:lpstr>
      <vt:lpstr>7_Office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学科网</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rbm.xkw.com</dc:creator>
  <cp:lastModifiedBy>敬涛 丁</cp:lastModifiedBy>
  <cp:revision>3</cp:revision>
  <cp:lastPrinted>2023-02-14T17:46:40Z</cp:lastPrinted>
  <dcterms:created xsi:type="dcterms:W3CDTF">2023-02-14T17:46:40Z</dcterms:created>
  <dcterms:modified xsi:type="dcterms:W3CDTF">2024-11-05T08:30:20Z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