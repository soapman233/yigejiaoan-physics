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heme/theme3.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244.xml" ContentType="application/vnd.openxmlformats-officedocument.presentationml.tags+xml"/>
  <Override PartName="/ppt/tags/tag619.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7" r:id="rId2"/>
  </p:sldMasterIdLst>
  <p:notesMasterIdLst>
    <p:notesMasterId r:id="rId60"/>
  </p:notesMasterIdLst>
  <p:sldIdLst>
    <p:sldId id="2145705450" r:id="rId3"/>
    <p:sldId id="2145705451" r:id="rId4"/>
    <p:sldId id="2145705452" r:id="rId5"/>
    <p:sldId id="2145705353" r:id="rId6"/>
    <p:sldId id="346" r:id="rId7"/>
    <p:sldId id="2145705387" r:id="rId8"/>
    <p:sldId id="2145705457" r:id="rId9"/>
    <p:sldId id="2145705434" r:id="rId10"/>
    <p:sldId id="2145705459" r:id="rId11"/>
    <p:sldId id="2145705460" r:id="rId12"/>
    <p:sldId id="2145705461" r:id="rId13"/>
    <p:sldId id="2145705455" r:id="rId14"/>
    <p:sldId id="2145705462" r:id="rId15"/>
    <p:sldId id="2145705467" r:id="rId16"/>
    <p:sldId id="2145705508" r:id="rId17"/>
    <p:sldId id="2145705465" r:id="rId18"/>
    <p:sldId id="2145705468" r:id="rId19"/>
    <p:sldId id="2145705469" r:id="rId20"/>
    <p:sldId id="2145705470" r:id="rId21"/>
    <p:sldId id="2145705388" r:id="rId22"/>
    <p:sldId id="352" r:id="rId23"/>
    <p:sldId id="2145705471" r:id="rId24"/>
    <p:sldId id="2145705473" r:id="rId25"/>
    <p:sldId id="2145705474" r:id="rId26"/>
    <p:sldId id="2145705475" r:id="rId27"/>
    <p:sldId id="2145705476" r:id="rId28"/>
    <p:sldId id="2145705477" r:id="rId29"/>
    <p:sldId id="2145705478" r:id="rId30"/>
    <p:sldId id="2145705479" r:id="rId31"/>
    <p:sldId id="2145705480" r:id="rId32"/>
    <p:sldId id="2145705482" r:id="rId33"/>
    <p:sldId id="2145705483" r:id="rId34"/>
    <p:sldId id="2145705510" r:id="rId35"/>
    <p:sldId id="2145705512" r:id="rId36"/>
    <p:sldId id="2145705484" r:id="rId37"/>
    <p:sldId id="2145705485" r:id="rId38"/>
    <p:sldId id="2145705486" r:id="rId39"/>
    <p:sldId id="2145705487" r:id="rId40"/>
    <p:sldId id="2145705488" r:id="rId41"/>
    <p:sldId id="2145705489" r:id="rId42"/>
    <p:sldId id="2145705507" r:id="rId43"/>
    <p:sldId id="2145705490" r:id="rId44"/>
    <p:sldId id="2145705492" r:id="rId45"/>
    <p:sldId id="2145705513" r:id="rId46"/>
    <p:sldId id="2145705493" r:id="rId47"/>
    <p:sldId id="2145705514" r:id="rId48"/>
    <p:sldId id="2145705515" r:id="rId49"/>
    <p:sldId id="2145705499" r:id="rId50"/>
    <p:sldId id="2145705500" r:id="rId51"/>
    <p:sldId id="2145705494" r:id="rId52"/>
    <p:sldId id="2145705495" r:id="rId53"/>
    <p:sldId id="2145705496" r:id="rId54"/>
    <p:sldId id="2145705497" r:id="rId55"/>
    <p:sldId id="2145705498" r:id="rId56"/>
    <p:sldId id="2145705516" r:id="rId57"/>
    <p:sldId id="2145705501" r:id="rId58"/>
    <p:sldId id="2145705502" r:id="rId59"/>
  </p:sldIdLst>
  <p:sldSz cx="12192000" cy="6858000"/>
  <p:notesSz cx="6858000" cy="9144000"/>
  <p:custDataLst>
    <p:tags r:id="rId6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96" autoAdjust="0"/>
    <p:restoredTop sz="94660"/>
  </p:normalViewPr>
  <p:slideViewPr>
    <p:cSldViewPr snapToGrid="0">
      <p:cViewPr varScale="1">
        <p:scale>
          <a:sx n="88" d="100"/>
          <a:sy n="88" d="100"/>
        </p:scale>
        <p:origin x="168" y="57"/>
      </p:cViewPr>
      <p:guideLst>
        <p:guide orient="horz" pos="2160"/>
        <p:guide pos="3840"/>
      </p:guideLst>
    </p:cSldViewPr>
  </p:slideViewPr>
  <p:notesTextViewPr>
    <p:cViewPr>
      <p:scale>
        <a:sx n="1" d="1"/>
        <a:sy n="1" d="1"/>
      </p:scale>
      <p:origin x="0" y="0"/>
    </p:cViewPr>
  </p:notesTextViewPr>
  <p:sorterViewPr>
    <p:cViewPr>
      <p:scale>
        <a:sx n="78" d="100"/>
        <a:sy n="78"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tags" Target="tags/tag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tags" Target="../tags/tag23.xml"/><Relationship Id="rId2" Type="http://schemas.openxmlformats.org/officeDocument/2006/relationships/tags" Target="../tags/tag18.xml"/><Relationship Id="rId1" Type="http://schemas.openxmlformats.org/officeDocument/2006/relationships/theme" Target="../theme/theme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6350A4B2-B3FB-48CB-9C49-CB8033414CF1}" type="datetimeFigureOut">
              <a:rPr lang="zh-CN" altLang="en-US" smtClean="0"/>
              <a:t>2024/11/5</a:t>
            </a:fld>
            <a:endParaRPr lang="zh-CN" altLang="en-US"/>
          </a:p>
        </p:txBody>
      </p:sp>
      <p:sp>
        <p:nvSpPr>
          <p:cNvPr id="4" name="幻灯片图像占位符 3"/>
          <p:cNvSpPr>
            <a:spLocks noGrp="1" noRot="1" noChangeAspect="1"/>
          </p:cNvSpPr>
          <p:nvPr>
            <p:ph type="sldImg" idx="2"/>
            <p:custDataLst>
              <p:tags r:id="rId4"/>
            </p:custDataLst>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custDataLst>
              <p:tags r:id="rId5"/>
            </p:custDataLst>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custDataLst>
              <p:tags r:id="rId6"/>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custDataLst>
              <p:tags r:id="rId7"/>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D893FDD6-5779-4CCC-BD28-AE3A42D04FDC}" type="slidenum">
              <a:rPr lang="zh-CN" altLang="en-US" smtClean="0"/>
              <a:t>‹#›</a:t>
            </a:fld>
            <a:endParaRPr lang="zh-CN" altLang="en-US"/>
          </a:p>
        </p:txBody>
      </p:sp>
    </p:spTree>
    <p:extLst>
      <p:ext uri="{BB962C8B-B14F-4D97-AF65-F5344CB8AC3E}">
        <p14:creationId xmlns:p14="http://schemas.microsoft.com/office/powerpoint/2010/main" val="1404167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2.xml"/><Relationship Id="rId5" Type="http://schemas.openxmlformats.org/officeDocument/2006/relationships/tags" Target="../tags/tag16.xml"/><Relationship Id="rId4" Type="http://schemas.openxmlformats.org/officeDocument/2006/relationships/tags" Target="../tags/tag1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182762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59865394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218415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1"/>
          <p:cNvSpPr/>
          <p:nvPr userDrawn="1">
            <p:custDataLst>
              <p:tags r:id="rId1"/>
            </p:custDataLst>
          </p:nvPr>
        </p:nvSpPr>
        <p:spPr>
          <a:xfrm>
            <a:off x="0" y="802216"/>
            <a:ext cx="12192000" cy="61462"/>
          </a:xfrm>
          <a:prstGeom prst="rect">
            <a:avLst/>
          </a:prstGeom>
          <a:solidFill>
            <a:schemeClr val="bg1"/>
          </a:solidFill>
          <a:ln>
            <a:noFill/>
          </a:ln>
          <a:effectLst>
            <a:outerShdw blurRad="101600" dist="38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custDataLst>
              <p:tags r:id="rId2"/>
            </p:custDataLst>
          </p:nvPr>
        </p:nvSpPr>
        <p:spPr>
          <a:xfrm>
            <a:off x="0" y="14991"/>
            <a:ext cx="12192000" cy="786264"/>
          </a:xfrm>
          <a:prstGeom prst="rect">
            <a:avLst/>
          </a:prstGeom>
          <a:gradFill>
            <a:gsLst>
              <a:gs pos="0">
                <a:srgbClr val="DECAB7">
                  <a:alpha val="63000"/>
                </a:srgbClr>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16F40EE0-E808-73C7-A56B-20DDA62BA38E}"/>
              </a:ext>
            </a:extLst>
          </p:cNvPr>
          <p:cNvGrpSpPr/>
          <p:nvPr userDrawn="1">
            <p:custDataLst>
              <p:tags r:id="rId3"/>
            </p:custDataLst>
          </p:nvPr>
        </p:nvGrpSpPr>
        <p:grpSpPr>
          <a:xfrm>
            <a:off x="259961" y="252048"/>
            <a:ext cx="452640" cy="413046"/>
            <a:chOff x="11332856" y="752659"/>
            <a:chExt cx="327077" cy="245110"/>
          </a:xfrm>
          <a:solidFill>
            <a:srgbClr val="CAA27E"/>
          </a:solidFill>
        </p:grpSpPr>
        <p:sp>
          <p:nvSpPr>
            <p:cNvPr id="5" name="矩形: 圆角 4">
              <a:extLst>
                <a:ext uri="{FF2B5EF4-FFF2-40B4-BE49-F238E27FC236}">
                  <a16:creationId xmlns:a16="http://schemas.microsoft.com/office/drawing/2014/main" id="{D28DCFA3-7A26-003A-61C2-DC812E37E94E}"/>
                </a:ext>
              </a:extLst>
            </p:cNvPr>
            <p:cNvSpPr/>
            <p:nvPr userDrawn="1">
              <p:custDataLst>
                <p:tags r:id="rId4"/>
              </p:custDataLst>
            </p:nvPr>
          </p:nvSpPr>
          <p:spPr>
            <a:xfrm rot="1085916">
              <a:off x="11607176" y="752659"/>
              <a:ext cx="52757" cy="245110"/>
            </a:xfrm>
            <a:prstGeom prst="roundRect">
              <a:avLst>
                <a:gd name="adj" fmla="val 50000"/>
              </a:avLst>
            </a:prstGeom>
            <a:grp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矩形: 圆角 10">
              <a:extLst>
                <a:ext uri="{FF2B5EF4-FFF2-40B4-BE49-F238E27FC236}">
                  <a16:creationId xmlns:a16="http://schemas.microsoft.com/office/drawing/2014/main" id="{BC07D440-FAC1-0DAE-AFA6-6567E9EE8806}"/>
                </a:ext>
              </a:extLst>
            </p:cNvPr>
            <p:cNvSpPr/>
            <p:nvPr userDrawn="1">
              <p:custDataLst>
                <p:tags r:id="rId5"/>
              </p:custDataLst>
            </p:nvPr>
          </p:nvSpPr>
          <p:spPr>
            <a:xfrm rot="1085916">
              <a:off x="11424296" y="752659"/>
              <a:ext cx="52757" cy="245110"/>
            </a:xfrm>
            <a:prstGeom prst="roundRect">
              <a:avLst>
                <a:gd name="adj" fmla="val 50000"/>
              </a:avLst>
            </a:prstGeom>
            <a:grp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矩形: 圆角 11">
              <a:extLst>
                <a:ext uri="{FF2B5EF4-FFF2-40B4-BE49-F238E27FC236}">
                  <a16:creationId xmlns:a16="http://schemas.microsoft.com/office/drawing/2014/main" id="{B1A5DD0E-3F78-9A41-BD96-8E8B935FD2B3}"/>
                </a:ext>
              </a:extLst>
            </p:cNvPr>
            <p:cNvSpPr/>
            <p:nvPr userDrawn="1">
              <p:custDataLst>
                <p:tags r:id="rId6"/>
              </p:custDataLst>
            </p:nvPr>
          </p:nvSpPr>
          <p:spPr>
            <a:xfrm rot="1085916">
              <a:off x="11332856" y="752659"/>
              <a:ext cx="52757" cy="245110"/>
            </a:xfrm>
            <a:prstGeom prst="roundRect">
              <a:avLst>
                <a:gd name="adj" fmla="val 50000"/>
              </a:avLst>
            </a:prstGeom>
            <a:grp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矩形: 圆角 12">
              <a:extLst>
                <a:ext uri="{FF2B5EF4-FFF2-40B4-BE49-F238E27FC236}">
                  <a16:creationId xmlns:a16="http://schemas.microsoft.com/office/drawing/2014/main" id="{8C2C96F8-D6FB-E9A0-B3F6-675AFAEFE087}"/>
                </a:ext>
              </a:extLst>
            </p:cNvPr>
            <p:cNvSpPr/>
            <p:nvPr userDrawn="1">
              <p:custDataLst>
                <p:tags r:id="rId7"/>
              </p:custDataLst>
            </p:nvPr>
          </p:nvSpPr>
          <p:spPr>
            <a:xfrm rot="1085916">
              <a:off x="11515737" y="752659"/>
              <a:ext cx="52757" cy="245110"/>
            </a:xfrm>
            <a:prstGeom prst="roundRect">
              <a:avLst>
                <a:gd name="adj" fmla="val 50000"/>
              </a:avLst>
            </a:prstGeom>
            <a:grp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27652300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705864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703211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020910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415636" y="0"/>
            <a:ext cx="706582" cy="1288473"/>
          </a:xfrm>
          <a:prstGeom prst="rect">
            <a:avLst/>
          </a:prstGeom>
          <a:solidFill>
            <a:srgbClr val="37496B"/>
          </a:solidFill>
          <a:ln>
            <a:no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8414662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比较">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9383201"/>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6E04F6-98DC-0E79-4F18-139B6DF29A2F}"/>
              </a:ext>
            </a:extLst>
          </p:cNvPr>
          <p:cNvSpPr>
            <a:spLocks noGrp="1"/>
          </p:cNvSpPr>
          <p:nvPr>
            <p:ph type="ctrTitle"/>
            <p:custDataLst>
              <p:tags r:id="rId1"/>
            </p:custDataLst>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3D87A34-6088-446C-3825-8327F167D532}"/>
              </a:ext>
            </a:extLst>
          </p:cNvPr>
          <p:cNvSpPr>
            <a:spLocks noGrp="1"/>
          </p:cNvSpPr>
          <p:nvPr>
            <p:ph type="subTitle" idx="1"/>
            <p:custDataLst>
              <p:tags r:id="rId2"/>
            </p:custDataLst>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47EED4C-D496-EB84-80C6-399DA58929C8}"/>
              </a:ext>
            </a:extLst>
          </p:cNvPr>
          <p:cNvSpPr>
            <a:spLocks noGrp="1"/>
          </p:cNvSpPr>
          <p:nvPr>
            <p:ph type="dt" sz="half" idx="10"/>
            <p:custDataLst>
              <p:tags r:id="rId3"/>
            </p:custDataLst>
          </p:nvPr>
        </p:nvSpPr>
        <p:spPr>
          <a:xfrm>
            <a:off x="838200" y="6356350"/>
            <a:ext cx="2743200" cy="365125"/>
          </a:xfrm>
          <a:prstGeom prst="rect">
            <a:avLst/>
          </a:prstGeom>
        </p:spPr>
        <p:txBody>
          <a:bodyPr/>
          <a:lstStyle/>
          <a:p>
            <a:fld id="{62088782-2B32-4233-814D-CED713BD12C4}" type="datetimeFigureOut">
              <a:rPr lang="zh-CN" altLang="en-US" smtClean="0"/>
              <a:t>2024/11/5</a:t>
            </a:fld>
            <a:endParaRPr lang="zh-CN" altLang="en-US"/>
          </a:p>
        </p:txBody>
      </p:sp>
      <p:sp>
        <p:nvSpPr>
          <p:cNvPr id="5" name="页脚占位符 4">
            <a:extLst>
              <a:ext uri="{FF2B5EF4-FFF2-40B4-BE49-F238E27FC236}">
                <a16:creationId xmlns:a16="http://schemas.microsoft.com/office/drawing/2014/main" id="{883F65C0-A94F-C523-73F6-0EE1E29E450F}"/>
              </a:ext>
            </a:extLst>
          </p:cNvPr>
          <p:cNvSpPr>
            <a:spLocks noGrp="1"/>
          </p:cNvSpPr>
          <p:nvPr>
            <p:ph type="ftr" sz="quarter" idx="11"/>
            <p:custDataLst>
              <p:tags r:id="rId4"/>
            </p:custDataLst>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EC97546-22BC-F18D-5DA4-E23841249E44}"/>
              </a:ext>
            </a:extLst>
          </p:cNvPr>
          <p:cNvSpPr>
            <a:spLocks noGrp="1"/>
          </p:cNvSpPr>
          <p:nvPr>
            <p:ph type="sldNum" sz="quarter" idx="12"/>
            <p:custDataLst>
              <p:tags r:id="rId5"/>
            </p:custDataLst>
          </p:nvPr>
        </p:nvSpPr>
        <p:spPr>
          <a:xfrm>
            <a:off x="8610600" y="6356350"/>
            <a:ext cx="2743200" cy="365125"/>
          </a:xfrm>
          <a:prstGeom prst="rect">
            <a:avLst/>
          </a:prstGeom>
        </p:spPr>
        <p:txBody>
          <a:bodyPr/>
          <a:lstStyle/>
          <a:p>
            <a:fld id="{35934215-EF33-4E28-8D1D-CB1C76F57072}" type="slidenum">
              <a:rPr lang="zh-CN" altLang="en-US" smtClean="0"/>
              <a:t>‹#›</a:t>
            </a:fld>
            <a:endParaRPr lang="zh-CN" altLang="en-US"/>
          </a:p>
        </p:txBody>
      </p:sp>
    </p:spTree>
    <p:extLst>
      <p:ext uri="{BB962C8B-B14F-4D97-AF65-F5344CB8AC3E}">
        <p14:creationId xmlns:p14="http://schemas.microsoft.com/office/powerpoint/2010/main" val="298960037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616175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52100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矩形 1"/>
          <p:cNvSpPr/>
          <p:nvPr userDrawn="1">
            <p:custDataLst>
              <p:tags r:id="rId1"/>
            </p:custDataLst>
          </p:nvPr>
        </p:nvSpPr>
        <p:spPr>
          <a:xfrm>
            <a:off x="415636" y="0"/>
            <a:ext cx="706582" cy="1288473"/>
          </a:xfrm>
          <a:prstGeom prst="rect">
            <a:avLst/>
          </a:prstGeom>
          <a:solidFill>
            <a:srgbClr val="37496B"/>
          </a:solidFill>
          <a:ln>
            <a:no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4822274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file:///D:\qq&#25991;&#20214;\712321467\Image\C2C\Image2\%7b75232B38-A165-1FB7-499C-2E1C792CACB5%7d.png" TargetMode="External"/><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file:///D:\qq&#25991;&#20214;\712321467\Image\C2C\Image2\%7b75232B38-A165-1FB7-499C-2E1C792CACB5%7d.png" TargetMode="Externa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image" Target="../media/image1.pn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tags" Target="../tags/tag10.xml"/><Relationship Id="rId5" Type="http://schemas.openxmlformats.org/officeDocument/2006/relationships/slideLayout" Target="../slideLayouts/slideLayout9.xml"/><Relationship Id="rId10" Type="http://schemas.openxmlformats.org/officeDocument/2006/relationships/theme" Target="../theme/theme2.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073743875" descr="学科网 zxxk.com"/>
          <p:cNvPicPr>
            <a:picLocks noChangeAspect="1"/>
          </p:cNvPicPr>
          <p:nvPr>
            <p:custDataLst>
              <p:tags r:id="rId6"/>
            </p:custDataLst>
          </p:nvPr>
        </p:nvPicPr>
        <p:blipFill>
          <a:blip r:embed="rId7" r:link="rId8"/>
          <a:stretch>
            <a:fillRect/>
          </a:stretch>
        </p:blipFill>
        <p:spPr>
          <a:xfrm>
            <a:off x="838200" y="365125"/>
            <a:ext cx="9525" cy="9525"/>
          </a:xfrm>
          <a:prstGeom prst="rect">
            <a:avLst/>
          </a:prstGeom>
          <a:noFill/>
          <a:ln>
            <a:noFill/>
            <a:miter lim="800000"/>
          </a:ln>
        </p:spPr>
      </p:pic>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073743875" descr="学科网 zxxk.com"/>
          <p:cNvPicPr>
            <a:picLocks noChangeAspect="1"/>
          </p:cNvPicPr>
          <p:nvPr>
            <p:custDataLst>
              <p:tags r:id="rId11"/>
            </p:custDataLst>
          </p:nvPr>
        </p:nvPicPr>
        <p:blipFill>
          <a:blip r:embed="rId12" r:link="rId13"/>
          <a:stretch>
            <a:fillRect/>
          </a:stretch>
        </p:blipFill>
        <p:spPr>
          <a:xfrm>
            <a:off x="838200" y="365125"/>
            <a:ext cx="9525" cy="9525"/>
          </a:xfrm>
          <a:prstGeom prst="rect">
            <a:avLst/>
          </a:prstGeom>
          <a:noFill/>
          <a:ln>
            <a:noFill/>
            <a:miter lim="800000"/>
          </a:ln>
        </p:spPr>
      </p:pic>
    </p:spTree>
    <p:extLst>
      <p:ext uri="{BB962C8B-B14F-4D97-AF65-F5344CB8AC3E}">
        <p14:creationId xmlns:p14="http://schemas.microsoft.com/office/powerpoint/2010/main" val="3869938624"/>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阿里巴巴普惠体" panose="00020600040101010101"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阿里巴巴普惠体" panose="00020600040101010101"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阿里巴巴普惠体" panose="00020600040101010101"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阿里巴巴普惠体" panose="00020600040101010101"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阿里巴巴普惠体" panose="00020600040101010101"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阿里巴巴普惠体" panose="0002060004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31.xml"/><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image" Target="../media/image4.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image" Target="../media/image3.png"/><Relationship Id="rId5" Type="http://schemas.openxmlformats.org/officeDocument/2006/relationships/tags" Target="../tags/tag28.xml"/><Relationship Id="rId10" Type="http://schemas.openxmlformats.org/officeDocument/2006/relationships/image" Target="../media/image2.png"/><Relationship Id="rId4" Type="http://schemas.openxmlformats.org/officeDocument/2006/relationships/tags" Target="../tags/tag27.xml"/><Relationship Id="rId9"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8" Type="http://schemas.openxmlformats.org/officeDocument/2006/relationships/tags" Target="../tags/tag39.xml"/><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image" Target="../media/image4.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5.png"/><Relationship Id="rId5" Type="http://schemas.openxmlformats.org/officeDocument/2006/relationships/tags" Target="../tags/tag36.xml"/><Relationship Id="rId10" Type="http://schemas.openxmlformats.org/officeDocument/2006/relationships/slideLayout" Target="../slideLayouts/slideLayout4.xml"/><Relationship Id="rId4" Type="http://schemas.openxmlformats.org/officeDocument/2006/relationships/tags" Target="../tags/tag35.xml"/><Relationship Id="rId9" Type="http://schemas.openxmlformats.org/officeDocument/2006/relationships/tags" Target="../tags/tag40.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image" Target="../media/image4.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image" Target="../media/image4.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7.jpeg"/><Relationship Id="rId5" Type="http://schemas.openxmlformats.org/officeDocument/2006/relationships/slideLayout" Target="../slideLayouts/slideLayout4.xml"/><Relationship Id="rId4" Type="http://schemas.openxmlformats.org/officeDocument/2006/relationships/tags" Target="../tags/tag46.xml"/></Relationships>
</file>

<file path=ppt/slides/_rels/slide5.xml.rels><?xml version="1.0" encoding="UTF-8" standalone="yes"?>
<Relationships xmlns="http://schemas.openxmlformats.org/package/2006/relationships"><Relationship Id="rId13" Type="http://schemas.openxmlformats.org/officeDocument/2006/relationships/tags" Target="../tags/tag59.xml"/><Relationship Id="rId18" Type="http://schemas.openxmlformats.org/officeDocument/2006/relationships/tags" Target="../tags/tag64.xml"/><Relationship Id="rId26" Type="http://schemas.openxmlformats.org/officeDocument/2006/relationships/tags" Target="../tags/tag72.xml"/><Relationship Id="rId3" Type="http://schemas.openxmlformats.org/officeDocument/2006/relationships/tags" Target="../tags/tag49.xml"/><Relationship Id="rId21" Type="http://schemas.openxmlformats.org/officeDocument/2006/relationships/tags" Target="../tags/tag67.xml"/><Relationship Id="rId34" Type="http://schemas.openxmlformats.org/officeDocument/2006/relationships/slideLayout" Target="../slideLayouts/slideLayout4.xml"/><Relationship Id="rId7" Type="http://schemas.openxmlformats.org/officeDocument/2006/relationships/tags" Target="../tags/tag53.xml"/><Relationship Id="rId12" Type="http://schemas.openxmlformats.org/officeDocument/2006/relationships/tags" Target="../tags/tag58.xml"/><Relationship Id="rId17" Type="http://schemas.openxmlformats.org/officeDocument/2006/relationships/tags" Target="../tags/tag63.xml"/><Relationship Id="rId25" Type="http://schemas.openxmlformats.org/officeDocument/2006/relationships/tags" Target="../tags/tag71.xml"/><Relationship Id="rId33" Type="http://schemas.openxmlformats.org/officeDocument/2006/relationships/tags" Target="../tags/tag79.xml"/><Relationship Id="rId2" Type="http://schemas.openxmlformats.org/officeDocument/2006/relationships/tags" Target="../tags/tag48.xml"/><Relationship Id="rId16" Type="http://schemas.openxmlformats.org/officeDocument/2006/relationships/tags" Target="../tags/tag62.xml"/><Relationship Id="rId20" Type="http://schemas.openxmlformats.org/officeDocument/2006/relationships/tags" Target="../tags/tag66.xml"/><Relationship Id="rId29" Type="http://schemas.openxmlformats.org/officeDocument/2006/relationships/tags" Target="../tags/tag75.xml"/><Relationship Id="rId1" Type="http://schemas.openxmlformats.org/officeDocument/2006/relationships/tags" Target="../tags/tag47.xml"/><Relationship Id="rId6" Type="http://schemas.openxmlformats.org/officeDocument/2006/relationships/tags" Target="../tags/tag52.xml"/><Relationship Id="rId11" Type="http://schemas.openxmlformats.org/officeDocument/2006/relationships/tags" Target="../tags/tag57.xml"/><Relationship Id="rId24" Type="http://schemas.openxmlformats.org/officeDocument/2006/relationships/tags" Target="../tags/tag70.xml"/><Relationship Id="rId32" Type="http://schemas.openxmlformats.org/officeDocument/2006/relationships/tags" Target="../tags/tag78.xml"/><Relationship Id="rId5" Type="http://schemas.openxmlformats.org/officeDocument/2006/relationships/tags" Target="../tags/tag51.xml"/><Relationship Id="rId15" Type="http://schemas.openxmlformats.org/officeDocument/2006/relationships/tags" Target="../tags/tag61.xml"/><Relationship Id="rId23" Type="http://schemas.openxmlformats.org/officeDocument/2006/relationships/tags" Target="../tags/tag69.xml"/><Relationship Id="rId28" Type="http://schemas.openxmlformats.org/officeDocument/2006/relationships/tags" Target="../tags/tag74.xml"/><Relationship Id="rId10" Type="http://schemas.openxmlformats.org/officeDocument/2006/relationships/tags" Target="../tags/tag56.xml"/><Relationship Id="rId19" Type="http://schemas.openxmlformats.org/officeDocument/2006/relationships/tags" Target="../tags/tag65.xml"/><Relationship Id="rId31" Type="http://schemas.openxmlformats.org/officeDocument/2006/relationships/tags" Target="../tags/tag77.xml"/><Relationship Id="rId4" Type="http://schemas.openxmlformats.org/officeDocument/2006/relationships/tags" Target="../tags/tag50.xml"/><Relationship Id="rId9" Type="http://schemas.openxmlformats.org/officeDocument/2006/relationships/tags" Target="../tags/tag55.xml"/><Relationship Id="rId14" Type="http://schemas.openxmlformats.org/officeDocument/2006/relationships/tags" Target="../tags/tag60.xml"/><Relationship Id="rId22" Type="http://schemas.openxmlformats.org/officeDocument/2006/relationships/tags" Target="../tags/tag68.xml"/><Relationship Id="rId27" Type="http://schemas.openxmlformats.org/officeDocument/2006/relationships/tags" Target="../tags/tag73.xml"/><Relationship Id="rId30" Type="http://schemas.openxmlformats.org/officeDocument/2006/relationships/tags" Target="../tags/tag76.xml"/><Relationship Id="rId8" Type="http://schemas.openxmlformats.org/officeDocument/2006/relationships/tags" Target="../tags/tag54.xml"/></Relationships>
</file>

<file path=ppt/slides/_rels/slide6.xml.rels><?xml version="1.0" encoding="UTF-8" standalone="yes"?>
<Relationships xmlns="http://schemas.openxmlformats.org/package/2006/relationships"><Relationship Id="rId8" Type="http://schemas.openxmlformats.org/officeDocument/2006/relationships/tags" Target="../tags/tag87.xml"/><Relationship Id="rId13" Type="http://schemas.openxmlformats.org/officeDocument/2006/relationships/tags" Target="../tags/tag92.xml"/><Relationship Id="rId18" Type="http://schemas.openxmlformats.org/officeDocument/2006/relationships/image" Target="../media/image9.png"/><Relationship Id="rId3" Type="http://schemas.openxmlformats.org/officeDocument/2006/relationships/tags" Target="../tags/tag82.xml"/><Relationship Id="rId7" Type="http://schemas.openxmlformats.org/officeDocument/2006/relationships/tags" Target="../tags/tag86.xml"/><Relationship Id="rId12" Type="http://schemas.openxmlformats.org/officeDocument/2006/relationships/tags" Target="../tags/tag91.xml"/><Relationship Id="rId17" Type="http://schemas.openxmlformats.org/officeDocument/2006/relationships/image" Target="../media/image8.png"/><Relationship Id="rId2" Type="http://schemas.openxmlformats.org/officeDocument/2006/relationships/tags" Target="../tags/tag81.xml"/><Relationship Id="rId16" Type="http://schemas.openxmlformats.org/officeDocument/2006/relationships/slideLayout" Target="../slideLayouts/slideLayout4.xml"/><Relationship Id="rId20" Type="http://schemas.openxmlformats.org/officeDocument/2006/relationships/image" Target="../media/image4.png"/><Relationship Id="rId1" Type="http://schemas.openxmlformats.org/officeDocument/2006/relationships/tags" Target="../tags/tag80.xml"/><Relationship Id="rId6" Type="http://schemas.openxmlformats.org/officeDocument/2006/relationships/tags" Target="../tags/tag85.xml"/><Relationship Id="rId11" Type="http://schemas.openxmlformats.org/officeDocument/2006/relationships/tags" Target="../tags/tag90.xml"/><Relationship Id="rId5" Type="http://schemas.openxmlformats.org/officeDocument/2006/relationships/tags" Target="../tags/tag84.xml"/><Relationship Id="rId15" Type="http://schemas.openxmlformats.org/officeDocument/2006/relationships/tags" Target="../tags/tag94.xml"/><Relationship Id="rId10" Type="http://schemas.openxmlformats.org/officeDocument/2006/relationships/tags" Target="../tags/tag89.xml"/><Relationship Id="rId19" Type="http://schemas.openxmlformats.org/officeDocument/2006/relationships/image" Target="../media/image10.png"/><Relationship Id="rId4" Type="http://schemas.openxmlformats.org/officeDocument/2006/relationships/tags" Target="../tags/tag83.xml"/><Relationship Id="rId9" Type="http://schemas.openxmlformats.org/officeDocument/2006/relationships/tags" Target="../tags/tag88.xml"/><Relationship Id="rId14" Type="http://schemas.openxmlformats.org/officeDocument/2006/relationships/tags" Target="../tags/tag93.xml"/></Relationships>
</file>

<file path=ppt/slides/_rels/slide7.xml.rels><?xml version="1.0" encoding="UTF-8" standalone="yes"?>
<Relationships xmlns="http://schemas.openxmlformats.org/package/2006/relationships"><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tags" Target="../tags/tag95.xml"/><Relationship Id="rId5" Type="http://schemas.openxmlformats.org/officeDocument/2006/relationships/image" Target="../media/image4.png"/><Relationship Id="rId4"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tags" Target="../tags/tag105.xml"/><Relationship Id="rId13" Type="http://schemas.openxmlformats.org/officeDocument/2006/relationships/tags" Target="../tags/tag110.xml"/><Relationship Id="rId18" Type="http://schemas.openxmlformats.org/officeDocument/2006/relationships/slideLayout" Target="../slideLayouts/slideLayout4.xml"/><Relationship Id="rId3" Type="http://schemas.openxmlformats.org/officeDocument/2006/relationships/tags" Target="../tags/tag100.xml"/><Relationship Id="rId21" Type="http://schemas.openxmlformats.org/officeDocument/2006/relationships/image" Target="../media/image13.png"/><Relationship Id="rId7" Type="http://schemas.openxmlformats.org/officeDocument/2006/relationships/tags" Target="../tags/tag104.xml"/><Relationship Id="rId12" Type="http://schemas.openxmlformats.org/officeDocument/2006/relationships/tags" Target="../tags/tag109.xml"/><Relationship Id="rId17" Type="http://schemas.openxmlformats.org/officeDocument/2006/relationships/tags" Target="../tags/tag114.xml"/><Relationship Id="rId2" Type="http://schemas.openxmlformats.org/officeDocument/2006/relationships/tags" Target="../tags/tag99.xml"/><Relationship Id="rId16" Type="http://schemas.openxmlformats.org/officeDocument/2006/relationships/tags" Target="../tags/tag113.xml"/><Relationship Id="rId20" Type="http://schemas.openxmlformats.org/officeDocument/2006/relationships/image" Target="../media/image12.png"/><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tags" Target="../tags/tag108.xml"/><Relationship Id="rId5" Type="http://schemas.openxmlformats.org/officeDocument/2006/relationships/tags" Target="../tags/tag102.xml"/><Relationship Id="rId15" Type="http://schemas.openxmlformats.org/officeDocument/2006/relationships/tags" Target="../tags/tag112.xml"/><Relationship Id="rId10" Type="http://schemas.openxmlformats.org/officeDocument/2006/relationships/tags" Target="../tags/tag107.xml"/><Relationship Id="rId19" Type="http://schemas.openxmlformats.org/officeDocument/2006/relationships/image" Target="../media/image11.png"/><Relationship Id="rId4" Type="http://schemas.openxmlformats.org/officeDocument/2006/relationships/tags" Target="../tags/tag101.xml"/><Relationship Id="rId9" Type="http://schemas.openxmlformats.org/officeDocument/2006/relationships/tags" Target="../tags/tag106.xml"/><Relationship Id="rId14" Type="http://schemas.openxmlformats.org/officeDocument/2006/relationships/tags" Target="../tags/tag111.xml"/><Relationship Id="rId22"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 Id="rId5" Type="http://schemas.openxmlformats.org/officeDocument/2006/relationships/image" Target="../media/image4.png"/><Relationship Id="rId4"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tags" Target="../tags/tag125.xml"/><Relationship Id="rId13" Type="http://schemas.openxmlformats.org/officeDocument/2006/relationships/slideLayout" Target="../slideLayouts/slideLayout4.xml"/><Relationship Id="rId3" Type="http://schemas.openxmlformats.org/officeDocument/2006/relationships/tags" Target="../tags/tag120.xml"/><Relationship Id="rId7" Type="http://schemas.openxmlformats.org/officeDocument/2006/relationships/tags" Target="../tags/tag124.xml"/><Relationship Id="rId12" Type="http://schemas.openxmlformats.org/officeDocument/2006/relationships/tags" Target="../tags/tag129.xml"/><Relationship Id="rId2" Type="http://schemas.openxmlformats.org/officeDocument/2006/relationships/tags" Target="../tags/tag119.xml"/><Relationship Id="rId16" Type="http://schemas.openxmlformats.org/officeDocument/2006/relationships/image" Target="../media/image4.png"/><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tags" Target="../tags/tag128.xml"/><Relationship Id="rId5" Type="http://schemas.openxmlformats.org/officeDocument/2006/relationships/tags" Target="../tags/tag122.xml"/><Relationship Id="rId15" Type="http://schemas.openxmlformats.org/officeDocument/2006/relationships/image" Target="../media/image15.gif"/><Relationship Id="rId10" Type="http://schemas.openxmlformats.org/officeDocument/2006/relationships/tags" Target="../tags/tag127.xml"/><Relationship Id="rId4" Type="http://schemas.openxmlformats.org/officeDocument/2006/relationships/tags" Target="../tags/tag121.xml"/><Relationship Id="rId9" Type="http://schemas.openxmlformats.org/officeDocument/2006/relationships/tags" Target="../tags/tag126.xml"/><Relationship Id="rId1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tags" Target="../tags/tag132.xml"/><Relationship Id="rId7" Type="http://schemas.openxmlformats.org/officeDocument/2006/relationships/image" Target="../media/image4.png"/><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slideLayout" Target="../slideLayouts/slideLayout4.xml"/><Relationship Id="rId5" Type="http://schemas.openxmlformats.org/officeDocument/2006/relationships/tags" Target="../tags/tag134.xml"/><Relationship Id="rId4" Type="http://schemas.openxmlformats.org/officeDocument/2006/relationships/tags" Target="../tags/tag133.xml"/></Relationships>
</file>

<file path=ppt/slides/_rels/slide12.xml.rels><?xml version="1.0" encoding="UTF-8" standalone="yes"?>
<Relationships xmlns="http://schemas.openxmlformats.org/package/2006/relationships"><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image" Target="../media/image4.png"/><Relationship Id="rId5" Type="http://schemas.openxmlformats.org/officeDocument/2006/relationships/slideLayout" Target="../slideLayouts/slideLayout4.xml"/><Relationship Id="rId4" Type="http://schemas.openxmlformats.org/officeDocument/2006/relationships/tags" Target="../tags/tag138.xml"/></Relationships>
</file>

<file path=ppt/slides/_rels/slide13.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image" Target="../media/image4.png"/><Relationship Id="rId3" Type="http://schemas.openxmlformats.org/officeDocument/2006/relationships/tags" Target="../tags/tag141.xml"/><Relationship Id="rId7" Type="http://schemas.openxmlformats.org/officeDocument/2006/relationships/tags" Target="../tags/tag145.xml"/><Relationship Id="rId12" Type="http://schemas.openxmlformats.org/officeDocument/2006/relationships/image" Target="../media/image17.png"/><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image" Target="../media/image16.png"/><Relationship Id="rId5" Type="http://schemas.openxmlformats.org/officeDocument/2006/relationships/tags" Target="../tags/tag143.xml"/><Relationship Id="rId10" Type="http://schemas.openxmlformats.org/officeDocument/2006/relationships/slideLayout" Target="../slideLayouts/slideLayout4.xml"/><Relationship Id="rId4" Type="http://schemas.openxmlformats.org/officeDocument/2006/relationships/tags" Target="../tags/tag142.xml"/><Relationship Id="rId9" Type="http://schemas.openxmlformats.org/officeDocument/2006/relationships/tags" Target="../tags/tag147.xml"/></Relationships>
</file>

<file path=ppt/slides/_rels/slide14.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4.png"/><Relationship Id="rId5" Type="http://schemas.openxmlformats.org/officeDocument/2006/relationships/tags" Target="../tags/tag152.xml"/><Relationship Id="rId10" Type="http://schemas.openxmlformats.org/officeDocument/2006/relationships/image" Target="../media/image18.png"/><Relationship Id="rId4" Type="http://schemas.openxmlformats.org/officeDocument/2006/relationships/tags" Target="../tags/tag151.xml"/><Relationship Id="rId9"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tags" Target="../tags/tag158.xml"/><Relationship Id="rId7" Type="http://schemas.openxmlformats.org/officeDocument/2006/relationships/image" Target="../media/image4.png"/><Relationship Id="rId2" Type="http://schemas.openxmlformats.org/officeDocument/2006/relationships/tags" Target="../tags/tag157.xml"/><Relationship Id="rId1" Type="http://schemas.openxmlformats.org/officeDocument/2006/relationships/tags" Target="../tags/tag156.xml"/><Relationship Id="rId6" Type="http://schemas.openxmlformats.org/officeDocument/2006/relationships/slideLayout" Target="../slideLayouts/slideLayout4.xml"/><Relationship Id="rId5" Type="http://schemas.openxmlformats.org/officeDocument/2006/relationships/tags" Target="../tags/tag160.xml"/><Relationship Id="rId4" Type="http://schemas.openxmlformats.org/officeDocument/2006/relationships/tags" Target="../tags/tag159.xml"/></Relationships>
</file>

<file path=ppt/slides/_rels/slide16.xml.rels><?xml version="1.0" encoding="UTF-8" standalone="yes"?>
<Relationships xmlns="http://schemas.openxmlformats.org/package/2006/relationships"><Relationship Id="rId8" Type="http://schemas.openxmlformats.org/officeDocument/2006/relationships/tags" Target="../tags/tag168.xml"/><Relationship Id="rId3" Type="http://schemas.openxmlformats.org/officeDocument/2006/relationships/tags" Target="../tags/tag163.xml"/><Relationship Id="rId7" Type="http://schemas.openxmlformats.org/officeDocument/2006/relationships/tags" Target="../tags/tag167.xml"/><Relationship Id="rId2" Type="http://schemas.openxmlformats.org/officeDocument/2006/relationships/tags" Target="../tags/tag162.xml"/><Relationship Id="rId1" Type="http://schemas.openxmlformats.org/officeDocument/2006/relationships/tags" Target="../tags/tag161.xml"/><Relationship Id="rId6" Type="http://schemas.openxmlformats.org/officeDocument/2006/relationships/tags" Target="../tags/tag166.xml"/><Relationship Id="rId11" Type="http://schemas.openxmlformats.org/officeDocument/2006/relationships/image" Target="../media/image4.png"/><Relationship Id="rId5" Type="http://schemas.openxmlformats.org/officeDocument/2006/relationships/tags" Target="../tags/tag165.xml"/><Relationship Id="rId10" Type="http://schemas.openxmlformats.org/officeDocument/2006/relationships/image" Target="../media/image16.png"/><Relationship Id="rId4" Type="http://schemas.openxmlformats.org/officeDocument/2006/relationships/tags" Target="../tags/tag164.xml"/><Relationship Id="rId9"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71.xml"/><Relationship Id="rId7" Type="http://schemas.openxmlformats.org/officeDocument/2006/relationships/slideLayout" Target="../slideLayouts/slideLayout4.xml"/><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tags" Target="../tags/tag172.xml"/></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77.xml"/><Relationship Id="rId7" Type="http://schemas.openxmlformats.org/officeDocument/2006/relationships/slideLayout" Target="../slideLayouts/slideLayout4.xml"/><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tags" Target="../tags/tag180.xml"/><Relationship Id="rId11" Type="http://schemas.openxmlformats.org/officeDocument/2006/relationships/image" Target="../media/image4.png"/><Relationship Id="rId5" Type="http://schemas.openxmlformats.org/officeDocument/2006/relationships/tags" Target="../tags/tag179.xml"/><Relationship Id="rId10" Type="http://schemas.openxmlformats.org/officeDocument/2006/relationships/image" Target="../media/image21.png"/><Relationship Id="rId4" Type="http://schemas.openxmlformats.org/officeDocument/2006/relationships/tags" Target="../tags/tag178.xml"/><Relationship Id="rId9" Type="http://schemas.openxmlformats.org/officeDocument/2006/relationships/tags" Target="../tags/tag244.xml"/></Relationships>
</file>

<file path=ppt/slides/_rels/slide19.xml.rels><?xml version="1.0" encoding="UTF-8" standalone="yes"?>
<Relationships xmlns="http://schemas.openxmlformats.org/package/2006/relationships"><Relationship Id="rId3" Type="http://schemas.openxmlformats.org/officeDocument/2006/relationships/tags" Target="../tags/tag183.xml"/><Relationship Id="rId7" Type="http://schemas.openxmlformats.org/officeDocument/2006/relationships/image" Target="../media/image4.png"/><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image" Target="../media/image19.png"/><Relationship Id="rId5" Type="http://schemas.openxmlformats.org/officeDocument/2006/relationships/slideLayout" Target="../slideLayouts/slideLayout4.xml"/><Relationship Id="rId4" Type="http://schemas.openxmlformats.org/officeDocument/2006/relationships/tags" Target="../tags/tag184.xml"/></Relationships>
</file>

<file path=ppt/slides/_rels/slide20.xml.rels><?xml version="1.0" encoding="UTF-8" standalone="yes"?>
<Relationships xmlns="http://schemas.openxmlformats.org/package/2006/relationships"><Relationship Id="rId13" Type="http://schemas.openxmlformats.org/officeDocument/2006/relationships/tags" Target="../tags/tag197.xml"/><Relationship Id="rId18" Type="http://schemas.openxmlformats.org/officeDocument/2006/relationships/tags" Target="../tags/tag202.xml"/><Relationship Id="rId26" Type="http://schemas.openxmlformats.org/officeDocument/2006/relationships/tags" Target="../tags/tag210.xml"/><Relationship Id="rId21" Type="http://schemas.openxmlformats.org/officeDocument/2006/relationships/tags" Target="../tags/tag205.xml"/><Relationship Id="rId34" Type="http://schemas.openxmlformats.org/officeDocument/2006/relationships/image" Target="../media/image20.png"/><Relationship Id="rId7" Type="http://schemas.openxmlformats.org/officeDocument/2006/relationships/tags" Target="../tags/tag191.xml"/><Relationship Id="rId12" Type="http://schemas.openxmlformats.org/officeDocument/2006/relationships/tags" Target="../tags/tag196.xml"/><Relationship Id="rId17" Type="http://schemas.openxmlformats.org/officeDocument/2006/relationships/tags" Target="../tags/tag201.xml"/><Relationship Id="rId25" Type="http://schemas.openxmlformats.org/officeDocument/2006/relationships/tags" Target="../tags/tag209.xml"/><Relationship Id="rId33" Type="http://schemas.openxmlformats.org/officeDocument/2006/relationships/slideLayout" Target="../slideLayouts/slideLayout4.xml"/><Relationship Id="rId2" Type="http://schemas.openxmlformats.org/officeDocument/2006/relationships/tags" Target="../tags/tag186.xml"/><Relationship Id="rId16" Type="http://schemas.openxmlformats.org/officeDocument/2006/relationships/tags" Target="../tags/tag200.xml"/><Relationship Id="rId20" Type="http://schemas.openxmlformats.org/officeDocument/2006/relationships/tags" Target="../tags/tag204.xml"/><Relationship Id="rId29" Type="http://schemas.openxmlformats.org/officeDocument/2006/relationships/tags" Target="../tags/tag213.xml"/><Relationship Id="rId1" Type="http://schemas.openxmlformats.org/officeDocument/2006/relationships/tags" Target="../tags/tag185.xml"/><Relationship Id="rId6" Type="http://schemas.openxmlformats.org/officeDocument/2006/relationships/tags" Target="../tags/tag190.xml"/><Relationship Id="rId11" Type="http://schemas.openxmlformats.org/officeDocument/2006/relationships/tags" Target="../tags/tag195.xml"/><Relationship Id="rId24" Type="http://schemas.openxmlformats.org/officeDocument/2006/relationships/tags" Target="../tags/tag208.xml"/><Relationship Id="rId32" Type="http://schemas.openxmlformats.org/officeDocument/2006/relationships/tags" Target="../tags/tag216.xml"/><Relationship Id="rId37" Type="http://schemas.microsoft.com/office/2007/relationships/hdphoto" Target="../media/hdphoto2.wdp"/><Relationship Id="rId5" Type="http://schemas.openxmlformats.org/officeDocument/2006/relationships/tags" Target="../tags/tag189.xml"/><Relationship Id="rId15" Type="http://schemas.openxmlformats.org/officeDocument/2006/relationships/tags" Target="../tags/tag199.xml"/><Relationship Id="rId23" Type="http://schemas.openxmlformats.org/officeDocument/2006/relationships/tags" Target="../tags/tag207.xml"/><Relationship Id="rId28" Type="http://schemas.openxmlformats.org/officeDocument/2006/relationships/tags" Target="../tags/tag212.xml"/><Relationship Id="rId36" Type="http://schemas.openxmlformats.org/officeDocument/2006/relationships/image" Target="../media/image22.png"/><Relationship Id="rId10" Type="http://schemas.openxmlformats.org/officeDocument/2006/relationships/tags" Target="../tags/tag194.xml"/><Relationship Id="rId19" Type="http://schemas.openxmlformats.org/officeDocument/2006/relationships/tags" Target="../tags/tag203.xml"/><Relationship Id="rId31" Type="http://schemas.openxmlformats.org/officeDocument/2006/relationships/tags" Target="../tags/tag215.xml"/><Relationship Id="rId4" Type="http://schemas.openxmlformats.org/officeDocument/2006/relationships/tags" Target="../tags/tag188.xml"/><Relationship Id="rId9" Type="http://schemas.openxmlformats.org/officeDocument/2006/relationships/tags" Target="../tags/tag193.xml"/><Relationship Id="rId14" Type="http://schemas.openxmlformats.org/officeDocument/2006/relationships/tags" Target="../tags/tag198.xml"/><Relationship Id="rId22" Type="http://schemas.openxmlformats.org/officeDocument/2006/relationships/tags" Target="../tags/tag206.xml"/><Relationship Id="rId27" Type="http://schemas.openxmlformats.org/officeDocument/2006/relationships/tags" Target="../tags/tag211.xml"/><Relationship Id="rId30" Type="http://schemas.openxmlformats.org/officeDocument/2006/relationships/tags" Target="../tags/tag214.xml"/><Relationship Id="rId35" Type="http://schemas.microsoft.com/office/2007/relationships/hdphoto" Target="../media/hdphoto1.wdp"/><Relationship Id="rId8" Type="http://schemas.openxmlformats.org/officeDocument/2006/relationships/tags" Target="../tags/tag192.xml"/><Relationship Id="rId3" Type="http://schemas.openxmlformats.org/officeDocument/2006/relationships/tags" Target="../tags/tag187.xml"/></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219.xml"/><Relationship Id="rId7" Type="http://schemas.openxmlformats.org/officeDocument/2006/relationships/tags" Target="../tags/tag223.xml"/><Relationship Id="rId2" Type="http://schemas.openxmlformats.org/officeDocument/2006/relationships/tags" Target="../tags/tag218.xml"/><Relationship Id="rId1" Type="http://schemas.openxmlformats.org/officeDocument/2006/relationships/tags" Target="../tags/tag217.xml"/><Relationship Id="rId6" Type="http://schemas.openxmlformats.org/officeDocument/2006/relationships/tags" Target="../tags/tag222.xml"/><Relationship Id="rId5" Type="http://schemas.openxmlformats.org/officeDocument/2006/relationships/tags" Target="../tags/tag221.xml"/><Relationship Id="rId10" Type="http://schemas.openxmlformats.org/officeDocument/2006/relationships/image" Target="../media/image4.png"/><Relationship Id="rId4" Type="http://schemas.openxmlformats.org/officeDocument/2006/relationships/tags" Target="../tags/tag220.xml"/><Relationship Id="rId9"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tags" Target="../tags/tag224.xml"/><Relationship Id="rId6" Type="http://schemas.openxmlformats.org/officeDocument/2006/relationships/image" Target="../media/image4.png"/><Relationship Id="rId5" Type="http://schemas.openxmlformats.org/officeDocument/2006/relationships/image" Target="../media/image24.png"/><Relationship Id="rId4"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tags" Target="../tags/tag234.xml"/><Relationship Id="rId3" Type="http://schemas.openxmlformats.org/officeDocument/2006/relationships/tags" Target="../tags/tag229.xml"/><Relationship Id="rId7" Type="http://schemas.openxmlformats.org/officeDocument/2006/relationships/tags" Target="../tags/tag233.xml"/><Relationship Id="rId2" Type="http://schemas.openxmlformats.org/officeDocument/2006/relationships/tags" Target="../tags/tag228.xml"/><Relationship Id="rId1" Type="http://schemas.openxmlformats.org/officeDocument/2006/relationships/tags" Target="../tags/tag227.xml"/><Relationship Id="rId6" Type="http://schemas.openxmlformats.org/officeDocument/2006/relationships/tags" Target="../tags/tag232.xml"/><Relationship Id="rId11" Type="http://schemas.openxmlformats.org/officeDocument/2006/relationships/image" Target="../media/image4.png"/><Relationship Id="rId5" Type="http://schemas.openxmlformats.org/officeDocument/2006/relationships/tags" Target="../tags/tag231.xml"/><Relationship Id="rId10" Type="http://schemas.openxmlformats.org/officeDocument/2006/relationships/image" Target="../media/image25.png"/><Relationship Id="rId4" Type="http://schemas.openxmlformats.org/officeDocument/2006/relationships/tags" Target="../tags/tag230.xml"/><Relationship Id="rId9"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36.xml"/><Relationship Id="rId1" Type="http://schemas.openxmlformats.org/officeDocument/2006/relationships/tags" Target="../tags/tag235.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tags" Target="../tags/tag239.xml"/><Relationship Id="rId7" Type="http://schemas.openxmlformats.org/officeDocument/2006/relationships/image" Target="../media/image4.png"/><Relationship Id="rId2" Type="http://schemas.openxmlformats.org/officeDocument/2006/relationships/tags" Target="../tags/tag238.xml"/><Relationship Id="rId1" Type="http://schemas.openxmlformats.org/officeDocument/2006/relationships/tags" Target="../tags/tag237.xml"/><Relationship Id="rId6" Type="http://schemas.openxmlformats.org/officeDocument/2006/relationships/image" Target="../media/image26.png"/><Relationship Id="rId5" Type="http://schemas.openxmlformats.org/officeDocument/2006/relationships/slideLayout" Target="../slideLayouts/slideLayout4.xml"/><Relationship Id="rId4" Type="http://schemas.openxmlformats.org/officeDocument/2006/relationships/tags" Target="../tags/tag240.xml"/></Relationships>
</file>

<file path=ppt/slides/_rels/slide26.xml.rels><?xml version="1.0" encoding="UTF-8" standalone="yes"?>
<Relationships xmlns="http://schemas.openxmlformats.org/package/2006/relationships"><Relationship Id="rId3" Type="http://schemas.openxmlformats.org/officeDocument/2006/relationships/tags" Target="../tags/tag243.xml"/><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image" Target="../media/image4.png"/><Relationship Id="rId5" Type="http://schemas.openxmlformats.org/officeDocument/2006/relationships/slideLayout" Target="../slideLayouts/slideLayout4.xml"/><Relationship Id="rId4" Type="http://schemas.openxmlformats.org/officeDocument/2006/relationships/tags" Target="../tags/tag245.xml"/></Relationships>
</file>

<file path=ppt/slides/_rels/slide27.xml.rels><?xml version="1.0" encoding="UTF-8" standalone="yes"?>
<Relationships xmlns="http://schemas.openxmlformats.org/package/2006/relationships"><Relationship Id="rId3" Type="http://schemas.openxmlformats.org/officeDocument/2006/relationships/tags" Target="../tags/tag248.xml"/><Relationship Id="rId7" Type="http://schemas.openxmlformats.org/officeDocument/2006/relationships/image" Target="../media/image4.png"/><Relationship Id="rId2" Type="http://schemas.openxmlformats.org/officeDocument/2006/relationships/tags" Target="../tags/tag247.xml"/><Relationship Id="rId1" Type="http://schemas.openxmlformats.org/officeDocument/2006/relationships/tags" Target="../tags/tag246.xml"/><Relationship Id="rId6" Type="http://schemas.microsoft.com/office/2007/relationships/hdphoto" Target="../media/hdphoto3.wdp"/><Relationship Id="rId5" Type="http://schemas.openxmlformats.org/officeDocument/2006/relationships/image" Target="../media/image27.png"/><Relationship Id="rId4"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8" Type="http://schemas.openxmlformats.org/officeDocument/2006/relationships/tags" Target="../tags/tag256.xml"/><Relationship Id="rId13" Type="http://schemas.openxmlformats.org/officeDocument/2006/relationships/slideLayout" Target="../slideLayouts/slideLayout4.xml"/><Relationship Id="rId3" Type="http://schemas.openxmlformats.org/officeDocument/2006/relationships/tags" Target="../tags/tag251.xml"/><Relationship Id="rId7" Type="http://schemas.openxmlformats.org/officeDocument/2006/relationships/tags" Target="../tags/tag255.xml"/><Relationship Id="rId12" Type="http://schemas.openxmlformats.org/officeDocument/2006/relationships/tags" Target="../tags/tag260.xml"/><Relationship Id="rId2" Type="http://schemas.openxmlformats.org/officeDocument/2006/relationships/tags" Target="../tags/tag250.xml"/><Relationship Id="rId1" Type="http://schemas.openxmlformats.org/officeDocument/2006/relationships/tags" Target="../tags/tag249.xml"/><Relationship Id="rId6" Type="http://schemas.openxmlformats.org/officeDocument/2006/relationships/tags" Target="../tags/tag254.xml"/><Relationship Id="rId11" Type="http://schemas.openxmlformats.org/officeDocument/2006/relationships/tags" Target="../tags/tag259.xml"/><Relationship Id="rId5" Type="http://schemas.openxmlformats.org/officeDocument/2006/relationships/tags" Target="../tags/tag253.xml"/><Relationship Id="rId10" Type="http://schemas.openxmlformats.org/officeDocument/2006/relationships/tags" Target="../tags/tag258.xml"/><Relationship Id="rId4" Type="http://schemas.openxmlformats.org/officeDocument/2006/relationships/tags" Target="../tags/tag252.xml"/><Relationship Id="rId9" Type="http://schemas.openxmlformats.org/officeDocument/2006/relationships/tags" Target="../tags/tag257.xml"/><Relationship Id="rId14" Type="http://schemas.openxmlformats.org/officeDocument/2006/relationships/image" Target="../media/image4.png"/></Relationships>
</file>

<file path=ppt/slides/_rels/slide29.xml.rels><?xml version="1.0" encoding="UTF-8" standalone="yes"?>
<Relationships xmlns="http://schemas.openxmlformats.org/package/2006/relationships"><Relationship Id="rId8" Type="http://schemas.openxmlformats.org/officeDocument/2006/relationships/tags" Target="../tags/tag268.xml"/><Relationship Id="rId13" Type="http://schemas.openxmlformats.org/officeDocument/2006/relationships/image" Target="../media/image29.png"/><Relationship Id="rId3" Type="http://schemas.openxmlformats.org/officeDocument/2006/relationships/tags" Target="../tags/tag263.xml"/><Relationship Id="rId7" Type="http://schemas.openxmlformats.org/officeDocument/2006/relationships/tags" Target="../tags/tag267.xml"/><Relationship Id="rId12" Type="http://schemas.openxmlformats.org/officeDocument/2006/relationships/image" Target="../media/image28.png"/><Relationship Id="rId2" Type="http://schemas.openxmlformats.org/officeDocument/2006/relationships/tags" Target="../tags/tag262.xml"/><Relationship Id="rId1" Type="http://schemas.openxmlformats.org/officeDocument/2006/relationships/tags" Target="../tags/tag261.xml"/><Relationship Id="rId6" Type="http://schemas.openxmlformats.org/officeDocument/2006/relationships/tags" Target="../tags/tag266.xml"/><Relationship Id="rId11" Type="http://schemas.openxmlformats.org/officeDocument/2006/relationships/image" Target="../media/image16.png"/><Relationship Id="rId5" Type="http://schemas.openxmlformats.org/officeDocument/2006/relationships/tags" Target="../tags/tag265.xml"/><Relationship Id="rId10" Type="http://schemas.openxmlformats.org/officeDocument/2006/relationships/slideLayout" Target="../slideLayouts/slideLayout4.xml"/><Relationship Id="rId4" Type="http://schemas.openxmlformats.org/officeDocument/2006/relationships/tags" Target="../tags/tag264.xml"/><Relationship Id="rId9" Type="http://schemas.openxmlformats.org/officeDocument/2006/relationships/tags" Target="../tags/tag269.xml"/><Relationship Id="rId14" Type="http://schemas.openxmlformats.org/officeDocument/2006/relationships/image" Target="../media/image4.png"/></Relationships>
</file>

<file path=ppt/slides/_rels/slide30.xml.rels><?xml version="1.0" encoding="UTF-8" standalone="yes"?>
<Relationships xmlns="http://schemas.openxmlformats.org/package/2006/relationships"><Relationship Id="rId8" Type="http://schemas.openxmlformats.org/officeDocument/2006/relationships/tags" Target="../tags/tag277.xml"/><Relationship Id="rId3" Type="http://schemas.openxmlformats.org/officeDocument/2006/relationships/tags" Target="../tags/tag272.xml"/><Relationship Id="rId7" Type="http://schemas.openxmlformats.org/officeDocument/2006/relationships/tags" Target="../tags/tag276.xml"/><Relationship Id="rId2" Type="http://schemas.openxmlformats.org/officeDocument/2006/relationships/tags" Target="../tags/tag271.xml"/><Relationship Id="rId1" Type="http://schemas.openxmlformats.org/officeDocument/2006/relationships/tags" Target="../tags/tag270.xml"/><Relationship Id="rId6" Type="http://schemas.openxmlformats.org/officeDocument/2006/relationships/tags" Target="../tags/tag275.xml"/><Relationship Id="rId11" Type="http://schemas.openxmlformats.org/officeDocument/2006/relationships/image" Target="../media/image4.png"/><Relationship Id="rId5" Type="http://schemas.openxmlformats.org/officeDocument/2006/relationships/tags" Target="../tags/tag274.xml"/><Relationship Id="rId10" Type="http://schemas.openxmlformats.org/officeDocument/2006/relationships/image" Target="../media/image30.png"/><Relationship Id="rId4" Type="http://schemas.openxmlformats.org/officeDocument/2006/relationships/tags" Target="../tags/tag273.xml"/><Relationship Id="rId9"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8" Type="http://schemas.openxmlformats.org/officeDocument/2006/relationships/tags" Target="../tags/tag285.xml"/><Relationship Id="rId13" Type="http://schemas.openxmlformats.org/officeDocument/2006/relationships/image" Target="../media/image31.png"/><Relationship Id="rId3" Type="http://schemas.openxmlformats.org/officeDocument/2006/relationships/tags" Target="../tags/tag280.xml"/><Relationship Id="rId7" Type="http://schemas.openxmlformats.org/officeDocument/2006/relationships/tags" Target="../tags/tag284.xml"/><Relationship Id="rId12" Type="http://schemas.openxmlformats.org/officeDocument/2006/relationships/image" Target="../media/image16.png"/><Relationship Id="rId2" Type="http://schemas.openxmlformats.org/officeDocument/2006/relationships/tags" Target="../tags/tag279.xml"/><Relationship Id="rId1" Type="http://schemas.openxmlformats.org/officeDocument/2006/relationships/tags" Target="../tags/tag278.xml"/><Relationship Id="rId6" Type="http://schemas.openxmlformats.org/officeDocument/2006/relationships/tags" Target="../tags/tag283.xml"/><Relationship Id="rId11" Type="http://schemas.openxmlformats.org/officeDocument/2006/relationships/slideLayout" Target="../slideLayouts/slideLayout4.xml"/><Relationship Id="rId5" Type="http://schemas.openxmlformats.org/officeDocument/2006/relationships/tags" Target="../tags/tag282.xml"/><Relationship Id="rId10" Type="http://schemas.openxmlformats.org/officeDocument/2006/relationships/tags" Target="../tags/tag287.xml"/><Relationship Id="rId4" Type="http://schemas.openxmlformats.org/officeDocument/2006/relationships/tags" Target="../tags/tag281.xml"/><Relationship Id="rId9" Type="http://schemas.openxmlformats.org/officeDocument/2006/relationships/tags" Target="../tags/tag286.xml"/><Relationship Id="rId1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tags" Target="../tags/tag290.xml"/><Relationship Id="rId7" Type="http://schemas.openxmlformats.org/officeDocument/2006/relationships/image" Target="../media/image4.png"/><Relationship Id="rId2" Type="http://schemas.openxmlformats.org/officeDocument/2006/relationships/tags" Target="../tags/tag289.xml"/><Relationship Id="rId1" Type="http://schemas.openxmlformats.org/officeDocument/2006/relationships/tags" Target="../tags/tag288.xml"/><Relationship Id="rId6" Type="http://schemas.openxmlformats.org/officeDocument/2006/relationships/image" Target="../media/image32.png"/><Relationship Id="rId5" Type="http://schemas.openxmlformats.org/officeDocument/2006/relationships/slideLayout" Target="../slideLayouts/slideLayout4.xml"/><Relationship Id="rId4" Type="http://schemas.openxmlformats.org/officeDocument/2006/relationships/tags" Target="../tags/tag291.xml"/></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294.xml"/><Relationship Id="rId7" Type="http://schemas.openxmlformats.org/officeDocument/2006/relationships/tags" Target="../tags/tag298.xml"/><Relationship Id="rId2" Type="http://schemas.openxmlformats.org/officeDocument/2006/relationships/tags" Target="../tags/tag293.xml"/><Relationship Id="rId1" Type="http://schemas.openxmlformats.org/officeDocument/2006/relationships/tags" Target="../tags/tag292.xml"/><Relationship Id="rId6" Type="http://schemas.openxmlformats.org/officeDocument/2006/relationships/tags" Target="../tags/tag297.xml"/><Relationship Id="rId5" Type="http://schemas.openxmlformats.org/officeDocument/2006/relationships/tags" Target="../tags/tag296.xml"/><Relationship Id="rId10" Type="http://schemas.openxmlformats.org/officeDocument/2006/relationships/image" Target="../media/image4.png"/><Relationship Id="rId4" Type="http://schemas.openxmlformats.org/officeDocument/2006/relationships/tags" Target="../tags/tag295.xml"/><Relationship Id="rId9" Type="http://schemas.openxmlformats.org/officeDocument/2006/relationships/image" Target="../media/image16.png"/></Relationships>
</file>

<file path=ppt/slides/_rels/slide34.xml.rels><?xml version="1.0" encoding="UTF-8" standalone="yes"?>
<Relationships xmlns="http://schemas.openxmlformats.org/package/2006/relationships"><Relationship Id="rId8" Type="http://schemas.openxmlformats.org/officeDocument/2006/relationships/tags" Target="../tags/tag306.xml"/><Relationship Id="rId13" Type="http://schemas.openxmlformats.org/officeDocument/2006/relationships/image" Target="../media/image4.png"/><Relationship Id="rId3" Type="http://schemas.openxmlformats.org/officeDocument/2006/relationships/tags" Target="../tags/tag301.xml"/><Relationship Id="rId7" Type="http://schemas.openxmlformats.org/officeDocument/2006/relationships/tags" Target="../tags/tag305.xml"/><Relationship Id="rId12" Type="http://schemas.openxmlformats.org/officeDocument/2006/relationships/image" Target="../media/image33.jpeg"/><Relationship Id="rId2" Type="http://schemas.openxmlformats.org/officeDocument/2006/relationships/tags" Target="../tags/tag300.xml"/><Relationship Id="rId1" Type="http://schemas.openxmlformats.org/officeDocument/2006/relationships/tags" Target="../tags/tag299.xml"/><Relationship Id="rId6" Type="http://schemas.openxmlformats.org/officeDocument/2006/relationships/tags" Target="../tags/tag304.xml"/><Relationship Id="rId11" Type="http://schemas.openxmlformats.org/officeDocument/2006/relationships/image" Target="../media/image16.png"/><Relationship Id="rId5" Type="http://schemas.openxmlformats.org/officeDocument/2006/relationships/tags" Target="../tags/tag303.xml"/><Relationship Id="rId10" Type="http://schemas.openxmlformats.org/officeDocument/2006/relationships/slideLayout" Target="../slideLayouts/slideLayout4.xml"/><Relationship Id="rId4" Type="http://schemas.openxmlformats.org/officeDocument/2006/relationships/tags" Target="../tags/tag302.xml"/><Relationship Id="rId9" Type="http://schemas.openxmlformats.org/officeDocument/2006/relationships/tags" Target="../tags/tag307.xml"/></Relationships>
</file>

<file path=ppt/slides/_rels/slide35.xml.rels><?xml version="1.0" encoding="UTF-8" standalone="yes"?>
<Relationships xmlns="http://schemas.openxmlformats.org/package/2006/relationships"><Relationship Id="rId8" Type="http://schemas.openxmlformats.org/officeDocument/2006/relationships/tags" Target="../tags/tag315.xml"/><Relationship Id="rId13" Type="http://schemas.openxmlformats.org/officeDocument/2006/relationships/slideLayout" Target="../slideLayouts/slideLayout4.xml"/><Relationship Id="rId3" Type="http://schemas.openxmlformats.org/officeDocument/2006/relationships/tags" Target="../tags/tag310.xml"/><Relationship Id="rId7" Type="http://schemas.openxmlformats.org/officeDocument/2006/relationships/tags" Target="../tags/tag314.xml"/><Relationship Id="rId12" Type="http://schemas.openxmlformats.org/officeDocument/2006/relationships/tags" Target="../tags/tag319.xml"/><Relationship Id="rId2" Type="http://schemas.openxmlformats.org/officeDocument/2006/relationships/tags" Target="../tags/tag309.xml"/><Relationship Id="rId16" Type="http://schemas.openxmlformats.org/officeDocument/2006/relationships/image" Target="../media/image4.png"/><Relationship Id="rId1" Type="http://schemas.openxmlformats.org/officeDocument/2006/relationships/tags" Target="../tags/tag308.xml"/><Relationship Id="rId6" Type="http://schemas.openxmlformats.org/officeDocument/2006/relationships/tags" Target="../tags/tag313.xml"/><Relationship Id="rId11" Type="http://schemas.openxmlformats.org/officeDocument/2006/relationships/tags" Target="../tags/tag318.xml"/><Relationship Id="rId5" Type="http://schemas.openxmlformats.org/officeDocument/2006/relationships/tags" Target="../tags/tag312.xml"/><Relationship Id="rId15" Type="http://schemas.openxmlformats.org/officeDocument/2006/relationships/image" Target="../media/image34.png"/><Relationship Id="rId10" Type="http://schemas.openxmlformats.org/officeDocument/2006/relationships/tags" Target="../tags/tag317.xml"/><Relationship Id="rId4" Type="http://schemas.openxmlformats.org/officeDocument/2006/relationships/tags" Target="../tags/tag311.xml"/><Relationship Id="rId9" Type="http://schemas.openxmlformats.org/officeDocument/2006/relationships/tags" Target="../tags/tag316.xml"/><Relationship Id="rId14"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tags" Target="../tags/tag322.xml"/><Relationship Id="rId7" Type="http://schemas.openxmlformats.org/officeDocument/2006/relationships/image" Target="../media/image4.png"/><Relationship Id="rId2" Type="http://schemas.openxmlformats.org/officeDocument/2006/relationships/tags" Target="../tags/tag321.xml"/><Relationship Id="rId1" Type="http://schemas.openxmlformats.org/officeDocument/2006/relationships/tags" Target="../tags/tag320.xml"/><Relationship Id="rId6" Type="http://schemas.openxmlformats.org/officeDocument/2006/relationships/image" Target="../media/image35.png"/><Relationship Id="rId5" Type="http://schemas.openxmlformats.org/officeDocument/2006/relationships/slideLayout" Target="../slideLayouts/slideLayout4.xml"/><Relationship Id="rId4" Type="http://schemas.openxmlformats.org/officeDocument/2006/relationships/tags" Target="../tags/tag323.xml"/></Relationships>
</file>

<file path=ppt/slides/_rels/slide37.xml.rels><?xml version="1.0" encoding="UTF-8" standalone="yes"?>
<Relationships xmlns="http://schemas.openxmlformats.org/package/2006/relationships"><Relationship Id="rId8" Type="http://schemas.openxmlformats.org/officeDocument/2006/relationships/tags" Target="../tags/tag331.xml"/><Relationship Id="rId13" Type="http://schemas.openxmlformats.org/officeDocument/2006/relationships/tags" Target="../tags/tag336.xml"/><Relationship Id="rId18" Type="http://schemas.openxmlformats.org/officeDocument/2006/relationships/tags" Target="../tags/tag341.xml"/><Relationship Id="rId26" Type="http://schemas.openxmlformats.org/officeDocument/2006/relationships/tags" Target="../tags/tag349.xml"/><Relationship Id="rId3" Type="http://schemas.openxmlformats.org/officeDocument/2006/relationships/tags" Target="../tags/tag326.xml"/><Relationship Id="rId21" Type="http://schemas.openxmlformats.org/officeDocument/2006/relationships/tags" Target="../tags/tag344.xml"/><Relationship Id="rId7" Type="http://schemas.openxmlformats.org/officeDocument/2006/relationships/tags" Target="../tags/tag330.xml"/><Relationship Id="rId12" Type="http://schemas.openxmlformats.org/officeDocument/2006/relationships/tags" Target="../tags/tag335.xml"/><Relationship Id="rId17" Type="http://schemas.openxmlformats.org/officeDocument/2006/relationships/tags" Target="../tags/tag340.xml"/><Relationship Id="rId25" Type="http://schemas.openxmlformats.org/officeDocument/2006/relationships/tags" Target="../tags/tag348.xml"/><Relationship Id="rId2" Type="http://schemas.openxmlformats.org/officeDocument/2006/relationships/tags" Target="../tags/tag325.xml"/><Relationship Id="rId16" Type="http://schemas.openxmlformats.org/officeDocument/2006/relationships/tags" Target="../tags/tag339.xml"/><Relationship Id="rId20" Type="http://schemas.openxmlformats.org/officeDocument/2006/relationships/tags" Target="../tags/tag343.xml"/><Relationship Id="rId29" Type="http://schemas.openxmlformats.org/officeDocument/2006/relationships/tags" Target="../tags/tag352.xml"/><Relationship Id="rId1" Type="http://schemas.openxmlformats.org/officeDocument/2006/relationships/tags" Target="../tags/tag324.xml"/><Relationship Id="rId6" Type="http://schemas.openxmlformats.org/officeDocument/2006/relationships/tags" Target="../tags/tag329.xml"/><Relationship Id="rId11" Type="http://schemas.openxmlformats.org/officeDocument/2006/relationships/tags" Target="../tags/tag334.xml"/><Relationship Id="rId24" Type="http://schemas.openxmlformats.org/officeDocument/2006/relationships/tags" Target="../tags/tag347.xml"/><Relationship Id="rId5" Type="http://schemas.openxmlformats.org/officeDocument/2006/relationships/tags" Target="../tags/tag328.xml"/><Relationship Id="rId15" Type="http://schemas.openxmlformats.org/officeDocument/2006/relationships/tags" Target="../tags/tag338.xml"/><Relationship Id="rId23" Type="http://schemas.openxmlformats.org/officeDocument/2006/relationships/tags" Target="../tags/tag346.xml"/><Relationship Id="rId28" Type="http://schemas.openxmlformats.org/officeDocument/2006/relationships/tags" Target="../tags/tag351.xml"/><Relationship Id="rId10" Type="http://schemas.openxmlformats.org/officeDocument/2006/relationships/tags" Target="../tags/tag333.xml"/><Relationship Id="rId19" Type="http://schemas.openxmlformats.org/officeDocument/2006/relationships/tags" Target="../tags/tag342.xml"/><Relationship Id="rId31" Type="http://schemas.openxmlformats.org/officeDocument/2006/relationships/slideLayout" Target="../slideLayouts/slideLayout4.xml"/><Relationship Id="rId4" Type="http://schemas.openxmlformats.org/officeDocument/2006/relationships/tags" Target="../tags/tag327.xml"/><Relationship Id="rId9" Type="http://schemas.openxmlformats.org/officeDocument/2006/relationships/tags" Target="../tags/tag332.xml"/><Relationship Id="rId14" Type="http://schemas.openxmlformats.org/officeDocument/2006/relationships/tags" Target="../tags/tag337.xml"/><Relationship Id="rId22" Type="http://schemas.openxmlformats.org/officeDocument/2006/relationships/tags" Target="../tags/tag345.xml"/><Relationship Id="rId27" Type="http://schemas.openxmlformats.org/officeDocument/2006/relationships/tags" Target="../tags/tag350.xml"/><Relationship Id="rId30" Type="http://schemas.openxmlformats.org/officeDocument/2006/relationships/tags" Target="../tags/tag353.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55.xml"/><Relationship Id="rId1" Type="http://schemas.openxmlformats.org/officeDocument/2006/relationships/tags" Target="../tags/tag354.xml"/><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8" Type="http://schemas.openxmlformats.org/officeDocument/2006/relationships/tags" Target="../tags/tag363.xml"/><Relationship Id="rId13" Type="http://schemas.openxmlformats.org/officeDocument/2006/relationships/image" Target="../media/image37.png"/><Relationship Id="rId3" Type="http://schemas.openxmlformats.org/officeDocument/2006/relationships/tags" Target="../tags/tag358.xml"/><Relationship Id="rId7" Type="http://schemas.openxmlformats.org/officeDocument/2006/relationships/tags" Target="../tags/tag362.xml"/><Relationship Id="rId12" Type="http://schemas.openxmlformats.org/officeDocument/2006/relationships/image" Target="../media/image36.png"/><Relationship Id="rId2" Type="http://schemas.openxmlformats.org/officeDocument/2006/relationships/tags" Target="../tags/tag357.xml"/><Relationship Id="rId1" Type="http://schemas.openxmlformats.org/officeDocument/2006/relationships/tags" Target="../tags/tag356.xml"/><Relationship Id="rId6" Type="http://schemas.openxmlformats.org/officeDocument/2006/relationships/tags" Target="../tags/tag361.xml"/><Relationship Id="rId11" Type="http://schemas.openxmlformats.org/officeDocument/2006/relationships/slideLayout" Target="../slideLayouts/slideLayout4.xml"/><Relationship Id="rId5" Type="http://schemas.openxmlformats.org/officeDocument/2006/relationships/tags" Target="../tags/tag360.xml"/><Relationship Id="rId10" Type="http://schemas.openxmlformats.org/officeDocument/2006/relationships/tags" Target="../tags/tag365.xml"/><Relationship Id="rId4" Type="http://schemas.openxmlformats.org/officeDocument/2006/relationships/tags" Target="../tags/tag359.xml"/><Relationship Id="rId9" Type="http://schemas.openxmlformats.org/officeDocument/2006/relationships/tags" Target="../tags/tag364.xml"/><Relationship Id="rId1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67.xml"/><Relationship Id="rId1" Type="http://schemas.openxmlformats.org/officeDocument/2006/relationships/tags" Target="../tags/tag366.xml"/><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69.xml"/><Relationship Id="rId1" Type="http://schemas.openxmlformats.org/officeDocument/2006/relationships/tags" Target="../tags/tag368.xml"/><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tags" Target="../tags/tag372.xml"/><Relationship Id="rId7" Type="http://schemas.openxmlformats.org/officeDocument/2006/relationships/slideLayout" Target="../slideLayouts/slideLayout4.xml"/><Relationship Id="rId12" Type="http://schemas.openxmlformats.org/officeDocument/2006/relationships/image" Target="../media/image4.png"/><Relationship Id="rId2" Type="http://schemas.openxmlformats.org/officeDocument/2006/relationships/tags" Target="../tags/tag371.xml"/><Relationship Id="rId1" Type="http://schemas.openxmlformats.org/officeDocument/2006/relationships/tags" Target="../tags/tag370.xml"/><Relationship Id="rId6" Type="http://schemas.openxmlformats.org/officeDocument/2006/relationships/tags" Target="../tags/tag375.xml"/><Relationship Id="rId11" Type="http://schemas.openxmlformats.org/officeDocument/2006/relationships/image" Target="../media/image41.png"/><Relationship Id="rId5" Type="http://schemas.openxmlformats.org/officeDocument/2006/relationships/tags" Target="../tags/tag374.xml"/><Relationship Id="rId10" Type="http://schemas.openxmlformats.org/officeDocument/2006/relationships/image" Target="../media/image40.png"/><Relationship Id="rId4" Type="http://schemas.openxmlformats.org/officeDocument/2006/relationships/tags" Target="../tags/tag373.xml"/><Relationship Id="rId9" Type="http://schemas.openxmlformats.org/officeDocument/2006/relationships/image" Target="../media/image39.png"/></Relationships>
</file>

<file path=ppt/slides/_rels/slide43.xml.rels><?xml version="1.0" encoding="UTF-8" standalone="yes"?>
<Relationships xmlns="http://schemas.openxmlformats.org/package/2006/relationships"><Relationship Id="rId8" Type="http://schemas.openxmlformats.org/officeDocument/2006/relationships/tags" Target="../tags/tag383.xml"/><Relationship Id="rId13" Type="http://schemas.openxmlformats.org/officeDocument/2006/relationships/image" Target="../media/image4.png"/><Relationship Id="rId3" Type="http://schemas.openxmlformats.org/officeDocument/2006/relationships/tags" Target="../tags/tag378.xml"/><Relationship Id="rId7" Type="http://schemas.openxmlformats.org/officeDocument/2006/relationships/tags" Target="../tags/tag382.xml"/><Relationship Id="rId12" Type="http://schemas.openxmlformats.org/officeDocument/2006/relationships/image" Target="../media/image42.png"/><Relationship Id="rId2" Type="http://schemas.openxmlformats.org/officeDocument/2006/relationships/tags" Target="../tags/tag377.xml"/><Relationship Id="rId1" Type="http://schemas.openxmlformats.org/officeDocument/2006/relationships/tags" Target="../tags/tag376.xml"/><Relationship Id="rId6" Type="http://schemas.openxmlformats.org/officeDocument/2006/relationships/tags" Target="../tags/tag381.xml"/><Relationship Id="rId11" Type="http://schemas.openxmlformats.org/officeDocument/2006/relationships/image" Target="../media/image16.png"/><Relationship Id="rId5" Type="http://schemas.openxmlformats.org/officeDocument/2006/relationships/tags" Target="../tags/tag380.xml"/><Relationship Id="rId10" Type="http://schemas.openxmlformats.org/officeDocument/2006/relationships/slideLayout" Target="../slideLayouts/slideLayout4.xml"/><Relationship Id="rId4" Type="http://schemas.openxmlformats.org/officeDocument/2006/relationships/tags" Target="../tags/tag379.xml"/><Relationship Id="rId9" Type="http://schemas.openxmlformats.org/officeDocument/2006/relationships/tags" Target="../tags/tag384.xml"/></Relationships>
</file>

<file path=ppt/slides/_rels/slide44.xml.rels><?xml version="1.0" encoding="UTF-8" standalone="yes"?>
<Relationships xmlns="http://schemas.openxmlformats.org/package/2006/relationships"><Relationship Id="rId8" Type="http://schemas.openxmlformats.org/officeDocument/2006/relationships/tags" Target="../tags/tag392.xml"/><Relationship Id="rId13" Type="http://schemas.openxmlformats.org/officeDocument/2006/relationships/image" Target="../media/image16.png"/><Relationship Id="rId3" Type="http://schemas.openxmlformats.org/officeDocument/2006/relationships/tags" Target="../tags/tag387.xml"/><Relationship Id="rId7" Type="http://schemas.openxmlformats.org/officeDocument/2006/relationships/tags" Target="../tags/tag391.xml"/><Relationship Id="rId12" Type="http://schemas.openxmlformats.org/officeDocument/2006/relationships/slideLayout" Target="../slideLayouts/slideLayout4.xml"/><Relationship Id="rId2" Type="http://schemas.openxmlformats.org/officeDocument/2006/relationships/tags" Target="../tags/tag386.xml"/><Relationship Id="rId1" Type="http://schemas.openxmlformats.org/officeDocument/2006/relationships/tags" Target="../tags/tag385.xml"/><Relationship Id="rId6" Type="http://schemas.openxmlformats.org/officeDocument/2006/relationships/tags" Target="../tags/tag390.xml"/><Relationship Id="rId11" Type="http://schemas.openxmlformats.org/officeDocument/2006/relationships/tags" Target="../tags/tag395.xml"/><Relationship Id="rId5" Type="http://schemas.openxmlformats.org/officeDocument/2006/relationships/tags" Target="../tags/tag389.xml"/><Relationship Id="rId15" Type="http://schemas.openxmlformats.org/officeDocument/2006/relationships/image" Target="../media/image4.png"/><Relationship Id="rId10" Type="http://schemas.openxmlformats.org/officeDocument/2006/relationships/tags" Target="../tags/tag394.xml"/><Relationship Id="rId4" Type="http://schemas.openxmlformats.org/officeDocument/2006/relationships/tags" Target="../tags/tag388.xml"/><Relationship Id="rId9" Type="http://schemas.openxmlformats.org/officeDocument/2006/relationships/tags" Target="../tags/tag393.xml"/><Relationship Id="rId14" Type="http://schemas.openxmlformats.org/officeDocument/2006/relationships/image" Target="../media/image43.png"/></Relationships>
</file>

<file path=ppt/slides/_rels/slide45.xml.rels><?xml version="1.0" encoding="UTF-8" standalone="yes"?>
<Relationships xmlns="http://schemas.openxmlformats.org/package/2006/relationships"><Relationship Id="rId8" Type="http://schemas.openxmlformats.org/officeDocument/2006/relationships/tags" Target="../tags/tag403.xml"/><Relationship Id="rId3" Type="http://schemas.openxmlformats.org/officeDocument/2006/relationships/tags" Target="../tags/tag398.xml"/><Relationship Id="rId7" Type="http://schemas.openxmlformats.org/officeDocument/2006/relationships/tags" Target="../tags/tag402.xml"/><Relationship Id="rId2" Type="http://schemas.openxmlformats.org/officeDocument/2006/relationships/tags" Target="../tags/tag397.xml"/><Relationship Id="rId1" Type="http://schemas.openxmlformats.org/officeDocument/2006/relationships/tags" Target="../tags/tag396.xml"/><Relationship Id="rId6" Type="http://schemas.openxmlformats.org/officeDocument/2006/relationships/tags" Target="../tags/tag401.xml"/><Relationship Id="rId11" Type="http://schemas.openxmlformats.org/officeDocument/2006/relationships/image" Target="../media/image4.png"/><Relationship Id="rId5" Type="http://schemas.openxmlformats.org/officeDocument/2006/relationships/tags" Target="../tags/tag400.xml"/><Relationship Id="rId10" Type="http://schemas.openxmlformats.org/officeDocument/2006/relationships/image" Target="../media/image16.png"/><Relationship Id="rId4" Type="http://schemas.openxmlformats.org/officeDocument/2006/relationships/tags" Target="../tags/tag399.xml"/><Relationship Id="rId9"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8" Type="http://schemas.openxmlformats.org/officeDocument/2006/relationships/tags" Target="../tags/tag411.xml"/><Relationship Id="rId13" Type="http://schemas.openxmlformats.org/officeDocument/2006/relationships/image" Target="../media/image4.png"/><Relationship Id="rId3" Type="http://schemas.openxmlformats.org/officeDocument/2006/relationships/tags" Target="../tags/tag406.xml"/><Relationship Id="rId7" Type="http://schemas.openxmlformats.org/officeDocument/2006/relationships/tags" Target="../tags/tag410.xml"/><Relationship Id="rId12" Type="http://schemas.openxmlformats.org/officeDocument/2006/relationships/image" Target="../media/image44.png"/><Relationship Id="rId2" Type="http://schemas.openxmlformats.org/officeDocument/2006/relationships/tags" Target="../tags/tag405.xml"/><Relationship Id="rId1" Type="http://schemas.openxmlformats.org/officeDocument/2006/relationships/tags" Target="../tags/tag404.xml"/><Relationship Id="rId6" Type="http://schemas.openxmlformats.org/officeDocument/2006/relationships/tags" Target="../tags/tag409.xml"/><Relationship Id="rId11" Type="http://schemas.openxmlformats.org/officeDocument/2006/relationships/image" Target="../media/image16.png"/><Relationship Id="rId5" Type="http://schemas.openxmlformats.org/officeDocument/2006/relationships/tags" Target="../tags/tag408.xml"/><Relationship Id="rId10" Type="http://schemas.openxmlformats.org/officeDocument/2006/relationships/slideLayout" Target="../slideLayouts/slideLayout4.xml"/><Relationship Id="rId4" Type="http://schemas.openxmlformats.org/officeDocument/2006/relationships/tags" Target="../tags/tag407.xml"/><Relationship Id="rId9" Type="http://schemas.openxmlformats.org/officeDocument/2006/relationships/tags" Target="../tags/tag412.xml"/></Relationships>
</file>

<file path=ppt/slides/_rels/slide47.xml.rels><?xml version="1.0" encoding="UTF-8" standalone="yes"?>
<Relationships xmlns="http://schemas.openxmlformats.org/package/2006/relationships"><Relationship Id="rId8" Type="http://schemas.openxmlformats.org/officeDocument/2006/relationships/tags" Target="../tags/tag420.xml"/><Relationship Id="rId13" Type="http://schemas.openxmlformats.org/officeDocument/2006/relationships/image" Target="../media/image45.png"/><Relationship Id="rId3" Type="http://schemas.openxmlformats.org/officeDocument/2006/relationships/tags" Target="../tags/tag415.xml"/><Relationship Id="rId7" Type="http://schemas.openxmlformats.org/officeDocument/2006/relationships/tags" Target="../tags/tag419.xml"/><Relationship Id="rId12" Type="http://schemas.openxmlformats.org/officeDocument/2006/relationships/image" Target="../media/image16.png"/><Relationship Id="rId2" Type="http://schemas.openxmlformats.org/officeDocument/2006/relationships/tags" Target="../tags/tag414.xml"/><Relationship Id="rId1" Type="http://schemas.openxmlformats.org/officeDocument/2006/relationships/tags" Target="../tags/tag413.xml"/><Relationship Id="rId6" Type="http://schemas.openxmlformats.org/officeDocument/2006/relationships/tags" Target="../tags/tag418.xml"/><Relationship Id="rId11" Type="http://schemas.openxmlformats.org/officeDocument/2006/relationships/slideLayout" Target="../slideLayouts/slideLayout4.xml"/><Relationship Id="rId5" Type="http://schemas.openxmlformats.org/officeDocument/2006/relationships/tags" Target="../tags/tag417.xml"/><Relationship Id="rId10" Type="http://schemas.openxmlformats.org/officeDocument/2006/relationships/tags" Target="../tags/tag422.xml"/><Relationship Id="rId4" Type="http://schemas.openxmlformats.org/officeDocument/2006/relationships/tags" Target="../tags/tag416.xml"/><Relationship Id="rId9" Type="http://schemas.openxmlformats.org/officeDocument/2006/relationships/tags" Target="../tags/tag421.xml"/><Relationship Id="rId1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tags" Target="../tags/tag425.xml"/><Relationship Id="rId7" Type="http://schemas.openxmlformats.org/officeDocument/2006/relationships/image" Target="../media/image4.png"/><Relationship Id="rId2" Type="http://schemas.openxmlformats.org/officeDocument/2006/relationships/tags" Target="../tags/tag424.xml"/><Relationship Id="rId1" Type="http://schemas.openxmlformats.org/officeDocument/2006/relationships/tags" Target="../tags/tag423.xml"/><Relationship Id="rId6" Type="http://schemas.openxmlformats.org/officeDocument/2006/relationships/image" Target="../media/image46.jpeg"/><Relationship Id="rId5" Type="http://schemas.openxmlformats.org/officeDocument/2006/relationships/slideLayout" Target="../slideLayouts/slideLayout4.xml"/><Relationship Id="rId4" Type="http://schemas.openxmlformats.org/officeDocument/2006/relationships/tags" Target="../tags/tag426.xml"/></Relationships>
</file>

<file path=ppt/slides/_rels/slide49.xml.rels><?xml version="1.0" encoding="UTF-8" standalone="yes"?>
<Relationships xmlns="http://schemas.openxmlformats.org/package/2006/relationships"><Relationship Id="rId13" Type="http://schemas.openxmlformats.org/officeDocument/2006/relationships/tags" Target="../tags/tag439.xml"/><Relationship Id="rId18" Type="http://schemas.openxmlformats.org/officeDocument/2006/relationships/tags" Target="../tags/tag444.xml"/><Relationship Id="rId26" Type="http://schemas.openxmlformats.org/officeDocument/2006/relationships/tags" Target="../tags/tag452.xml"/><Relationship Id="rId3" Type="http://schemas.openxmlformats.org/officeDocument/2006/relationships/tags" Target="../tags/tag429.xml"/><Relationship Id="rId21" Type="http://schemas.openxmlformats.org/officeDocument/2006/relationships/tags" Target="../tags/tag447.xml"/><Relationship Id="rId34" Type="http://schemas.openxmlformats.org/officeDocument/2006/relationships/slideLayout" Target="../slideLayouts/slideLayout4.xml"/><Relationship Id="rId7" Type="http://schemas.openxmlformats.org/officeDocument/2006/relationships/tags" Target="../tags/tag433.xml"/><Relationship Id="rId12" Type="http://schemas.openxmlformats.org/officeDocument/2006/relationships/tags" Target="../tags/tag438.xml"/><Relationship Id="rId17" Type="http://schemas.openxmlformats.org/officeDocument/2006/relationships/tags" Target="../tags/tag443.xml"/><Relationship Id="rId25" Type="http://schemas.openxmlformats.org/officeDocument/2006/relationships/tags" Target="../tags/tag451.xml"/><Relationship Id="rId33" Type="http://schemas.openxmlformats.org/officeDocument/2006/relationships/tags" Target="../tags/tag459.xml"/><Relationship Id="rId2" Type="http://schemas.openxmlformats.org/officeDocument/2006/relationships/tags" Target="../tags/tag428.xml"/><Relationship Id="rId16" Type="http://schemas.openxmlformats.org/officeDocument/2006/relationships/tags" Target="../tags/tag442.xml"/><Relationship Id="rId20" Type="http://schemas.openxmlformats.org/officeDocument/2006/relationships/tags" Target="../tags/tag446.xml"/><Relationship Id="rId29" Type="http://schemas.openxmlformats.org/officeDocument/2006/relationships/tags" Target="../tags/tag455.xml"/><Relationship Id="rId1" Type="http://schemas.openxmlformats.org/officeDocument/2006/relationships/tags" Target="../tags/tag427.xml"/><Relationship Id="rId6" Type="http://schemas.openxmlformats.org/officeDocument/2006/relationships/tags" Target="../tags/tag432.xml"/><Relationship Id="rId11" Type="http://schemas.openxmlformats.org/officeDocument/2006/relationships/tags" Target="../tags/tag437.xml"/><Relationship Id="rId24" Type="http://schemas.openxmlformats.org/officeDocument/2006/relationships/tags" Target="../tags/tag450.xml"/><Relationship Id="rId32" Type="http://schemas.openxmlformats.org/officeDocument/2006/relationships/tags" Target="../tags/tag458.xml"/><Relationship Id="rId5" Type="http://schemas.openxmlformats.org/officeDocument/2006/relationships/tags" Target="../tags/tag431.xml"/><Relationship Id="rId15" Type="http://schemas.openxmlformats.org/officeDocument/2006/relationships/tags" Target="../tags/tag441.xml"/><Relationship Id="rId23" Type="http://schemas.openxmlformats.org/officeDocument/2006/relationships/tags" Target="../tags/tag449.xml"/><Relationship Id="rId28" Type="http://schemas.openxmlformats.org/officeDocument/2006/relationships/tags" Target="../tags/tag454.xml"/><Relationship Id="rId10" Type="http://schemas.openxmlformats.org/officeDocument/2006/relationships/tags" Target="../tags/tag436.xml"/><Relationship Id="rId19" Type="http://schemas.openxmlformats.org/officeDocument/2006/relationships/tags" Target="../tags/tag445.xml"/><Relationship Id="rId31" Type="http://schemas.openxmlformats.org/officeDocument/2006/relationships/tags" Target="../tags/tag457.xml"/><Relationship Id="rId4" Type="http://schemas.openxmlformats.org/officeDocument/2006/relationships/tags" Target="../tags/tag430.xml"/><Relationship Id="rId9" Type="http://schemas.openxmlformats.org/officeDocument/2006/relationships/tags" Target="../tags/tag435.xml"/><Relationship Id="rId14" Type="http://schemas.openxmlformats.org/officeDocument/2006/relationships/tags" Target="../tags/tag440.xml"/><Relationship Id="rId22" Type="http://schemas.openxmlformats.org/officeDocument/2006/relationships/tags" Target="../tags/tag448.xml"/><Relationship Id="rId27" Type="http://schemas.openxmlformats.org/officeDocument/2006/relationships/tags" Target="../tags/tag453.xml"/><Relationship Id="rId30" Type="http://schemas.openxmlformats.org/officeDocument/2006/relationships/tags" Target="../tags/tag456.xml"/><Relationship Id="rId8" Type="http://schemas.openxmlformats.org/officeDocument/2006/relationships/tags" Target="../tags/tag434.xml"/></Relationships>
</file>

<file path=ppt/slides/_rels/slide50.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tags" Target="../tags/tag462.xml"/><Relationship Id="rId7" Type="http://schemas.openxmlformats.org/officeDocument/2006/relationships/slideLayout" Target="../slideLayouts/slideLayout4.xml"/><Relationship Id="rId2" Type="http://schemas.openxmlformats.org/officeDocument/2006/relationships/tags" Target="../tags/tag461.xml"/><Relationship Id="rId1" Type="http://schemas.openxmlformats.org/officeDocument/2006/relationships/tags" Target="../tags/tag460.xml"/><Relationship Id="rId6" Type="http://schemas.openxmlformats.org/officeDocument/2006/relationships/tags" Target="../tags/tag465.xml"/><Relationship Id="rId5" Type="http://schemas.openxmlformats.org/officeDocument/2006/relationships/tags" Target="../tags/tag464.xml"/><Relationship Id="rId4" Type="http://schemas.openxmlformats.org/officeDocument/2006/relationships/tags" Target="../tags/tag463.xml"/><Relationship Id="rId9" Type="http://schemas.openxmlformats.org/officeDocument/2006/relationships/image" Target="../media/image4.png"/></Relationships>
</file>

<file path=ppt/slides/_rels/slide51.xml.rels><?xml version="1.0" encoding="UTF-8" standalone="yes"?>
<Relationships xmlns="http://schemas.openxmlformats.org/package/2006/relationships"><Relationship Id="rId3" Type="http://schemas.openxmlformats.org/officeDocument/2006/relationships/tags" Target="../tags/tag468.xml"/><Relationship Id="rId2" Type="http://schemas.openxmlformats.org/officeDocument/2006/relationships/tags" Target="../tags/tag467.xml"/><Relationship Id="rId1" Type="http://schemas.openxmlformats.org/officeDocument/2006/relationships/tags" Target="../tags/tag466.xml"/><Relationship Id="rId5" Type="http://schemas.openxmlformats.org/officeDocument/2006/relationships/image" Target="../media/image4.png"/><Relationship Id="rId4"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70.xml"/><Relationship Id="rId1" Type="http://schemas.openxmlformats.org/officeDocument/2006/relationships/tags" Target="../tags/tag469.xml"/><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tags" Target="../tags/tag473.xml"/><Relationship Id="rId7" Type="http://schemas.openxmlformats.org/officeDocument/2006/relationships/image" Target="../media/image4.png"/><Relationship Id="rId2" Type="http://schemas.openxmlformats.org/officeDocument/2006/relationships/tags" Target="../tags/tag472.xml"/><Relationship Id="rId1" Type="http://schemas.openxmlformats.org/officeDocument/2006/relationships/tags" Target="../tags/tag471.xml"/><Relationship Id="rId6" Type="http://schemas.openxmlformats.org/officeDocument/2006/relationships/slideLayout" Target="../slideLayouts/slideLayout4.xml"/><Relationship Id="rId5" Type="http://schemas.openxmlformats.org/officeDocument/2006/relationships/tags" Target="../tags/tag475.xml"/><Relationship Id="rId4" Type="http://schemas.openxmlformats.org/officeDocument/2006/relationships/tags" Target="../tags/tag474.xml"/></Relationships>
</file>

<file path=ppt/slides/_rels/slide54.xml.rels><?xml version="1.0" encoding="UTF-8" standalone="yes"?>
<Relationships xmlns="http://schemas.openxmlformats.org/package/2006/relationships"><Relationship Id="rId8" Type="http://schemas.openxmlformats.org/officeDocument/2006/relationships/tags" Target="../tags/tag483.xml"/><Relationship Id="rId3" Type="http://schemas.openxmlformats.org/officeDocument/2006/relationships/tags" Target="../tags/tag478.xml"/><Relationship Id="rId7" Type="http://schemas.openxmlformats.org/officeDocument/2006/relationships/tags" Target="../tags/tag482.xml"/><Relationship Id="rId2" Type="http://schemas.openxmlformats.org/officeDocument/2006/relationships/tags" Target="../tags/tag477.xml"/><Relationship Id="rId1" Type="http://schemas.openxmlformats.org/officeDocument/2006/relationships/tags" Target="../tags/tag476.xml"/><Relationship Id="rId6" Type="http://schemas.openxmlformats.org/officeDocument/2006/relationships/tags" Target="../tags/tag481.xml"/><Relationship Id="rId11" Type="http://schemas.openxmlformats.org/officeDocument/2006/relationships/image" Target="../media/image4.png"/><Relationship Id="rId5" Type="http://schemas.openxmlformats.org/officeDocument/2006/relationships/tags" Target="../tags/tag480.xml"/><Relationship Id="rId10" Type="http://schemas.openxmlformats.org/officeDocument/2006/relationships/image" Target="../media/image16.png"/><Relationship Id="rId4" Type="http://schemas.openxmlformats.org/officeDocument/2006/relationships/tags" Target="../tags/tag479.xml"/><Relationship Id="rId9"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8" Type="http://schemas.openxmlformats.org/officeDocument/2006/relationships/tags" Target="../tags/tag491.xml"/><Relationship Id="rId13" Type="http://schemas.openxmlformats.org/officeDocument/2006/relationships/image" Target="../media/image4.png"/><Relationship Id="rId3" Type="http://schemas.openxmlformats.org/officeDocument/2006/relationships/tags" Target="../tags/tag486.xml"/><Relationship Id="rId7" Type="http://schemas.openxmlformats.org/officeDocument/2006/relationships/tags" Target="../tags/tag490.xml"/><Relationship Id="rId12" Type="http://schemas.openxmlformats.org/officeDocument/2006/relationships/image" Target="../media/image16.png"/><Relationship Id="rId2" Type="http://schemas.openxmlformats.org/officeDocument/2006/relationships/tags" Target="../tags/tag485.xml"/><Relationship Id="rId1" Type="http://schemas.openxmlformats.org/officeDocument/2006/relationships/tags" Target="../tags/tag484.xml"/><Relationship Id="rId6" Type="http://schemas.openxmlformats.org/officeDocument/2006/relationships/tags" Target="../tags/tag489.xml"/><Relationship Id="rId11" Type="http://schemas.openxmlformats.org/officeDocument/2006/relationships/slideLayout" Target="../slideLayouts/slideLayout4.xml"/><Relationship Id="rId5" Type="http://schemas.openxmlformats.org/officeDocument/2006/relationships/tags" Target="../tags/tag488.xml"/><Relationship Id="rId10" Type="http://schemas.openxmlformats.org/officeDocument/2006/relationships/tags" Target="../tags/tag493.xml"/><Relationship Id="rId4" Type="http://schemas.openxmlformats.org/officeDocument/2006/relationships/tags" Target="../tags/tag487.xml"/><Relationship Id="rId9" Type="http://schemas.openxmlformats.org/officeDocument/2006/relationships/tags" Target="../tags/tag492.xml"/></Relationships>
</file>

<file path=ppt/slides/_rels/slide56.xml.rels><?xml version="1.0" encoding="UTF-8" standalone="yes"?>
<Relationships xmlns="http://schemas.openxmlformats.org/package/2006/relationships"><Relationship Id="rId8" Type="http://schemas.openxmlformats.org/officeDocument/2006/relationships/tags" Target="../tags/tag501.xml"/><Relationship Id="rId13" Type="http://schemas.openxmlformats.org/officeDocument/2006/relationships/image" Target="../media/image48.png"/><Relationship Id="rId18" Type="http://schemas.openxmlformats.org/officeDocument/2006/relationships/image" Target="../media/image4.png"/><Relationship Id="rId3" Type="http://schemas.openxmlformats.org/officeDocument/2006/relationships/tags" Target="../tags/tag496.xml"/><Relationship Id="rId7" Type="http://schemas.openxmlformats.org/officeDocument/2006/relationships/tags" Target="../tags/tag500.xml"/><Relationship Id="rId12" Type="http://schemas.openxmlformats.org/officeDocument/2006/relationships/image" Target="../media/image16.png"/><Relationship Id="rId17" Type="http://schemas.openxmlformats.org/officeDocument/2006/relationships/image" Target="../media/image55.png"/><Relationship Id="rId2" Type="http://schemas.openxmlformats.org/officeDocument/2006/relationships/tags" Target="../tags/tag495.xml"/><Relationship Id="rId16" Type="http://schemas.openxmlformats.org/officeDocument/2006/relationships/tags" Target="../tags/tag619.xml"/><Relationship Id="rId1" Type="http://schemas.openxmlformats.org/officeDocument/2006/relationships/tags" Target="../tags/tag494.xml"/><Relationship Id="rId6" Type="http://schemas.openxmlformats.org/officeDocument/2006/relationships/tags" Target="../tags/tag499.xml"/><Relationship Id="rId11" Type="http://schemas.openxmlformats.org/officeDocument/2006/relationships/slideLayout" Target="../slideLayouts/slideLayout4.xml"/><Relationship Id="rId5" Type="http://schemas.openxmlformats.org/officeDocument/2006/relationships/tags" Target="../tags/tag498.xml"/><Relationship Id="rId10" Type="http://schemas.openxmlformats.org/officeDocument/2006/relationships/tags" Target="../tags/tag503.xml"/><Relationship Id="rId4" Type="http://schemas.openxmlformats.org/officeDocument/2006/relationships/tags" Target="../tags/tag497.xml"/><Relationship Id="rId9" Type="http://schemas.openxmlformats.org/officeDocument/2006/relationships/tags" Target="../tags/tag502.xml"/><Relationship Id="rId14" Type="http://schemas.microsoft.com/office/2007/relationships/hdphoto" Target="../media/hdphoto4.wdp"/></Relationships>
</file>

<file path=ppt/slides/_rels/slide57.xml.rels><?xml version="1.0" encoding="UTF-8" standalone="yes"?>
<Relationships xmlns="http://schemas.openxmlformats.org/package/2006/relationships"><Relationship Id="rId8" Type="http://schemas.openxmlformats.org/officeDocument/2006/relationships/tags" Target="../tags/tag511.xml"/><Relationship Id="rId3" Type="http://schemas.openxmlformats.org/officeDocument/2006/relationships/tags" Target="../tags/tag506.xml"/><Relationship Id="rId7" Type="http://schemas.openxmlformats.org/officeDocument/2006/relationships/tags" Target="../tags/tag510.xml"/><Relationship Id="rId2" Type="http://schemas.openxmlformats.org/officeDocument/2006/relationships/tags" Target="../tags/tag505.xml"/><Relationship Id="rId1" Type="http://schemas.openxmlformats.org/officeDocument/2006/relationships/tags" Target="../tags/tag504.xml"/><Relationship Id="rId6" Type="http://schemas.openxmlformats.org/officeDocument/2006/relationships/tags" Target="../tags/tag509.xml"/><Relationship Id="rId11" Type="http://schemas.openxmlformats.org/officeDocument/2006/relationships/image" Target="../media/image4.png"/><Relationship Id="rId5" Type="http://schemas.openxmlformats.org/officeDocument/2006/relationships/tags" Target="../tags/tag508.xml"/><Relationship Id="rId10" Type="http://schemas.openxmlformats.org/officeDocument/2006/relationships/image" Target="../media/image16.png"/><Relationship Id="rId4" Type="http://schemas.openxmlformats.org/officeDocument/2006/relationships/tags" Target="../tags/tag507.xml"/><Relationship Id="rId9"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752C3D00-0FAD-5426-58CA-D2D584154DBE}"/>
              </a:ext>
            </a:extLst>
          </p:cNvPr>
          <p:cNvPicPr>
            <a:picLocks noChangeAspect="1"/>
          </p:cNvPicPr>
          <p:nvPr>
            <p:custDataLst>
              <p:tags r:id="rId1"/>
            </p:custDataLst>
          </p:nvPr>
        </p:nvPicPr>
        <p:blipFill>
          <a:blip r:embed="rId10">
            <a:extLst>
              <a:ext uri="{28A0092B-C50C-407E-A947-70E740481C1C}">
                <a14:useLocalDpi xmlns:a14="http://schemas.microsoft.com/office/drawing/2010/main" val="0"/>
              </a:ext>
            </a:extLst>
          </a:blip>
          <a:srcRect l="1946" r="1946"/>
          <a:stretch>
            <a:fillRect/>
          </a:stretch>
        </p:blipFill>
        <p:spPr>
          <a:xfrm>
            <a:off x="7651532" y="771308"/>
            <a:ext cx="4485813" cy="6086692"/>
          </a:xfrm>
          <a:prstGeom prst="snip2DiagRect">
            <a:avLst>
              <a:gd name="adj1" fmla="val 38651"/>
              <a:gd name="adj2" fmla="val 571"/>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3" name="矩形 2"/>
          <p:cNvSpPr/>
          <p:nvPr>
            <p:custDataLst>
              <p:tags r:id="rId2"/>
            </p:custDataLst>
          </p:nvPr>
        </p:nvSpPr>
        <p:spPr>
          <a:xfrm>
            <a:off x="0" y="2225729"/>
            <a:ext cx="12192000" cy="2984734"/>
          </a:xfrm>
          <a:prstGeom prst="rect">
            <a:avLst/>
          </a:prstGeom>
          <a:gradFill flip="none" rotWithShape="1">
            <a:gsLst>
              <a:gs pos="51000">
                <a:srgbClr val="37496B"/>
              </a:gs>
              <a:gs pos="68000">
                <a:srgbClr val="37496B">
                  <a:alpha val="70000"/>
                </a:srgbClr>
              </a:gs>
              <a:gs pos="83000">
                <a:srgbClr val="37496B">
                  <a:alpha val="40000"/>
                </a:srgbClr>
              </a:gs>
            </a:gsLst>
            <a:lin ang="0" scaled="1"/>
          </a:grad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阿里巴巴普惠体"/>
              <a:cs typeface="+mn-cs"/>
            </a:endParaRPr>
          </a:p>
        </p:txBody>
      </p:sp>
      <p:sp>
        <p:nvSpPr>
          <p:cNvPr id="6" name="圆角矩形 27">
            <a:extLst>
              <a:ext uri="{FF2B5EF4-FFF2-40B4-BE49-F238E27FC236}">
                <a16:creationId xmlns:a16="http://schemas.microsoft.com/office/drawing/2014/main" id="{39CDAD5C-4859-389E-099C-E3261C1BE540}"/>
              </a:ext>
            </a:extLst>
          </p:cNvPr>
          <p:cNvSpPr/>
          <p:nvPr>
            <p:custDataLst>
              <p:tags r:id="rId3"/>
            </p:custDataLst>
          </p:nvPr>
        </p:nvSpPr>
        <p:spPr>
          <a:xfrm>
            <a:off x="465311" y="5992756"/>
            <a:ext cx="3022021" cy="435125"/>
          </a:xfrm>
          <a:prstGeom prst="roundRect">
            <a:avLst>
              <a:gd name="adj" fmla="val 41696"/>
            </a:avLst>
          </a:prstGeom>
          <a:solidFill>
            <a:srgbClr val="37496B"/>
          </a:solidFill>
          <a:ln>
            <a:noFill/>
          </a:ln>
          <a:effectLst>
            <a:outerShdw blurRad="330200" sx="102000" sy="102000" algn="ctr" rotWithShape="0">
              <a:srgbClr val="3B90AB">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83942" tIns="41971" rIns="83942" bIns="41971"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FFC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OPPOSans H" panose="00020600040101010101" pitchFamily="18" charset="-122"/>
              </a:rPr>
              <a:t>江苏凤凰科学技术出版社</a:t>
            </a:r>
            <a:endParaRPr kumimoji="0" lang="zh-CN" altLang="en-US" sz="1800" b="0" i="0" u="none" strike="noStrike" kern="1200" cap="none" spc="0" normalizeH="0" baseline="0" noProof="0">
              <a:ln>
                <a:noFill/>
              </a:ln>
              <a:solidFill>
                <a:srgbClr val="FFC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11818B35-CBF0-2943-E64C-B5DE353641AB}"/>
              </a:ext>
            </a:extLst>
          </p:cNvPr>
          <p:cNvSpPr txBox="1"/>
          <p:nvPr>
            <p:custDataLst>
              <p:tags r:id="rId4"/>
            </p:custDataLst>
          </p:nvPr>
        </p:nvSpPr>
        <p:spPr>
          <a:xfrm>
            <a:off x="890843" y="826112"/>
            <a:ext cx="253644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ED7D31">
                    <a:lumMod val="75000"/>
                  </a:srgbClr>
                </a:solidFill>
                <a:effectLst/>
                <a:uLnTx/>
                <a:uFillTx/>
                <a:latin typeface="微软雅黑" panose="020B0503020204020204" pitchFamily="34" charset="-122"/>
                <a:ea typeface="微软雅黑" panose="020B0503020204020204" pitchFamily="34" charset="-122"/>
                <a:cs typeface="+mn-cs"/>
              </a:rPr>
              <a:t>八年级物理  上册</a:t>
            </a:r>
            <a:r>
              <a:rPr kumimoji="0" lang="en-US" altLang="zh-CN" sz="2000" b="1" i="0" u="none" strike="noStrike" kern="1200" cap="none" spc="0" normalizeH="0" baseline="0" noProof="0">
                <a:ln>
                  <a:noFill/>
                </a:ln>
                <a:solidFill>
                  <a:srgbClr val="ED7D31">
                    <a:lumMod val="75000"/>
                  </a:srgbClr>
                </a:solidFill>
                <a:effectLst/>
                <a:uLnTx/>
                <a:uFillTx/>
                <a:latin typeface="微软雅黑" panose="020B0503020204020204" pitchFamily="34" charset="-122"/>
                <a:ea typeface="微软雅黑" panose="020B0503020204020204" pitchFamily="34" charset="-122"/>
                <a:cs typeface="+mn-cs"/>
              </a:rPr>
              <a:t> </a:t>
            </a:r>
            <a:endParaRPr kumimoji="0" lang="zh-CN" altLang="en-US" sz="2000" b="1" i="0" u="none" strike="noStrike" kern="1200" cap="none" spc="0" normalizeH="0" baseline="0" noProof="0">
              <a:ln>
                <a:noFill/>
              </a:ln>
              <a:solidFill>
                <a:srgbClr val="ED7D31">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114B6AF5-41FF-E4A1-16BA-C6DDCA647D9F}"/>
              </a:ext>
            </a:extLst>
          </p:cNvPr>
          <p:cNvSpPr txBox="1"/>
          <p:nvPr>
            <p:custDataLst>
              <p:tags r:id="rId5"/>
            </p:custDataLst>
          </p:nvPr>
        </p:nvSpPr>
        <p:spPr>
          <a:xfrm>
            <a:off x="815304" y="278865"/>
            <a:ext cx="2905358"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600" b="1" i="0" u="none" strike="noStrike" kern="1200" cap="none" spc="0" normalizeH="0" baseline="0" noProof="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义务教育教科书</a:t>
            </a:r>
          </a:p>
        </p:txBody>
      </p:sp>
      <p:pic>
        <p:nvPicPr>
          <p:cNvPr id="14" name="图片 13">
            <a:extLst>
              <a:ext uri="{FF2B5EF4-FFF2-40B4-BE49-F238E27FC236}">
                <a16:creationId xmlns:a16="http://schemas.microsoft.com/office/drawing/2014/main" id="{CAC7F0A0-95D9-36B5-32FD-8E9614C91430}"/>
              </a:ext>
            </a:extLst>
          </p:cNvPr>
          <p:cNvPicPr>
            <a:picLocks noChangeAspect="1"/>
          </p:cNvPicPr>
          <p:nvPr>
            <p:custDataLst>
              <p:tags r:id="rId6"/>
            </p:custDataLst>
          </p:nvPr>
        </p:nvPicPr>
        <p:blipFill>
          <a:blip r:embed="rId11"/>
          <a:stretch>
            <a:fillRect/>
          </a:stretch>
        </p:blipFill>
        <p:spPr>
          <a:xfrm>
            <a:off x="3852265" y="1026167"/>
            <a:ext cx="713429" cy="661992"/>
          </a:xfrm>
          <a:prstGeom prst="rect">
            <a:avLst/>
          </a:prstGeom>
        </p:spPr>
      </p:pic>
      <p:sp>
        <p:nvSpPr>
          <p:cNvPr id="5" name="文本框 4"/>
          <p:cNvSpPr txBox="1"/>
          <p:nvPr>
            <p:custDataLst>
              <p:tags r:id="rId7"/>
            </p:custDataLst>
          </p:nvPr>
        </p:nvSpPr>
        <p:spPr>
          <a:xfrm>
            <a:off x="1638696" y="3064660"/>
            <a:ext cx="601283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4800" b="1" i="0" u="none" strike="noStrike" kern="1200" cap="none" spc="-300" normalizeH="0" baseline="0" noProof="0">
                <a:ln>
                  <a:noFill/>
                </a:ln>
                <a:solidFill>
                  <a:srgbClr val="FFC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第一章    声现象</a:t>
            </a:r>
          </a:p>
        </p:txBody>
      </p:sp>
      <p:sp>
        <p:nvSpPr>
          <p:cNvPr id="2" name="文本框 1">
            <a:extLst>
              <a:ext uri="{FF2B5EF4-FFF2-40B4-BE49-F238E27FC236}">
                <a16:creationId xmlns:a16="http://schemas.microsoft.com/office/drawing/2014/main" id="{AE4360AF-EBA5-B764-EB7A-232E3F9E7FBB}"/>
              </a:ext>
            </a:extLst>
          </p:cNvPr>
          <p:cNvSpPr txBox="1"/>
          <p:nvPr>
            <p:custDataLst>
              <p:tags r:id="rId8"/>
            </p:custDataLst>
          </p:nvPr>
        </p:nvSpPr>
        <p:spPr>
          <a:xfrm>
            <a:off x="7078011" y="2286936"/>
            <a:ext cx="5059334" cy="28623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914400" rtl="0" eaLnBrk="1" fontAlgn="auto" latinLnBrk="1" hangingPunct="0">
              <a:lnSpc>
                <a:spcPts val="2400"/>
              </a:lnSpc>
              <a:spcBef>
                <a:spcPct val="0"/>
              </a:spcBef>
              <a:spcAft>
                <a:spcPct val="0"/>
              </a:spcAft>
              <a:buClrTx/>
              <a:buSzTx/>
              <a:buFontTx/>
              <a:buNone/>
              <a:defRPr/>
            </a:pPr>
            <a:r>
              <a:rPr kumimoji="0" lang="zh-CN" altLang="en-US" sz="1600" b="0" i="0" u="none" strike="noStrike" kern="0" cap="none" spc="0" normalizeH="0" baseline="0" noProof="0">
                <a:ln>
                  <a:noFill/>
                </a:ln>
                <a:solidFill>
                  <a:srgbClr val="FFFF00"/>
                </a:solidFill>
                <a:effectLst/>
                <a:uLnTx/>
                <a:uFillTx/>
                <a:latin typeface="微软雅黑" panose="020B0503020204020204" charset="-122"/>
                <a:ea typeface="微软雅黑" panose="020B0503020204020204" charset="-122"/>
                <a:cs typeface="Arial"/>
                <a:sym typeface="Arial"/>
              </a:rPr>
              <a:t>风声、雨声、流水声，诉说着大自然的变化；</a:t>
            </a:r>
            <a:endParaRPr kumimoji="0" lang="en-US" altLang="zh-CN" sz="1600" b="0" i="0" u="none" strike="noStrike" kern="0" cap="none" spc="0" normalizeH="0" baseline="0" noProof="0">
              <a:ln>
                <a:noFill/>
              </a:ln>
              <a:solidFill>
                <a:srgbClr val="FFFF00"/>
              </a:solidFill>
              <a:effectLst/>
              <a:uLnTx/>
              <a:uFillTx/>
              <a:latin typeface="微软雅黑" panose="020B0503020204020204" charset="-122"/>
              <a:ea typeface="微软雅黑" panose="020B0503020204020204" charset="-122"/>
              <a:cs typeface="Arial"/>
              <a:sym typeface="Arial"/>
            </a:endParaRPr>
          </a:p>
          <a:p>
            <a:pPr marL="0" marR="0" lvl="0" indent="0" algn="ctr" defTabSz="914400" rtl="0" eaLnBrk="1" fontAlgn="auto" latinLnBrk="1" hangingPunct="0">
              <a:lnSpc>
                <a:spcPts val="2400"/>
              </a:lnSpc>
              <a:spcBef>
                <a:spcPct val="0"/>
              </a:spcBef>
              <a:spcAft>
                <a:spcPct val="0"/>
              </a:spcAft>
              <a:buClrTx/>
              <a:buSzTx/>
              <a:buFontTx/>
              <a:buNone/>
              <a:defRPr/>
            </a:pPr>
            <a:r>
              <a:rPr kumimoji="0" lang="zh-CN" altLang="en-US" sz="1600" b="0" i="0" u="none" strike="noStrike" kern="0" cap="none" spc="0" normalizeH="0" baseline="0" noProof="0">
                <a:ln>
                  <a:noFill/>
                </a:ln>
                <a:solidFill>
                  <a:srgbClr val="FFFF00"/>
                </a:solidFill>
                <a:effectLst/>
                <a:uLnTx/>
                <a:uFillTx/>
                <a:latin typeface="微软雅黑" panose="020B0503020204020204" charset="-122"/>
                <a:ea typeface="微软雅黑" panose="020B0503020204020204" charset="-122"/>
                <a:cs typeface="Arial"/>
                <a:sym typeface="Arial"/>
              </a:rPr>
              <a:t>歌声、笑声，表达着人们的情感。</a:t>
            </a:r>
            <a:endParaRPr kumimoji="0" lang="en-US" altLang="zh-CN" sz="1600" b="0" i="0" u="none" strike="noStrike" kern="0" cap="none" spc="0" normalizeH="0" baseline="0" noProof="0">
              <a:ln>
                <a:noFill/>
              </a:ln>
              <a:solidFill>
                <a:srgbClr val="FFFF00"/>
              </a:solidFill>
              <a:effectLst/>
              <a:uLnTx/>
              <a:uFillTx/>
              <a:latin typeface="微软雅黑" panose="020B0503020204020204" charset="-122"/>
              <a:ea typeface="微软雅黑" panose="020B0503020204020204" charset="-122"/>
              <a:cs typeface="Arial"/>
              <a:sym typeface="Arial"/>
            </a:endParaRPr>
          </a:p>
          <a:p>
            <a:pPr marL="0" marR="0" lvl="0" indent="0" algn="ctr" defTabSz="914400" rtl="0" eaLnBrk="1" fontAlgn="auto" latinLnBrk="1" hangingPunct="0">
              <a:lnSpc>
                <a:spcPts val="2400"/>
              </a:lnSpc>
              <a:spcBef>
                <a:spcPct val="0"/>
              </a:spcBef>
              <a:spcAft>
                <a:spcPct val="0"/>
              </a:spcAft>
              <a:buClrTx/>
              <a:buSzTx/>
              <a:buFontTx/>
              <a:buNone/>
              <a:defRPr/>
            </a:pPr>
            <a:r>
              <a:rPr kumimoji="0" lang="en-US" altLang="zh-CN" sz="1600" b="0" i="0" u="none" strike="noStrike" kern="0" cap="none" spc="0" normalizeH="0" baseline="0" noProof="0">
                <a:ln>
                  <a:noFill/>
                </a:ln>
                <a:solidFill>
                  <a:srgbClr val="FFFF00"/>
                </a:solidFill>
                <a:effectLst/>
                <a:uLnTx/>
                <a:uFillTx/>
                <a:latin typeface="微软雅黑" panose="020B0503020204020204" charset="-122"/>
                <a:ea typeface="微软雅黑" panose="020B0503020204020204" charset="-122"/>
                <a:cs typeface="Arial"/>
                <a:sym typeface="Arial"/>
              </a:rPr>
              <a:t> </a:t>
            </a:r>
          </a:p>
          <a:p>
            <a:pPr marL="0" marR="0" lvl="0" indent="0" algn="ctr" defTabSz="914400" rtl="0" eaLnBrk="1" fontAlgn="auto" latinLnBrk="1" hangingPunct="0">
              <a:lnSpc>
                <a:spcPts val="2400"/>
              </a:lnSpc>
              <a:spcBef>
                <a:spcPct val="0"/>
              </a:spcBef>
              <a:spcAft>
                <a:spcPct val="0"/>
              </a:spcAft>
              <a:buClrTx/>
              <a:buSzTx/>
              <a:buFontTx/>
              <a:buNone/>
              <a:defRPr/>
            </a:pPr>
            <a:r>
              <a:rPr kumimoji="0" lang="zh-CN" altLang="en-US" sz="1600" b="0" i="0" u="none" strike="noStrike" kern="0" cap="none" spc="0" normalizeH="0" baseline="0" noProof="0">
                <a:ln>
                  <a:noFill/>
                </a:ln>
                <a:solidFill>
                  <a:srgbClr val="FFFF00"/>
                </a:solidFill>
                <a:effectLst/>
                <a:uLnTx/>
                <a:uFillTx/>
                <a:latin typeface="微软雅黑" panose="020B0503020204020204" charset="-122"/>
                <a:ea typeface="微软雅黑" panose="020B0503020204020204" charset="-122"/>
                <a:cs typeface="Arial"/>
                <a:sym typeface="Arial"/>
              </a:rPr>
              <a:t>壶内的水声，能告诉我们水是否沸腾；</a:t>
            </a:r>
            <a:endParaRPr kumimoji="0" lang="en-US" altLang="zh-CN" sz="1600" b="0" i="0" u="none" strike="noStrike" kern="0" cap="none" spc="0" normalizeH="0" baseline="0" noProof="0">
              <a:ln>
                <a:noFill/>
              </a:ln>
              <a:solidFill>
                <a:srgbClr val="FFFF00"/>
              </a:solidFill>
              <a:effectLst/>
              <a:uLnTx/>
              <a:uFillTx/>
              <a:latin typeface="微软雅黑" panose="020B0503020204020204" charset="-122"/>
              <a:ea typeface="微软雅黑" panose="020B0503020204020204" charset="-122"/>
              <a:cs typeface="Arial"/>
              <a:sym typeface="Arial"/>
            </a:endParaRPr>
          </a:p>
          <a:p>
            <a:pPr marL="0" marR="0" lvl="0" indent="0" algn="ctr" defTabSz="914400" rtl="0" eaLnBrk="1" fontAlgn="auto" latinLnBrk="1" hangingPunct="0">
              <a:lnSpc>
                <a:spcPts val="2400"/>
              </a:lnSpc>
              <a:spcBef>
                <a:spcPct val="0"/>
              </a:spcBef>
              <a:spcAft>
                <a:spcPct val="0"/>
              </a:spcAft>
              <a:buClrTx/>
              <a:buSzTx/>
              <a:buFontTx/>
              <a:buNone/>
              <a:defRPr/>
            </a:pPr>
            <a:r>
              <a:rPr kumimoji="0" lang="zh-CN" altLang="en-US" sz="1600" b="0" i="0" u="none" strike="noStrike" kern="0" cap="none" spc="0" normalizeH="0" baseline="0" noProof="0">
                <a:ln>
                  <a:noFill/>
                </a:ln>
                <a:solidFill>
                  <a:srgbClr val="FFFF00"/>
                </a:solidFill>
                <a:effectLst/>
                <a:uLnTx/>
                <a:uFillTx/>
                <a:latin typeface="微软雅黑" panose="020B0503020204020204" charset="-122"/>
                <a:ea typeface="微软雅黑" panose="020B0503020204020204" charset="-122"/>
                <a:cs typeface="Arial"/>
                <a:sym typeface="Arial"/>
              </a:rPr>
              <a:t>心音的变化，可以帮助医生判断病情。</a:t>
            </a:r>
            <a:endParaRPr kumimoji="0" lang="en-US" altLang="zh-CN" sz="1600" b="0" i="0" u="none" strike="noStrike" kern="0" cap="none" spc="0" normalizeH="0" baseline="0" noProof="0">
              <a:ln>
                <a:noFill/>
              </a:ln>
              <a:solidFill>
                <a:srgbClr val="FFFF00"/>
              </a:solidFill>
              <a:effectLst/>
              <a:uLnTx/>
              <a:uFillTx/>
              <a:latin typeface="微软雅黑" panose="020B0503020204020204" charset="-122"/>
              <a:ea typeface="微软雅黑" panose="020B0503020204020204" charset="-122"/>
              <a:cs typeface="Arial"/>
              <a:sym typeface="Arial"/>
            </a:endParaRPr>
          </a:p>
          <a:p>
            <a:pPr marL="0" marR="0" lvl="0" indent="0" algn="ctr" defTabSz="914400" rtl="0" eaLnBrk="1" fontAlgn="auto" latinLnBrk="1" hangingPunct="0">
              <a:lnSpc>
                <a:spcPts val="2400"/>
              </a:lnSpc>
              <a:spcBef>
                <a:spcPct val="0"/>
              </a:spcBef>
              <a:spcAft>
                <a:spcPct val="0"/>
              </a:spcAft>
              <a:buClrTx/>
              <a:buSzTx/>
              <a:buFontTx/>
              <a:buNone/>
              <a:defRPr/>
            </a:pPr>
            <a:r>
              <a:rPr kumimoji="0" lang="en-US" altLang="zh-CN" sz="1600" b="0" i="0" u="none" strike="noStrike" kern="0" cap="none" spc="0" normalizeH="0" baseline="0" noProof="0">
                <a:ln>
                  <a:noFill/>
                </a:ln>
                <a:solidFill>
                  <a:srgbClr val="FFFF00"/>
                </a:solidFill>
                <a:effectLst/>
                <a:uLnTx/>
                <a:uFillTx/>
                <a:latin typeface="微软雅黑" panose="020B0503020204020204" charset="-122"/>
                <a:ea typeface="微软雅黑" panose="020B0503020204020204" charset="-122"/>
                <a:cs typeface="Arial"/>
                <a:sym typeface="Arial"/>
              </a:rPr>
              <a:t>……</a:t>
            </a:r>
          </a:p>
          <a:p>
            <a:pPr marL="0" marR="0" lvl="0" indent="0" algn="ctr" defTabSz="914400" rtl="0" eaLnBrk="1" fontAlgn="auto" latinLnBrk="1" hangingPunct="0">
              <a:lnSpc>
                <a:spcPts val="2400"/>
              </a:lnSpc>
              <a:spcBef>
                <a:spcPct val="0"/>
              </a:spcBef>
              <a:spcAft>
                <a:spcPct val="0"/>
              </a:spcAft>
              <a:buClrTx/>
              <a:buSzTx/>
              <a:buFontTx/>
              <a:buNone/>
              <a:defRPr/>
            </a:pPr>
            <a:r>
              <a:rPr kumimoji="0" lang="zh-CN" altLang="en-US" sz="1600" b="0" i="0" u="none" strike="noStrike" kern="0" cap="none" spc="0" normalizeH="0" baseline="0" noProof="0">
                <a:ln>
                  <a:noFill/>
                </a:ln>
                <a:solidFill>
                  <a:srgbClr val="FFFF00"/>
                </a:solidFill>
                <a:effectLst/>
                <a:uLnTx/>
                <a:uFillTx/>
                <a:latin typeface="微软雅黑" panose="020B0503020204020204" charset="-122"/>
                <a:ea typeface="微软雅黑" panose="020B0503020204020204" charset="-122"/>
                <a:cs typeface="Arial"/>
                <a:sym typeface="Arial"/>
              </a:rPr>
              <a:t>    声音是平凡的，又是奇特的。</a:t>
            </a:r>
            <a:endParaRPr kumimoji="0" lang="en-US" altLang="zh-CN" sz="1600" b="0" i="0" u="none" strike="noStrike" kern="0" cap="none" spc="0" normalizeH="0" baseline="0" noProof="0">
              <a:ln>
                <a:noFill/>
              </a:ln>
              <a:solidFill>
                <a:srgbClr val="FFFF00"/>
              </a:solidFill>
              <a:effectLst/>
              <a:uLnTx/>
              <a:uFillTx/>
              <a:latin typeface="微软雅黑" panose="020B0503020204020204" charset="-122"/>
              <a:ea typeface="微软雅黑" panose="020B0503020204020204" charset="-122"/>
              <a:cs typeface="Arial"/>
              <a:sym typeface="Arial"/>
            </a:endParaRPr>
          </a:p>
          <a:p>
            <a:pPr marL="0" marR="0" lvl="0" indent="0" algn="ctr" defTabSz="914400" rtl="0" eaLnBrk="1" fontAlgn="auto" latinLnBrk="1" hangingPunct="0">
              <a:lnSpc>
                <a:spcPts val="2400"/>
              </a:lnSpc>
              <a:spcBef>
                <a:spcPct val="0"/>
              </a:spcBef>
              <a:spcAft>
                <a:spcPct val="0"/>
              </a:spcAft>
              <a:buClrTx/>
              <a:buSzTx/>
              <a:buFontTx/>
              <a:buNone/>
              <a:defRPr/>
            </a:pPr>
            <a:r>
              <a:rPr kumimoji="0" lang="zh-CN" altLang="en-US" sz="1600" b="0" i="0" u="none" strike="noStrike" kern="0" cap="none" spc="0" normalizeH="0" baseline="0" noProof="0">
                <a:ln>
                  <a:noFill/>
                </a:ln>
                <a:solidFill>
                  <a:srgbClr val="FFFF00"/>
                </a:solidFill>
                <a:effectLst/>
                <a:uLnTx/>
                <a:uFillTx/>
                <a:latin typeface="微软雅黑" panose="020B0503020204020204" charset="-122"/>
                <a:ea typeface="微软雅黑" panose="020B0503020204020204" charset="-122"/>
                <a:cs typeface="Arial"/>
                <a:sym typeface="Arial"/>
              </a:rPr>
              <a:t>   声音是什么？它有哪些特性？</a:t>
            </a:r>
            <a:endParaRPr kumimoji="0" lang="en-US" altLang="zh-CN" sz="1600" b="0" i="0" u="none" strike="noStrike" kern="0" cap="none" spc="0" normalizeH="0" baseline="0" noProof="0">
              <a:ln>
                <a:noFill/>
              </a:ln>
              <a:solidFill>
                <a:srgbClr val="FFFF00"/>
              </a:solidFill>
              <a:effectLst/>
              <a:uLnTx/>
              <a:uFillTx/>
              <a:latin typeface="微软雅黑" panose="020B0503020204020204" charset="-122"/>
              <a:ea typeface="微软雅黑" panose="020B0503020204020204" charset="-122"/>
              <a:cs typeface="Arial"/>
              <a:sym typeface="Arial"/>
            </a:endParaRPr>
          </a:p>
          <a:p>
            <a:pPr marL="0" marR="0" lvl="0" indent="0" algn="ctr" defTabSz="914400" rtl="0" eaLnBrk="1" fontAlgn="auto" latinLnBrk="1" hangingPunct="0">
              <a:lnSpc>
                <a:spcPts val="2400"/>
              </a:lnSpc>
              <a:spcBef>
                <a:spcPct val="0"/>
              </a:spcBef>
              <a:spcAft>
                <a:spcPct val="0"/>
              </a:spcAft>
              <a:buClrTx/>
              <a:buSzTx/>
              <a:buFontTx/>
              <a:buNone/>
              <a:defRPr/>
            </a:pPr>
            <a:r>
              <a:rPr kumimoji="0" lang="zh-CN" altLang="en-US" sz="1600" b="0" i="0" u="none" strike="noStrike" kern="0" cap="none" spc="0" normalizeH="0" baseline="0" noProof="0">
                <a:ln>
                  <a:noFill/>
                </a:ln>
                <a:solidFill>
                  <a:srgbClr val="FFFF00"/>
                </a:solidFill>
                <a:effectLst/>
                <a:uLnTx/>
                <a:uFillTx/>
                <a:latin typeface="微软雅黑" panose="020B0503020204020204" charset="-122"/>
                <a:ea typeface="微软雅黑" panose="020B0503020204020204" charset="-122"/>
                <a:cs typeface="Arial"/>
                <a:sym typeface="Arial"/>
              </a:rPr>
              <a:t>自然界存在人耳听不到的声音吗？</a:t>
            </a:r>
          </a:p>
        </p:txBody>
      </p:sp>
      <p:pic>
        <p:nvPicPr>
          <p:cNvPr id="4" name="图片 3" descr="cbe3eb76672406fabbe30586b58813d">
            <a:extLst>
              <a:ext uri="{FF2B5EF4-FFF2-40B4-BE49-F238E27FC236}">
                <a16:creationId xmlns:a16="http://schemas.microsoft.com/office/drawing/2014/main" id="{3DB7BC36-140A-C76E-8021-A654FBED402D}"/>
              </a:ext>
            </a:extLst>
          </p:cNvPr>
          <p:cNvPicPr>
            <a:picLocks noChangeAspect="1"/>
          </p:cNvPicPr>
          <p:nvPr/>
        </p:nvPicPr>
        <p:blipFill>
          <a:blip r:embed="rId12"/>
          <a:stretch>
            <a:fillRect/>
          </a:stretch>
        </p:blipFill>
        <p:spPr>
          <a:xfrm>
            <a:off x="10031187" y="0"/>
            <a:ext cx="2160813" cy="705850"/>
          </a:xfrm>
          <a:prstGeom prst="rect">
            <a:avLst/>
          </a:prstGeom>
          <a:noFill/>
          <a:ln>
            <a:noFill/>
          </a:ln>
        </p:spPr>
      </p:pic>
    </p:spTree>
    <p:extLst>
      <p:ext uri="{BB962C8B-B14F-4D97-AF65-F5344CB8AC3E}">
        <p14:creationId xmlns:p14="http://schemas.microsoft.com/office/powerpoint/2010/main" val="3143314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outVertical)">
                                      <p:cBhvr>
                                        <p:cTn id="7" dur="750"/>
                                        <p:tgtEl>
                                          <p:spTgt spid="2">
                                            <p:txEl>
                                              <p:pRg st="0" end="0"/>
                                            </p:txEl>
                                          </p:spTgt>
                                        </p:tgtEl>
                                      </p:cBhvr>
                                    </p:animEffect>
                                  </p:childTnLst>
                                </p:cTn>
                              </p:par>
                              <p:par>
                                <p:cTn id="8" presetID="16" presetClass="entr" presetSubtype="37"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arn(outVertical)">
                                      <p:cBhvr>
                                        <p:cTn id="10" dur="750"/>
                                        <p:tgtEl>
                                          <p:spTgt spid="2">
                                            <p:txEl>
                                              <p:pRg st="1" end="1"/>
                                            </p:txEl>
                                          </p:spTgt>
                                        </p:tgtEl>
                                      </p:cBhvr>
                                    </p:animEffect>
                                  </p:childTnLst>
                                </p:cTn>
                              </p:par>
                              <p:par>
                                <p:cTn id="11" presetID="16" presetClass="entr" presetSubtype="37"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arn(outVertical)">
                                      <p:cBhvr>
                                        <p:cTn id="13" dur="750"/>
                                        <p:tgtEl>
                                          <p:spTgt spid="2">
                                            <p:txEl>
                                              <p:pRg st="2" end="2"/>
                                            </p:txEl>
                                          </p:spTgt>
                                        </p:tgtEl>
                                      </p:cBhvr>
                                    </p:animEffect>
                                  </p:childTnLst>
                                </p:cTn>
                              </p:par>
                              <p:par>
                                <p:cTn id="14" presetID="16" presetClass="entr" presetSubtype="37"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barn(outVertical)">
                                      <p:cBhvr>
                                        <p:cTn id="16" dur="750"/>
                                        <p:tgtEl>
                                          <p:spTgt spid="2">
                                            <p:txEl>
                                              <p:pRg st="3" end="3"/>
                                            </p:txEl>
                                          </p:spTgt>
                                        </p:tgtEl>
                                      </p:cBhvr>
                                    </p:animEffect>
                                  </p:childTnLst>
                                </p:cTn>
                              </p:par>
                              <p:par>
                                <p:cTn id="17" presetID="16" presetClass="entr" presetSubtype="37"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barn(outVertical)">
                                      <p:cBhvr>
                                        <p:cTn id="19" dur="750"/>
                                        <p:tgtEl>
                                          <p:spTgt spid="2">
                                            <p:txEl>
                                              <p:pRg st="4" end="4"/>
                                            </p:txEl>
                                          </p:spTgt>
                                        </p:tgtEl>
                                      </p:cBhvr>
                                    </p:animEffect>
                                  </p:childTnLst>
                                </p:cTn>
                              </p:par>
                              <p:par>
                                <p:cTn id="20" presetID="16" presetClass="entr" presetSubtype="37"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barn(outVertical)">
                                      <p:cBhvr>
                                        <p:cTn id="22" dur="750"/>
                                        <p:tgtEl>
                                          <p:spTgt spid="2">
                                            <p:txEl>
                                              <p:pRg st="5" end="5"/>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wipe(left)">
                                      <p:cBhvr>
                                        <p:cTn id="25" dur="750"/>
                                        <p:tgtEl>
                                          <p:spTgt spid="2">
                                            <p:txEl>
                                              <p:pRg st="6" end="6"/>
                                            </p:txEl>
                                          </p:spTgt>
                                        </p:tgtEl>
                                      </p:cBhvr>
                                    </p:animEffect>
                                  </p:childTnLst>
                                </p:cTn>
                              </p:par>
                              <p:par>
                                <p:cTn id="26" presetID="42" presetClass="entr" presetSubtype="0" fill="hold"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Effect transition="in" filter="fade">
                                      <p:cBhvr>
                                        <p:cTn id="28" dur="750"/>
                                        <p:tgtEl>
                                          <p:spTgt spid="2">
                                            <p:txEl>
                                              <p:pRg st="7" end="7"/>
                                            </p:txEl>
                                          </p:spTgt>
                                        </p:tgtEl>
                                      </p:cBhvr>
                                    </p:animEffect>
                                    <p:anim calcmode="lin" valueType="num">
                                      <p:cBhvr>
                                        <p:cTn id="29" dur="75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30" dur="750" fill="hold"/>
                                        <p:tgtEl>
                                          <p:spTgt spid="2">
                                            <p:txEl>
                                              <p:pRg st="7" end="7"/>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animEffect transition="in" filter="fade">
                                      <p:cBhvr>
                                        <p:cTn id="33" dur="750"/>
                                        <p:tgtEl>
                                          <p:spTgt spid="2">
                                            <p:txEl>
                                              <p:pRg st="8" end="8"/>
                                            </p:txEl>
                                          </p:spTgt>
                                        </p:tgtEl>
                                      </p:cBhvr>
                                    </p:animEffect>
                                    <p:anim calcmode="lin" valueType="num">
                                      <p:cBhvr>
                                        <p:cTn id="34" dur="75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5" dur="75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par>
                          <p:cTn id="36" fill="hold" nodeType="afterGroup">
                            <p:stCondLst>
                              <p:cond delay="750"/>
                            </p:stCondLst>
                            <p:childTnLst>
                              <p:par>
                                <p:cTn id="37" presetID="41" presetClass="entr" presetSubtype="0" fill="hold" grpId="0" nodeType="afterEffect">
                                  <p:stCondLst>
                                    <p:cond delay="0"/>
                                  </p:stCondLst>
                                  <p:iterate type="lt">
                                    <p:tmPct val="10000"/>
                                  </p:iterate>
                                  <p:childTnLst>
                                    <p:set>
                                      <p:cBhvr>
                                        <p:cTn id="38" dur="1" fill="hold">
                                          <p:stCondLst>
                                            <p:cond delay="0"/>
                                          </p:stCondLst>
                                        </p:cTn>
                                        <p:tgtEl>
                                          <p:spTgt spid="5"/>
                                        </p:tgtEl>
                                        <p:attrNameLst>
                                          <p:attrName>style.visibility</p:attrName>
                                        </p:attrNameLst>
                                      </p:cBhvr>
                                      <p:to>
                                        <p:strVal val="visible"/>
                                      </p:to>
                                    </p:set>
                                    <p:anim calcmode="lin" valueType="num">
                                      <p:cBhvr>
                                        <p:cTn id="39" dur="10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40" dur="1000" fill="hold"/>
                                        <p:tgtEl>
                                          <p:spTgt spid="5"/>
                                        </p:tgtEl>
                                        <p:attrNameLst>
                                          <p:attrName>ppt_y</p:attrName>
                                        </p:attrNameLst>
                                      </p:cBhvr>
                                      <p:tavLst>
                                        <p:tav tm="0">
                                          <p:val>
                                            <p:strVal val="#ppt_y"/>
                                          </p:val>
                                        </p:tav>
                                        <p:tav tm="100000">
                                          <p:val>
                                            <p:strVal val="#ppt_y"/>
                                          </p:val>
                                        </p:tav>
                                      </p:tavLst>
                                    </p:anim>
                                    <p:anim calcmode="lin" valueType="num">
                                      <p:cBhvr>
                                        <p:cTn id="41" dur="10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42" dur="10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43" dur="1000" tmFilter="0,0; .5, 1; 1, 1"/>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FB6BA9C-30ED-D709-23C6-4AD65F943D24}"/>
              </a:ext>
            </a:extLst>
          </p:cNvPr>
          <p:cNvSpPr txBox="1"/>
          <p:nvPr>
            <p:custDataLst>
              <p:tags r:id="rId1"/>
            </p:custDataLst>
          </p:nvPr>
        </p:nvSpPr>
        <p:spPr>
          <a:xfrm>
            <a:off x="1054116" y="171549"/>
            <a:ext cx="2313397" cy="600164"/>
          </a:xfrm>
          <a:prstGeom prst="rect">
            <a:avLst/>
          </a:prstGeom>
          <a:noFill/>
        </p:spPr>
        <p:txBody>
          <a:bodyPr wrap="square" rtlCol="0">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复习内容</a:t>
            </a:r>
          </a:p>
        </p:txBody>
      </p:sp>
      <p:grpSp>
        <p:nvGrpSpPr>
          <p:cNvPr id="3" name="组合 2">
            <a:extLst>
              <a:ext uri="{FF2B5EF4-FFF2-40B4-BE49-F238E27FC236}">
                <a16:creationId xmlns:a16="http://schemas.microsoft.com/office/drawing/2014/main" id="{1393D0C5-0734-56D1-3AAE-4B4F408E4439}"/>
              </a:ext>
            </a:extLst>
          </p:cNvPr>
          <p:cNvGrpSpPr/>
          <p:nvPr>
            <p:custDataLst>
              <p:tags r:id="rId2"/>
            </p:custDataLst>
          </p:nvPr>
        </p:nvGrpSpPr>
        <p:grpSpPr>
          <a:xfrm>
            <a:off x="711093" y="1883161"/>
            <a:ext cx="3345566" cy="3259822"/>
            <a:chOff x="802067" y="1948335"/>
            <a:chExt cx="3098523" cy="3034225"/>
          </a:xfrm>
        </p:grpSpPr>
        <p:grpSp>
          <p:nvGrpSpPr>
            <p:cNvPr id="4" name="组合 3">
              <a:extLst>
                <a:ext uri="{FF2B5EF4-FFF2-40B4-BE49-F238E27FC236}">
                  <a16:creationId xmlns:a16="http://schemas.microsoft.com/office/drawing/2014/main" id="{379876D1-CD39-EA56-838B-65751B88AD16}"/>
                </a:ext>
              </a:extLst>
            </p:cNvPr>
            <p:cNvGrpSpPr/>
            <p:nvPr>
              <p:custDataLst>
                <p:tags r:id="rId4"/>
              </p:custDataLst>
            </p:nvPr>
          </p:nvGrpSpPr>
          <p:grpSpPr>
            <a:xfrm>
              <a:off x="802067" y="1948335"/>
              <a:ext cx="3098523" cy="3034225"/>
              <a:chOff x="1441293" y="2749315"/>
              <a:chExt cx="2458656" cy="2455768"/>
            </a:xfrm>
          </p:grpSpPr>
          <p:sp>
            <p:nvSpPr>
              <p:cNvPr id="6" name="ValueBack1">
                <a:extLst>
                  <a:ext uri="{FF2B5EF4-FFF2-40B4-BE49-F238E27FC236}">
                    <a16:creationId xmlns:a16="http://schemas.microsoft.com/office/drawing/2014/main" id="{111B7B57-0167-3A0F-17CF-3669D783415C}"/>
                  </a:ext>
                </a:extLst>
              </p:cNvPr>
              <p:cNvSpPr/>
              <p:nvPr>
                <p:custDataLst>
                  <p:tags r:id="rId6"/>
                </p:custDataLst>
              </p:nvPr>
            </p:nvSpPr>
            <p:spPr bwMode="auto">
              <a:xfrm>
                <a:off x="2742093" y="2751481"/>
                <a:ext cx="969792" cy="658333"/>
              </a:xfrm>
              <a:custGeom>
                <a:avLst/>
                <a:gdLst>
                  <a:gd name="connsiteX0" fmla="*/ 2532986 w 3096344"/>
                  <a:gd name="connsiteY0" fmla="*/ 2355835 h 3092708"/>
                  <a:gd name="connsiteX1" fmla="*/ 2780106 w 3096344"/>
                  <a:gd name="connsiteY1" fmla="*/ 2483791 h 3092708"/>
                  <a:gd name="connsiteX2" fmla="*/ 2694157 w 3096344"/>
                  <a:gd name="connsiteY2" fmla="*/ 2587310 h 3092708"/>
                  <a:gd name="connsiteX3" fmla="*/ 1706464 w 3096344"/>
                  <a:gd name="connsiteY3" fmla="*/ 3086533 h 3092708"/>
                  <a:gd name="connsiteX4" fmla="*/ 1638182 w 3096344"/>
                  <a:gd name="connsiteY4" fmla="*/ 3089981 h 3092708"/>
                  <a:gd name="connsiteX5" fmla="*/ 1638182 w 3096344"/>
                  <a:gd name="connsiteY5" fmla="*/ 2820692 h 3092708"/>
                  <a:gd name="connsiteX6" fmla="*/ 1678931 w 3096344"/>
                  <a:gd name="connsiteY6" fmla="*/ 2818634 h 3092708"/>
                  <a:gd name="connsiteX7" fmla="*/ 2494825 w 3096344"/>
                  <a:gd name="connsiteY7" fmla="*/ 2406247 h 3092708"/>
                  <a:gd name="connsiteX8" fmla="*/ 2916993 w 3096344"/>
                  <a:gd name="connsiteY8" fmla="*/ 835927 h 3092708"/>
                  <a:gd name="connsiteX9" fmla="*/ 2988958 w 3096344"/>
                  <a:gd name="connsiteY9" fmla="*/ 978679 h 3092708"/>
                  <a:gd name="connsiteX10" fmla="*/ 3096344 w 3096344"/>
                  <a:gd name="connsiteY10" fmla="*/ 1546354 h 3092708"/>
                  <a:gd name="connsiteX11" fmla="*/ 2862420 w 3096344"/>
                  <a:gd name="connsiteY11" fmla="*/ 2365035 h 3092708"/>
                  <a:gd name="connsiteX12" fmla="*/ 2852534 w 3096344"/>
                  <a:gd name="connsiteY12" fmla="*/ 2379389 h 3092708"/>
                  <a:gd name="connsiteX13" fmla="*/ 2610159 w 3096344"/>
                  <a:gd name="connsiteY13" fmla="*/ 2253889 h 3092708"/>
                  <a:gd name="connsiteX14" fmla="*/ 2633819 w 3096344"/>
                  <a:gd name="connsiteY14" fmla="*/ 2222633 h 3092708"/>
                  <a:gd name="connsiteX15" fmla="*/ 2827055 w 3096344"/>
                  <a:gd name="connsiteY15" fmla="*/ 1546354 h 3092708"/>
                  <a:gd name="connsiteX16" fmla="*/ 2738348 w 3096344"/>
                  <a:gd name="connsiteY16" fmla="*/ 1077420 h 3092708"/>
                  <a:gd name="connsiteX17" fmla="*/ 2669664 w 3096344"/>
                  <a:gd name="connsiteY17" fmla="*/ 941177 h 3092708"/>
                  <a:gd name="connsiteX18" fmla="*/ 1638182 w 3096344"/>
                  <a:gd name="connsiteY18" fmla="*/ 2727 h 3092708"/>
                  <a:gd name="connsiteX19" fmla="*/ 1706464 w 3096344"/>
                  <a:gd name="connsiteY19" fmla="*/ 6175 h 3092708"/>
                  <a:gd name="connsiteX20" fmla="*/ 2783183 w 3096344"/>
                  <a:gd name="connsiteY20" fmla="*/ 612625 h 3092708"/>
                  <a:gd name="connsiteX21" fmla="*/ 2859504 w 3096344"/>
                  <a:gd name="connsiteY21" fmla="*/ 723441 h 3092708"/>
                  <a:gd name="connsiteX22" fmla="*/ 2604852 w 3096344"/>
                  <a:gd name="connsiteY22" fmla="*/ 831808 h 3092708"/>
                  <a:gd name="connsiteX23" fmla="*/ 2494825 w 3096344"/>
                  <a:gd name="connsiteY23" fmla="*/ 686462 h 3092708"/>
                  <a:gd name="connsiteX24" fmla="*/ 1678931 w 3096344"/>
                  <a:gd name="connsiteY24" fmla="*/ 274074 h 3092708"/>
                  <a:gd name="connsiteX25" fmla="*/ 1638182 w 3096344"/>
                  <a:gd name="connsiteY25" fmla="*/ 272016 h 3092708"/>
                  <a:gd name="connsiteX26" fmla="*/ 1512168 w 3096344"/>
                  <a:gd name="connsiteY26" fmla="*/ 0 h 3092708"/>
                  <a:gd name="connsiteX27" fmla="*/ 1512168 w 3096344"/>
                  <a:gd name="connsiteY27" fmla="*/ 269289 h 3092708"/>
                  <a:gd name="connsiteX28" fmla="*/ 1417414 w 3096344"/>
                  <a:gd name="connsiteY28" fmla="*/ 274074 h 3092708"/>
                  <a:gd name="connsiteX29" fmla="*/ 269289 w 3096344"/>
                  <a:gd name="connsiteY29" fmla="*/ 1546354 h 3092708"/>
                  <a:gd name="connsiteX30" fmla="*/ 1417414 w 3096344"/>
                  <a:gd name="connsiteY30" fmla="*/ 2818634 h 3092708"/>
                  <a:gd name="connsiteX31" fmla="*/ 1512168 w 3096344"/>
                  <a:gd name="connsiteY31" fmla="*/ 2823419 h 3092708"/>
                  <a:gd name="connsiteX32" fmla="*/ 1512168 w 3096344"/>
                  <a:gd name="connsiteY32" fmla="*/ 3092708 h 3092708"/>
                  <a:gd name="connsiteX33" fmla="*/ 1389881 w 3096344"/>
                  <a:gd name="connsiteY33" fmla="*/ 3086533 h 3092708"/>
                  <a:gd name="connsiteX34" fmla="*/ 0 w 3096344"/>
                  <a:gd name="connsiteY34" fmla="*/ 1546354 h 3092708"/>
                  <a:gd name="connsiteX35" fmla="*/ 1389881 w 3096344"/>
                  <a:gd name="connsiteY35" fmla="*/ 6175 h 309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21322" h="829081">
                    <a:moveTo>
                      <a:pt x="0" y="0"/>
                    </a:moveTo>
                    <a:lnTo>
                      <a:pt x="68282" y="3448"/>
                    </a:lnTo>
                    <a:cubicBezTo>
                      <a:pt x="507412" y="48044"/>
                      <a:pt x="892287" y="276163"/>
                      <a:pt x="1145001" y="609898"/>
                    </a:cubicBezTo>
                    <a:lnTo>
                      <a:pt x="1221322" y="720714"/>
                    </a:lnTo>
                    <a:lnTo>
                      <a:pt x="966670" y="829081"/>
                    </a:lnTo>
                    <a:lnTo>
                      <a:pt x="856643" y="683735"/>
                    </a:lnTo>
                    <a:cubicBezTo>
                      <a:pt x="650222" y="456622"/>
                      <a:pt x="363191" y="304093"/>
                      <a:pt x="40749" y="271347"/>
                    </a:cubicBezTo>
                    <a:lnTo>
                      <a:pt x="0" y="269289"/>
                    </a:lnTo>
                    <a:close/>
                  </a:path>
                </a:pathLst>
              </a:custGeom>
              <a:solidFill>
                <a:srgbClr val="8FAADC"/>
              </a:solidFill>
              <a:ln w="19050">
                <a:noFill/>
                <a:round/>
              </a:ln>
            </p:spPr>
            <p:txBody>
              <a:bodyPr rot="0" spcFirstLastPara="0" vert="horz" wrap="square" lIns="91440" tIns="45720" rIns="91440" bIns="45720" numCol="1" spcCol="0" rtlCol="0" fromWordArt="0" anchor="ctr" anchorCtr="1" forceAA="0" compatLnSpc="1">
                <a:prstTxWarp prst="textNoShape">
                  <a:avLst/>
                </a:prstTxWarp>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a:pPr>
                <a:endParaRPr lang="zh-CN" altLang="en-US" sz="1200" b="1">
                  <a:solidFill>
                    <a:srgbClr val="000000">
                      <a:lumMod val="75000"/>
                      <a:lumOff val="25000"/>
                    </a:srgbClr>
                  </a:solidFill>
                  <a:latin typeface="OPPOSans B" panose="00020600040101010101" pitchFamily="18" charset="-122"/>
                  <a:ea typeface="思源黑体 CN Bold" panose="020B0800000000000000" pitchFamily="34" charset="-122"/>
                </a:endParaRPr>
              </a:p>
            </p:txBody>
          </p:sp>
          <p:sp>
            <p:nvSpPr>
              <p:cNvPr id="7" name="ValueBack2">
                <a:extLst>
                  <a:ext uri="{FF2B5EF4-FFF2-40B4-BE49-F238E27FC236}">
                    <a16:creationId xmlns:a16="http://schemas.microsoft.com/office/drawing/2014/main" id="{840D4BB7-56DE-D981-7A0E-CFF17691A3DC}"/>
                  </a:ext>
                </a:extLst>
              </p:cNvPr>
              <p:cNvSpPr/>
              <p:nvPr>
                <p:custDataLst>
                  <p:tags r:id="rId7"/>
                </p:custDataLst>
              </p:nvPr>
            </p:nvSpPr>
            <p:spPr bwMode="auto">
              <a:xfrm>
                <a:off x="3513893" y="3413084"/>
                <a:ext cx="386056" cy="1225588"/>
              </a:xfrm>
              <a:custGeom>
                <a:avLst/>
                <a:gdLst>
                  <a:gd name="connsiteX0" fmla="*/ 2532986 w 3096344"/>
                  <a:gd name="connsiteY0" fmla="*/ 2355835 h 3092708"/>
                  <a:gd name="connsiteX1" fmla="*/ 2780106 w 3096344"/>
                  <a:gd name="connsiteY1" fmla="*/ 2483791 h 3092708"/>
                  <a:gd name="connsiteX2" fmla="*/ 2694157 w 3096344"/>
                  <a:gd name="connsiteY2" fmla="*/ 2587310 h 3092708"/>
                  <a:gd name="connsiteX3" fmla="*/ 1706464 w 3096344"/>
                  <a:gd name="connsiteY3" fmla="*/ 3086533 h 3092708"/>
                  <a:gd name="connsiteX4" fmla="*/ 1638182 w 3096344"/>
                  <a:gd name="connsiteY4" fmla="*/ 3089981 h 3092708"/>
                  <a:gd name="connsiteX5" fmla="*/ 1638182 w 3096344"/>
                  <a:gd name="connsiteY5" fmla="*/ 2820692 h 3092708"/>
                  <a:gd name="connsiteX6" fmla="*/ 1678931 w 3096344"/>
                  <a:gd name="connsiteY6" fmla="*/ 2818634 h 3092708"/>
                  <a:gd name="connsiteX7" fmla="*/ 2494825 w 3096344"/>
                  <a:gd name="connsiteY7" fmla="*/ 2406247 h 3092708"/>
                  <a:gd name="connsiteX8" fmla="*/ 2916993 w 3096344"/>
                  <a:gd name="connsiteY8" fmla="*/ 835927 h 3092708"/>
                  <a:gd name="connsiteX9" fmla="*/ 2988958 w 3096344"/>
                  <a:gd name="connsiteY9" fmla="*/ 978679 h 3092708"/>
                  <a:gd name="connsiteX10" fmla="*/ 3096344 w 3096344"/>
                  <a:gd name="connsiteY10" fmla="*/ 1546354 h 3092708"/>
                  <a:gd name="connsiteX11" fmla="*/ 2862420 w 3096344"/>
                  <a:gd name="connsiteY11" fmla="*/ 2365035 h 3092708"/>
                  <a:gd name="connsiteX12" fmla="*/ 2852534 w 3096344"/>
                  <a:gd name="connsiteY12" fmla="*/ 2379389 h 3092708"/>
                  <a:gd name="connsiteX13" fmla="*/ 2610159 w 3096344"/>
                  <a:gd name="connsiteY13" fmla="*/ 2253889 h 3092708"/>
                  <a:gd name="connsiteX14" fmla="*/ 2633819 w 3096344"/>
                  <a:gd name="connsiteY14" fmla="*/ 2222633 h 3092708"/>
                  <a:gd name="connsiteX15" fmla="*/ 2827055 w 3096344"/>
                  <a:gd name="connsiteY15" fmla="*/ 1546354 h 3092708"/>
                  <a:gd name="connsiteX16" fmla="*/ 2738348 w 3096344"/>
                  <a:gd name="connsiteY16" fmla="*/ 1077420 h 3092708"/>
                  <a:gd name="connsiteX17" fmla="*/ 2669664 w 3096344"/>
                  <a:gd name="connsiteY17" fmla="*/ 941177 h 3092708"/>
                  <a:gd name="connsiteX18" fmla="*/ 1638182 w 3096344"/>
                  <a:gd name="connsiteY18" fmla="*/ 2727 h 3092708"/>
                  <a:gd name="connsiteX19" fmla="*/ 1706464 w 3096344"/>
                  <a:gd name="connsiteY19" fmla="*/ 6175 h 3092708"/>
                  <a:gd name="connsiteX20" fmla="*/ 2783183 w 3096344"/>
                  <a:gd name="connsiteY20" fmla="*/ 612625 h 3092708"/>
                  <a:gd name="connsiteX21" fmla="*/ 2859504 w 3096344"/>
                  <a:gd name="connsiteY21" fmla="*/ 723441 h 3092708"/>
                  <a:gd name="connsiteX22" fmla="*/ 2604852 w 3096344"/>
                  <a:gd name="connsiteY22" fmla="*/ 831808 h 3092708"/>
                  <a:gd name="connsiteX23" fmla="*/ 2494825 w 3096344"/>
                  <a:gd name="connsiteY23" fmla="*/ 686462 h 3092708"/>
                  <a:gd name="connsiteX24" fmla="*/ 1678931 w 3096344"/>
                  <a:gd name="connsiteY24" fmla="*/ 274074 h 3092708"/>
                  <a:gd name="connsiteX25" fmla="*/ 1638182 w 3096344"/>
                  <a:gd name="connsiteY25" fmla="*/ 272016 h 3092708"/>
                  <a:gd name="connsiteX26" fmla="*/ 1512168 w 3096344"/>
                  <a:gd name="connsiteY26" fmla="*/ 0 h 3092708"/>
                  <a:gd name="connsiteX27" fmla="*/ 1512168 w 3096344"/>
                  <a:gd name="connsiteY27" fmla="*/ 269289 h 3092708"/>
                  <a:gd name="connsiteX28" fmla="*/ 1417414 w 3096344"/>
                  <a:gd name="connsiteY28" fmla="*/ 274074 h 3092708"/>
                  <a:gd name="connsiteX29" fmla="*/ 269289 w 3096344"/>
                  <a:gd name="connsiteY29" fmla="*/ 1546354 h 3092708"/>
                  <a:gd name="connsiteX30" fmla="*/ 1417414 w 3096344"/>
                  <a:gd name="connsiteY30" fmla="*/ 2818634 h 3092708"/>
                  <a:gd name="connsiteX31" fmla="*/ 1512168 w 3096344"/>
                  <a:gd name="connsiteY31" fmla="*/ 2823419 h 3092708"/>
                  <a:gd name="connsiteX32" fmla="*/ 1512168 w 3096344"/>
                  <a:gd name="connsiteY32" fmla="*/ 3092708 h 3092708"/>
                  <a:gd name="connsiteX33" fmla="*/ 1389881 w 3096344"/>
                  <a:gd name="connsiteY33" fmla="*/ 3086533 h 3092708"/>
                  <a:gd name="connsiteX34" fmla="*/ 0 w 3096344"/>
                  <a:gd name="connsiteY34" fmla="*/ 1546354 h 3092708"/>
                  <a:gd name="connsiteX35" fmla="*/ 1389881 w 3096344"/>
                  <a:gd name="connsiteY35" fmla="*/ 6175 h 309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86185" h="1543462">
                    <a:moveTo>
                      <a:pt x="306834" y="0"/>
                    </a:moveTo>
                    <a:lnTo>
                      <a:pt x="378799" y="142752"/>
                    </a:lnTo>
                    <a:cubicBezTo>
                      <a:pt x="448110" y="318524"/>
                      <a:pt x="486185" y="510029"/>
                      <a:pt x="486185" y="710427"/>
                    </a:cubicBezTo>
                    <a:cubicBezTo>
                      <a:pt x="486185" y="1011025"/>
                      <a:pt x="400516" y="1291612"/>
                      <a:pt x="252261" y="1529108"/>
                    </a:cubicBezTo>
                    <a:lnTo>
                      <a:pt x="242375" y="1543462"/>
                    </a:lnTo>
                    <a:lnTo>
                      <a:pt x="0" y="1417962"/>
                    </a:lnTo>
                    <a:lnTo>
                      <a:pt x="23660" y="1386706"/>
                    </a:lnTo>
                    <a:cubicBezTo>
                      <a:pt x="146128" y="1190521"/>
                      <a:pt x="216896" y="958739"/>
                      <a:pt x="216896" y="710427"/>
                    </a:cubicBezTo>
                    <a:cubicBezTo>
                      <a:pt x="216896" y="544886"/>
                      <a:pt x="185444" y="386691"/>
                      <a:pt x="128189" y="241493"/>
                    </a:cubicBezTo>
                    <a:lnTo>
                      <a:pt x="59505" y="105250"/>
                    </a:lnTo>
                    <a:close/>
                  </a:path>
                </a:pathLst>
              </a:custGeom>
              <a:solidFill>
                <a:srgbClr val="8FAADC"/>
              </a:solidFill>
              <a:ln w="19050">
                <a:noFill/>
                <a:round/>
              </a:ln>
            </p:spPr>
            <p:txBody>
              <a:bodyPr rot="0" spcFirstLastPara="0" vert="horz" wrap="square" lIns="91440" tIns="45720" rIns="91440" bIns="45720" numCol="1" spcCol="0" rtlCol="0" fromWordArt="0" anchor="ctr" anchorCtr="1" forceAA="0" compatLnSpc="1">
                <a:prstTxWarp prst="textNoShape">
                  <a:avLst/>
                </a:prstTxWarp>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a:pPr>
                <a:endParaRPr lang="zh-CN" altLang="en-US" sz="1200" b="1">
                  <a:solidFill>
                    <a:srgbClr val="000000">
                      <a:lumMod val="75000"/>
                      <a:lumOff val="25000"/>
                    </a:srgbClr>
                  </a:solidFill>
                  <a:latin typeface="OPPOSans B" panose="00020600040101010101" pitchFamily="18" charset="-122"/>
                  <a:ea typeface="思源黑体 CN Bold" panose="020B0800000000000000" pitchFamily="34" charset="-122"/>
                </a:endParaRPr>
              </a:p>
            </p:txBody>
          </p:sp>
          <p:sp>
            <p:nvSpPr>
              <p:cNvPr id="8" name="ValueBack3">
                <a:extLst>
                  <a:ext uri="{FF2B5EF4-FFF2-40B4-BE49-F238E27FC236}">
                    <a16:creationId xmlns:a16="http://schemas.microsoft.com/office/drawing/2014/main" id="{3BC56089-28E1-BED4-7608-5949C03ADDC2}"/>
                  </a:ext>
                </a:extLst>
              </p:cNvPr>
              <p:cNvSpPr/>
              <p:nvPr>
                <p:custDataLst>
                  <p:tags r:id="rId8"/>
                </p:custDataLst>
              </p:nvPr>
            </p:nvSpPr>
            <p:spPr bwMode="auto">
              <a:xfrm>
                <a:off x="2742093" y="4619969"/>
                <a:ext cx="906746" cy="582950"/>
              </a:xfrm>
              <a:custGeom>
                <a:avLst/>
                <a:gdLst>
                  <a:gd name="connsiteX0" fmla="*/ 2532986 w 3096344"/>
                  <a:gd name="connsiteY0" fmla="*/ 2355835 h 3092708"/>
                  <a:gd name="connsiteX1" fmla="*/ 2780106 w 3096344"/>
                  <a:gd name="connsiteY1" fmla="*/ 2483791 h 3092708"/>
                  <a:gd name="connsiteX2" fmla="*/ 2694157 w 3096344"/>
                  <a:gd name="connsiteY2" fmla="*/ 2587310 h 3092708"/>
                  <a:gd name="connsiteX3" fmla="*/ 1706464 w 3096344"/>
                  <a:gd name="connsiteY3" fmla="*/ 3086533 h 3092708"/>
                  <a:gd name="connsiteX4" fmla="*/ 1638182 w 3096344"/>
                  <a:gd name="connsiteY4" fmla="*/ 3089981 h 3092708"/>
                  <a:gd name="connsiteX5" fmla="*/ 1638182 w 3096344"/>
                  <a:gd name="connsiteY5" fmla="*/ 2820692 h 3092708"/>
                  <a:gd name="connsiteX6" fmla="*/ 1678931 w 3096344"/>
                  <a:gd name="connsiteY6" fmla="*/ 2818634 h 3092708"/>
                  <a:gd name="connsiteX7" fmla="*/ 2494825 w 3096344"/>
                  <a:gd name="connsiteY7" fmla="*/ 2406247 h 3092708"/>
                  <a:gd name="connsiteX8" fmla="*/ 2916993 w 3096344"/>
                  <a:gd name="connsiteY8" fmla="*/ 835927 h 3092708"/>
                  <a:gd name="connsiteX9" fmla="*/ 2988958 w 3096344"/>
                  <a:gd name="connsiteY9" fmla="*/ 978679 h 3092708"/>
                  <a:gd name="connsiteX10" fmla="*/ 3096344 w 3096344"/>
                  <a:gd name="connsiteY10" fmla="*/ 1546354 h 3092708"/>
                  <a:gd name="connsiteX11" fmla="*/ 2862420 w 3096344"/>
                  <a:gd name="connsiteY11" fmla="*/ 2365035 h 3092708"/>
                  <a:gd name="connsiteX12" fmla="*/ 2852534 w 3096344"/>
                  <a:gd name="connsiteY12" fmla="*/ 2379389 h 3092708"/>
                  <a:gd name="connsiteX13" fmla="*/ 2610159 w 3096344"/>
                  <a:gd name="connsiteY13" fmla="*/ 2253889 h 3092708"/>
                  <a:gd name="connsiteX14" fmla="*/ 2633819 w 3096344"/>
                  <a:gd name="connsiteY14" fmla="*/ 2222633 h 3092708"/>
                  <a:gd name="connsiteX15" fmla="*/ 2827055 w 3096344"/>
                  <a:gd name="connsiteY15" fmla="*/ 1546354 h 3092708"/>
                  <a:gd name="connsiteX16" fmla="*/ 2738348 w 3096344"/>
                  <a:gd name="connsiteY16" fmla="*/ 1077420 h 3092708"/>
                  <a:gd name="connsiteX17" fmla="*/ 2669664 w 3096344"/>
                  <a:gd name="connsiteY17" fmla="*/ 941177 h 3092708"/>
                  <a:gd name="connsiteX18" fmla="*/ 1638182 w 3096344"/>
                  <a:gd name="connsiteY18" fmla="*/ 2727 h 3092708"/>
                  <a:gd name="connsiteX19" fmla="*/ 1706464 w 3096344"/>
                  <a:gd name="connsiteY19" fmla="*/ 6175 h 3092708"/>
                  <a:gd name="connsiteX20" fmla="*/ 2783183 w 3096344"/>
                  <a:gd name="connsiteY20" fmla="*/ 612625 h 3092708"/>
                  <a:gd name="connsiteX21" fmla="*/ 2859504 w 3096344"/>
                  <a:gd name="connsiteY21" fmla="*/ 723441 h 3092708"/>
                  <a:gd name="connsiteX22" fmla="*/ 2604852 w 3096344"/>
                  <a:gd name="connsiteY22" fmla="*/ 831808 h 3092708"/>
                  <a:gd name="connsiteX23" fmla="*/ 2494825 w 3096344"/>
                  <a:gd name="connsiteY23" fmla="*/ 686462 h 3092708"/>
                  <a:gd name="connsiteX24" fmla="*/ 1678931 w 3096344"/>
                  <a:gd name="connsiteY24" fmla="*/ 274074 h 3092708"/>
                  <a:gd name="connsiteX25" fmla="*/ 1638182 w 3096344"/>
                  <a:gd name="connsiteY25" fmla="*/ 272016 h 3092708"/>
                  <a:gd name="connsiteX26" fmla="*/ 1512168 w 3096344"/>
                  <a:gd name="connsiteY26" fmla="*/ 0 h 3092708"/>
                  <a:gd name="connsiteX27" fmla="*/ 1512168 w 3096344"/>
                  <a:gd name="connsiteY27" fmla="*/ 269289 h 3092708"/>
                  <a:gd name="connsiteX28" fmla="*/ 1417414 w 3096344"/>
                  <a:gd name="connsiteY28" fmla="*/ 274074 h 3092708"/>
                  <a:gd name="connsiteX29" fmla="*/ 269289 w 3096344"/>
                  <a:gd name="connsiteY29" fmla="*/ 1546354 h 3092708"/>
                  <a:gd name="connsiteX30" fmla="*/ 1417414 w 3096344"/>
                  <a:gd name="connsiteY30" fmla="*/ 2818634 h 3092708"/>
                  <a:gd name="connsiteX31" fmla="*/ 1512168 w 3096344"/>
                  <a:gd name="connsiteY31" fmla="*/ 2823419 h 3092708"/>
                  <a:gd name="connsiteX32" fmla="*/ 1512168 w 3096344"/>
                  <a:gd name="connsiteY32" fmla="*/ 3092708 h 3092708"/>
                  <a:gd name="connsiteX33" fmla="*/ 1389881 w 3096344"/>
                  <a:gd name="connsiteY33" fmla="*/ 3086533 h 3092708"/>
                  <a:gd name="connsiteX34" fmla="*/ 0 w 3096344"/>
                  <a:gd name="connsiteY34" fmla="*/ 1546354 h 3092708"/>
                  <a:gd name="connsiteX35" fmla="*/ 1389881 w 3096344"/>
                  <a:gd name="connsiteY35" fmla="*/ 6175 h 309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41924" h="734146">
                    <a:moveTo>
                      <a:pt x="894804" y="0"/>
                    </a:moveTo>
                    <a:lnTo>
                      <a:pt x="1141924" y="127956"/>
                    </a:lnTo>
                    <a:lnTo>
                      <a:pt x="1055975" y="231475"/>
                    </a:lnTo>
                    <a:cubicBezTo>
                      <a:pt x="806090" y="506411"/>
                      <a:pt x="458620" y="691057"/>
                      <a:pt x="68282" y="730698"/>
                    </a:cubicBezTo>
                    <a:lnTo>
                      <a:pt x="0" y="734146"/>
                    </a:lnTo>
                    <a:lnTo>
                      <a:pt x="0" y="464857"/>
                    </a:lnTo>
                    <a:lnTo>
                      <a:pt x="40749" y="462799"/>
                    </a:lnTo>
                    <a:cubicBezTo>
                      <a:pt x="363191" y="430054"/>
                      <a:pt x="650222" y="277525"/>
                      <a:pt x="856643" y="50412"/>
                    </a:cubicBezTo>
                    <a:close/>
                  </a:path>
                </a:pathLst>
              </a:custGeom>
              <a:solidFill>
                <a:srgbClr val="8FAADC"/>
              </a:solidFill>
              <a:ln w="19050">
                <a:noFill/>
                <a:round/>
              </a:ln>
            </p:spPr>
            <p:txBody>
              <a:bodyPr rot="0" spcFirstLastPara="0" vert="horz" wrap="square" lIns="91440" tIns="45720" rIns="91440" bIns="45720" numCol="1" spcCol="0" rtlCol="0" fromWordArt="0" anchor="ctr" anchorCtr="1" forceAA="0" compatLnSpc="1">
                <a:prstTxWarp prst="textNoShape">
                  <a:avLst/>
                </a:prstTxWarp>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a:pPr>
                <a:endParaRPr lang="zh-CN" altLang="en-US" sz="1200" b="1">
                  <a:solidFill>
                    <a:srgbClr val="000000">
                      <a:lumMod val="75000"/>
                      <a:lumOff val="25000"/>
                    </a:srgbClr>
                  </a:solidFill>
                  <a:latin typeface="OPPOSans B" panose="00020600040101010101" pitchFamily="18" charset="-122"/>
                  <a:ea typeface="思源黑体 CN Bold" panose="020B0800000000000000" pitchFamily="34" charset="-122"/>
                </a:endParaRPr>
              </a:p>
            </p:txBody>
          </p:sp>
          <p:sp>
            <p:nvSpPr>
              <p:cNvPr id="9" name="ExtraShape">
                <a:extLst>
                  <a:ext uri="{FF2B5EF4-FFF2-40B4-BE49-F238E27FC236}">
                    <a16:creationId xmlns:a16="http://schemas.microsoft.com/office/drawing/2014/main" id="{2E312E7F-5D37-74AB-172A-80D1088EE09D}"/>
                  </a:ext>
                </a:extLst>
              </p:cNvPr>
              <p:cNvSpPr/>
              <p:nvPr>
                <p:custDataLst>
                  <p:tags r:id="rId9"/>
                </p:custDataLst>
              </p:nvPr>
            </p:nvSpPr>
            <p:spPr bwMode="auto">
              <a:xfrm>
                <a:off x="1441293" y="2749315"/>
                <a:ext cx="1200739" cy="2455768"/>
              </a:xfrm>
              <a:custGeom>
                <a:avLst/>
                <a:gdLst>
                  <a:gd name="connsiteX0" fmla="*/ 2532986 w 3096344"/>
                  <a:gd name="connsiteY0" fmla="*/ 2355835 h 3092708"/>
                  <a:gd name="connsiteX1" fmla="*/ 2780106 w 3096344"/>
                  <a:gd name="connsiteY1" fmla="*/ 2483791 h 3092708"/>
                  <a:gd name="connsiteX2" fmla="*/ 2694157 w 3096344"/>
                  <a:gd name="connsiteY2" fmla="*/ 2587310 h 3092708"/>
                  <a:gd name="connsiteX3" fmla="*/ 1706464 w 3096344"/>
                  <a:gd name="connsiteY3" fmla="*/ 3086533 h 3092708"/>
                  <a:gd name="connsiteX4" fmla="*/ 1638182 w 3096344"/>
                  <a:gd name="connsiteY4" fmla="*/ 3089981 h 3092708"/>
                  <a:gd name="connsiteX5" fmla="*/ 1638182 w 3096344"/>
                  <a:gd name="connsiteY5" fmla="*/ 2820692 h 3092708"/>
                  <a:gd name="connsiteX6" fmla="*/ 1678931 w 3096344"/>
                  <a:gd name="connsiteY6" fmla="*/ 2818634 h 3092708"/>
                  <a:gd name="connsiteX7" fmla="*/ 2494825 w 3096344"/>
                  <a:gd name="connsiteY7" fmla="*/ 2406247 h 3092708"/>
                  <a:gd name="connsiteX8" fmla="*/ 2916993 w 3096344"/>
                  <a:gd name="connsiteY8" fmla="*/ 835927 h 3092708"/>
                  <a:gd name="connsiteX9" fmla="*/ 2988958 w 3096344"/>
                  <a:gd name="connsiteY9" fmla="*/ 978679 h 3092708"/>
                  <a:gd name="connsiteX10" fmla="*/ 3096344 w 3096344"/>
                  <a:gd name="connsiteY10" fmla="*/ 1546354 h 3092708"/>
                  <a:gd name="connsiteX11" fmla="*/ 2862420 w 3096344"/>
                  <a:gd name="connsiteY11" fmla="*/ 2365035 h 3092708"/>
                  <a:gd name="connsiteX12" fmla="*/ 2852534 w 3096344"/>
                  <a:gd name="connsiteY12" fmla="*/ 2379389 h 3092708"/>
                  <a:gd name="connsiteX13" fmla="*/ 2610159 w 3096344"/>
                  <a:gd name="connsiteY13" fmla="*/ 2253889 h 3092708"/>
                  <a:gd name="connsiteX14" fmla="*/ 2633819 w 3096344"/>
                  <a:gd name="connsiteY14" fmla="*/ 2222633 h 3092708"/>
                  <a:gd name="connsiteX15" fmla="*/ 2827055 w 3096344"/>
                  <a:gd name="connsiteY15" fmla="*/ 1546354 h 3092708"/>
                  <a:gd name="connsiteX16" fmla="*/ 2738348 w 3096344"/>
                  <a:gd name="connsiteY16" fmla="*/ 1077420 h 3092708"/>
                  <a:gd name="connsiteX17" fmla="*/ 2669664 w 3096344"/>
                  <a:gd name="connsiteY17" fmla="*/ 941177 h 3092708"/>
                  <a:gd name="connsiteX18" fmla="*/ 1638182 w 3096344"/>
                  <a:gd name="connsiteY18" fmla="*/ 2727 h 3092708"/>
                  <a:gd name="connsiteX19" fmla="*/ 1706464 w 3096344"/>
                  <a:gd name="connsiteY19" fmla="*/ 6175 h 3092708"/>
                  <a:gd name="connsiteX20" fmla="*/ 2783183 w 3096344"/>
                  <a:gd name="connsiteY20" fmla="*/ 612625 h 3092708"/>
                  <a:gd name="connsiteX21" fmla="*/ 2859504 w 3096344"/>
                  <a:gd name="connsiteY21" fmla="*/ 723441 h 3092708"/>
                  <a:gd name="connsiteX22" fmla="*/ 2604852 w 3096344"/>
                  <a:gd name="connsiteY22" fmla="*/ 831808 h 3092708"/>
                  <a:gd name="connsiteX23" fmla="*/ 2494825 w 3096344"/>
                  <a:gd name="connsiteY23" fmla="*/ 686462 h 3092708"/>
                  <a:gd name="connsiteX24" fmla="*/ 1678931 w 3096344"/>
                  <a:gd name="connsiteY24" fmla="*/ 274074 h 3092708"/>
                  <a:gd name="connsiteX25" fmla="*/ 1638182 w 3096344"/>
                  <a:gd name="connsiteY25" fmla="*/ 272016 h 3092708"/>
                  <a:gd name="connsiteX26" fmla="*/ 1512168 w 3096344"/>
                  <a:gd name="connsiteY26" fmla="*/ 0 h 3092708"/>
                  <a:gd name="connsiteX27" fmla="*/ 1512168 w 3096344"/>
                  <a:gd name="connsiteY27" fmla="*/ 269289 h 3092708"/>
                  <a:gd name="connsiteX28" fmla="*/ 1417414 w 3096344"/>
                  <a:gd name="connsiteY28" fmla="*/ 274074 h 3092708"/>
                  <a:gd name="connsiteX29" fmla="*/ 269289 w 3096344"/>
                  <a:gd name="connsiteY29" fmla="*/ 1546354 h 3092708"/>
                  <a:gd name="connsiteX30" fmla="*/ 1417414 w 3096344"/>
                  <a:gd name="connsiteY30" fmla="*/ 2818634 h 3092708"/>
                  <a:gd name="connsiteX31" fmla="*/ 1512168 w 3096344"/>
                  <a:gd name="connsiteY31" fmla="*/ 2823419 h 3092708"/>
                  <a:gd name="connsiteX32" fmla="*/ 1512168 w 3096344"/>
                  <a:gd name="connsiteY32" fmla="*/ 3092708 h 3092708"/>
                  <a:gd name="connsiteX33" fmla="*/ 1389881 w 3096344"/>
                  <a:gd name="connsiteY33" fmla="*/ 3086533 h 3092708"/>
                  <a:gd name="connsiteX34" fmla="*/ 0 w 3096344"/>
                  <a:gd name="connsiteY34" fmla="*/ 1546354 h 3092708"/>
                  <a:gd name="connsiteX35" fmla="*/ 1389881 w 3096344"/>
                  <a:gd name="connsiteY35" fmla="*/ 6175 h 309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12168" h="3092708">
                    <a:moveTo>
                      <a:pt x="1512168" y="0"/>
                    </a:moveTo>
                    <a:lnTo>
                      <a:pt x="1512168" y="269289"/>
                    </a:lnTo>
                    <a:lnTo>
                      <a:pt x="1417414" y="274074"/>
                    </a:lnTo>
                    <a:cubicBezTo>
                      <a:pt x="772529" y="339565"/>
                      <a:pt x="269289" y="884190"/>
                      <a:pt x="269289" y="1546354"/>
                    </a:cubicBezTo>
                    <a:cubicBezTo>
                      <a:pt x="269289" y="2208518"/>
                      <a:pt x="772529" y="2753143"/>
                      <a:pt x="1417414" y="2818634"/>
                    </a:cubicBezTo>
                    <a:lnTo>
                      <a:pt x="1512168" y="2823419"/>
                    </a:lnTo>
                    <a:lnTo>
                      <a:pt x="1512168" y="3092708"/>
                    </a:lnTo>
                    <a:lnTo>
                      <a:pt x="1389881" y="3086533"/>
                    </a:lnTo>
                    <a:cubicBezTo>
                      <a:pt x="609205" y="3007251"/>
                      <a:pt x="0" y="2347947"/>
                      <a:pt x="0" y="1546354"/>
                    </a:cubicBezTo>
                    <a:cubicBezTo>
                      <a:pt x="0" y="744762"/>
                      <a:pt x="609205" y="85457"/>
                      <a:pt x="1389881" y="6175"/>
                    </a:cubicBezTo>
                    <a:close/>
                  </a:path>
                </a:pathLst>
              </a:custGeom>
              <a:solidFill>
                <a:srgbClr val="D5EBFB"/>
              </a:solidFill>
              <a:ln w="19050">
                <a:noFill/>
                <a:round/>
              </a:ln>
            </p:spPr>
            <p:txBody>
              <a:bodyPr rot="0" spcFirstLastPara="0" vert="horz" wrap="square" lIns="91440" tIns="45720" rIns="91440" bIns="45720" numCol="1" spcCol="0" rtlCol="0" fromWordArt="0" anchor="ctr" anchorCtr="1" forceAA="0" compatLnSpc="1">
                <a:prstTxWarp prst="textNoShape">
                  <a:avLst/>
                </a:prstTxWarp>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a:pPr>
                <a:endParaRPr lang="zh-CN" altLang="en-US" sz="1200" b="1">
                  <a:solidFill>
                    <a:srgbClr val="000000">
                      <a:lumMod val="75000"/>
                      <a:lumOff val="25000"/>
                    </a:srgbClr>
                  </a:solidFill>
                  <a:latin typeface="OPPOSans B" panose="00020600040101010101" pitchFamily="18" charset="-122"/>
                  <a:ea typeface="思源黑体 CN Bold" panose="020B0800000000000000" pitchFamily="34" charset="-122"/>
                </a:endParaRPr>
              </a:p>
            </p:txBody>
          </p:sp>
        </p:grpSp>
        <p:pic>
          <p:nvPicPr>
            <p:cNvPr id="5" name="图片 4">
              <a:extLst>
                <a:ext uri="{FF2B5EF4-FFF2-40B4-BE49-F238E27FC236}">
                  <a16:creationId xmlns:a16="http://schemas.microsoft.com/office/drawing/2014/main" id="{81CD16BC-A5E2-BE10-1A2C-159E309537EE}"/>
                </a:ext>
              </a:extLst>
            </p:cNvPr>
            <p:cNvPicPr>
              <a:picLocks noChangeAspect="1"/>
            </p:cNvPicPr>
            <p:nvPr>
              <p:custDataLst>
                <p:tags r:id="rId5"/>
              </p:custDataLst>
            </p:nvPr>
          </p:nvPicPr>
          <p:blipFill>
            <a:blip r:embed="rId11">
              <a:extLst>
                <a:ext uri="{28A0092B-C50C-407E-A947-70E740481C1C}">
                  <a14:useLocalDpi xmlns:a14="http://schemas.microsoft.com/office/drawing/2010/main" val="0"/>
                </a:ext>
              </a:extLst>
            </a:blip>
            <a:srcRect t="457" b="457"/>
            <a:stretch>
              <a:fillRect/>
            </a:stretch>
          </p:blipFill>
          <p:spPr>
            <a:xfrm>
              <a:off x="1329927" y="2441119"/>
              <a:ext cx="2087539" cy="2008267"/>
            </a:xfrm>
            <a:custGeom>
              <a:avLst/>
              <a:gdLst>
                <a:gd name="connsiteX0" fmla="*/ 771800 w 1543600"/>
                <a:gd name="connsiteY0" fmla="*/ 0 h 1543600"/>
                <a:gd name="connsiteX1" fmla="*/ 1543600 w 1543600"/>
                <a:gd name="connsiteY1" fmla="*/ 771800 h 1543600"/>
                <a:gd name="connsiteX2" fmla="*/ 771800 w 1543600"/>
                <a:gd name="connsiteY2" fmla="*/ 1543600 h 1543600"/>
                <a:gd name="connsiteX3" fmla="*/ 0 w 1543600"/>
                <a:gd name="connsiteY3" fmla="*/ 771800 h 1543600"/>
                <a:gd name="connsiteX4" fmla="*/ 771800 w 1543600"/>
                <a:gd name="connsiteY4" fmla="*/ 0 h 154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600" h="1543600">
                  <a:moveTo>
                    <a:pt x="771800" y="0"/>
                  </a:moveTo>
                  <a:cubicBezTo>
                    <a:pt x="1198053" y="0"/>
                    <a:pt x="1543600" y="345547"/>
                    <a:pt x="1543600" y="771800"/>
                  </a:cubicBezTo>
                  <a:cubicBezTo>
                    <a:pt x="1543600" y="1198053"/>
                    <a:pt x="1198053" y="1543600"/>
                    <a:pt x="771800" y="1543600"/>
                  </a:cubicBezTo>
                  <a:cubicBezTo>
                    <a:pt x="345547" y="1543600"/>
                    <a:pt x="0" y="1198053"/>
                    <a:pt x="0" y="771800"/>
                  </a:cubicBezTo>
                  <a:cubicBezTo>
                    <a:pt x="0" y="345547"/>
                    <a:pt x="345547" y="0"/>
                    <a:pt x="771800" y="0"/>
                  </a:cubicBezTo>
                  <a:close/>
                </a:path>
              </a:pathLst>
            </a:custGeom>
          </p:spPr>
        </p:pic>
      </p:grpSp>
      <p:sp>
        <p:nvSpPr>
          <p:cNvPr id="10" name="TextBox 49">
            <a:extLst>
              <a:ext uri="{FF2B5EF4-FFF2-40B4-BE49-F238E27FC236}">
                <a16:creationId xmlns:a16="http://schemas.microsoft.com/office/drawing/2014/main" id="{A4395478-2CE5-6133-6182-A390239DED3F}"/>
              </a:ext>
            </a:extLst>
          </p:cNvPr>
          <p:cNvSpPr txBox="1"/>
          <p:nvPr>
            <p:custDataLst>
              <p:tags r:id="rId3"/>
            </p:custDataLst>
          </p:nvPr>
        </p:nvSpPr>
        <p:spPr>
          <a:xfrm>
            <a:off x="3936911" y="1883161"/>
            <a:ext cx="7866177" cy="3071546"/>
          </a:xfrm>
          <a:prstGeom prst="rect">
            <a:avLst/>
          </a:prstGeom>
          <a:noFill/>
          <a:ln>
            <a:noFill/>
          </a:ln>
          <a:effectLst>
            <a:outerShdw blurRad="63500" sx="102000" sy="102000" algn="ctr" rotWithShape="0">
              <a:prstClr val="black">
                <a:alpha val="40000"/>
              </a:prstClr>
            </a:outerShdw>
          </a:effectLst>
        </p:spPr>
        <p:txBody>
          <a:bodyPr wrap="square" rtlCol="0">
            <a:spAutoFit/>
          </a:bodyPr>
          <a:lstStyle/>
          <a:p>
            <a:pPr indent="576000">
              <a:lnSpc>
                <a:spcPts val="6000"/>
              </a:lnSpc>
              <a:defRPr/>
            </a:pPr>
            <a:r>
              <a:rPr lang="zh-CN" altLang="en-US" sz="3100" b="1">
                <a:solidFill>
                  <a:srgbClr val="00B0F0"/>
                </a:solidFill>
                <a:latin typeface="微软雅黑" panose="020B0503020204020204" pitchFamily="34" charset="-122"/>
                <a:cs typeface="Times New Roman" panose="02020603050405020304" pitchFamily="18" charset="0"/>
                <a:sym typeface="庞门正道标题体" panose="02010600030101010101" pitchFamily="2" charset="-122"/>
              </a:rPr>
              <a:t>第一节   </a:t>
            </a:r>
            <a:r>
              <a:rPr lang="zh-CN" altLang="en-US" sz="3100">
                <a:solidFill>
                  <a:prstClr val="black"/>
                </a:solidFill>
                <a:latin typeface="微软雅黑" panose="020B0503020204020204" pitchFamily="34" charset="-122"/>
                <a:cs typeface="Times New Roman" panose="02020603050405020304" pitchFamily="18" charset="0"/>
                <a:sym typeface="庞门正道标题体" panose="02010600030101010101" pitchFamily="2" charset="-122"/>
              </a:rPr>
              <a:t>声音是什么</a:t>
            </a:r>
            <a:endParaRPr lang="en-US" altLang="zh-CN" sz="3100">
              <a:solidFill>
                <a:prstClr val="black"/>
              </a:solidFill>
              <a:latin typeface="微软雅黑" panose="020B0503020204020204" pitchFamily="34" charset="-122"/>
              <a:cs typeface="Times New Roman" panose="02020603050405020304" pitchFamily="18" charset="0"/>
            </a:endParaRPr>
          </a:p>
          <a:p>
            <a:pPr indent="576000">
              <a:lnSpc>
                <a:spcPts val="6000"/>
              </a:lnSpc>
              <a:defRPr/>
            </a:pPr>
            <a:r>
              <a:rPr lang="zh-CN" altLang="en-US" sz="3100" b="1">
                <a:solidFill>
                  <a:srgbClr val="00B0F0"/>
                </a:solidFill>
                <a:latin typeface="微软雅黑" panose="020B0503020204020204" pitchFamily="34" charset="-122"/>
                <a:cs typeface="Times New Roman" panose="02020603050405020304" pitchFamily="18" charset="0"/>
                <a:sym typeface="庞门正道标题体" panose="02010600030101010101" pitchFamily="2" charset="-122"/>
              </a:rPr>
              <a:t>第二节</a:t>
            </a:r>
            <a:r>
              <a:rPr lang="zh-CN" altLang="en-US" sz="3100">
                <a:solidFill>
                  <a:prstClr val="black"/>
                </a:solidFill>
                <a:latin typeface="微软雅黑" panose="020B0503020204020204" pitchFamily="34" charset="-122"/>
                <a:cs typeface="Times New Roman" panose="02020603050405020304" pitchFamily="18" charset="0"/>
                <a:sym typeface="庞门正道标题体" panose="02010600030101010101" pitchFamily="2" charset="-122"/>
              </a:rPr>
              <a:t> 声音的特性</a:t>
            </a:r>
            <a:endParaRPr lang="en-US" altLang="zh-CN" sz="3100">
              <a:solidFill>
                <a:prstClr val="black"/>
              </a:solidFill>
              <a:latin typeface="微软雅黑" panose="020B0503020204020204" pitchFamily="34" charset="-122"/>
              <a:cs typeface="Times New Roman" panose="02020603050405020304" pitchFamily="18" charset="0"/>
              <a:sym typeface="庞门正道标题体" panose="02010600030101010101" pitchFamily="2" charset="-122"/>
            </a:endParaRPr>
          </a:p>
          <a:p>
            <a:pPr indent="576000">
              <a:lnSpc>
                <a:spcPts val="6000"/>
              </a:lnSpc>
              <a:defRPr/>
            </a:pPr>
            <a:r>
              <a:rPr lang="zh-CN" altLang="en-US" sz="3100" b="1">
                <a:solidFill>
                  <a:srgbClr val="00B0F0"/>
                </a:solidFill>
                <a:latin typeface="微软雅黑" panose="020B0503020204020204" pitchFamily="34" charset="-122"/>
                <a:cs typeface="Times New Roman" panose="02020603050405020304" pitchFamily="18" charset="0"/>
                <a:sym typeface="庞门正道标题体" panose="02010600030101010101" pitchFamily="2" charset="-122"/>
              </a:rPr>
              <a:t>第三节</a:t>
            </a:r>
            <a:r>
              <a:rPr lang="zh-CN" altLang="en-US" sz="3100">
                <a:solidFill>
                  <a:prstClr val="black"/>
                </a:solidFill>
                <a:latin typeface="微软雅黑" panose="020B0503020204020204" pitchFamily="34" charset="-122"/>
                <a:cs typeface="Times New Roman" panose="02020603050405020304" pitchFamily="18" charset="0"/>
                <a:sym typeface="庞门正道标题体" panose="02010600030101010101" pitchFamily="2" charset="-122"/>
              </a:rPr>
              <a:t> 噪声及其控制</a:t>
            </a:r>
            <a:endParaRPr lang="en-US" altLang="zh-CN" sz="3100">
              <a:solidFill>
                <a:prstClr val="black"/>
              </a:solidFill>
              <a:latin typeface="微软雅黑" panose="020B0503020204020204" pitchFamily="34" charset="-122"/>
              <a:cs typeface="Times New Roman" panose="02020603050405020304" pitchFamily="18" charset="0"/>
              <a:sym typeface="庞门正道标题体" panose="02010600030101010101" pitchFamily="2" charset="-122"/>
            </a:endParaRPr>
          </a:p>
          <a:p>
            <a:pPr indent="576000">
              <a:lnSpc>
                <a:spcPts val="6000"/>
              </a:lnSpc>
              <a:defRPr/>
            </a:pPr>
            <a:r>
              <a:rPr lang="zh-CN" altLang="en-US" sz="3100" b="1">
                <a:solidFill>
                  <a:srgbClr val="00B0F0"/>
                </a:solidFill>
                <a:latin typeface="微软雅黑" panose="020B0503020204020204" pitchFamily="34" charset="-122"/>
                <a:cs typeface="Times New Roman" panose="02020603050405020304" pitchFamily="18" charset="0"/>
                <a:sym typeface="庞门正道标题体" panose="02010600030101010101" pitchFamily="2" charset="-122"/>
              </a:rPr>
              <a:t>第四节</a:t>
            </a:r>
            <a:r>
              <a:rPr lang="zh-CN" altLang="en-US" sz="3100">
                <a:solidFill>
                  <a:prstClr val="black"/>
                </a:solidFill>
                <a:latin typeface="微软雅黑" panose="020B0503020204020204" pitchFamily="34" charset="-122"/>
                <a:cs typeface="Times New Roman" panose="02020603050405020304" pitchFamily="18" charset="0"/>
                <a:sym typeface="庞门正道标题体" panose="02010600030101010101" pitchFamily="2" charset="-122"/>
              </a:rPr>
              <a:t> 人耳听不到的声音</a:t>
            </a:r>
            <a:endParaRPr lang="en-US" altLang="zh-CN" sz="3100">
              <a:solidFill>
                <a:prstClr val="black"/>
              </a:solidFill>
              <a:latin typeface="微软雅黑" panose="020B0503020204020204" pitchFamily="34" charset="-122"/>
              <a:cs typeface="Times New Roman" panose="02020603050405020304" pitchFamily="18" charset="0"/>
              <a:sym typeface="庞门正道标题体" panose="02010600030101010101" pitchFamily="2" charset="-122"/>
            </a:endParaRPr>
          </a:p>
        </p:txBody>
      </p:sp>
      <p:pic>
        <p:nvPicPr>
          <p:cNvPr id="11" name="图片 10" descr="cbe3eb76672406fabbe30586b58813d">
            <a:extLst>
              <a:ext uri="{FF2B5EF4-FFF2-40B4-BE49-F238E27FC236}">
                <a16:creationId xmlns:a16="http://schemas.microsoft.com/office/drawing/2014/main" id="{641FADCA-3603-3D24-DF13-4DB7DBC420F8}"/>
              </a:ext>
            </a:extLst>
          </p:cNvPr>
          <p:cNvPicPr>
            <a:picLocks noChangeAspect="1"/>
          </p:cNvPicPr>
          <p:nvPr/>
        </p:nvPicPr>
        <p:blipFill>
          <a:blip r:embed="rId12"/>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2749189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750"/>
                                        <p:tgtEl>
                                          <p:spTgt spid="3"/>
                                        </p:tgtEl>
                                      </p:cBhvr>
                                    </p:animEffect>
                                  </p:childTnLst>
                                </p:cTn>
                              </p:par>
                            </p:childTnLst>
                          </p:cTn>
                        </p:par>
                        <p:par>
                          <p:cTn id="8" fill="hold" nodeType="afterGroup">
                            <p:stCondLst>
                              <p:cond delay="750"/>
                            </p:stCondLst>
                            <p:childTnLst>
                              <p:par>
                                <p:cTn id="9" presetID="22" presetClass="entr" presetSubtype="8" fill="hold"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left)">
                                      <p:cBhvr>
                                        <p:cTn id="11" dur="750"/>
                                        <p:tgtEl>
                                          <p:spTgt spid="10">
                                            <p:txEl>
                                              <p:pRg st="0" end="0"/>
                                            </p:txEl>
                                          </p:spTgt>
                                        </p:tgtEl>
                                      </p:cBhvr>
                                    </p:animEffect>
                                  </p:childTnLst>
                                </p:cTn>
                              </p:par>
                            </p:childTnLst>
                          </p:cTn>
                        </p:par>
                        <p:par>
                          <p:cTn id="12" fill="hold" nodeType="afterGroup">
                            <p:stCondLst>
                              <p:cond delay="1500"/>
                            </p:stCondLst>
                            <p:childTnLst>
                              <p:par>
                                <p:cTn id="13" presetID="22" presetClass="entr" presetSubtype="8" fill="hold" nodeType="after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animEffect transition="in" filter="wipe(left)">
                                      <p:cBhvr>
                                        <p:cTn id="15" dur="750"/>
                                        <p:tgtEl>
                                          <p:spTgt spid="10">
                                            <p:txEl>
                                              <p:pRg st="1" end="1"/>
                                            </p:txEl>
                                          </p:spTgt>
                                        </p:tgtEl>
                                      </p:cBhvr>
                                    </p:animEffect>
                                  </p:childTnLst>
                                </p:cTn>
                              </p:par>
                            </p:childTnLst>
                          </p:cTn>
                        </p:par>
                        <p:par>
                          <p:cTn id="16" fill="hold" nodeType="afterGroup">
                            <p:stCondLst>
                              <p:cond delay="2250"/>
                            </p:stCondLst>
                            <p:childTnLst>
                              <p:par>
                                <p:cTn id="17" presetID="22" presetClass="entr" presetSubtype="8" fill="hold" nodeType="after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Effect transition="in" filter="wipe(left)">
                                      <p:cBhvr>
                                        <p:cTn id="19" dur="750"/>
                                        <p:tgtEl>
                                          <p:spTgt spid="10">
                                            <p:txEl>
                                              <p:pRg st="2" end="2"/>
                                            </p:txEl>
                                          </p:spTgt>
                                        </p:tgtEl>
                                      </p:cBhvr>
                                    </p:animEffect>
                                  </p:childTnLst>
                                </p:cTn>
                              </p:par>
                            </p:childTnLst>
                          </p:cTn>
                        </p:par>
                        <p:par>
                          <p:cTn id="20" fill="hold" nodeType="afterGroup">
                            <p:stCondLst>
                              <p:cond delay="3000"/>
                            </p:stCondLst>
                            <p:childTnLst>
                              <p:par>
                                <p:cTn id="21" presetID="22" presetClass="entr" presetSubtype="8" fill="hold" nodeType="after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wipe(left)">
                                      <p:cBhvr>
                                        <p:cTn id="23" dur="75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FB6BA9C-30ED-D709-23C6-4AD65F943D24}"/>
              </a:ext>
            </a:extLst>
          </p:cNvPr>
          <p:cNvSpPr txBox="1"/>
          <p:nvPr>
            <p:custDataLst>
              <p:tags r:id="rId1"/>
            </p:custDataLst>
          </p:nvPr>
        </p:nvSpPr>
        <p:spPr>
          <a:xfrm>
            <a:off x="1054117" y="165243"/>
            <a:ext cx="2193620" cy="600164"/>
          </a:xfrm>
          <a:prstGeom prst="rect">
            <a:avLst/>
          </a:prstGeom>
          <a:noFill/>
        </p:spPr>
        <p:txBody>
          <a:bodyPr wrap="square" rtlCol="0">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思维导图</a:t>
            </a:r>
          </a:p>
        </p:txBody>
      </p:sp>
      <p:pic>
        <p:nvPicPr>
          <p:cNvPr id="11" name="图片 10">
            <a:extLst>
              <a:ext uri="{FF2B5EF4-FFF2-40B4-BE49-F238E27FC236}">
                <a16:creationId xmlns:a16="http://schemas.microsoft.com/office/drawing/2014/main" id="{CCF1FE78-1CBB-1100-96AF-7210E9EA0016}"/>
              </a:ext>
            </a:extLst>
          </p:cNvPr>
          <p:cNvPicPr>
            <a:picLocks noChangeAspect="1"/>
          </p:cNvPicPr>
          <p:nvPr>
            <p:custDataLst>
              <p:tags r:id="rId2"/>
            </p:custDataLst>
          </p:nvPr>
        </p:nvPicPr>
        <p:blipFill>
          <a:blip r:embed="rId4"/>
          <a:stretch>
            <a:fillRect/>
          </a:stretch>
        </p:blipFill>
        <p:spPr>
          <a:xfrm>
            <a:off x="0" y="1055093"/>
            <a:ext cx="12192000" cy="5138798"/>
          </a:xfrm>
          <a:prstGeom prst="rect">
            <a:avLst/>
          </a:prstGeom>
        </p:spPr>
      </p:pic>
      <p:pic>
        <p:nvPicPr>
          <p:cNvPr id="3" name="图片 2" descr="cbe3eb76672406fabbe30586b58813d">
            <a:extLst>
              <a:ext uri="{FF2B5EF4-FFF2-40B4-BE49-F238E27FC236}">
                <a16:creationId xmlns:a16="http://schemas.microsoft.com/office/drawing/2014/main" id="{9B35F8F1-75F3-FE4C-20C3-E50784D49504}"/>
              </a:ext>
            </a:extLst>
          </p:cNvPr>
          <p:cNvPicPr>
            <a:picLocks noChangeAspect="1"/>
          </p:cNvPicPr>
          <p:nvPr/>
        </p:nvPicPr>
        <p:blipFill>
          <a:blip r:embed="rId5"/>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42225169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outVertical)">
                                      <p:cBhvr>
                                        <p:cTn id="7" dur="1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custDataLst>
              <p:tags r:id="rId1"/>
            </p:custDataLst>
          </p:nvPr>
        </p:nvSpPr>
        <p:spPr>
          <a:xfrm>
            <a:off x="0" y="2143991"/>
            <a:ext cx="12240348" cy="2815938"/>
          </a:xfrm>
          <a:prstGeom prst="rect">
            <a:avLst/>
          </a:prstGeom>
          <a:solidFill>
            <a:srgbClr val="37496B"/>
          </a:solidFill>
          <a:ln w="12700" cap="flat" cmpd="sng" algn="ctr">
            <a:noFill/>
            <a:prstDash val="solid"/>
            <a:miter lim="800000"/>
          </a:ln>
          <a:effectLst>
            <a:outerShdw blurRad="190500" dist="63500" dir="2700000" algn="tl" rotWithShape="0">
              <a:prstClr val="black">
                <a:alpha val="25000"/>
              </a:prstClr>
            </a:outerShdw>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阿里巴巴普惠体"/>
              <a:ea typeface="阿里巴巴普惠体"/>
              <a:cs typeface="+mn-cs"/>
            </a:endParaRPr>
          </a:p>
        </p:txBody>
      </p:sp>
      <p:sp>
        <p:nvSpPr>
          <p:cNvPr id="8" name="文本框 7"/>
          <p:cNvSpPr txBox="1"/>
          <p:nvPr>
            <p:custDataLst>
              <p:tags r:id="rId2"/>
            </p:custDataLst>
          </p:nvPr>
        </p:nvSpPr>
        <p:spPr>
          <a:xfrm>
            <a:off x="4438641" y="3198017"/>
            <a:ext cx="7039485" cy="707886"/>
          </a:xfrm>
          <a:prstGeom prst="rect">
            <a:avLst/>
          </a:prstGeom>
          <a:noFill/>
        </p:spPr>
        <p:txBody>
          <a:bodyPr wrap="square" rtlCol="0">
            <a:spAutoFit/>
          </a:bodyPr>
          <a:lstStyle/>
          <a:p>
            <a:pPr lvl="0" algn="ctr">
              <a:defRPr/>
            </a:pPr>
            <a:r>
              <a:rPr lang="zh-CN" altLang="en-US" sz="4000" b="1" kern="0">
                <a:solidFill>
                  <a:srgbClr val="FFC000"/>
                </a:solidFill>
                <a:effectLst>
                  <a:outerShdw blurRad="25400" dist="25400" dir="2700000" algn="tl">
                    <a:srgbClr val="000000">
                      <a:alpha val="25000"/>
                    </a:srgbClr>
                  </a:outerShdw>
                </a:effectLst>
                <a:latin typeface="微软雅黑" panose="020B0503020204020204" pitchFamily="34" charset="-122"/>
                <a:cs typeface="Aparajita" panose="020B0604020202020204" pitchFamily="34" charset="0"/>
              </a:rPr>
              <a:t>第一节  声音是什么</a:t>
            </a:r>
            <a:endParaRPr kumimoji="0" lang="zh-CN" altLang="en-US" sz="3500" b="1" i="0" u="none" strike="noStrike" kern="0" cap="none" spc="0" normalizeH="0" baseline="0" noProof="0">
              <a:ln>
                <a:noFill/>
              </a:ln>
              <a:solidFill>
                <a:srgbClr val="FFC000"/>
              </a:solidFill>
              <a:effectLst>
                <a:outerShdw blurRad="25400" dist="25400" dir="2700000" algn="tl">
                  <a:srgbClr val="000000">
                    <a:alpha val="25000"/>
                  </a:srgbClr>
                </a:outerShdw>
              </a:effectLst>
              <a:uLnTx/>
              <a:uFillTx/>
              <a:latin typeface="微软雅黑" panose="020B0503020204020204" pitchFamily="34" charset="-122"/>
              <a:ea typeface="微软雅黑" panose="020B0503020204020204" pitchFamily="34" charset="-122"/>
              <a:cs typeface="Aparajita" panose="020B0604020202020204" pitchFamily="34" charset="0"/>
            </a:endParaRPr>
          </a:p>
        </p:txBody>
      </p:sp>
      <p:sp>
        <p:nvSpPr>
          <p:cNvPr id="2" name="椭圆 1">
            <a:extLst>
              <a:ext uri="{FF2B5EF4-FFF2-40B4-BE49-F238E27FC236}">
                <a16:creationId xmlns:a16="http://schemas.microsoft.com/office/drawing/2014/main" id="{1C80936C-2799-0C15-CE35-16D8E8E82D61}"/>
              </a:ext>
            </a:extLst>
          </p:cNvPr>
          <p:cNvSpPr/>
          <p:nvPr>
            <p:custDataLst>
              <p:tags r:id="rId3"/>
            </p:custDataLst>
          </p:nvPr>
        </p:nvSpPr>
        <p:spPr>
          <a:xfrm>
            <a:off x="619531" y="2586278"/>
            <a:ext cx="3647091" cy="1931363"/>
          </a:xfrm>
          <a:prstGeom prst="ellipse">
            <a:avLst/>
          </a:prstGeom>
          <a:blipFill>
            <a:blip r:embed="rId6">
              <a:extLst>
                <a:ext uri="{28A0092B-C50C-407E-A947-70E740481C1C}">
                  <a14:useLocalDpi xmlns:a14="http://schemas.microsoft.com/office/drawing/2010/main" val="0"/>
                </a:ext>
              </a:extLst>
            </a:blip>
            <a:stretch>
              <a:fillRect/>
            </a:stretch>
          </a:blip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DBA2BDA5-C24F-00E4-B458-3F18F25E7204}"/>
              </a:ext>
            </a:extLst>
          </p:cNvPr>
          <p:cNvSpPr txBox="1"/>
          <p:nvPr>
            <p:custDataLst>
              <p:tags r:id="rId4"/>
            </p:custDataLst>
          </p:nvPr>
        </p:nvSpPr>
        <p:spPr>
          <a:xfrm>
            <a:off x="345264" y="151763"/>
            <a:ext cx="3766383" cy="584775"/>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300" normalizeH="0" baseline="0" noProof="0">
                <a:ln>
                  <a:noFill/>
                </a:ln>
                <a:solidFill>
                  <a:srgbClr val="0070C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第一章    声现象</a:t>
            </a:r>
          </a:p>
        </p:txBody>
      </p:sp>
      <p:pic>
        <p:nvPicPr>
          <p:cNvPr id="3" name="图片 2" descr="cbe3eb76672406fabbe30586b58813d">
            <a:extLst>
              <a:ext uri="{FF2B5EF4-FFF2-40B4-BE49-F238E27FC236}">
                <a16:creationId xmlns:a16="http://schemas.microsoft.com/office/drawing/2014/main" id="{BB988D09-A69E-A2F0-FC4B-341CBEBA1D0F}"/>
              </a:ext>
            </a:extLst>
          </p:cNvPr>
          <p:cNvPicPr>
            <a:picLocks noChangeAspect="1"/>
          </p:cNvPicPr>
          <p:nvPr/>
        </p:nvPicPr>
        <p:blipFill>
          <a:blip r:embed="rId7"/>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46607564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1250"/>
                                        <p:tgtEl>
                                          <p:spTgt spid="12"/>
                                        </p:tgtEl>
                                      </p:cBhvr>
                                    </p:animEffect>
                                  </p:childTnLst>
                                </p:cTn>
                              </p:par>
                            </p:childTnLst>
                          </p:cTn>
                        </p:par>
                        <p:par>
                          <p:cTn id="8" fill="hold" nodeType="afterGroup">
                            <p:stCondLst>
                              <p:cond delay="1250"/>
                            </p:stCondLst>
                            <p:childTnLst>
                              <p:par>
                                <p:cTn id="9" presetID="16" presetClass="entr" presetSubtype="37"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outVertical)">
                                      <p:cBhvr>
                                        <p:cTn id="11" dur="500"/>
                                        <p:tgtEl>
                                          <p:spTgt spid="2"/>
                                        </p:tgtEl>
                                      </p:cBhvr>
                                    </p:animEffect>
                                  </p:childTnLst>
                                </p:cTn>
                              </p:par>
                            </p:childTnLst>
                          </p:cTn>
                        </p:par>
                        <p:par>
                          <p:cTn id="12" fill="hold" nodeType="afterGroup">
                            <p:stCondLst>
                              <p:cond delay="1750"/>
                            </p:stCondLst>
                            <p:childTnLst>
                              <p:par>
                                <p:cTn id="13" presetID="41" presetClass="entr" presetSubtype="0" fill="hold" grpId="0" nodeType="afterEffect">
                                  <p:stCondLst>
                                    <p:cond delay="0"/>
                                  </p:stCondLst>
                                  <p:iterate type="lt">
                                    <p:tmPct val="10000"/>
                                  </p:iterate>
                                  <p:childTnLst>
                                    <p:set>
                                      <p:cBhvr>
                                        <p:cTn id="14" dur="1" fill="hold">
                                          <p:stCondLst>
                                            <p:cond delay="0"/>
                                          </p:stCondLst>
                                        </p:cTn>
                                        <p:tgtEl>
                                          <p:spTgt spid="8"/>
                                        </p:tgtEl>
                                        <p:attrNameLst>
                                          <p:attrName>style.visibility</p:attrName>
                                        </p:attrNameLst>
                                      </p:cBhvr>
                                      <p:to>
                                        <p:strVal val="visible"/>
                                      </p:to>
                                    </p:set>
                                    <p:anim calcmode="lin" valueType="num">
                                      <p:cBhvr>
                                        <p:cTn id="15" dur="125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16" dur="1250" fill="hold"/>
                                        <p:tgtEl>
                                          <p:spTgt spid="8"/>
                                        </p:tgtEl>
                                        <p:attrNameLst>
                                          <p:attrName>ppt_y</p:attrName>
                                        </p:attrNameLst>
                                      </p:cBhvr>
                                      <p:tavLst>
                                        <p:tav tm="0">
                                          <p:val>
                                            <p:strVal val="#ppt_y"/>
                                          </p:val>
                                        </p:tav>
                                        <p:tav tm="100000">
                                          <p:val>
                                            <p:strVal val="#ppt_y"/>
                                          </p:val>
                                        </p:tav>
                                      </p:tavLst>
                                    </p:anim>
                                    <p:anim calcmode="lin" valueType="num">
                                      <p:cBhvr>
                                        <p:cTn id="17" dur="125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8" dur="125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9" dur="1250" tmFilter="0,0; .5, 1; 1, 1"/>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8" grpId="0"/>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a:extLst>
              <a:ext uri="{FF2B5EF4-FFF2-40B4-BE49-F238E27FC236}">
                <a16:creationId xmlns:a16="http://schemas.microsoft.com/office/drawing/2014/main" id="{8E929BF2-28E8-77FA-8485-EA197C4760AF}"/>
              </a:ext>
            </a:extLst>
          </p:cNvPr>
          <p:cNvSpPr txBox="1"/>
          <p:nvPr>
            <p:custDataLst>
              <p:tags r:id="rId1"/>
            </p:custDataLst>
          </p:nvPr>
        </p:nvSpPr>
        <p:spPr>
          <a:xfrm>
            <a:off x="899505" y="210719"/>
            <a:ext cx="2568909" cy="523220"/>
          </a:xfrm>
          <a:prstGeom prst="rect">
            <a:avLst/>
          </a:prstGeom>
          <a:noFill/>
        </p:spPr>
        <p:txBody>
          <a:bodyPr wrap="square">
            <a:spAutoFit/>
          </a:bodyPr>
          <a:lstStyle/>
          <a:p>
            <a:pPr marL="0" marR="0" lvl="0" indent="0" defTabSz="914400" rtl="0" eaLnBrk="1" fontAlgn="auto" latinLnBrk="0" hangingPunct="1">
              <a:lnSpc>
                <a:spcPct val="100000"/>
              </a:lnSpc>
              <a:spcBef>
                <a:spcPct val="0"/>
              </a:spcBef>
              <a:spcAft>
                <a:spcPct val="0"/>
              </a:spcAft>
              <a:buClrTx/>
              <a:buSzTx/>
              <a:buFontTx/>
              <a:buNone/>
              <a:defRPr/>
            </a:pPr>
            <a:r>
              <a:rPr lang="zh-CN" altLang="en-US" sz="2800" b="1">
                <a:solidFill>
                  <a:srgbClr val="7030A0"/>
                </a:solidFill>
                <a:latin typeface="微软雅黑" panose="020B0503020204020204" pitchFamily="34" charset="-122"/>
                <a:ea typeface="微软雅黑" panose="020B0503020204020204" pitchFamily="34" charset="-122"/>
              </a:rPr>
              <a:t>知识结构</a:t>
            </a:r>
            <a:endParaRPr kumimoji="0" lang="zh-CN" altLang="en-US" sz="2800" b="1" i="0" u="none" strike="noStrike" kern="1200" cap="none" spc="0" normalizeH="0" baseline="0" noProof="0">
              <a:ln>
                <a:noFill/>
              </a:ln>
              <a:solidFill>
                <a:srgbClr val="002060"/>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a:extLst>
              <a:ext uri="{FF2B5EF4-FFF2-40B4-BE49-F238E27FC236}">
                <a16:creationId xmlns:a16="http://schemas.microsoft.com/office/drawing/2014/main" id="{94E345B6-37C2-9A27-487C-C10A335C380C}"/>
              </a:ext>
            </a:extLst>
          </p:cNvPr>
          <p:cNvSpPr/>
          <p:nvPr>
            <p:custDataLst>
              <p:tags r:id="rId2"/>
            </p:custDataLst>
          </p:nvPr>
        </p:nvSpPr>
        <p:spPr>
          <a:xfrm>
            <a:off x="6096000" y="273749"/>
            <a:ext cx="5665075" cy="507831"/>
          </a:xfrm>
          <a:prstGeom prst="rect">
            <a:avLst/>
          </a:prstGeom>
          <a:noFill/>
        </p:spPr>
        <p:txBody>
          <a:bodyPr wrap="square" lIns="91440" tIns="45720" rIns="91440" bIns="45720">
            <a:spAutoFit/>
          </a:bodyPr>
          <a:lstStyle/>
          <a:p>
            <a:pPr algn="r"/>
            <a:r>
              <a:rPr lang="zh-CN" altLang="en-US" sz="2700" b="1" spc="-180">
                <a:solidFill>
                  <a:srgbClr val="4F81BD">
                    <a:lumMod val="60000"/>
                    <a:lumOff val="40000"/>
                  </a:srgbClr>
                </a:solidFill>
                <a:latin typeface="楷体" panose="02010609060101010101" pitchFamily="49" charset="-122"/>
                <a:ea typeface="楷体" panose="02010609060101010101" pitchFamily="49" charset="-122"/>
              </a:rPr>
              <a:t>第一节 声音是什么</a:t>
            </a:r>
          </a:p>
        </p:txBody>
      </p:sp>
      <p:sp>
        <p:nvSpPr>
          <p:cNvPr id="15" name="文本框 2">
            <a:extLst>
              <a:ext uri="{FF2B5EF4-FFF2-40B4-BE49-F238E27FC236}">
                <a16:creationId xmlns:a16="http://schemas.microsoft.com/office/drawing/2014/main" id="{30515293-92B4-2FF0-A7F4-58B6CC08A417}"/>
              </a:ext>
            </a:extLst>
          </p:cNvPr>
          <p:cNvSpPr txBox="1">
            <a:spLocks noChangeArrowheads="1"/>
          </p:cNvSpPr>
          <p:nvPr>
            <p:custDataLst>
              <p:tags r:id="rId3"/>
            </p:custDataLst>
          </p:nvPr>
        </p:nvSpPr>
        <p:spPr bwMode="auto">
          <a:xfrm>
            <a:off x="954987" y="2366031"/>
            <a:ext cx="584775" cy="1947286"/>
          </a:xfrm>
          <a:prstGeom prst="rect">
            <a:avLst/>
          </a:prstGeom>
          <a:solidFill>
            <a:srgbClr val="FFA8A8"/>
          </a:solidFill>
          <a:ln w="19050">
            <a:solidFill>
              <a:sysClr val="windowText" lastClr="000000"/>
            </a:solidFill>
            <a:round/>
          </a:ln>
        </p:spPr>
        <p:txBody>
          <a:bodyPr vert="eaVert" wrap="squar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lvl="0" algn="ctr" defTabSz="457200" eaLnBrk="1" hangingPunct="1">
              <a:defRPr/>
            </a:pPr>
            <a:r>
              <a:rPr lang="zh-CN" altLang="en-US" sz="2600">
                <a:solidFill>
                  <a:prstClr val="black"/>
                </a:solidFill>
                <a:latin typeface="微软雅黑" panose="020B0503020204020204" pitchFamily="34" charset="-122"/>
                <a:ea typeface="微软雅黑" panose="020B0503020204020204" pitchFamily="34" charset="-122"/>
              </a:rPr>
              <a:t>声音是什么</a:t>
            </a:r>
            <a:endParaRPr kumimoji="0" lang="zh-CN" altLang="en-US" sz="2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 name="文本框 4">
            <a:extLst>
              <a:ext uri="{FF2B5EF4-FFF2-40B4-BE49-F238E27FC236}">
                <a16:creationId xmlns:a16="http://schemas.microsoft.com/office/drawing/2014/main" id="{2EBA7956-0B4F-D4B0-ED02-BFD0170C7C46}"/>
              </a:ext>
            </a:extLst>
          </p:cNvPr>
          <p:cNvSpPr txBox="1">
            <a:spLocks noChangeArrowheads="1"/>
          </p:cNvSpPr>
          <p:nvPr>
            <p:custDataLst>
              <p:tags r:id="rId4"/>
            </p:custDataLst>
          </p:nvPr>
        </p:nvSpPr>
        <p:spPr bwMode="auto">
          <a:xfrm>
            <a:off x="3850956" y="1119662"/>
            <a:ext cx="8014447" cy="5282343"/>
          </a:xfrm>
          <a:prstGeom prst="rect">
            <a:avLst/>
          </a:prstGeom>
          <a:noFill/>
          <a:ln w="19050">
            <a:noFill/>
            <a:round/>
          </a:ln>
          <a:extLst>
            <a:ext uri="{909E8E84-426E-40DD-AFC4-6F175D3DCCD1}">
              <a14:hiddenFill xmlns:a14="http://schemas.microsoft.com/office/drawing/2010/main">
                <a:solidFill>
                  <a:srgbClr val="FFFFFF"/>
                </a:solidFill>
              </a14:hiddenFill>
            </a:ext>
          </a:extLst>
        </p:spPr>
        <p:txBody>
          <a:bodyPr wrap="squar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defTabSz="457200">
              <a:lnSpc>
                <a:spcPts val="3600"/>
              </a:lnSpc>
              <a:spcBef>
                <a:spcPct val="0"/>
              </a:spcBef>
              <a:spcAft>
                <a:spcPts val="600"/>
              </a:spcAft>
            </a:pPr>
            <a:r>
              <a:rPr lang="zh-CN" altLang="zh-CN" sz="2400">
                <a:latin typeface="微软雅黑" panose="020B0503020204020204" pitchFamily="34" charset="-122"/>
                <a:ea typeface="微软雅黑" panose="020B0503020204020204" pitchFamily="34" charset="-122"/>
              </a:rPr>
              <a:t>由物体的振动产生</a:t>
            </a:r>
            <a:r>
              <a:rPr lang="zh-CN" altLang="en-US" sz="2400">
                <a:latin typeface="微软雅黑" panose="020B0503020204020204" pitchFamily="34" charset="-122"/>
                <a:ea typeface="微软雅黑" panose="020B0503020204020204" pitchFamily="34" charset="-122"/>
              </a:rPr>
              <a:t>，</a:t>
            </a:r>
            <a:r>
              <a:rPr lang="zh-CN" altLang="zh-CN" sz="2400">
                <a:latin typeface="微软雅黑" panose="020B0503020204020204" pitchFamily="34" charset="-122"/>
                <a:ea typeface="微软雅黑" panose="020B0503020204020204" pitchFamily="34" charset="-122"/>
              </a:rPr>
              <a:t>振动停止，发声也停</a:t>
            </a:r>
            <a:r>
              <a:rPr lang="zh-CN" altLang="zh-CN" sz="2400">
                <a:solidFill>
                  <a:srgbClr val="002060"/>
                </a:solidFill>
                <a:latin typeface="微软雅黑" panose="020B0503020204020204" pitchFamily="34" charset="-122"/>
                <a:ea typeface="微软雅黑" panose="020B0503020204020204" pitchFamily="34" charset="-122"/>
              </a:rPr>
              <a:t>止</a:t>
            </a:r>
            <a:r>
              <a:rPr lang="en-US" altLang="zh-CN" sz="2400">
                <a:solidFill>
                  <a:srgbClr val="002060"/>
                </a:solidFill>
                <a:latin typeface="微软雅黑" panose="020B0503020204020204" pitchFamily="34" charset="-122"/>
                <a:ea typeface="微软雅黑" panose="020B0503020204020204" pitchFamily="34" charset="-122"/>
              </a:rPr>
              <a:t>.</a:t>
            </a:r>
            <a:endParaRPr lang="zh-CN" altLang="zh-CN" sz="2400">
              <a:solidFill>
                <a:srgbClr val="002060"/>
              </a:solidFill>
              <a:latin typeface="微软雅黑" panose="020B0503020204020204" pitchFamily="34" charset="-122"/>
              <a:ea typeface="微软雅黑" panose="020B0503020204020204" pitchFamily="34" charset="-122"/>
            </a:endParaRPr>
          </a:p>
          <a:p>
            <a:pPr defTabSz="457200">
              <a:lnSpc>
                <a:spcPts val="3600"/>
              </a:lnSpc>
              <a:spcBef>
                <a:spcPct val="0"/>
              </a:spcBef>
              <a:spcAft>
                <a:spcPct val="0"/>
              </a:spcAft>
            </a:pPr>
            <a:r>
              <a:rPr lang="zh-CN" altLang="en-US" sz="2400">
                <a:solidFill>
                  <a:srgbClr val="0070C0"/>
                </a:solidFill>
                <a:latin typeface="微软雅黑" panose="020B0503020204020204" pitchFamily="34" charset="-122"/>
                <a:ea typeface="微软雅黑" panose="020B0503020204020204" pitchFamily="34" charset="-122"/>
              </a:rPr>
              <a:t>①可以在固、液、气体中传播；真空不能传声</a:t>
            </a:r>
            <a:r>
              <a:rPr lang="en-US" altLang="zh-CN" sz="2400">
                <a:solidFill>
                  <a:srgbClr val="0070C0"/>
                </a:solidFill>
                <a:latin typeface="微软雅黑" panose="020B0503020204020204" pitchFamily="34" charset="-122"/>
                <a:ea typeface="微软雅黑" panose="020B0503020204020204" pitchFamily="34" charset="-122"/>
              </a:rPr>
              <a:t>.</a:t>
            </a:r>
          </a:p>
          <a:p>
            <a:pPr defTabSz="457200">
              <a:lnSpc>
                <a:spcPts val="3600"/>
              </a:lnSpc>
              <a:spcBef>
                <a:spcPct val="0"/>
              </a:spcBef>
              <a:spcAft>
                <a:spcPct val="0"/>
              </a:spcAft>
            </a:pPr>
            <a:r>
              <a:rPr lang="zh-CN" altLang="en-US" sz="2400">
                <a:solidFill>
                  <a:srgbClr val="0070C0"/>
                </a:solidFill>
                <a:latin typeface="微软雅黑" panose="020B0503020204020204" pitchFamily="34" charset="-122"/>
                <a:ea typeface="微软雅黑" panose="020B0503020204020204" pitchFamily="34" charset="-122"/>
              </a:rPr>
              <a:t>②介质：声音的传播需要物质，这样的物质叫作介质</a:t>
            </a:r>
            <a:r>
              <a:rPr lang="en-US" altLang="zh-CN" sz="2400">
                <a:solidFill>
                  <a:srgbClr val="0070C0"/>
                </a:solidFill>
                <a:latin typeface="微软雅黑" panose="020B0503020204020204" pitchFamily="34" charset="-122"/>
                <a:ea typeface="微软雅黑" panose="020B0503020204020204" pitchFamily="34" charset="-122"/>
              </a:rPr>
              <a:t>.</a:t>
            </a:r>
            <a:endParaRPr lang="zh-CN" altLang="en-US" sz="2400">
              <a:solidFill>
                <a:srgbClr val="0070C0"/>
              </a:solidFill>
              <a:latin typeface="微软雅黑" panose="020B0503020204020204" pitchFamily="34" charset="-122"/>
              <a:ea typeface="微软雅黑" panose="020B0503020204020204" pitchFamily="34" charset="-122"/>
            </a:endParaRPr>
          </a:p>
          <a:p>
            <a:pPr defTabSz="457200">
              <a:lnSpc>
                <a:spcPts val="3600"/>
              </a:lnSpc>
              <a:spcBef>
                <a:spcPct val="0"/>
              </a:spcBef>
              <a:spcAft>
                <a:spcPts val="600"/>
              </a:spcAft>
            </a:pPr>
            <a:r>
              <a:rPr lang="zh-CN" altLang="en-US" sz="2400">
                <a:solidFill>
                  <a:srgbClr val="0070C0"/>
                </a:solidFill>
                <a:latin typeface="微软雅黑" panose="020B0503020204020204" pitchFamily="34" charset="-122"/>
                <a:ea typeface="微软雅黑" panose="020B0503020204020204" pitchFamily="34" charset="-122"/>
              </a:rPr>
              <a:t>③声波：声音以波的形式传播，叫作声波</a:t>
            </a:r>
            <a:r>
              <a:rPr lang="en-US" altLang="zh-CN" sz="2400">
                <a:solidFill>
                  <a:srgbClr val="0070C0"/>
                </a:solidFill>
                <a:latin typeface="微软雅黑" panose="020B0503020204020204" pitchFamily="34" charset="-122"/>
                <a:ea typeface="微软雅黑" panose="020B0503020204020204" pitchFamily="34" charset="-122"/>
              </a:rPr>
              <a:t>.</a:t>
            </a:r>
          </a:p>
          <a:p>
            <a:pPr defTabSz="457200" eaLnBrk="1" fontAlgn="auto" hangingPunct="1">
              <a:lnSpc>
                <a:spcPts val="3600"/>
              </a:lnSpc>
              <a:spcBef>
                <a:spcPct val="0"/>
              </a:spcBef>
              <a:spcAft>
                <a:spcPct val="0"/>
              </a:spcAft>
            </a:pPr>
            <a:r>
              <a:rPr lang="zh-CN" altLang="en-US" sz="2400">
                <a:latin typeface="Times New Roman"/>
                <a:ea typeface="微软雅黑" panose="020B0503020204020204" pitchFamily="34" charset="-122"/>
              </a:rPr>
              <a:t>①</a:t>
            </a:r>
            <a:r>
              <a:rPr lang="zh-CN" altLang="zh-CN" sz="2400">
                <a:latin typeface="Times New Roman"/>
                <a:ea typeface="微软雅黑" panose="020B0503020204020204" pitchFamily="34" charset="-122"/>
              </a:rPr>
              <a:t>声速：</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华文楷体" panose="02010600040101010101" pitchFamily="2" charset="-122"/>
              </a:rPr>
              <a:t>表示声音传播的快慢。</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mn-ea"/>
              </a:rPr>
              <a:t>大小等于</a:t>
            </a:r>
            <a:endPar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mn-ea"/>
            </a:endParaRPr>
          </a:p>
          <a:p>
            <a:pPr defTabSz="457200" eaLnBrk="1" fontAlgn="auto" hangingPunct="1">
              <a:lnSpc>
                <a:spcPts val="3600"/>
              </a:lnSpc>
              <a:spcBef>
                <a:spcPct val="0"/>
              </a:spcBef>
              <a:spcAft>
                <a:spcPct val="0"/>
              </a:spcAft>
            </a:pP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mn-ea"/>
              </a:rPr>
              <a:t>声音在</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mn-ea"/>
              </a:rPr>
              <a:t>秒内传播的距离</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zh-CN" altLang="en-US" sz="2400" i="1">
              <a:latin typeface="Times New Roman" panose="02020603050405020304" pitchFamily="18" charset="0"/>
              <a:ea typeface="微软雅黑" panose="020B0503020204020204" pitchFamily="34" charset="-122"/>
              <a:cs typeface="Times New Roman" panose="02020603050405020304" pitchFamily="18" charset="0"/>
              <a:sym typeface="+mn-ea"/>
            </a:endParaRPr>
          </a:p>
          <a:p>
            <a:pPr defTabSz="457200" eaLnBrk="1" fontAlgn="auto" hangingPunct="1">
              <a:lnSpc>
                <a:spcPts val="3600"/>
              </a:lnSpc>
              <a:spcBef>
                <a:spcPct val="0"/>
              </a:spcBef>
              <a:spcAft>
                <a:spcPct val="0"/>
              </a:spcAft>
            </a:pPr>
            <a:r>
              <a:rPr lang="zh-CN" altLang="en-US" sz="2400">
                <a:latin typeface="Times New Roman"/>
                <a:ea typeface="微软雅黑" panose="020B0503020204020204" pitchFamily="34" charset="-122"/>
              </a:rPr>
              <a:t>②影响因素：与介质的种类和介质的温度有关</a:t>
            </a:r>
            <a:r>
              <a:rPr lang="en-US" altLang="zh-CN" sz="2400">
                <a:latin typeface="Times New Roman"/>
                <a:ea typeface="微软雅黑" panose="020B0503020204020204" pitchFamily="34" charset="-122"/>
              </a:rPr>
              <a:t>.</a:t>
            </a:r>
          </a:p>
          <a:p>
            <a:pPr defTabSz="457200" eaLnBrk="1" fontAlgn="auto" hangingPunct="1">
              <a:lnSpc>
                <a:spcPts val="3600"/>
              </a:lnSpc>
              <a:spcBef>
                <a:spcPct val="0"/>
              </a:spcBef>
              <a:spcAft>
                <a:spcPct val="0"/>
              </a:spcAft>
            </a:pPr>
            <a:r>
              <a:rPr lang="zh-CN" altLang="en-US" sz="2400">
                <a:latin typeface="Times New Roman"/>
                <a:ea typeface="微软雅黑" panose="020B0503020204020204" pitchFamily="34" charset="-122"/>
              </a:rPr>
              <a:t>        温度</a:t>
            </a:r>
            <a:r>
              <a:rPr lang="en-US" altLang="zh-CN" sz="2400">
                <a:latin typeface="Times New Roman"/>
                <a:ea typeface="微软雅黑" panose="020B0503020204020204" pitchFamily="34" charset="-122"/>
              </a:rPr>
              <a:t>15℃</a:t>
            </a:r>
            <a:r>
              <a:rPr lang="zh-CN" altLang="en-US" sz="2400">
                <a:latin typeface="Times New Roman"/>
                <a:ea typeface="微软雅黑" panose="020B0503020204020204" pitchFamily="34" charset="-122"/>
              </a:rPr>
              <a:t>的</a:t>
            </a:r>
            <a:r>
              <a:rPr lang="zh-CN" altLang="zh-CN" sz="2400">
                <a:latin typeface="Times New Roman"/>
                <a:ea typeface="微软雅黑" panose="020B0503020204020204" pitchFamily="34" charset="-122"/>
              </a:rPr>
              <a:t>空气中</a:t>
            </a:r>
            <a:r>
              <a:rPr lang="zh-CN" altLang="en-US" sz="2400">
                <a:latin typeface="Times New Roman"/>
                <a:ea typeface="微软雅黑" panose="020B0503020204020204" pitchFamily="34" charset="-122"/>
              </a:rPr>
              <a:t>声速为</a:t>
            </a:r>
            <a:r>
              <a:rPr lang="en-US" altLang="zh-CN" sz="2400">
                <a:latin typeface="Times New Roman"/>
                <a:ea typeface="微软雅黑" panose="020B0503020204020204" pitchFamily="34" charset="-122"/>
              </a:rPr>
              <a:t>340m/s.</a:t>
            </a:r>
            <a:endParaRPr lang="zh-CN" altLang="en-US" sz="2400">
              <a:latin typeface="Times New Roman"/>
              <a:ea typeface="微软雅黑" panose="020B0503020204020204" pitchFamily="34" charset="-122"/>
            </a:endParaRPr>
          </a:p>
          <a:p>
            <a:pPr defTabSz="457200" eaLnBrk="1" fontAlgn="auto" hangingPunct="1">
              <a:lnSpc>
                <a:spcPts val="3600"/>
              </a:lnSpc>
              <a:spcBef>
                <a:spcPct val="0"/>
              </a:spcBef>
              <a:spcAft>
                <a:spcPct val="0"/>
              </a:spcAft>
            </a:pPr>
            <a:r>
              <a:rPr lang="zh-CN" altLang="en-US" sz="2400">
                <a:latin typeface="Times New Roman"/>
                <a:ea typeface="微软雅黑" panose="020B0503020204020204" pitchFamily="34" charset="-122"/>
              </a:rPr>
              <a:t>③回声：人耳区别原声和回声的最短时间间</a:t>
            </a:r>
            <a:r>
              <a:rPr lang="zh-CN" altLang="en-US" sz="2400">
                <a:solidFill>
                  <a:srgbClr val="002060"/>
                </a:solidFill>
                <a:latin typeface="Times New Roman"/>
                <a:ea typeface="微软雅黑" panose="020B0503020204020204" pitchFamily="34" charset="-122"/>
              </a:rPr>
              <a:t>隔 </a:t>
            </a:r>
            <a:r>
              <a:rPr lang="en-US" altLang="zh-CN" sz="2400" err="1">
                <a:solidFill>
                  <a:srgbClr val="002060"/>
                </a:solidFill>
                <a:latin typeface="Times New Roman"/>
                <a:ea typeface="微软雅黑" panose="020B0503020204020204" pitchFamily="34" charset="-122"/>
              </a:rPr>
              <a:t>0.1s</a:t>
            </a:r>
            <a:r>
              <a:rPr lang="zh-CN" altLang="en-US" sz="2400">
                <a:solidFill>
                  <a:srgbClr val="002060"/>
                </a:solidFill>
                <a:latin typeface="Times New Roman"/>
                <a:ea typeface="微软雅黑" panose="020B0503020204020204" pitchFamily="34" charset="-122"/>
              </a:rPr>
              <a:t>， </a:t>
            </a:r>
            <a:endParaRPr lang="en-US" altLang="zh-CN" sz="2400">
              <a:solidFill>
                <a:srgbClr val="002060"/>
              </a:solidFill>
              <a:latin typeface="Times New Roman"/>
              <a:ea typeface="微软雅黑" panose="020B0503020204020204" pitchFamily="34" charset="-122"/>
            </a:endParaRPr>
          </a:p>
          <a:p>
            <a:pPr defTabSz="457200" eaLnBrk="1" fontAlgn="auto" hangingPunct="1">
              <a:lnSpc>
                <a:spcPts val="3600"/>
              </a:lnSpc>
              <a:spcBef>
                <a:spcPct val="0"/>
              </a:spcBef>
              <a:spcAft>
                <a:spcPct val="0"/>
              </a:spcAft>
            </a:pPr>
            <a:r>
              <a:rPr lang="en-US" altLang="zh-CN" sz="2400">
                <a:solidFill>
                  <a:srgbClr val="002060"/>
                </a:solidFill>
                <a:latin typeface="Times New Roman"/>
                <a:ea typeface="微软雅黑" panose="020B0503020204020204" pitchFamily="34" charset="-122"/>
              </a:rPr>
              <a:t>                </a:t>
            </a:r>
            <a:r>
              <a:rPr lang="zh-CN" altLang="en-US" sz="2400">
                <a:solidFill>
                  <a:srgbClr val="002060"/>
                </a:solidFill>
                <a:latin typeface="Times New Roman"/>
                <a:ea typeface="微软雅黑" panose="020B0503020204020204" pitchFamily="34" charset="-122"/>
              </a:rPr>
              <a:t>障碍物与发声体最短距离</a:t>
            </a:r>
            <a:r>
              <a:rPr lang="en-US" altLang="zh-CN" sz="2400" err="1">
                <a:solidFill>
                  <a:srgbClr val="002060"/>
                </a:solidFill>
                <a:latin typeface="Times New Roman"/>
                <a:ea typeface="微软雅黑" panose="020B0503020204020204" pitchFamily="34" charset="-122"/>
              </a:rPr>
              <a:t>17m.</a:t>
            </a:r>
          </a:p>
          <a:p>
            <a:pPr defTabSz="457200" eaLnBrk="1" fontAlgn="auto" hangingPunct="1">
              <a:lnSpc>
                <a:spcPts val="3600"/>
              </a:lnSpc>
              <a:spcBef>
                <a:spcPct val="0"/>
              </a:spcBef>
              <a:spcAft>
                <a:spcPct val="0"/>
              </a:spcAft>
            </a:pPr>
            <a:r>
              <a:rPr lang="zh-CN" altLang="en-US" sz="2400">
                <a:solidFill>
                  <a:srgbClr val="0070C0"/>
                </a:solidFill>
                <a:latin typeface="Times New Roman"/>
                <a:ea typeface="微软雅黑" panose="020B0503020204020204" pitchFamily="34" charset="-122"/>
              </a:rPr>
              <a:t>声音具有的能量叫作声能</a:t>
            </a:r>
            <a:r>
              <a:rPr lang="en-US" altLang="zh-CN" sz="2400">
                <a:solidFill>
                  <a:srgbClr val="0070C0"/>
                </a:solidFill>
                <a:latin typeface="Times New Roman"/>
                <a:ea typeface="微软雅黑" panose="020B0503020204020204" pitchFamily="34" charset="-122"/>
              </a:rPr>
              <a:t>.</a:t>
            </a:r>
            <a:endParaRPr lang="zh-CN" altLang="en-US" sz="2400">
              <a:solidFill>
                <a:srgbClr val="0070C0"/>
              </a:solidFill>
              <a:latin typeface="微软雅黑" panose="020B0503020204020204" pitchFamily="34" charset="-122"/>
              <a:ea typeface="微软雅黑" panose="020B0503020204020204" pitchFamily="34" charset="-122"/>
            </a:endParaRPr>
          </a:p>
        </p:txBody>
      </p:sp>
      <p:sp>
        <p:nvSpPr>
          <p:cNvPr id="17" name="文本框 6">
            <a:extLst>
              <a:ext uri="{FF2B5EF4-FFF2-40B4-BE49-F238E27FC236}">
                <a16:creationId xmlns:a16="http://schemas.microsoft.com/office/drawing/2014/main" id="{7032A7F1-49D0-8521-9905-5CBFE01A0DC3}"/>
              </a:ext>
            </a:extLst>
          </p:cNvPr>
          <p:cNvSpPr txBox="1">
            <a:spLocks noChangeArrowheads="1"/>
          </p:cNvSpPr>
          <p:nvPr>
            <p:custDataLst>
              <p:tags r:id="rId5"/>
            </p:custDataLst>
          </p:nvPr>
        </p:nvSpPr>
        <p:spPr bwMode="auto">
          <a:xfrm>
            <a:off x="2276106" y="2231704"/>
            <a:ext cx="1217849" cy="461665"/>
          </a:xfrm>
          <a:prstGeom prst="rect">
            <a:avLst/>
          </a:prstGeom>
          <a:solidFill>
            <a:srgbClr val="70AD47">
              <a:lumMod val="40000"/>
              <a:lumOff val="60000"/>
            </a:srgbClr>
          </a:solidFill>
          <a:ln w="12700">
            <a:solidFill>
              <a:sysClr val="windowText" lastClr="000000"/>
            </a:solidFill>
            <a:round/>
          </a:ln>
        </p:spPr>
        <p:txBody>
          <a:bodyPr wrap="squar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457200" rtl="0" eaLnBrk="0" fontAlgn="base" latinLnBrk="0" hangingPunct="0">
              <a:lnSpc>
                <a:spcPct val="100000"/>
              </a:lnSpc>
              <a:spcBef>
                <a:spcPct val="0"/>
              </a:spcBef>
              <a:spcAft>
                <a:spcPct val="0"/>
              </a:spcAft>
              <a:buClrTx/>
              <a:buSzTx/>
              <a:buFontTx/>
              <a:buNone/>
              <a:defRPr/>
            </a:pPr>
            <a:r>
              <a:rPr kumimoji="0" lang="zh-CN" alt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传播</a:t>
            </a:r>
          </a:p>
        </p:txBody>
      </p:sp>
      <p:sp>
        <p:nvSpPr>
          <p:cNvPr id="18" name="文本框 7">
            <a:extLst>
              <a:ext uri="{FF2B5EF4-FFF2-40B4-BE49-F238E27FC236}">
                <a16:creationId xmlns:a16="http://schemas.microsoft.com/office/drawing/2014/main" id="{F7535F0C-BF97-A25F-C9AB-5DEAF7E54F0F}"/>
              </a:ext>
            </a:extLst>
          </p:cNvPr>
          <p:cNvSpPr txBox="1">
            <a:spLocks noChangeArrowheads="1"/>
          </p:cNvSpPr>
          <p:nvPr>
            <p:custDataLst>
              <p:tags r:id="rId6"/>
            </p:custDataLst>
          </p:nvPr>
        </p:nvSpPr>
        <p:spPr bwMode="auto">
          <a:xfrm>
            <a:off x="2276106" y="4164632"/>
            <a:ext cx="1260763" cy="461665"/>
          </a:xfrm>
          <a:prstGeom prst="rect">
            <a:avLst/>
          </a:prstGeom>
          <a:solidFill>
            <a:srgbClr val="8FD3CD"/>
          </a:solidFill>
          <a:ln w="12700">
            <a:solidFill>
              <a:sysClr val="windowText" lastClr="000000"/>
            </a:solidFill>
            <a:round/>
          </a:ln>
        </p:spPr>
        <p:txBody>
          <a:bodyPr wrap="squar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4572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声速</a:t>
            </a:r>
            <a:endParaRPr kumimoji="0" lang="zh-CN" alt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a:extLst>
              <a:ext uri="{FF2B5EF4-FFF2-40B4-BE49-F238E27FC236}">
                <a16:creationId xmlns:a16="http://schemas.microsoft.com/office/drawing/2014/main" id="{BCF1AD5F-3EA7-BE4F-77C5-0F77FA52AEB0}"/>
              </a:ext>
            </a:extLst>
          </p:cNvPr>
          <p:cNvGrpSpPr/>
          <p:nvPr>
            <p:custDataLst>
              <p:tags r:id="rId7"/>
            </p:custDataLst>
          </p:nvPr>
        </p:nvGrpSpPr>
        <p:grpSpPr>
          <a:xfrm>
            <a:off x="3517484" y="1930489"/>
            <a:ext cx="385178" cy="1018276"/>
            <a:chOff x="2666033" y="4155282"/>
            <a:chExt cx="419208" cy="2120010"/>
          </a:xfrm>
        </p:grpSpPr>
        <p:grpSp>
          <p:nvGrpSpPr>
            <p:cNvPr id="27" name="组合 26">
              <a:extLst>
                <a:ext uri="{FF2B5EF4-FFF2-40B4-BE49-F238E27FC236}">
                  <a16:creationId xmlns:a16="http://schemas.microsoft.com/office/drawing/2014/main" id="{75BF2AF6-3438-9A87-7E25-A1AF2ED41BFD}"/>
                </a:ext>
              </a:extLst>
            </p:cNvPr>
            <p:cNvGrpSpPr/>
            <p:nvPr>
              <p:custDataLst>
                <p:tags r:id="rId29"/>
              </p:custDataLst>
            </p:nvPr>
          </p:nvGrpSpPr>
          <p:grpSpPr>
            <a:xfrm>
              <a:off x="2827872" y="4155282"/>
              <a:ext cx="257369" cy="2120010"/>
              <a:chOff x="4110340" y="1791339"/>
              <a:chExt cx="407665" cy="1129513"/>
            </a:xfrm>
          </p:grpSpPr>
          <p:cxnSp>
            <p:nvCxnSpPr>
              <p:cNvPr id="29" name="直接连接符 28">
                <a:extLst>
                  <a:ext uri="{FF2B5EF4-FFF2-40B4-BE49-F238E27FC236}">
                    <a16:creationId xmlns:a16="http://schemas.microsoft.com/office/drawing/2014/main" id="{4450ACB2-B7DC-A36F-A1D8-01673DFCC922}"/>
                  </a:ext>
                </a:extLst>
              </p:cNvPr>
              <p:cNvCxnSpPr/>
              <p:nvPr>
                <p:custDataLst>
                  <p:tags r:id="rId31"/>
                </p:custDataLst>
              </p:nvPr>
            </p:nvCxnSpPr>
            <p:spPr>
              <a:xfrm flipH="1">
                <a:off x="4121149" y="1791339"/>
                <a:ext cx="0" cy="1129513"/>
              </a:xfrm>
              <a:prstGeom prst="line">
                <a:avLst/>
              </a:prstGeom>
              <a:noFill/>
              <a:ln w="19050" cap="flat" cmpd="sng" algn="ctr">
                <a:solidFill>
                  <a:sysClr val="windowText" lastClr="000000"/>
                </a:solidFill>
                <a:prstDash val="solid"/>
                <a:miter lim="800000"/>
              </a:ln>
              <a:effectLst/>
            </p:spPr>
          </p:cxnSp>
          <p:cxnSp>
            <p:nvCxnSpPr>
              <p:cNvPr id="30" name="直接连接符 29">
                <a:extLst>
                  <a:ext uri="{FF2B5EF4-FFF2-40B4-BE49-F238E27FC236}">
                    <a16:creationId xmlns:a16="http://schemas.microsoft.com/office/drawing/2014/main" id="{052D96D9-2E1A-27CD-68DB-12AAD66246E4}"/>
                  </a:ext>
                </a:extLst>
              </p:cNvPr>
              <p:cNvCxnSpPr/>
              <p:nvPr>
                <p:custDataLst>
                  <p:tags r:id="rId32"/>
                </p:custDataLst>
              </p:nvPr>
            </p:nvCxnSpPr>
            <p:spPr>
              <a:xfrm>
                <a:off x="4110340" y="2916200"/>
                <a:ext cx="406040" cy="0"/>
              </a:xfrm>
              <a:prstGeom prst="line">
                <a:avLst/>
              </a:prstGeom>
              <a:noFill/>
              <a:ln w="19050" cap="flat" cmpd="sng" algn="ctr">
                <a:solidFill>
                  <a:sysClr val="windowText" lastClr="000000"/>
                </a:solidFill>
                <a:prstDash val="solid"/>
                <a:miter lim="800000"/>
              </a:ln>
              <a:effectLst/>
            </p:spPr>
          </p:cxnSp>
          <p:cxnSp>
            <p:nvCxnSpPr>
              <p:cNvPr id="31" name="直接连接符 30">
                <a:extLst>
                  <a:ext uri="{FF2B5EF4-FFF2-40B4-BE49-F238E27FC236}">
                    <a16:creationId xmlns:a16="http://schemas.microsoft.com/office/drawing/2014/main" id="{9C404B4E-35E7-B494-94F6-E981F098F2F7}"/>
                  </a:ext>
                </a:extLst>
              </p:cNvPr>
              <p:cNvCxnSpPr/>
              <p:nvPr>
                <p:custDataLst>
                  <p:tags r:id="rId33"/>
                </p:custDataLst>
              </p:nvPr>
            </p:nvCxnSpPr>
            <p:spPr>
              <a:xfrm>
                <a:off x="4111965" y="1791339"/>
                <a:ext cx="406040" cy="0"/>
              </a:xfrm>
              <a:prstGeom prst="line">
                <a:avLst/>
              </a:prstGeom>
              <a:noFill/>
              <a:ln w="19050" cap="flat" cmpd="sng" algn="ctr">
                <a:solidFill>
                  <a:sysClr val="windowText" lastClr="000000"/>
                </a:solidFill>
                <a:prstDash val="solid"/>
                <a:miter lim="800000"/>
              </a:ln>
              <a:effectLst/>
            </p:spPr>
          </p:cxnSp>
        </p:grpSp>
        <p:cxnSp>
          <p:nvCxnSpPr>
            <p:cNvPr id="28" name="直接连接符 27">
              <a:extLst>
                <a:ext uri="{FF2B5EF4-FFF2-40B4-BE49-F238E27FC236}">
                  <a16:creationId xmlns:a16="http://schemas.microsoft.com/office/drawing/2014/main" id="{82C0ACEA-8451-956B-B1A7-1183AE8A3EDA}"/>
                </a:ext>
              </a:extLst>
            </p:cNvPr>
            <p:cNvCxnSpPr/>
            <p:nvPr>
              <p:custDataLst>
                <p:tags r:id="rId30"/>
              </p:custDataLst>
            </p:nvPr>
          </p:nvCxnSpPr>
          <p:spPr>
            <a:xfrm>
              <a:off x="2666033" y="5208105"/>
              <a:ext cx="418182" cy="0"/>
            </a:xfrm>
            <a:prstGeom prst="line">
              <a:avLst/>
            </a:prstGeom>
            <a:noFill/>
            <a:ln w="19050" cap="flat" cmpd="sng" algn="ctr">
              <a:solidFill>
                <a:sysClr val="windowText" lastClr="000000"/>
              </a:solidFill>
              <a:prstDash val="solid"/>
              <a:miter lim="800000"/>
            </a:ln>
            <a:effectLst/>
          </p:spPr>
        </p:cxnSp>
      </p:grpSp>
      <p:grpSp>
        <p:nvGrpSpPr>
          <p:cNvPr id="32" name="组合 31">
            <a:extLst>
              <a:ext uri="{FF2B5EF4-FFF2-40B4-BE49-F238E27FC236}">
                <a16:creationId xmlns:a16="http://schemas.microsoft.com/office/drawing/2014/main" id="{0AC9589B-559E-9A43-2973-C8C6C8E10F32}"/>
              </a:ext>
            </a:extLst>
          </p:cNvPr>
          <p:cNvGrpSpPr/>
          <p:nvPr>
            <p:custDataLst>
              <p:tags r:id="rId8"/>
            </p:custDataLst>
          </p:nvPr>
        </p:nvGrpSpPr>
        <p:grpSpPr>
          <a:xfrm>
            <a:off x="2266795" y="1204429"/>
            <a:ext cx="1651831" cy="461665"/>
            <a:chOff x="2155329" y="1304206"/>
            <a:chExt cx="1653473" cy="461665"/>
          </a:xfrm>
        </p:grpSpPr>
        <p:sp>
          <p:nvSpPr>
            <p:cNvPr id="33" name="文本框 3">
              <a:extLst>
                <a:ext uri="{FF2B5EF4-FFF2-40B4-BE49-F238E27FC236}">
                  <a16:creationId xmlns:a16="http://schemas.microsoft.com/office/drawing/2014/main" id="{E61E0371-5E56-33CC-BFA3-D79531FCC2DE}"/>
                </a:ext>
              </a:extLst>
            </p:cNvPr>
            <p:cNvSpPr txBox="1">
              <a:spLocks noChangeArrowheads="1"/>
            </p:cNvSpPr>
            <p:nvPr>
              <p:custDataLst>
                <p:tags r:id="rId27"/>
              </p:custDataLst>
            </p:nvPr>
          </p:nvSpPr>
          <p:spPr bwMode="auto">
            <a:xfrm>
              <a:off x="2155329" y="1304206"/>
              <a:ext cx="1217849" cy="461665"/>
            </a:xfrm>
            <a:prstGeom prst="rect">
              <a:avLst/>
            </a:prstGeom>
            <a:solidFill>
              <a:srgbClr val="FFC000">
                <a:lumMod val="20000"/>
                <a:lumOff val="80000"/>
              </a:srgbClr>
            </a:solidFill>
            <a:ln w="12700">
              <a:solidFill>
                <a:sysClr val="windowText" lastClr="000000"/>
              </a:solidFill>
              <a:round/>
            </a:ln>
          </p:spPr>
          <p:txBody>
            <a:bodyPr wrap="squar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457200" rtl="0" eaLnBrk="0" fontAlgn="base" latinLnBrk="0" hangingPunct="0">
                <a:lnSpc>
                  <a:spcPct val="100000"/>
                </a:lnSpc>
                <a:spcBef>
                  <a:spcPct val="0"/>
                </a:spcBef>
                <a:spcAft>
                  <a:spcPct val="0"/>
                </a:spcAft>
                <a:buClrTx/>
                <a:buSzTx/>
                <a:buFontTx/>
                <a:buNone/>
                <a:defRPr/>
              </a:pPr>
              <a:r>
                <a:rPr kumimoji="0" lang="zh-CN" alt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产生</a:t>
              </a:r>
              <a:r>
                <a:rPr kumimoji="0" lang="en-US" alt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endParaRPr kumimoji="0" lang="zh-CN" alt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34" name="直接连接符 33">
              <a:extLst>
                <a:ext uri="{FF2B5EF4-FFF2-40B4-BE49-F238E27FC236}">
                  <a16:creationId xmlns:a16="http://schemas.microsoft.com/office/drawing/2014/main" id="{696E0308-48FD-BACB-1632-8E9AFF03238A}"/>
                </a:ext>
              </a:extLst>
            </p:cNvPr>
            <p:cNvCxnSpPr/>
            <p:nvPr>
              <p:custDataLst>
                <p:tags r:id="rId28"/>
              </p:custDataLst>
            </p:nvPr>
          </p:nvCxnSpPr>
          <p:spPr>
            <a:xfrm>
              <a:off x="3354527" y="1523533"/>
              <a:ext cx="454275" cy="0"/>
            </a:xfrm>
            <a:prstGeom prst="line">
              <a:avLst/>
            </a:prstGeom>
            <a:noFill/>
            <a:ln w="6350" cap="flat" cmpd="sng" algn="ctr">
              <a:solidFill>
                <a:sysClr val="windowText" lastClr="000000"/>
              </a:solidFill>
              <a:prstDash val="solid"/>
              <a:miter lim="800000"/>
            </a:ln>
            <a:effectLst/>
          </p:spPr>
        </p:cxnSp>
      </p:grpSp>
      <p:grpSp>
        <p:nvGrpSpPr>
          <p:cNvPr id="35" name="组合 34">
            <a:extLst>
              <a:ext uri="{FF2B5EF4-FFF2-40B4-BE49-F238E27FC236}">
                <a16:creationId xmlns:a16="http://schemas.microsoft.com/office/drawing/2014/main" id="{A146E70F-6872-6B50-0928-EA3974168682}"/>
              </a:ext>
            </a:extLst>
          </p:cNvPr>
          <p:cNvGrpSpPr/>
          <p:nvPr>
            <p:custDataLst>
              <p:tags r:id="rId9"/>
            </p:custDataLst>
          </p:nvPr>
        </p:nvGrpSpPr>
        <p:grpSpPr>
          <a:xfrm>
            <a:off x="3527556" y="3411391"/>
            <a:ext cx="414218" cy="1842985"/>
            <a:chOff x="2666033" y="4155282"/>
            <a:chExt cx="419208" cy="2120010"/>
          </a:xfrm>
        </p:grpSpPr>
        <p:grpSp>
          <p:nvGrpSpPr>
            <p:cNvPr id="36" name="组合 35">
              <a:extLst>
                <a:ext uri="{FF2B5EF4-FFF2-40B4-BE49-F238E27FC236}">
                  <a16:creationId xmlns:a16="http://schemas.microsoft.com/office/drawing/2014/main" id="{5A17CC1A-F4EF-A135-DC93-B43D9616A66A}"/>
                </a:ext>
              </a:extLst>
            </p:cNvPr>
            <p:cNvGrpSpPr/>
            <p:nvPr>
              <p:custDataLst>
                <p:tags r:id="rId22"/>
              </p:custDataLst>
            </p:nvPr>
          </p:nvGrpSpPr>
          <p:grpSpPr>
            <a:xfrm>
              <a:off x="2827872" y="4155282"/>
              <a:ext cx="257369" cy="2120010"/>
              <a:chOff x="4110340" y="1791339"/>
              <a:chExt cx="407665" cy="1129513"/>
            </a:xfrm>
          </p:grpSpPr>
          <p:cxnSp>
            <p:nvCxnSpPr>
              <p:cNvPr id="38" name="直接连接符 37">
                <a:extLst>
                  <a:ext uri="{FF2B5EF4-FFF2-40B4-BE49-F238E27FC236}">
                    <a16:creationId xmlns:a16="http://schemas.microsoft.com/office/drawing/2014/main" id="{71BEF256-FF58-0C9B-790F-A95ED59C0717}"/>
                  </a:ext>
                </a:extLst>
              </p:cNvPr>
              <p:cNvCxnSpPr/>
              <p:nvPr>
                <p:custDataLst>
                  <p:tags r:id="rId24"/>
                </p:custDataLst>
              </p:nvPr>
            </p:nvCxnSpPr>
            <p:spPr>
              <a:xfrm flipH="1">
                <a:off x="4121149" y="1791339"/>
                <a:ext cx="0" cy="1129513"/>
              </a:xfrm>
              <a:prstGeom prst="line">
                <a:avLst/>
              </a:prstGeom>
              <a:noFill/>
              <a:ln w="19050" cap="flat" cmpd="sng" algn="ctr">
                <a:solidFill>
                  <a:sysClr val="windowText" lastClr="000000"/>
                </a:solidFill>
                <a:prstDash val="solid"/>
                <a:miter lim="800000"/>
              </a:ln>
              <a:effectLst/>
            </p:spPr>
          </p:cxnSp>
          <p:cxnSp>
            <p:nvCxnSpPr>
              <p:cNvPr id="39" name="直接连接符 38">
                <a:extLst>
                  <a:ext uri="{FF2B5EF4-FFF2-40B4-BE49-F238E27FC236}">
                    <a16:creationId xmlns:a16="http://schemas.microsoft.com/office/drawing/2014/main" id="{3F8B8070-153B-2923-9C27-920E02E8A39B}"/>
                  </a:ext>
                </a:extLst>
              </p:cNvPr>
              <p:cNvCxnSpPr/>
              <p:nvPr>
                <p:custDataLst>
                  <p:tags r:id="rId25"/>
                </p:custDataLst>
              </p:nvPr>
            </p:nvCxnSpPr>
            <p:spPr>
              <a:xfrm>
                <a:off x="4110340" y="2916200"/>
                <a:ext cx="406040" cy="0"/>
              </a:xfrm>
              <a:prstGeom prst="line">
                <a:avLst/>
              </a:prstGeom>
              <a:noFill/>
              <a:ln w="19050" cap="flat" cmpd="sng" algn="ctr">
                <a:solidFill>
                  <a:sysClr val="windowText" lastClr="000000"/>
                </a:solidFill>
                <a:prstDash val="solid"/>
                <a:miter lim="800000"/>
              </a:ln>
              <a:effectLst/>
            </p:spPr>
          </p:cxnSp>
          <p:cxnSp>
            <p:nvCxnSpPr>
              <p:cNvPr id="40" name="直接连接符 39">
                <a:extLst>
                  <a:ext uri="{FF2B5EF4-FFF2-40B4-BE49-F238E27FC236}">
                    <a16:creationId xmlns:a16="http://schemas.microsoft.com/office/drawing/2014/main" id="{72B7B510-B588-3137-F6C9-0E60D6BA0842}"/>
                  </a:ext>
                </a:extLst>
              </p:cNvPr>
              <p:cNvCxnSpPr/>
              <p:nvPr>
                <p:custDataLst>
                  <p:tags r:id="rId26"/>
                </p:custDataLst>
              </p:nvPr>
            </p:nvCxnSpPr>
            <p:spPr>
              <a:xfrm>
                <a:off x="4111965" y="1791339"/>
                <a:ext cx="406040" cy="0"/>
              </a:xfrm>
              <a:prstGeom prst="line">
                <a:avLst/>
              </a:prstGeom>
              <a:noFill/>
              <a:ln w="19050" cap="flat" cmpd="sng" algn="ctr">
                <a:solidFill>
                  <a:sysClr val="windowText" lastClr="000000"/>
                </a:solidFill>
                <a:prstDash val="solid"/>
                <a:miter lim="800000"/>
              </a:ln>
              <a:effectLst/>
            </p:spPr>
          </p:cxnSp>
        </p:grpSp>
        <p:cxnSp>
          <p:nvCxnSpPr>
            <p:cNvPr id="37" name="直接连接符 36">
              <a:extLst>
                <a:ext uri="{FF2B5EF4-FFF2-40B4-BE49-F238E27FC236}">
                  <a16:creationId xmlns:a16="http://schemas.microsoft.com/office/drawing/2014/main" id="{7B52FEAD-2728-72CC-52F6-C1B40CA0C95D}"/>
                </a:ext>
              </a:extLst>
            </p:cNvPr>
            <p:cNvCxnSpPr/>
            <p:nvPr>
              <p:custDataLst>
                <p:tags r:id="rId23"/>
              </p:custDataLst>
            </p:nvPr>
          </p:nvCxnSpPr>
          <p:spPr>
            <a:xfrm>
              <a:off x="2666033" y="5208105"/>
              <a:ext cx="358683" cy="0"/>
            </a:xfrm>
            <a:prstGeom prst="line">
              <a:avLst/>
            </a:prstGeom>
            <a:noFill/>
            <a:ln w="19050" cap="flat" cmpd="sng" algn="ctr">
              <a:solidFill>
                <a:sysClr val="windowText" lastClr="000000"/>
              </a:solidFill>
              <a:prstDash val="solid"/>
              <a:miter lim="800000"/>
            </a:ln>
            <a:effectLst/>
          </p:spPr>
        </p:cxnSp>
      </p:grpSp>
      <p:grpSp>
        <p:nvGrpSpPr>
          <p:cNvPr id="41" name="组合 40">
            <a:extLst>
              <a:ext uri="{FF2B5EF4-FFF2-40B4-BE49-F238E27FC236}">
                <a16:creationId xmlns:a16="http://schemas.microsoft.com/office/drawing/2014/main" id="{C2B98892-8725-973C-76DA-37BD1FACE2BF}"/>
              </a:ext>
            </a:extLst>
          </p:cNvPr>
          <p:cNvGrpSpPr/>
          <p:nvPr>
            <p:custDataLst>
              <p:tags r:id="rId10"/>
            </p:custDataLst>
          </p:nvPr>
        </p:nvGrpSpPr>
        <p:grpSpPr>
          <a:xfrm>
            <a:off x="2276106" y="5866727"/>
            <a:ext cx="1695202" cy="461665"/>
            <a:chOff x="2276106" y="5866727"/>
            <a:chExt cx="1695202" cy="461665"/>
          </a:xfrm>
        </p:grpSpPr>
        <p:sp>
          <p:nvSpPr>
            <p:cNvPr id="42" name="文本框 7">
              <a:extLst>
                <a:ext uri="{FF2B5EF4-FFF2-40B4-BE49-F238E27FC236}">
                  <a16:creationId xmlns:a16="http://schemas.microsoft.com/office/drawing/2014/main" id="{00589707-A66A-E604-3A0C-F204A41B44FD}"/>
                </a:ext>
              </a:extLst>
            </p:cNvPr>
            <p:cNvSpPr txBox="1">
              <a:spLocks noChangeArrowheads="1"/>
            </p:cNvSpPr>
            <p:nvPr>
              <p:custDataLst>
                <p:tags r:id="rId20"/>
              </p:custDataLst>
            </p:nvPr>
          </p:nvSpPr>
          <p:spPr bwMode="auto">
            <a:xfrm>
              <a:off x="2276106" y="5866727"/>
              <a:ext cx="1260763" cy="461665"/>
            </a:xfrm>
            <a:prstGeom prst="rect">
              <a:avLst/>
            </a:prstGeom>
            <a:solidFill>
              <a:srgbClr val="E59140"/>
            </a:solidFill>
            <a:ln w="12700">
              <a:solidFill>
                <a:sysClr val="windowText" lastClr="000000"/>
              </a:solidFill>
              <a:round/>
            </a:ln>
          </p:spPr>
          <p:txBody>
            <a:bodyPr wrap="squar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457200" rtl="0" eaLnBrk="0" fontAlgn="base" latinLnBrk="0" hangingPunct="0">
                <a:lnSpc>
                  <a:spcPct val="100000"/>
                </a:lnSpc>
                <a:spcBef>
                  <a:spcPct val="0"/>
                </a:spcBef>
                <a:spcAft>
                  <a:spcPct val="0"/>
                </a:spcAft>
                <a:buClrTx/>
                <a:buSzTx/>
                <a:buFontTx/>
                <a:buNone/>
                <a:defRPr/>
              </a:pPr>
              <a:r>
                <a:rPr lang="zh-CN" altLang="en-US" sz="2400">
                  <a:solidFill>
                    <a:prstClr val="black"/>
                  </a:solidFill>
                  <a:latin typeface="微软雅黑" panose="020B0503020204020204" pitchFamily="34" charset="-122"/>
                  <a:ea typeface="微软雅黑" panose="020B0503020204020204" pitchFamily="34" charset="-122"/>
                </a:rPr>
                <a:t>声能</a:t>
              </a:r>
              <a:endParaRPr kumimoji="0" lang="zh-CN" alt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43" name="直接连接符 42">
              <a:extLst>
                <a:ext uri="{FF2B5EF4-FFF2-40B4-BE49-F238E27FC236}">
                  <a16:creationId xmlns:a16="http://schemas.microsoft.com/office/drawing/2014/main" id="{581EA3D8-CAF0-6130-A261-F82ABCFD8175}"/>
                </a:ext>
              </a:extLst>
            </p:cNvPr>
            <p:cNvCxnSpPr/>
            <p:nvPr>
              <p:custDataLst>
                <p:tags r:id="rId21"/>
              </p:custDataLst>
            </p:nvPr>
          </p:nvCxnSpPr>
          <p:spPr>
            <a:xfrm>
              <a:off x="3517484" y="6097559"/>
              <a:ext cx="453824" cy="0"/>
            </a:xfrm>
            <a:prstGeom prst="line">
              <a:avLst/>
            </a:prstGeom>
            <a:noFill/>
            <a:ln w="6350" cap="flat" cmpd="sng" algn="ctr">
              <a:solidFill>
                <a:sysClr val="windowText" lastClr="000000"/>
              </a:solidFill>
              <a:prstDash val="solid"/>
              <a:miter lim="800000"/>
            </a:ln>
            <a:effectLst/>
          </p:spPr>
        </p:cxnSp>
      </p:grpSp>
      <p:grpSp>
        <p:nvGrpSpPr>
          <p:cNvPr id="44" name="组合 43">
            <a:extLst>
              <a:ext uri="{FF2B5EF4-FFF2-40B4-BE49-F238E27FC236}">
                <a16:creationId xmlns:a16="http://schemas.microsoft.com/office/drawing/2014/main" id="{DBDDEFFD-581C-E73F-9BE9-9E929EF920B5}"/>
              </a:ext>
            </a:extLst>
          </p:cNvPr>
          <p:cNvGrpSpPr/>
          <p:nvPr>
            <p:custDataLst>
              <p:tags r:id="rId11"/>
            </p:custDataLst>
          </p:nvPr>
        </p:nvGrpSpPr>
        <p:grpSpPr>
          <a:xfrm>
            <a:off x="1551527" y="1423755"/>
            <a:ext cx="715267" cy="4673801"/>
            <a:chOff x="1551527" y="1423755"/>
            <a:chExt cx="715267" cy="4673801"/>
          </a:xfrm>
        </p:grpSpPr>
        <p:grpSp>
          <p:nvGrpSpPr>
            <p:cNvPr id="45" name="组合 44">
              <a:extLst>
                <a:ext uri="{FF2B5EF4-FFF2-40B4-BE49-F238E27FC236}">
                  <a16:creationId xmlns:a16="http://schemas.microsoft.com/office/drawing/2014/main" id="{E83C0232-7B65-27C5-D2C1-E93E016F4C96}"/>
                </a:ext>
              </a:extLst>
            </p:cNvPr>
            <p:cNvGrpSpPr/>
            <p:nvPr>
              <p:custDataLst>
                <p:tags r:id="rId12"/>
              </p:custDataLst>
            </p:nvPr>
          </p:nvGrpSpPr>
          <p:grpSpPr>
            <a:xfrm>
              <a:off x="1551527" y="1423755"/>
              <a:ext cx="715267" cy="4673801"/>
              <a:chOff x="1577788" y="1399800"/>
              <a:chExt cx="715267" cy="3671158"/>
            </a:xfrm>
          </p:grpSpPr>
          <p:grpSp>
            <p:nvGrpSpPr>
              <p:cNvPr id="47" name="组合 46">
                <a:extLst>
                  <a:ext uri="{FF2B5EF4-FFF2-40B4-BE49-F238E27FC236}">
                    <a16:creationId xmlns:a16="http://schemas.microsoft.com/office/drawing/2014/main" id="{E8E77F91-64A4-2414-B294-14C02D3F6F56}"/>
                  </a:ext>
                </a:extLst>
              </p:cNvPr>
              <p:cNvGrpSpPr/>
              <p:nvPr>
                <p:custDataLst>
                  <p:tags r:id="rId14"/>
                </p:custDataLst>
              </p:nvPr>
            </p:nvGrpSpPr>
            <p:grpSpPr>
              <a:xfrm>
                <a:off x="1577788" y="1399800"/>
                <a:ext cx="704626" cy="3671158"/>
                <a:chOff x="1285966" y="1245491"/>
                <a:chExt cx="960323" cy="2639817"/>
              </a:xfrm>
            </p:grpSpPr>
            <p:cxnSp>
              <p:nvCxnSpPr>
                <p:cNvPr id="49" name="直接连接符 48">
                  <a:extLst>
                    <a:ext uri="{FF2B5EF4-FFF2-40B4-BE49-F238E27FC236}">
                      <a16:creationId xmlns:a16="http://schemas.microsoft.com/office/drawing/2014/main" id="{0D27C92B-C1DF-E281-5792-243170EEE8D2}"/>
                    </a:ext>
                  </a:extLst>
                </p:cNvPr>
                <p:cNvCxnSpPr/>
                <p:nvPr>
                  <p:custDataLst>
                    <p:tags r:id="rId16"/>
                  </p:custDataLst>
                </p:nvPr>
              </p:nvCxnSpPr>
              <p:spPr>
                <a:xfrm flipH="1">
                  <a:off x="1851201" y="1245491"/>
                  <a:ext cx="0" cy="2639817"/>
                </a:xfrm>
                <a:prstGeom prst="line">
                  <a:avLst/>
                </a:prstGeom>
                <a:noFill/>
                <a:ln w="19050" cap="flat" cmpd="sng" algn="ctr">
                  <a:solidFill>
                    <a:sysClr val="windowText" lastClr="000000"/>
                  </a:solidFill>
                  <a:prstDash val="solid"/>
                  <a:miter lim="800000"/>
                </a:ln>
                <a:effectLst/>
              </p:spPr>
            </p:cxnSp>
            <p:cxnSp>
              <p:nvCxnSpPr>
                <p:cNvPr id="50" name="直接连接符 49">
                  <a:extLst>
                    <a:ext uri="{FF2B5EF4-FFF2-40B4-BE49-F238E27FC236}">
                      <a16:creationId xmlns:a16="http://schemas.microsoft.com/office/drawing/2014/main" id="{91AC9E49-0E8A-463D-0017-3129582A8D15}"/>
                    </a:ext>
                  </a:extLst>
                </p:cNvPr>
                <p:cNvCxnSpPr/>
                <p:nvPr>
                  <p:custDataLst>
                    <p:tags r:id="rId17"/>
                  </p:custDataLst>
                </p:nvPr>
              </p:nvCxnSpPr>
              <p:spPr>
                <a:xfrm>
                  <a:off x="1840249" y="1245491"/>
                  <a:ext cx="406040" cy="0"/>
                </a:xfrm>
                <a:prstGeom prst="line">
                  <a:avLst/>
                </a:prstGeom>
                <a:noFill/>
                <a:ln w="19050" cap="flat" cmpd="sng" algn="ctr">
                  <a:solidFill>
                    <a:sysClr val="windowText" lastClr="000000"/>
                  </a:solidFill>
                  <a:prstDash val="solid"/>
                  <a:miter lim="800000"/>
                </a:ln>
                <a:effectLst/>
              </p:spPr>
            </p:cxnSp>
            <p:cxnSp>
              <p:nvCxnSpPr>
                <p:cNvPr id="51" name="直接连接符 50">
                  <a:extLst>
                    <a:ext uri="{FF2B5EF4-FFF2-40B4-BE49-F238E27FC236}">
                      <a16:creationId xmlns:a16="http://schemas.microsoft.com/office/drawing/2014/main" id="{218BCBAF-4ABC-5953-006F-A20F7ED771D6}"/>
                    </a:ext>
                  </a:extLst>
                </p:cNvPr>
                <p:cNvCxnSpPr/>
                <p:nvPr>
                  <p:custDataLst>
                    <p:tags r:id="rId18"/>
                  </p:custDataLst>
                </p:nvPr>
              </p:nvCxnSpPr>
              <p:spPr>
                <a:xfrm>
                  <a:off x="1285966" y="2344112"/>
                  <a:ext cx="565235" cy="0"/>
                </a:xfrm>
                <a:prstGeom prst="line">
                  <a:avLst/>
                </a:prstGeom>
                <a:noFill/>
                <a:ln w="19050" cap="flat" cmpd="sng" algn="ctr">
                  <a:solidFill>
                    <a:sysClr val="windowText" lastClr="000000"/>
                  </a:solidFill>
                  <a:prstDash val="solid"/>
                  <a:miter lim="800000"/>
                </a:ln>
                <a:effectLst/>
              </p:spPr>
            </p:cxnSp>
            <p:cxnSp>
              <p:nvCxnSpPr>
                <p:cNvPr id="52" name="直接连接符 51">
                  <a:extLst>
                    <a:ext uri="{FF2B5EF4-FFF2-40B4-BE49-F238E27FC236}">
                      <a16:creationId xmlns:a16="http://schemas.microsoft.com/office/drawing/2014/main" id="{5D50F480-67EE-9906-A923-006E26F8F016}"/>
                    </a:ext>
                  </a:extLst>
                </p:cNvPr>
                <p:cNvCxnSpPr/>
                <p:nvPr>
                  <p:custDataLst>
                    <p:tags r:id="rId19"/>
                  </p:custDataLst>
                </p:nvPr>
              </p:nvCxnSpPr>
              <p:spPr>
                <a:xfrm>
                  <a:off x="1839902" y="3877751"/>
                  <a:ext cx="364237" cy="0"/>
                </a:xfrm>
                <a:prstGeom prst="line">
                  <a:avLst/>
                </a:prstGeom>
                <a:noFill/>
                <a:ln w="19050" cap="flat" cmpd="sng" algn="ctr">
                  <a:solidFill>
                    <a:sysClr val="windowText" lastClr="000000"/>
                  </a:solidFill>
                  <a:prstDash val="solid"/>
                  <a:miter lim="800000"/>
                </a:ln>
                <a:effectLst/>
              </p:spPr>
            </p:cxnSp>
          </p:grpSp>
          <p:cxnSp>
            <p:nvCxnSpPr>
              <p:cNvPr id="48" name="直接连接符 47">
                <a:extLst>
                  <a:ext uri="{FF2B5EF4-FFF2-40B4-BE49-F238E27FC236}">
                    <a16:creationId xmlns:a16="http://schemas.microsoft.com/office/drawing/2014/main" id="{0FC4DBC0-B6E3-C6B3-127F-27ADAEBE1619}"/>
                  </a:ext>
                </a:extLst>
              </p:cNvPr>
              <p:cNvCxnSpPr/>
              <p:nvPr>
                <p:custDataLst>
                  <p:tags r:id="rId15"/>
                </p:custDataLst>
              </p:nvPr>
            </p:nvCxnSpPr>
            <p:spPr>
              <a:xfrm>
                <a:off x="1995128" y="2222051"/>
                <a:ext cx="297927" cy="0"/>
              </a:xfrm>
              <a:prstGeom prst="line">
                <a:avLst/>
              </a:prstGeom>
              <a:noFill/>
              <a:ln w="19050" cap="flat" cmpd="sng" algn="ctr">
                <a:solidFill>
                  <a:sysClr val="windowText" lastClr="000000"/>
                </a:solidFill>
                <a:prstDash val="solid"/>
                <a:miter lim="800000"/>
              </a:ln>
              <a:effectLst/>
            </p:spPr>
          </p:cxnSp>
        </p:grpSp>
        <p:cxnSp>
          <p:nvCxnSpPr>
            <p:cNvPr id="46" name="直接连接符 45">
              <a:extLst>
                <a:ext uri="{FF2B5EF4-FFF2-40B4-BE49-F238E27FC236}">
                  <a16:creationId xmlns:a16="http://schemas.microsoft.com/office/drawing/2014/main" id="{972CFBF4-7700-F23D-6074-6B207334B895}"/>
                </a:ext>
              </a:extLst>
            </p:cNvPr>
            <p:cNvCxnSpPr/>
            <p:nvPr>
              <p:custDataLst>
                <p:tags r:id="rId13"/>
              </p:custDataLst>
            </p:nvPr>
          </p:nvCxnSpPr>
          <p:spPr>
            <a:xfrm>
              <a:off x="1968867" y="4401324"/>
              <a:ext cx="297927" cy="0"/>
            </a:xfrm>
            <a:prstGeom prst="line">
              <a:avLst/>
            </a:prstGeom>
            <a:noFill/>
            <a:ln w="19050" cap="flat" cmpd="sng" algn="ctr">
              <a:solidFill>
                <a:sysClr val="windowText" lastClr="000000"/>
              </a:solidFill>
              <a:prstDash val="solid"/>
              <a:miter lim="800000"/>
            </a:ln>
            <a:effectLst/>
          </p:spPr>
        </p:cxnSp>
      </p:grpSp>
    </p:spTree>
    <p:extLst>
      <p:ext uri="{BB962C8B-B14F-4D97-AF65-F5344CB8AC3E}">
        <p14:creationId xmlns:p14="http://schemas.microsoft.com/office/powerpoint/2010/main" val="398243993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arn(inVertical)">
                                      <p:cBhvr>
                                        <p:cTn id="7" dur="500"/>
                                        <p:tgtEl>
                                          <p:spTgt spid="32"/>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wipe(left)">
                                      <p:cBhvr>
                                        <p:cTn id="12" dur="1250"/>
                                        <p:tgtEl>
                                          <p:spTgt spid="16">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arn(inVertical)">
                                      <p:cBhvr>
                                        <p:cTn id="17" dur="500"/>
                                        <p:tgtEl>
                                          <p:spTgt spid="17"/>
                                        </p:tgtEl>
                                      </p:cBhvr>
                                    </p:animEffect>
                                  </p:childTnLst>
                                </p:cTn>
                              </p:par>
                              <p:par>
                                <p:cTn id="18" presetID="16" presetClass="entr" presetSubtype="42" fill="hold"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barn(outHorizontal)">
                                      <p:cBhvr>
                                        <p:cTn id="20" dur="500"/>
                                        <p:tgtEl>
                                          <p:spTgt spid="19"/>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6">
                                            <p:txEl>
                                              <p:pRg st="1" end="1"/>
                                            </p:txEl>
                                          </p:spTgt>
                                        </p:tgtEl>
                                        <p:attrNameLst>
                                          <p:attrName>style.visibility</p:attrName>
                                        </p:attrNameLst>
                                      </p:cBhvr>
                                      <p:to>
                                        <p:strVal val="visible"/>
                                      </p:to>
                                    </p:set>
                                    <p:animEffect transition="in" filter="wipe(left)">
                                      <p:cBhvr>
                                        <p:cTn id="25" dur="1250"/>
                                        <p:tgtEl>
                                          <p:spTgt spid="16">
                                            <p:txEl>
                                              <p:pRg st="1" end="1"/>
                                            </p:txEl>
                                          </p:spTgt>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6">
                                            <p:txEl>
                                              <p:pRg st="2" end="2"/>
                                            </p:txEl>
                                          </p:spTgt>
                                        </p:tgtEl>
                                        <p:attrNameLst>
                                          <p:attrName>style.visibility</p:attrName>
                                        </p:attrNameLst>
                                      </p:cBhvr>
                                      <p:to>
                                        <p:strVal val="visible"/>
                                      </p:to>
                                    </p:set>
                                    <p:animEffect transition="in" filter="wipe(left)">
                                      <p:cBhvr>
                                        <p:cTn id="30" dur="1250"/>
                                        <p:tgtEl>
                                          <p:spTgt spid="16">
                                            <p:txEl>
                                              <p:pRg st="2" end="2"/>
                                            </p:txEl>
                                          </p:spTgt>
                                        </p:tgtEl>
                                      </p:cBhvr>
                                    </p:animEffect>
                                  </p:childTnLst>
                                </p:cTn>
                              </p:par>
                            </p:childTnLst>
                          </p:cTn>
                        </p:par>
                      </p:childTnLst>
                    </p:cTn>
                  </p:par>
                  <p:par>
                    <p:cTn id="31" fill="hold" nodeType="clickPar">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6">
                                            <p:txEl>
                                              <p:pRg st="3" end="3"/>
                                            </p:txEl>
                                          </p:spTgt>
                                        </p:tgtEl>
                                        <p:attrNameLst>
                                          <p:attrName>style.visibility</p:attrName>
                                        </p:attrNameLst>
                                      </p:cBhvr>
                                      <p:to>
                                        <p:strVal val="visible"/>
                                      </p:to>
                                    </p:set>
                                    <p:animEffect transition="in" filter="wipe(left)">
                                      <p:cBhvr>
                                        <p:cTn id="35" dur="1250"/>
                                        <p:tgtEl>
                                          <p:spTgt spid="16">
                                            <p:txEl>
                                              <p:pRg st="3" end="3"/>
                                            </p:txEl>
                                          </p:spTgt>
                                        </p:tgtEl>
                                      </p:cBhvr>
                                    </p:animEffect>
                                  </p:childTnLst>
                                </p:cTn>
                              </p:par>
                            </p:childTnLst>
                          </p:cTn>
                        </p:par>
                      </p:childTnLst>
                    </p:cTn>
                  </p:par>
                  <p:par>
                    <p:cTn id="36" fill="hold" nodeType="clickPar">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barn(inVertical)">
                                      <p:cBhvr>
                                        <p:cTn id="40" dur="500"/>
                                        <p:tgtEl>
                                          <p:spTgt spid="18"/>
                                        </p:tgtEl>
                                      </p:cBhvr>
                                    </p:animEffect>
                                  </p:childTnLst>
                                </p:cTn>
                              </p:par>
                              <p:par>
                                <p:cTn id="41" presetID="16" presetClass="entr" presetSubtype="42" fill="hold" nodeType="with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barn(outHorizontal)">
                                      <p:cBhvr>
                                        <p:cTn id="43" dur="500"/>
                                        <p:tgtEl>
                                          <p:spTgt spid="35"/>
                                        </p:tgtEl>
                                      </p:cBhvr>
                                    </p:animEffect>
                                  </p:childTnLst>
                                </p:cTn>
                              </p:par>
                            </p:childTnLst>
                          </p:cTn>
                        </p:par>
                      </p:childTnLst>
                    </p:cTn>
                  </p:par>
                  <p:par>
                    <p:cTn id="44" fill="hold" nodeType="clickPar">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6">
                                            <p:txEl>
                                              <p:pRg st="4" end="4"/>
                                            </p:txEl>
                                          </p:spTgt>
                                        </p:tgtEl>
                                        <p:attrNameLst>
                                          <p:attrName>style.visibility</p:attrName>
                                        </p:attrNameLst>
                                      </p:cBhvr>
                                      <p:to>
                                        <p:strVal val="visible"/>
                                      </p:to>
                                    </p:set>
                                    <p:animEffect transition="in" filter="wipe(left)">
                                      <p:cBhvr>
                                        <p:cTn id="48" dur="1250"/>
                                        <p:tgtEl>
                                          <p:spTgt spid="16">
                                            <p:txEl>
                                              <p:pRg st="4" end="4"/>
                                            </p:txEl>
                                          </p:spTgt>
                                        </p:tgtEl>
                                      </p:cBhvr>
                                    </p:animEffect>
                                  </p:childTnLst>
                                </p:cTn>
                              </p:par>
                            </p:childTnLst>
                          </p:cTn>
                        </p:par>
                        <p:par>
                          <p:cTn id="49" fill="hold" nodeType="afterGroup">
                            <p:stCondLst>
                              <p:cond delay="1250"/>
                            </p:stCondLst>
                            <p:childTnLst>
                              <p:par>
                                <p:cTn id="50" presetID="22" presetClass="entr" presetSubtype="8" fill="hold" nodeType="afterEffect">
                                  <p:stCondLst>
                                    <p:cond delay="0"/>
                                  </p:stCondLst>
                                  <p:childTnLst>
                                    <p:set>
                                      <p:cBhvr>
                                        <p:cTn id="51" dur="1" fill="hold">
                                          <p:stCondLst>
                                            <p:cond delay="0"/>
                                          </p:stCondLst>
                                        </p:cTn>
                                        <p:tgtEl>
                                          <p:spTgt spid="16">
                                            <p:txEl>
                                              <p:pRg st="5" end="5"/>
                                            </p:txEl>
                                          </p:spTgt>
                                        </p:tgtEl>
                                        <p:attrNameLst>
                                          <p:attrName>style.visibility</p:attrName>
                                        </p:attrNameLst>
                                      </p:cBhvr>
                                      <p:to>
                                        <p:strVal val="visible"/>
                                      </p:to>
                                    </p:set>
                                    <p:animEffect transition="in" filter="wipe(left)">
                                      <p:cBhvr>
                                        <p:cTn id="52" dur="1250"/>
                                        <p:tgtEl>
                                          <p:spTgt spid="16">
                                            <p:txEl>
                                              <p:pRg st="5" end="5"/>
                                            </p:txEl>
                                          </p:spTgt>
                                        </p:tgtEl>
                                      </p:cBhvr>
                                    </p:animEffect>
                                  </p:childTnLst>
                                </p:cTn>
                              </p:par>
                            </p:childTnLst>
                          </p:cTn>
                        </p:par>
                      </p:childTnLst>
                    </p:cTn>
                  </p:par>
                  <p:par>
                    <p:cTn id="53" fill="hold" nodeType="clickPar">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6">
                                            <p:txEl>
                                              <p:pRg st="6" end="6"/>
                                            </p:txEl>
                                          </p:spTgt>
                                        </p:tgtEl>
                                        <p:attrNameLst>
                                          <p:attrName>style.visibility</p:attrName>
                                        </p:attrNameLst>
                                      </p:cBhvr>
                                      <p:to>
                                        <p:strVal val="visible"/>
                                      </p:to>
                                    </p:set>
                                    <p:animEffect transition="in" filter="wipe(left)">
                                      <p:cBhvr>
                                        <p:cTn id="57" dur="1250"/>
                                        <p:tgtEl>
                                          <p:spTgt spid="16">
                                            <p:txEl>
                                              <p:pRg st="6" end="6"/>
                                            </p:txEl>
                                          </p:spTgt>
                                        </p:tgtEl>
                                      </p:cBhvr>
                                    </p:animEffect>
                                  </p:childTnLst>
                                </p:cTn>
                              </p:par>
                            </p:childTnLst>
                          </p:cTn>
                        </p:par>
                        <p:par>
                          <p:cTn id="58" fill="hold" nodeType="afterGroup">
                            <p:stCondLst>
                              <p:cond delay="1250"/>
                            </p:stCondLst>
                            <p:childTnLst>
                              <p:par>
                                <p:cTn id="59" presetID="22" presetClass="entr" presetSubtype="8" fill="hold" nodeType="afterEffect">
                                  <p:stCondLst>
                                    <p:cond delay="0"/>
                                  </p:stCondLst>
                                  <p:childTnLst>
                                    <p:set>
                                      <p:cBhvr>
                                        <p:cTn id="60" dur="1" fill="hold">
                                          <p:stCondLst>
                                            <p:cond delay="0"/>
                                          </p:stCondLst>
                                        </p:cTn>
                                        <p:tgtEl>
                                          <p:spTgt spid="16">
                                            <p:txEl>
                                              <p:pRg st="7" end="7"/>
                                            </p:txEl>
                                          </p:spTgt>
                                        </p:tgtEl>
                                        <p:attrNameLst>
                                          <p:attrName>style.visibility</p:attrName>
                                        </p:attrNameLst>
                                      </p:cBhvr>
                                      <p:to>
                                        <p:strVal val="visible"/>
                                      </p:to>
                                    </p:set>
                                    <p:animEffect transition="in" filter="wipe(left)">
                                      <p:cBhvr>
                                        <p:cTn id="61" dur="1250"/>
                                        <p:tgtEl>
                                          <p:spTgt spid="16">
                                            <p:txEl>
                                              <p:pRg st="7" end="7"/>
                                            </p:txEl>
                                          </p:spTgt>
                                        </p:tgtEl>
                                      </p:cBhvr>
                                    </p:animEffect>
                                  </p:childTnLst>
                                </p:cTn>
                              </p:par>
                            </p:childTnLst>
                          </p:cTn>
                        </p:par>
                      </p:childTnLst>
                    </p:cTn>
                  </p:par>
                  <p:par>
                    <p:cTn id="62" fill="hold" nodeType="clickPar">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6">
                                            <p:txEl>
                                              <p:pRg st="8" end="8"/>
                                            </p:txEl>
                                          </p:spTgt>
                                        </p:tgtEl>
                                        <p:attrNameLst>
                                          <p:attrName>style.visibility</p:attrName>
                                        </p:attrNameLst>
                                      </p:cBhvr>
                                      <p:to>
                                        <p:strVal val="visible"/>
                                      </p:to>
                                    </p:set>
                                    <p:animEffect transition="in" filter="wipe(left)">
                                      <p:cBhvr>
                                        <p:cTn id="66" dur="1250"/>
                                        <p:tgtEl>
                                          <p:spTgt spid="16">
                                            <p:txEl>
                                              <p:pRg st="8" end="8"/>
                                            </p:txEl>
                                          </p:spTgt>
                                        </p:tgtEl>
                                      </p:cBhvr>
                                    </p:animEffect>
                                  </p:childTnLst>
                                </p:cTn>
                              </p:par>
                            </p:childTnLst>
                          </p:cTn>
                        </p:par>
                        <p:par>
                          <p:cTn id="67" fill="hold" nodeType="afterGroup">
                            <p:stCondLst>
                              <p:cond delay="1250"/>
                            </p:stCondLst>
                            <p:childTnLst>
                              <p:par>
                                <p:cTn id="68" presetID="22" presetClass="entr" presetSubtype="8" fill="hold" nodeType="afterEffect">
                                  <p:stCondLst>
                                    <p:cond delay="0"/>
                                  </p:stCondLst>
                                  <p:childTnLst>
                                    <p:set>
                                      <p:cBhvr>
                                        <p:cTn id="69" dur="1" fill="hold">
                                          <p:stCondLst>
                                            <p:cond delay="0"/>
                                          </p:stCondLst>
                                        </p:cTn>
                                        <p:tgtEl>
                                          <p:spTgt spid="16">
                                            <p:txEl>
                                              <p:pRg st="9" end="9"/>
                                            </p:txEl>
                                          </p:spTgt>
                                        </p:tgtEl>
                                        <p:attrNameLst>
                                          <p:attrName>style.visibility</p:attrName>
                                        </p:attrNameLst>
                                      </p:cBhvr>
                                      <p:to>
                                        <p:strVal val="visible"/>
                                      </p:to>
                                    </p:set>
                                    <p:animEffect transition="in" filter="wipe(left)">
                                      <p:cBhvr>
                                        <p:cTn id="70" dur="1250"/>
                                        <p:tgtEl>
                                          <p:spTgt spid="16">
                                            <p:txEl>
                                              <p:pRg st="9" end="9"/>
                                            </p:txEl>
                                          </p:spTgt>
                                        </p:tgtEl>
                                      </p:cBhvr>
                                    </p:animEffect>
                                  </p:childTnLst>
                                </p:cTn>
                              </p:par>
                            </p:childTnLst>
                          </p:cTn>
                        </p:par>
                      </p:childTnLst>
                    </p:cTn>
                  </p:par>
                  <p:par>
                    <p:cTn id="71" fill="hold" nodeType="clickPar">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wipe(left)">
                                      <p:cBhvr>
                                        <p:cTn id="75" dur="500"/>
                                        <p:tgtEl>
                                          <p:spTgt spid="41"/>
                                        </p:tgtEl>
                                      </p:cBhvr>
                                    </p:animEffect>
                                  </p:childTnLst>
                                </p:cTn>
                              </p:par>
                            </p:childTnLst>
                          </p:cTn>
                        </p:par>
                      </p:childTnLst>
                    </p:cTn>
                  </p:par>
                  <p:par>
                    <p:cTn id="76" fill="hold" nodeType="clickPar">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16">
                                            <p:txEl>
                                              <p:pRg st="10" end="10"/>
                                            </p:txEl>
                                          </p:spTgt>
                                        </p:tgtEl>
                                        <p:attrNameLst>
                                          <p:attrName>style.visibility</p:attrName>
                                        </p:attrNameLst>
                                      </p:cBhvr>
                                      <p:to>
                                        <p:strVal val="visible"/>
                                      </p:to>
                                    </p:set>
                                    <p:animEffect transition="in" filter="wipe(left)">
                                      <p:cBhvr>
                                        <p:cTn id="80" dur="1250"/>
                                        <p:tgtEl>
                                          <p:spTgt spid="16">
                                            <p:txEl>
                                              <p:pRg st="10" end="10"/>
                                            </p:txEl>
                                          </p:spTgt>
                                        </p:tgtEl>
                                      </p:cBhvr>
                                    </p:animEffect>
                                  </p:childTnLst>
                                </p:cTn>
                              </p:par>
                            </p:childTnLst>
                          </p:cTn>
                        </p:par>
                      </p:childTnLst>
                    </p:cTn>
                  </p:par>
                  <p:par>
                    <p:cTn id="81" fill="hold" nodeType="clickPar">
                      <p:stCondLst>
                        <p:cond delay="indefinite"/>
                      </p:stCondLst>
                      <p:childTnLst>
                        <p:par>
                          <p:cTn id="82" fill="hold">
                            <p:stCondLst>
                              <p:cond delay="0"/>
                            </p:stCondLst>
                            <p:childTnLst>
                              <p:par>
                                <p:cTn id="83" presetID="16" presetClass="entr" presetSubtype="42" fill="hold" grpId="0" nodeType="clickEffect">
                                  <p:stCondLst>
                                    <p:cond delay="0"/>
                                  </p:stCondLst>
                                  <p:childTnLst>
                                    <p:set>
                                      <p:cBhvr>
                                        <p:cTn id="84" dur="1" fill="hold">
                                          <p:stCondLst>
                                            <p:cond delay="0"/>
                                          </p:stCondLst>
                                        </p:cTn>
                                        <p:tgtEl>
                                          <p:spTgt spid="15"/>
                                        </p:tgtEl>
                                        <p:attrNameLst>
                                          <p:attrName>style.visibility</p:attrName>
                                        </p:attrNameLst>
                                      </p:cBhvr>
                                      <p:to>
                                        <p:strVal val="visible"/>
                                      </p:to>
                                    </p:set>
                                    <p:animEffect transition="in" filter="barn(outHorizontal)">
                                      <p:cBhvr>
                                        <p:cTn id="85" dur="500"/>
                                        <p:tgtEl>
                                          <p:spTgt spid="15"/>
                                        </p:tgtEl>
                                      </p:cBhvr>
                                    </p:animEffect>
                                  </p:childTnLst>
                                </p:cTn>
                              </p:par>
                              <p:par>
                                <p:cTn id="86" presetID="16" presetClass="entr" presetSubtype="42" fill="hold" nodeType="withEffect">
                                  <p:stCondLst>
                                    <p:cond delay="0"/>
                                  </p:stCondLst>
                                  <p:childTnLst>
                                    <p:set>
                                      <p:cBhvr>
                                        <p:cTn id="87" dur="1" fill="hold">
                                          <p:stCondLst>
                                            <p:cond delay="0"/>
                                          </p:stCondLst>
                                        </p:cTn>
                                        <p:tgtEl>
                                          <p:spTgt spid="44"/>
                                        </p:tgtEl>
                                        <p:attrNameLst>
                                          <p:attrName>style.visibility</p:attrName>
                                        </p:attrNameLst>
                                      </p:cBhvr>
                                      <p:to>
                                        <p:strVal val="visible"/>
                                      </p:to>
                                    </p:set>
                                    <p:animEffect transition="in" filter="barn(outHorizontal)">
                                      <p:cBhvr>
                                        <p:cTn id="88"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9AFB1C9-CBC8-14C4-C935-3B1B89A03167}"/>
              </a:ext>
            </a:extLst>
          </p:cNvPr>
          <p:cNvSpPr txBox="1"/>
          <p:nvPr>
            <p:custDataLst>
              <p:tags r:id="rId1"/>
            </p:custDataLst>
          </p:nvPr>
        </p:nvSpPr>
        <p:spPr>
          <a:xfrm>
            <a:off x="851147" y="219905"/>
            <a:ext cx="2711203" cy="492443"/>
          </a:xfrm>
          <a:prstGeom prst="rect">
            <a:avLst/>
          </a:prstGeom>
          <a:noFill/>
        </p:spPr>
        <p:txBody>
          <a:bodyPr wrap="square" rtlCol="0">
            <a:spAutoFit/>
          </a:bodyPr>
          <a:lstStyle/>
          <a:p>
            <a:r>
              <a:rPr lang="zh-CN" altLang="en-US" sz="2600" b="1">
                <a:solidFill>
                  <a:srgbClr val="39ABB6"/>
                </a:solidFill>
                <a:latin typeface="思源黑体" panose="020B0500000000000000" pitchFamily="34" charset="-122"/>
                <a:ea typeface="思源黑体" panose="020B0500000000000000" pitchFamily="34" charset="-122"/>
              </a:rPr>
              <a:t>一、声音的产生</a:t>
            </a:r>
          </a:p>
        </p:txBody>
      </p:sp>
      <p:sp>
        <p:nvSpPr>
          <p:cNvPr id="4" name="矩形 3">
            <a:extLst>
              <a:ext uri="{FF2B5EF4-FFF2-40B4-BE49-F238E27FC236}">
                <a16:creationId xmlns:a16="http://schemas.microsoft.com/office/drawing/2014/main" id="{D3B1D742-53EE-0D1C-71B2-63BB46179826}"/>
              </a:ext>
            </a:extLst>
          </p:cNvPr>
          <p:cNvSpPr/>
          <p:nvPr>
            <p:custDataLst>
              <p:tags r:id="rId2"/>
            </p:custDataLst>
          </p:nvPr>
        </p:nvSpPr>
        <p:spPr>
          <a:xfrm>
            <a:off x="953091" y="918071"/>
            <a:ext cx="5142909" cy="523798"/>
          </a:xfrm>
          <a:prstGeom prst="rect">
            <a:avLst/>
          </a:prstGeom>
        </p:spPr>
        <p:txBody>
          <a:bodyPr wrap="square">
            <a:spAutoFit/>
          </a:bodyPr>
          <a:lstStyle/>
          <a:p>
            <a:pPr>
              <a:lnSpc>
                <a:spcPts val="3600"/>
              </a:lnSpc>
            </a:pPr>
            <a:r>
              <a:rPr lang="en-US" altLang="zh-CN" sz="2600" b="1">
                <a:solidFill>
                  <a:srgbClr val="0070C0"/>
                </a:solidFill>
                <a:latin typeface="Times New Roman" panose="02020603050405020304" pitchFamily="18" charset="0"/>
                <a:cs typeface="Times New Roman" panose="02020603050405020304" pitchFamily="18" charset="0"/>
                <a:sym typeface="庞门正道标题体" panose="02010600030101010101" pitchFamily="2" charset="-122"/>
              </a:rPr>
              <a:t>1.  </a:t>
            </a:r>
            <a:r>
              <a:rPr lang="zh-CN" altLang="en-US" sz="2600" b="1">
                <a:solidFill>
                  <a:srgbClr val="0070C0"/>
                </a:solidFill>
                <a:latin typeface="Times New Roman" panose="02020603050405020304" pitchFamily="18" charset="0"/>
                <a:cs typeface="Times New Roman" panose="02020603050405020304" pitchFamily="18" charset="0"/>
                <a:sym typeface="庞门正道标题体" panose="02010600030101010101" pitchFamily="2" charset="-122"/>
              </a:rPr>
              <a:t>实验探究</a:t>
            </a:r>
            <a:r>
              <a:rPr lang="en-US" altLang="zh-CN" sz="2600" b="1">
                <a:solidFill>
                  <a:srgbClr val="0070C0"/>
                </a:solidFill>
                <a:latin typeface="Times New Roman" panose="02020603050405020304" pitchFamily="18" charset="0"/>
                <a:cs typeface="Times New Roman" panose="02020603050405020304" pitchFamily="18" charset="0"/>
                <a:sym typeface="庞门正道标题体" panose="02010600030101010101" pitchFamily="2" charset="-122"/>
              </a:rPr>
              <a:t>: </a:t>
            </a:r>
            <a:r>
              <a:rPr lang="zh-CN" altLang="en-US" sz="2600" b="1">
                <a:solidFill>
                  <a:srgbClr val="0070C0"/>
                </a:solidFill>
                <a:latin typeface="Times New Roman" panose="02020603050405020304" pitchFamily="18" charset="0"/>
                <a:cs typeface="Times New Roman" panose="02020603050405020304" pitchFamily="18" charset="0"/>
                <a:sym typeface="庞门正道标题体" panose="02010600030101010101" pitchFamily="2" charset="-122"/>
              </a:rPr>
              <a:t>声音的产生</a:t>
            </a:r>
          </a:p>
        </p:txBody>
      </p:sp>
      <p:graphicFrame>
        <p:nvGraphicFramePr>
          <p:cNvPr id="19" name="表格 18">
            <a:extLst>
              <a:ext uri="{FF2B5EF4-FFF2-40B4-BE49-F238E27FC236}">
                <a16:creationId xmlns:a16="http://schemas.microsoft.com/office/drawing/2014/main" id="{A7754DA5-9B4E-762C-123E-44B49BA48EA8}"/>
              </a:ext>
            </a:extLst>
          </p:cNvPr>
          <p:cNvGraphicFramePr>
            <a:graphicFrameLocks noGrp="1"/>
          </p:cNvGraphicFramePr>
          <p:nvPr>
            <p:custDataLst>
              <p:tags r:id="rId3"/>
            </p:custDataLst>
            <p:extLst>
              <p:ext uri="{D42A27DB-BD31-4B8C-83A1-F6EECF244321}">
                <p14:modId xmlns:p14="http://schemas.microsoft.com/office/powerpoint/2010/main" val="1529724745"/>
              </p:ext>
            </p:extLst>
          </p:nvPr>
        </p:nvGraphicFramePr>
        <p:xfrm>
          <a:off x="716600" y="1593750"/>
          <a:ext cx="10909423" cy="4949162"/>
        </p:xfrm>
        <a:graphic>
          <a:graphicData uri="http://schemas.openxmlformats.org/drawingml/2006/table">
            <a:tbl>
              <a:tblPr firstRow="1" bandRow="1"/>
              <a:tblGrid>
                <a:gridCol w="2153600">
                  <a:extLst>
                    <a:ext uri="{9D8B030D-6E8A-4147-A177-3AD203B41FA5}">
                      <a16:colId xmlns:a16="http://schemas.microsoft.com/office/drawing/2014/main" val="2706500770"/>
                    </a:ext>
                  </a:extLst>
                </a:gridCol>
                <a:gridCol w="2762250">
                  <a:extLst>
                    <a:ext uri="{9D8B030D-6E8A-4147-A177-3AD203B41FA5}">
                      <a16:colId xmlns:a16="http://schemas.microsoft.com/office/drawing/2014/main" val="662441690"/>
                    </a:ext>
                  </a:extLst>
                </a:gridCol>
                <a:gridCol w="3077055">
                  <a:extLst>
                    <a:ext uri="{9D8B030D-6E8A-4147-A177-3AD203B41FA5}">
                      <a16:colId xmlns:a16="http://schemas.microsoft.com/office/drawing/2014/main" val="880656677"/>
                    </a:ext>
                  </a:extLst>
                </a:gridCol>
                <a:gridCol w="2916518">
                  <a:extLst>
                    <a:ext uri="{9D8B030D-6E8A-4147-A177-3AD203B41FA5}">
                      <a16:colId xmlns:a16="http://schemas.microsoft.com/office/drawing/2014/main" val="2264660859"/>
                    </a:ext>
                  </a:extLst>
                </a:gridCol>
              </a:tblGrid>
              <a:tr h="582715">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lnSpc>
                          <a:spcPts val="2800"/>
                        </a:lnSpc>
                      </a:pPr>
                      <a:r>
                        <a:rPr lang="zh-CN" altLang="en-US" sz="2400" b="0">
                          <a:solidFill>
                            <a:schemeClr val="tx1"/>
                          </a:solidFill>
                          <a:latin typeface="微软雅黑" panose="020B0503020204020204" pitchFamily="34" charset="-122"/>
                          <a:ea typeface="微软雅黑" panose="020B0503020204020204" pitchFamily="34" charset="-122"/>
                        </a:rPr>
                        <a:t>图示</a:t>
                      </a:r>
                      <a:endParaRPr lang="en-US" altLang="zh-CN" sz="2400" b="0">
                        <a:solidFill>
                          <a:schemeClr val="tx1"/>
                        </a:solidFill>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lnSpc>
                          <a:spcPts val="2800"/>
                        </a:lnSpc>
                      </a:pPr>
                      <a:r>
                        <a:rPr lang="zh-CN" altLang="en-US" sz="2400" b="0">
                          <a:solidFill>
                            <a:schemeClr val="tx1"/>
                          </a:solidFill>
                          <a:latin typeface="微软雅黑" panose="020B0503020204020204" pitchFamily="34" charset="-122"/>
                          <a:ea typeface="微软雅黑" panose="020B0503020204020204" pitchFamily="34" charset="-122"/>
                        </a:rPr>
                        <a:t>实验过程</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lnSpc>
                          <a:spcPts val="2800"/>
                        </a:lnSpc>
                      </a:pPr>
                      <a:r>
                        <a:rPr lang="zh-CN" altLang="en-US" sz="2400" b="0">
                          <a:solidFill>
                            <a:schemeClr val="tx1"/>
                          </a:solidFill>
                          <a:latin typeface="微软雅黑" panose="020B0503020204020204" pitchFamily="34" charset="-122"/>
                          <a:ea typeface="微软雅黑" panose="020B0503020204020204" pitchFamily="34" charset="-122"/>
                        </a:rPr>
                        <a:t>实验现象</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lnSpc>
                          <a:spcPts val="2800"/>
                        </a:lnSpc>
                      </a:pPr>
                      <a:r>
                        <a:rPr lang="zh-CN" altLang="en-US" sz="2400" b="0">
                          <a:solidFill>
                            <a:schemeClr val="tx1"/>
                          </a:solidFill>
                          <a:latin typeface="微软雅黑" panose="020B0503020204020204" pitchFamily="34" charset="-122"/>
                          <a:ea typeface="微软雅黑" panose="020B0503020204020204" pitchFamily="34" charset="-122"/>
                        </a:rPr>
                        <a:t>分析</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extLst>
                  <a:ext uri="{0D108BD9-81ED-4DB2-BD59-A6C34878D82A}">
                    <a16:rowId xmlns:a16="http://schemas.microsoft.com/office/drawing/2014/main" val="292430233"/>
                  </a:ext>
                </a:extLst>
              </a:tr>
              <a:tr h="1550985">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4918347"/>
                  </a:ext>
                </a:extLst>
              </a:tr>
              <a:tr h="1346200">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3445252"/>
                  </a:ext>
                </a:extLst>
              </a:tr>
              <a:tr h="1469262">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9525528"/>
                  </a:ext>
                </a:extLst>
              </a:tr>
            </a:tbl>
          </a:graphicData>
        </a:graphic>
      </p:graphicFrame>
      <p:sp>
        <p:nvSpPr>
          <p:cNvPr id="21" name="文本框 20">
            <a:extLst>
              <a:ext uri="{FF2B5EF4-FFF2-40B4-BE49-F238E27FC236}">
                <a16:creationId xmlns:a16="http://schemas.microsoft.com/office/drawing/2014/main" id="{72822AB4-005F-72DE-B595-0581C3B4DCC0}"/>
              </a:ext>
            </a:extLst>
          </p:cNvPr>
          <p:cNvSpPr txBox="1"/>
          <p:nvPr>
            <p:custDataLst>
              <p:tags r:id="rId4"/>
            </p:custDataLst>
          </p:nvPr>
        </p:nvSpPr>
        <p:spPr>
          <a:xfrm>
            <a:off x="3290333" y="3872830"/>
            <a:ext cx="2244968" cy="1146917"/>
          </a:xfrm>
          <a:prstGeom prst="rect">
            <a:avLst/>
          </a:prstGeom>
          <a:noFill/>
        </p:spPr>
        <p:txBody>
          <a:bodyPr wrap="square">
            <a:spAutoFit/>
          </a:bodyPr>
          <a:lstStyle/>
          <a:p>
            <a:pPr>
              <a:defRPr/>
            </a:pPr>
            <a:r>
              <a:rPr lang="zh-CN" altLang="en-US" sz="2200">
                <a:solidFill>
                  <a:prstClr val="black"/>
                </a:solidFill>
                <a:latin typeface="微软雅黑" panose="020B0503020204020204" pitchFamily="34" charset="-122"/>
              </a:rPr>
              <a:t>敲击音叉，将正在发声的音叉插入水里</a:t>
            </a:r>
          </a:p>
        </p:txBody>
      </p:sp>
      <p:sp>
        <p:nvSpPr>
          <p:cNvPr id="22" name="文本框 21">
            <a:extLst>
              <a:ext uri="{FF2B5EF4-FFF2-40B4-BE49-F238E27FC236}">
                <a16:creationId xmlns:a16="http://schemas.microsoft.com/office/drawing/2014/main" id="{C68FB194-A2A1-09C4-4A5C-BF66036AC330}"/>
              </a:ext>
            </a:extLst>
          </p:cNvPr>
          <p:cNvSpPr txBox="1"/>
          <p:nvPr>
            <p:custDataLst>
              <p:tags r:id="rId5"/>
            </p:custDataLst>
          </p:nvPr>
        </p:nvSpPr>
        <p:spPr>
          <a:xfrm>
            <a:off x="6010416" y="3761834"/>
            <a:ext cx="2562084" cy="1146917"/>
          </a:xfrm>
          <a:prstGeom prst="rect">
            <a:avLst/>
          </a:prstGeom>
          <a:noFill/>
        </p:spPr>
        <p:txBody>
          <a:bodyPr wrap="square">
            <a:spAutoFit/>
          </a:bodyPr>
          <a:lstStyle/>
          <a:p>
            <a:pPr>
              <a:defRPr/>
            </a:pPr>
            <a:r>
              <a:rPr lang="zh-CN" altLang="en-US" sz="2200">
                <a:solidFill>
                  <a:prstClr val="black"/>
                </a:solidFill>
                <a:latin typeface="微软雅黑" panose="020B0503020204020204" pitchFamily="34" charset="-122"/>
              </a:rPr>
              <a:t>水花四溅，音叉振动发声；振动停止，发声也停止</a:t>
            </a:r>
          </a:p>
        </p:txBody>
      </p:sp>
      <p:pic>
        <p:nvPicPr>
          <p:cNvPr id="23" name="图片 22">
            <a:extLst>
              <a:ext uri="{FF2B5EF4-FFF2-40B4-BE49-F238E27FC236}">
                <a16:creationId xmlns:a16="http://schemas.microsoft.com/office/drawing/2014/main" id="{150326AF-B713-A1C1-5CB2-F968FBCEF668}"/>
              </a:ext>
            </a:extLst>
          </p:cNvPr>
          <p:cNvPicPr>
            <a:picLocks noChangeAspect="1"/>
          </p:cNvPicPr>
          <p:nvPr>
            <p:custDataLst>
              <p:tags r:id="rId6"/>
            </p:custDataLst>
          </p:nvPr>
        </p:nvPicPr>
        <p:blipFill>
          <a:blip r:embed="rId17"/>
          <a:stretch>
            <a:fillRect/>
          </a:stretch>
        </p:blipFill>
        <p:spPr>
          <a:xfrm>
            <a:off x="1223013" y="3803433"/>
            <a:ext cx="1219842" cy="1176912"/>
          </a:xfrm>
          <a:prstGeom prst="rect">
            <a:avLst/>
          </a:prstGeom>
          <a:effectLst>
            <a:softEdge rad="31750"/>
          </a:effectLst>
        </p:spPr>
      </p:pic>
      <p:sp>
        <p:nvSpPr>
          <p:cNvPr id="24" name="文本框 23">
            <a:extLst>
              <a:ext uri="{FF2B5EF4-FFF2-40B4-BE49-F238E27FC236}">
                <a16:creationId xmlns:a16="http://schemas.microsoft.com/office/drawing/2014/main" id="{5B0E8FDE-9C41-230A-A7F0-1118C9C70414}"/>
              </a:ext>
            </a:extLst>
          </p:cNvPr>
          <p:cNvSpPr txBox="1"/>
          <p:nvPr>
            <p:custDataLst>
              <p:tags r:id="rId7"/>
            </p:custDataLst>
          </p:nvPr>
        </p:nvSpPr>
        <p:spPr>
          <a:xfrm>
            <a:off x="3205504" y="2687691"/>
            <a:ext cx="2244968" cy="787844"/>
          </a:xfrm>
          <a:prstGeom prst="rect">
            <a:avLst/>
          </a:prstGeom>
          <a:noFill/>
        </p:spPr>
        <p:txBody>
          <a:bodyPr wrap="square">
            <a:spAutoFit/>
          </a:bodyPr>
          <a:lstStyle/>
          <a:p>
            <a:pPr>
              <a:defRPr/>
            </a:pPr>
            <a:r>
              <a:rPr lang="zh-CN" altLang="en-US" sz="2200">
                <a:solidFill>
                  <a:prstClr val="black"/>
                </a:solidFill>
                <a:latin typeface="微软雅黑" panose="020B0503020204020204" pitchFamily="34" charset="-122"/>
              </a:rPr>
              <a:t>用手指按住自己咽喉两侧说话</a:t>
            </a:r>
          </a:p>
        </p:txBody>
      </p:sp>
      <p:sp>
        <p:nvSpPr>
          <p:cNvPr id="25" name="文本框 24">
            <a:extLst>
              <a:ext uri="{FF2B5EF4-FFF2-40B4-BE49-F238E27FC236}">
                <a16:creationId xmlns:a16="http://schemas.microsoft.com/office/drawing/2014/main" id="{16F20BEE-943C-9652-ABFA-6BA143116C93}"/>
              </a:ext>
            </a:extLst>
          </p:cNvPr>
          <p:cNvSpPr txBox="1"/>
          <p:nvPr>
            <p:custDataLst>
              <p:tags r:id="rId8"/>
            </p:custDataLst>
          </p:nvPr>
        </p:nvSpPr>
        <p:spPr>
          <a:xfrm>
            <a:off x="6010416" y="2451576"/>
            <a:ext cx="2197412" cy="1146917"/>
          </a:xfrm>
          <a:prstGeom prst="rect">
            <a:avLst/>
          </a:prstGeom>
          <a:noFill/>
        </p:spPr>
        <p:txBody>
          <a:bodyPr wrap="square">
            <a:spAutoFit/>
          </a:bodyPr>
          <a:lstStyle/>
          <a:p>
            <a:pPr>
              <a:defRPr/>
            </a:pPr>
            <a:r>
              <a:rPr lang="zh-CN" altLang="en-US" sz="2200">
                <a:solidFill>
                  <a:prstClr val="black"/>
                </a:solidFill>
                <a:latin typeface="微软雅黑" panose="020B0503020204020204" pitchFamily="34" charset="-122"/>
              </a:rPr>
              <a:t>声带振动发声；振动停止，发声也停止</a:t>
            </a:r>
          </a:p>
        </p:txBody>
      </p:sp>
      <p:pic>
        <p:nvPicPr>
          <p:cNvPr id="26" name="图片 25">
            <a:extLst>
              <a:ext uri="{FF2B5EF4-FFF2-40B4-BE49-F238E27FC236}">
                <a16:creationId xmlns:a16="http://schemas.microsoft.com/office/drawing/2014/main" id="{5ED588EC-1F29-767A-BA0F-69DAA24B8031}"/>
              </a:ext>
            </a:extLst>
          </p:cNvPr>
          <p:cNvPicPr/>
          <p:nvPr>
            <p:custDataLst>
              <p:tags r:id="rId9"/>
            </p:custDataLst>
          </p:nvPr>
        </p:nvPicPr>
        <p:blipFill>
          <a:blip r:embed="rId18">
            <a:extLst>
              <a:ext uri="{28A0092B-C50C-407E-A947-70E740481C1C}">
                <a14:useLocalDpi xmlns:a14="http://schemas.microsoft.com/office/drawing/2010/main" val="0"/>
              </a:ext>
            </a:extLst>
          </a:blip>
          <a:srcRect l="56951" t="7027"/>
          <a:stretch>
            <a:fillRect/>
          </a:stretch>
        </p:blipFill>
        <p:spPr>
          <a:xfrm>
            <a:off x="1366960" y="2184708"/>
            <a:ext cx="1219842" cy="1453032"/>
          </a:xfrm>
          <a:prstGeom prst="rect">
            <a:avLst/>
          </a:prstGeom>
        </p:spPr>
      </p:pic>
      <p:sp>
        <p:nvSpPr>
          <p:cNvPr id="27" name="文本框 26">
            <a:extLst>
              <a:ext uri="{FF2B5EF4-FFF2-40B4-BE49-F238E27FC236}">
                <a16:creationId xmlns:a16="http://schemas.microsoft.com/office/drawing/2014/main" id="{95DD19B0-E729-573C-6B01-29343B039984}"/>
              </a:ext>
            </a:extLst>
          </p:cNvPr>
          <p:cNvSpPr txBox="1"/>
          <p:nvPr>
            <p:custDataLst>
              <p:tags r:id="rId10"/>
            </p:custDataLst>
          </p:nvPr>
        </p:nvSpPr>
        <p:spPr>
          <a:xfrm>
            <a:off x="9013196" y="4119848"/>
            <a:ext cx="2698836" cy="430887"/>
          </a:xfrm>
          <a:prstGeom prst="rect">
            <a:avLst/>
          </a:prstGeom>
          <a:noFill/>
        </p:spPr>
        <p:txBody>
          <a:bodyPr wrap="square">
            <a:spAutoFit/>
          </a:bodyPr>
          <a:lstStyle/>
          <a:p>
            <a:pPr>
              <a:defRPr/>
            </a:pPr>
            <a:r>
              <a:rPr lang="zh-CN" altLang="en-US" sz="2200">
                <a:solidFill>
                  <a:prstClr val="black"/>
                </a:solidFill>
                <a:latin typeface="微软雅黑" panose="020B0503020204020204" pitchFamily="34" charset="-122"/>
              </a:rPr>
              <a:t>音叉发声时在</a:t>
            </a:r>
            <a:r>
              <a:rPr lang="zh-CN" altLang="en-US" sz="2200">
                <a:solidFill>
                  <a:srgbClr val="FF0000"/>
                </a:solidFill>
                <a:latin typeface="微软雅黑" panose="020B0503020204020204" pitchFamily="34" charset="-122"/>
              </a:rPr>
              <a:t>振动</a:t>
            </a:r>
          </a:p>
        </p:txBody>
      </p:sp>
      <p:sp>
        <p:nvSpPr>
          <p:cNvPr id="28" name="文本框 27">
            <a:extLst>
              <a:ext uri="{FF2B5EF4-FFF2-40B4-BE49-F238E27FC236}">
                <a16:creationId xmlns:a16="http://schemas.microsoft.com/office/drawing/2014/main" id="{B8D33E07-34E3-BF50-0D21-A4A79ED0E714}"/>
              </a:ext>
            </a:extLst>
          </p:cNvPr>
          <p:cNvSpPr txBox="1"/>
          <p:nvPr>
            <p:custDataLst>
              <p:tags r:id="rId11"/>
            </p:custDataLst>
          </p:nvPr>
        </p:nvSpPr>
        <p:spPr>
          <a:xfrm>
            <a:off x="8920875" y="2866169"/>
            <a:ext cx="2609897" cy="430887"/>
          </a:xfrm>
          <a:prstGeom prst="rect">
            <a:avLst/>
          </a:prstGeom>
          <a:noFill/>
        </p:spPr>
        <p:txBody>
          <a:bodyPr wrap="square">
            <a:spAutoFit/>
          </a:bodyPr>
          <a:lstStyle/>
          <a:p>
            <a:pPr>
              <a:defRPr/>
            </a:pPr>
            <a:r>
              <a:rPr lang="zh-CN" altLang="en-US" sz="2200">
                <a:solidFill>
                  <a:prstClr val="black"/>
                </a:solidFill>
                <a:latin typeface="微软雅黑" panose="020B0503020204020204" pitchFamily="34" charset="-122"/>
              </a:rPr>
              <a:t>声带发声时在</a:t>
            </a:r>
            <a:r>
              <a:rPr lang="zh-CN" altLang="en-US" sz="2200">
                <a:solidFill>
                  <a:srgbClr val="FF0000"/>
                </a:solidFill>
                <a:latin typeface="微软雅黑" panose="020B0503020204020204" pitchFamily="34" charset="-122"/>
              </a:rPr>
              <a:t>振动</a:t>
            </a:r>
          </a:p>
        </p:txBody>
      </p:sp>
      <p:pic>
        <p:nvPicPr>
          <p:cNvPr id="29" name="图片 28">
            <a:extLst>
              <a:ext uri="{FF2B5EF4-FFF2-40B4-BE49-F238E27FC236}">
                <a16:creationId xmlns:a16="http://schemas.microsoft.com/office/drawing/2014/main" id="{11ED9765-A234-EE79-F868-CD3DC2B0766F}"/>
              </a:ext>
            </a:extLst>
          </p:cNvPr>
          <p:cNvPicPr>
            <a:picLocks noChangeAspect="1"/>
          </p:cNvPicPr>
          <p:nvPr>
            <p:custDataLst>
              <p:tags r:id="rId12"/>
            </p:custDataLst>
          </p:nvPr>
        </p:nvPicPr>
        <p:blipFill>
          <a:blip r:embed="rId19"/>
          <a:srcRect r="9824"/>
          <a:stretch>
            <a:fillRect/>
          </a:stretch>
        </p:blipFill>
        <p:spPr>
          <a:xfrm>
            <a:off x="1029243" y="5094117"/>
            <a:ext cx="1501641" cy="1360629"/>
          </a:xfrm>
          <a:prstGeom prst="rect">
            <a:avLst/>
          </a:prstGeom>
        </p:spPr>
      </p:pic>
      <p:sp>
        <p:nvSpPr>
          <p:cNvPr id="30" name="文本框 29">
            <a:extLst>
              <a:ext uri="{FF2B5EF4-FFF2-40B4-BE49-F238E27FC236}">
                <a16:creationId xmlns:a16="http://schemas.microsoft.com/office/drawing/2014/main" id="{3AAAEBEB-7F5D-66F2-9B5E-D6E84985741B}"/>
              </a:ext>
            </a:extLst>
          </p:cNvPr>
          <p:cNvSpPr txBox="1"/>
          <p:nvPr>
            <p:custDataLst>
              <p:tags r:id="rId13"/>
            </p:custDataLst>
          </p:nvPr>
        </p:nvSpPr>
        <p:spPr>
          <a:xfrm>
            <a:off x="3538262" y="5433527"/>
            <a:ext cx="1820838" cy="769441"/>
          </a:xfrm>
          <a:prstGeom prst="rect">
            <a:avLst/>
          </a:prstGeom>
          <a:noFill/>
        </p:spPr>
        <p:txBody>
          <a:bodyPr wrap="square">
            <a:spAutoFit/>
          </a:bodyPr>
          <a:lstStyle/>
          <a:p>
            <a:pPr>
              <a:defRPr/>
            </a:pPr>
            <a:r>
              <a:rPr lang="zh-CN" altLang="en-US" sz="2200">
                <a:solidFill>
                  <a:prstClr val="black"/>
                </a:solidFill>
                <a:latin typeface="宋体" panose="02010600030101010101" pitchFamily="2" charset="-122"/>
              </a:rPr>
              <a:t>用力吹笛，</a:t>
            </a:r>
            <a:endParaRPr lang="en-US" altLang="zh-CN" sz="2200">
              <a:solidFill>
                <a:prstClr val="black"/>
              </a:solidFill>
              <a:latin typeface="宋体" panose="02010600030101010101" pitchFamily="2" charset="-122"/>
            </a:endParaRPr>
          </a:p>
          <a:p>
            <a:pPr>
              <a:defRPr/>
            </a:pPr>
            <a:r>
              <a:rPr lang="zh-CN" altLang="en-US" sz="2200">
                <a:solidFill>
                  <a:prstClr val="black"/>
                </a:solidFill>
                <a:latin typeface="宋体" panose="02010600030101010101" pitchFamily="2" charset="-122"/>
              </a:rPr>
              <a:t>停止吹笛</a:t>
            </a:r>
          </a:p>
        </p:txBody>
      </p:sp>
      <p:sp>
        <p:nvSpPr>
          <p:cNvPr id="31" name="文本框 30">
            <a:extLst>
              <a:ext uri="{FF2B5EF4-FFF2-40B4-BE49-F238E27FC236}">
                <a16:creationId xmlns:a16="http://schemas.microsoft.com/office/drawing/2014/main" id="{E6D07E98-D14C-49E3-EE9E-1D0D61692215}"/>
              </a:ext>
            </a:extLst>
          </p:cNvPr>
          <p:cNvSpPr txBox="1"/>
          <p:nvPr>
            <p:custDataLst>
              <p:tags r:id="rId14"/>
            </p:custDataLst>
          </p:nvPr>
        </p:nvSpPr>
        <p:spPr>
          <a:xfrm>
            <a:off x="5846809" y="5264250"/>
            <a:ext cx="2795541" cy="1107996"/>
          </a:xfrm>
          <a:prstGeom prst="rect">
            <a:avLst/>
          </a:prstGeom>
          <a:noFill/>
        </p:spPr>
        <p:txBody>
          <a:bodyPr wrap="square">
            <a:spAutoFit/>
          </a:bodyPr>
          <a:lstStyle/>
          <a:p>
            <a:pPr>
              <a:defRPr/>
            </a:pPr>
            <a:r>
              <a:rPr lang="zh-CN" altLang="en-US" sz="2200">
                <a:solidFill>
                  <a:prstClr val="black"/>
                </a:solidFill>
                <a:latin typeface="宋体" panose="02010600030101010101" pitchFamily="2" charset="-122"/>
              </a:rPr>
              <a:t>笛子内的空气柱振动发声；空气柱停止振动，发声也停止</a:t>
            </a:r>
          </a:p>
        </p:txBody>
      </p:sp>
      <p:sp>
        <p:nvSpPr>
          <p:cNvPr id="32" name="文本框 31">
            <a:extLst>
              <a:ext uri="{FF2B5EF4-FFF2-40B4-BE49-F238E27FC236}">
                <a16:creationId xmlns:a16="http://schemas.microsoft.com/office/drawing/2014/main" id="{184D4FF7-526B-F989-4F3E-D2D37DDD646C}"/>
              </a:ext>
            </a:extLst>
          </p:cNvPr>
          <p:cNvSpPr txBox="1"/>
          <p:nvPr>
            <p:custDataLst>
              <p:tags r:id="rId15"/>
            </p:custDataLst>
          </p:nvPr>
        </p:nvSpPr>
        <p:spPr>
          <a:xfrm>
            <a:off x="9130059" y="5378294"/>
            <a:ext cx="2337413" cy="769441"/>
          </a:xfrm>
          <a:prstGeom prst="rect">
            <a:avLst/>
          </a:prstGeom>
          <a:noFill/>
        </p:spPr>
        <p:txBody>
          <a:bodyPr wrap="square">
            <a:spAutoFit/>
          </a:bodyPr>
          <a:lstStyle/>
          <a:p>
            <a:pPr>
              <a:defRPr/>
            </a:pPr>
            <a:r>
              <a:rPr lang="zh-CN" altLang="en-US" sz="2200">
                <a:solidFill>
                  <a:prstClr val="black"/>
                </a:solidFill>
                <a:latin typeface="宋体" panose="02010600030101010101" pitchFamily="2" charset="-122"/>
              </a:rPr>
              <a:t>笛子</a:t>
            </a:r>
            <a:r>
              <a:rPr lang="zh-CN" altLang="en-US" sz="2200">
                <a:solidFill>
                  <a:prstClr val="black"/>
                </a:solidFill>
                <a:latin typeface="微软雅黑" panose="020B0503020204020204" pitchFamily="34" charset="-122"/>
              </a:rPr>
              <a:t>发声时，</a:t>
            </a:r>
            <a:r>
              <a:rPr lang="zh-CN" altLang="en-US" sz="2200">
                <a:solidFill>
                  <a:prstClr val="black"/>
                </a:solidFill>
                <a:latin typeface="宋体" panose="02010600030101010101" pitchFamily="2" charset="-122"/>
              </a:rPr>
              <a:t>笛内的空气柱</a:t>
            </a:r>
            <a:r>
              <a:rPr lang="zh-CN" altLang="en-US" sz="2200">
                <a:solidFill>
                  <a:srgbClr val="FF0000"/>
                </a:solidFill>
                <a:latin typeface="微软雅黑" panose="020B0503020204020204" pitchFamily="34" charset="-122"/>
              </a:rPr>
              <a:t>振动</a:t>
            </a:r>
          </a:p>
        </p:txBody>
      </p:sp>
      <p:pic>
        <p:nvPicPr>
          <p:cNvPr id="2" name="图片 1" descr="cbe3eb76672406fabbe30586b58813d">
            <a:extLst>
              <a:ext uri="{FF2B5EF4-FFF2-40B4-BE49-F238E27FC236}">
                <a16:creationId xmlns:a16="http://schemas.microsoft.com/office/drawing/2014/main" id="{EFA76C8F-4277-CB3F-84AC-8EDA4E2D6EA0}"/>
              </a:ext>
            </a:extLst>
          </p:cNvPr>
          <p:cNvPicPr>
            <a:picLocks noChangeAspect="1"/>
          </p:cNvPicPr>
          <p:nvPr/>
        </p:nvPicPr>
        <p:blipFill>
          <a:blip r:embed="rId20"/>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7402982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arn(outHorizontal)">
                                      <p:cBhvr>
                                        <p:cTn id="17" dur="500"/>
                                        <p:tgtEl>
                                          <p:spTgt spid="26"/>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barn(inVertical)">
                                      <p:cBhvr>
                                        <p:cTn id="20" dur="500"/>
                                        <p:tgtEl>
                                          <p:spTgt spid="24"/>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checkerboard(across)">
                                      <p:cBhvr>
                                        <p:cTn id="25" dur="500"/>
                                        <p:tgtEl>
                                          <p:spTgt spid="25"/>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checkerboard(across)">
                                      <p:cBhvr>
                                        <p:cTn id="30" dur="500"/>
                                        <p:tgtEl>
                                          <p:spTgt spid="28"/>
                                        </p:tgtEl>
                                      </p:cBhvr>
                                    </p:animEffect>
                                  </p:childTnLst>
                                </p:cTn>
                              </p:par>
                            </p:childTnLst>
                          </p:cTn>
                        </p:par>
                      </p:childTnLst>
                    </p:cTn>
                  </p:par>
                  <p:par>
                    <p:cTn id="31" fill="hold" nodeType="clickPar">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barn(inVertical)">
                                      <p:cBhvr>
                                        <p:cTn id="35" dur="500"/>
                                        <p:tgtEl>
                                          <p:spTgt spid="23"/>
                                        </p:tgtEl>
                                      </p:cBhvr>
                                    </p:animEffect>
                                  </p:childTnLst>
                                </p:cTn>
                              </p:par>
                            </p:childTnLst>
                          </p:cTn>
                        </p:par>
                        <p:par>
                          <p:cTn id="36" fill="hold" nodeType="afterGroup">
                            <p:stCondLst>
                              <p:cond delay="500"/>
                            </p:stCondLst>
                            <p:childTnLst>
                              <p:par>
                                <p:cTn id="37" presetID="3" presetClass="entr" presetSubtype="10"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blinds(horizontal)">
                                      <p:cBhvr>
                                        <p:cTn id="39" dur="500"/>
                                        <p:tgtEl>
                                          <p:spTgt spid="21"/>
                                        </p:tgtEl>
                                      </p:cBhvr>
                                    </p:animEffect>
                                  </p:childTnLst>
                                </p:cTn>
                              </p:par>
                            </p:childTnLst>
                          </p:cTn>
                        </p:par>
                      </p:childTnLst>
                    </p:cTn>
                  </p:par>
                  <p:par>
                    <p:cTn id="40" fill="hold" nodeType="clickPar">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dissolve">
                                      <p:cBhvr>
                                        <p:cTn id="44" dur="500"/>
                                        <p:tgtEl>
                                          <p:spTgt spid="22"/>
                                        </p:tgtEl>
                                      </p:cBhvr>
                                    </p:animEffect>
                                  </p:childTnLst>
                                </p:cTn>
                              </p:par>
                            </p:childTnLst>
                          </p:cTn>
                        </p:par>
                      </p:childTnLst>
                    </p:cTn>
                  </p:par>
                  <p:par>
                    <p:cTn id="45" fill="hold" nodeType="clickPar">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dissolve">
                                      <p:cBhvr>
                                        <p:cTn id="49" dur="500"/>
                                        <p:tgtEl>
                                          <p:spTgt spid="27"/>
                                        </p:tgtEl>
                                      </p:cBhvr>
                                    </p:animEffect>
                                  </p:childTnLst>
                                </p:cTn>
                              </p:par>
                            </p:childTnLst>
                          </p:cTn>
                        </p:par>
                      </p:childTnLst>
                    </p:cTn>
                  </p:par>
                  <p:par>
                    <p:cTn id="50" fill="hold" nodeType="clickPar">
                      <p:stCondLst>
                        <p:cond delay="indefinite"/>
                      </p:stCondLst>
                      <p:childTnLst>
                        <p:par>
                          <p:cTn id="51" fill="hold">
                            <p:stCondLst>
                              <p:cond delay="0"/>
                            </p:stCondLst>
                            <p:childTnLst>
                              <p:par>
                                <p:cTn id="52" presetID="16" presetClass="entr" presetSubtype="21" fill="hold" nodeType="click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barn(inVertical)">
                                      <p:cBhvr>
                                        <p:cTn id="54" dur="500"/>
                                        <p:tgtEl>
                                          <p:spTgt spid="29"/>
                                        </p:tgtEl>
                                      </p:cBhvr>
                                    </p:animEffect>
                                  </p:childTnLst>
                                </p:cTn>
                              </p:par>
                            </p:childTnLst>
                          </p:cTn>
                        </p:par>
                        <p:par>
                          <p:cTn id="55" fill="hold" nodeType="afterGroup">
                            <p:stCondLst>
                              <p:cond delay="500"/>
                            </p:stCondLst>
                            <p:childTnLst>
                              <p:par>
                                <p:cTn id="56" presetID="16" presetClass="entr" presetSubtype="21" fill="hold" grpId="0" nodeType="after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barn(inVertical)">
                                      <p:cBhvr>
                                        <p:cTn id="58" dur="500"/>
                                        <p:tgtEl>
                                          <p:spTgt spid="30"/>
                                        </p:tgtEl>
                                      </p:cBhvr>
                                    </p:animEffect>
                                  </p:childTnLst>
                                </p:cTn>
                              </p:par>
                            </p:childTnLst>
                          </p:cTn>
                        </p:par>
                      </p:childTnLst>
                    </p:cTn>
                  </p:par>
                  <p:par>
                    <p:cTn id="59" fill="hold" nodeType="clickPar">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blinds(horizontal)">
                                      <p:cBhvr>
                                        <p:cTn id="63" dur="500"/>
                                        <p:tgtEl>
                                          <p:spTgt spid="31"/>
                                        </p:tgtEl>
                                      </p:cBhvr>
                                    </p:animEffect>
                                  </p:childTnLst>
                                </p:cTn>
                              </p:par>
                            </p:childTnLst>
                          </p:cTn>
                        </p:par>
                      </p:childTnLst>
                    </p:cTn>
                  </p:par>
                  <p:par>
                    <p:cTn id="64" fill="hold" nodeType="clickPar">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blinds(horizontal)">
                                      <p:cBhvr>
                                        <p:cTn id="6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1" grpId="0"/>
      <p:bldP spid="22" grpId="0"/>
      <p:bldP spid="24" grpId="0"/>
      <p:bldP spid="25" grpId="0"/>
      <p:bldP spid="27" grpId="0"/>
      <p:bldP spid="28" grpId="0"/>
      <p:bldP spid="30" grpId="0"/>
      <p:bldP spid="31" grpId="0"/>
      <p:bldP spid="3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文本框 24">
            <a:extLst>
              <a:ext uri="{FF2B5EF4-FFF2-40B4-BE49-F238E27FC236}">
                <a16:creationId xmlns:a16="http://schemas.microsoft.com/office/drawing/2014/main" id="{BDE9305B-D931-AEB3-C743-A924851AB4DF}"/>
              </a:ext>
            </a:extLst>
          </p:cNvPr>
          <p:cNvSpPr txBox="1"/>
          <p:nvPr>
            <p:custDataLst>
              <p:tags r:id="rId1"/>
            </p:custDataLst>
          </p:nvPr>
        </p:nvSpPr>
        <p:spPr>
          <a:xfrm>
            <a:off x="1663262" y="1968512"/>
            <a:ext cx="8477120" cy="3374193"/>
          </a:xfrm>
          <a:prstGeom prst="rect">
            <a:avLst/>
          </a:prstGeom>
          <a:noFill/>
        </p:spPr>
        <p:txBody>
          <a:bodyPr wrap="square">
            <a:spAutoFit/>
          </a:bodyPr>
          <a:lstStyle/>
          <a:p>
            <a:pPr indent="504000" defTabSz="457200">
              <a:lnSpc>
                <a:spcPts val="3700"/>
              </a:lnSpc>
              <a:defRPr/>
            </a:pPr>
            <a:r>
              <a:rPr lang="zh-CN" altLang="en-US" sz="2600" b="1" kern="0">
                <a:solidFill>
                  <a:srgbClr val="00B0F0"/>
                </a:solidFill>
                <a:latin typeface="Times New Roman" panose="02020603050405020304" pitchFamily="18" charset="0"/>
                <a:cs typeface="Times New Roman" panose="02020603050405020304" pitchFamily="18" charset="0"/>
              </a:rPr>
              <a:t>（</a:t>
            </a:r>
            <a:r>
              <a:rPr lang="en-US" altLang="zh-CN" sz="2600" b="1" kern="0">
                <a:solidFill>
                  <a:srgbClr val="00B0F0"/>
                </a:solidFill>
                <a:latin typeface="Times New Roman" panose="02020603050405020304" pitchFamily="18" charset="0"/>
                <a:cs typeface="Times New Roman" panose="02020603050405020304" pitchFamily="18" charset="0"/>
              </a:rPr>
              <a:t>1</a:t>
            </a:r>
            <a:r>
              <a:rPr lang="zh-CN" altLang="en-US" sz="2600" b="1" kern="0">
                <a:solidFill>
                  <a:srgbClr val="00B0F0"/>
                </a:solidFill>
                <a:latin typeface="Times New Roman" panose="02020603050405020304" pitchFamily="18" charset="0"/>
                <a:cs typeface="Times New Roman" panose="02020603050405020304" pitchFamily="18" charset="0"/>
              </a:rPr>
              <a:t>）产生：</a:t>
            </a:r>
            <a:r>
              <a:rPr lang="zh-CN" altLang="en-US" sz="2600" kern="0">
                <a:latin typeface="Times New Roman" panose="02020603050405020304" pitchFamily="18" charset="0"/>
                <a:cs typeface="Times New Roman" panose="02020603050405020304" pitchFamily="18" charset="0"/>
              </a:rPr>
              <a:t>声音是由物体的</a:t>
            </a:r>
            <a:r>
              <a:rPr lang="zh-CN" altLang="en-US" sz="2600" b="1" kern="0">
                <a:solidFill>
                  <a:srgbClr val="C00000"/>
                </a:solidFill>
                <a:latin typeface="Times New Roman" panose="02020603050405020304" pitchFamily="18" charset="0"/>
                <a:cs typeface="Times New Roman" panose="02020603050405020304" pitchFamily="18" charset="0"/>
              </a:rPr>
              <a:t>振动</a:t>
            </a:r>
            <a:r>
              <a:rPr lang="zh-CN" altLang="en-US" sz="2600" kern="0">
                <a:latin typeface="Times New Roman" panose="02020603050405020304" pitchFamily="18" charset="0"/>
                <a:cs typeface="Times New Roman" panose="02020603050405020304" pitchFamily="18" charset="0"/>
              </a:rPr>
              <a:t>产生的。</a:t>
            </a:r>
          </a:p>
          <a:p>
            <a:pPr indent="504000" defTabSz="457200">
              <a:lnSpc>
                <a:spcPts val="3700"/>
              </a:lnSpc>
              <a:defRPr/>
            </a:pPr>
            <a:r>
              <a:rPr lang="zh-CN" altLang="en-US" sz="2600" b="1" kern="0">
                <a:solidFill>
                  <a:srgbClr val="00B0F0"/>
                </a:solidFill>
                <a:latin typeface="Times New Roman" panose="02020603050405020304" pitchFamily="18" charset="0"/>
                <a:cs typeface="Times New Roman" panose="02020603050405020304" pitchFamily="18" charset="0"/>
              </a:rPr>
              <a:t>（</a:t>
            </a:r>
            <a:r>
              <a:rPr lang="en-US" altLang="zh-CN" sz="2600" b="1" kern="0">
                <a:solidFill>
                  <a:srgbClr val="00B0F0"/>
                </a:solidFill>
                <a:latin typeface="Times New Roman" panose="02020603050405020304" pitchFamily="18" charset="0"/>
                <a:cs typeface="Times New Roman" panose="02020603050405020304" pitchFamily="18" charset="0"/>
              </a:rPr>
              <a:t>2</a:t>
            </a:r>
            <a:r>
              <a:rPr lang="zh-CN" altLang="en-US" sz="2600" b="1" kern="0">
                <a:solidFill>
                  <a:srgbClr val="00B0F0"/>
                </a:solidFill>
                <a:latin typeface="Times New Roman" panose="02020603050405020304" pitchFamily="18" charset="0"/>
                <a:cs typeface="Times New Roman" panose="02020603050405020304" pitchFamily="18" charset="0"/>
              </a:rPr>
              <a:t>）声源</a:t>
            </a:r>
            <a:endParaRPr lang="en-US" altLang="zh-CN" sz="2600" b="1" kern="0">
              <a:solidFill>
                <a:srgbClr val="00B0F0"/>
              </a:solidFill>
              <a:latin typeface="Times New Roman" panose="02020603050405020304" pitchFamily="18" charset="0"/>
              <a:cs typeface="Times New Roman" panose="02020603050405020304" pitchFamily="18" charset="0"/>
            </a:endParaRPr>
          </a:p>
          <a:p>
            <a:pPr indent="504000" defTabSz="457200">
              <a:lnSpc>
                <a:spcPts val="3700"/>
              </a:lnSpc>
              <a:defRPr/>
            </a:pPr>
            <a:r>
              <a:rPr lang="zh-CN" altLang="en-US" sz="2600" kern="0">
                <a:latin typeface="Times New Roman" panose="02020603050405020304" pitchFamily="18" charset="0"/>
                <a:cs typeface="Times New Roman" panose="02020603050405020304" pitchFamily="18" charset="0"/>
              </a:rPr>
              <a:t>我们把正在发声的物体叫做</a:t>
            </a:r>
            <a:r>
              <a:rPr lang="zh-CN" altLang="en-US" sz="2600" b="1" kern="0">
                <a:solidFill>
                  <a:srgbClr val="C00000"/>
                </a:solidFill>
                <a:latin typeface="Times New Roman" panose="02020603050405020304" pitchFamily="18" charset="0"/>
                <a:cs typeface="Times New Roman" panose="02020603050405020304" pitchFamily="18" charset="0"/>
              </a:rPr>
              <a:t>声源</a:t>
            </a:r>
            <a:r>
              <a:rPr lang="zh-CN" altLang="en-US" sz="2600" kern="0">
                <a:latin typeface="Times New Roman" panose="02020603050405020304" pitchFamily="18" charset="0"/>
                <a:cs typeface="Times New Roman" panose="02020603050405020304" pitchFamily="18" charset="0"/>
              </a:rPr>
              <a:t>。固体、液体、气体都能发声，都可以作为声源。</a:t>
            </a:r>
          </a:p>
          <a:p>
            <a:pPr indent="504000" defTabSz="457200">
              <a:lnSpc>
                <a:spcPts val="3700"/>
              </a:lnSpc>
              <a:defRPr/>
            </a:pPr>
            <a:r>
              <a:rPr lang="zh-CN" altLang="en-US" sz="2600" b="1" kern="0">
                <a:solidFill>
                  <a:srgbClr val="00B0F0"/>
                </a:solidFill>
                <a:latin typeface="Times New Roman" panose="02020603050405020304" pitchFamily="18" charset="0"/>
                <a:cs typeface="Times New Roman" panose="02020603050405020304" pitchFamily="18" charset="0"/>
              </a:rPr>
              <a:t>（</a:t>
            </a:r>
            <a:r>
              <a:rPr lang="en-US" altLang="zh-CN" sz="2600" b="1" kern="0">
                <a:solidFill>
                  <a:srgbClr val="00B0F0"/>
                </a:solidFill>
                <a:latin typeface="Times New Roman" panose="02020603050405020304" pitchFamily="18" charset="0"/>
                <a:cs typeface="Times New Roman" panose="02020603050405020304" pitchFamily="18" charset="0"/>
              </a:rPr>
              <a:t>3</a:t>
            </a:r>
            <a:r>
              <a:rPr lang="zh-CN" altLang="en-US" sz="2600" b="1" kern="0">
                <a:solidFill>
                  <a:srgbClr val="00B0F0"/>
                </a:solidFill>
                <a:latin typeface="Times New Roman" panose="02020603050405020304" pitchFamily="18" charset="0"/>
                <a:cs typeface="Times New Roman" panose="02020603050405020304" pitchFamily="18" charset="0"/>
              </a:rPr>
              <a:t>）转换法</a:t>
            </a:r>
            <a:endParaRPr lang="en-US" altLang="zh-CN" sz="2600" b="1" kern="0">
              <a:solidFill>
                <a:srgbClr val="00B0F0"/>
              </a:solidFill>
              <a:latin typeface="Times New Roman" panose="02020603050405020304" pitchFamily="18" charset="0"/>
              <a:cs typeface="Times New Roman" panose="02020603050405020304" pitchFamily="18" charset="0"/>
            </a:endParaRPr>
          </a:p>
          <a:p>
            <a:pPr indent="504000" defTabSz="457200">
              <a:lnSpc>
                <a:spcPts val="3700"/>
              </a:lnSpc>
              <a:defRPr/>
            </a:pPr>
            <a:r>
              <a:rPr lang="zh-CN" altLang="en-US" sz="2600" kern="0">
                <a:latin typeface="Times New Roman" panose="02020603050405020304" pitchFamily="18" charset="0"/>
                <a:cs typeface="Times New Roman" panose="02020603050405020304" pitchFamily="18" charset="0"/>
              </a:rPr>
              <a:t>把不易观察到的微小现象转换成我们能够观察感知到的现象。</a:t>
            </a:r>
          </a:p>
        </p:txBody>
      </p:sp>
      <p:sp>
        <p:nvSpPr>
          <p:cNvPr id="4" name="文本框 3">
            <a:extLst>
              <a:ext uri="{FF2B5EF4-FFF2-40B4-BE49-F238E27FC236}">
                <a16:creationId xmlns:a16="http://schemas.microsoft.com/office/drawing/2014/main" id="{1B72B9D9-D409-869F-6A03-428DD91B1A71}"/>
              </a:ext>
            </a:extLst>
          </p:cNvPr>
          <p:cNvSpPr txBox="1"/>
          <p:nvPr>
            <p:custDataLst>
              <p:tags r:id="rId2"/>
            </p:custDataLst>
          </p:nvPr>
        </p:nvSpPr>
        <p:spPr>
          <a:xfrm>
            <a:off x="1891164" y="1253685"/>
            <a:ext cx="4204836" cy="523220"/>
          </a:xfrm>
          <a:prstGeom prst="rect">
            <a:avLst/>
          </a:prstGeom>
          <a:noFill/>
        </p:spPr>
        <p:txBody>
          <a:bodyPr wrap="square" rtlCol="0">
            <a:spAutoFit/>
          </a:bodyPr>
          <a:lstStyle/>
          <a:p>
            <a:r>
              <a:rPr lang="en-US" altLang="zh-CN" sz="2800" b="1">
                <a:solidFill>
                  <a:srgbClr val="0070C0"/>
                </a:solidFill>
                <a:latin typeface="Times New Roman" panose="02020603050405020304" pitchFamily="18" charset="0"/>
                <a:cs typeface="Times New Roman" panose="02020603050405020304" pitchFamily="18" charset="0"/>
              </a:rPr>
              <a:t>2. </a:t>
            </a:r>
            <a:r>
              <a:rPr lang="zh-CN" altLang="en-US" sz="2800" b="1">
                <a:solidFill>
                  <a:srgbClr val="0070C0"/>
                </a:solidFill>
                <a:latin typeface="Times New Roman" panose="02020603050405020304" pitchFamily="18" charset="0"/>
                <a:cs typeface="Times New Roman" panose="02020603050405020304" pitchFamily="18" charset="0"/>
              </a:rPr>
              <a:t>声音的产生</a:t>
            </a:r>
          </a:p>
        </p:txBody>
      </p:sp>
      <p:sp>
        <p:nvSpPr>
          <p:cNvPr id="2" name="文本框 1">
            <a:extLst>
              <a:ext uri="{FF2B5EF4-FFF2-40B4-BE49-F238E27FC236}">
                <a16:creationId xmlns:a16="http://schemas.microsoft.com/office/drawing/2014/main" id="{FCF7D1C2-BAA1-715B-51A9-512A5786FD7E}"/>
              </a:ext>
            </a:extLst>
          </p:cNvPr>
          <p:cNvSpPr txBox="1"/>
          <p:nvPr>
            <p:custDataLst>
              <p:tags r:id="rId3"/>
            </p:custDataLst>
          </p:nvPr>
        </p:nvSpPr>
        <p:spPr>
          <a:xfrm>
            <a:off x="851147" y="219905"/>
            <a:ext cx="2711203" cy="492443"/>
          </a:xfrm>
          <a:prstGeom prst="rect">
            <a:avLst/>
          </a:prstGeom>
          <a:noFill/>
        </p:spPr>
        <p:txBody>
          <a:bodyPr wrap="square" rtlCol="0">
            <a:spAutoFit/>
          </a:bodyPr>
          <a:lstStyle/>
          <a:p>
            <a:r>
              <a:rPr lang="zh-CN" altLang="en-US" sz="2600" b="1">
                <a:solidFill>
                  <a:srgbClr val="39ABB6"/>
                </a:solidFill>
                <a:latin typeface="思源黑体" panose="020B0500000000000000" pitchFamily="34" charset="-122"/>
                <a:ea typeface="思源黑体" panose="020B0500000000000000" pitchFamily="34" charset="-122"/>
              </a:rPr>
              <a:t>一、声音的产生</a:t>
            </a:r>
          </a:p>
        </p:txBody>
      </p:sp>
      <p:pic>
        <p:nvPicPr>
          <p:cNvPr id="3" name="图片 2" descr="cbe3eb76672406fabbe30586b58813d">
            <a:extLst>
              <a:ext uri="{FF2B5EF4-FFF2-40B4-BE49-F238E27FC236}">
                <a16:creationId xmlns:a16="http://schemas.microsoft.com/office/drawing/2014/main" id="{21B81635-9B73-D548-4D81-EB4699399A6F}"/>
              </a:ext>
            </a:extLst>
          </p:cNvPr>
          <p:cNvPicPr>
            <a:picLocks noChangeAspect="1"/>
          </p:cNvPicPr>
          <p:nvPr/>
        </p:nvPicPr>
        <p:blipFill>
          <a:blip r:embed="rId5"/>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2502467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750" fill="hold"/>
                                        <p:tgtEl>
                                          <p:spTgt spid="4"/>
                                        </p:tgtEl>
                                        <p:attrNameLst>
                                          <p:attrName>ppt_w</p:attrName>
                                        </p:attrNameLst>
                                      </p:cBhvr>
                                      <p:tavLst>
                                        <p:tav tm="0">
                                          <p:val>
                                            <p:fltVal val="0"/>
                                          </p:val>
                                        </p:tav>
                                        <p:tav tm="100000">
                                          <p:val>
                                            <p:strVal val="#ppt_w"/>
                                          </p:val>
                                        </p:tav>
                                      </p:tavLst>
                                    </p:anim>
                                    <p:anim calcmode="lin" valueType="num">
                                      <p:cBhvr>
                                        <p:cTn id="8" dur="750" fill="hold"/>
                                        <p:tgtEl>
                                          <p:spTgt spid="4"/>
                                        </p:tgtEl>
                                        <p:attrNameLst>
                                          <p:attrName>ppt_h</p:attrName>
                                        </p:attrNameLst>
                                      </p:cBhvr>
                                      <p:tavLst>
                                        <p:tav tm="0">
                                          <p:val>
                                            <p:fltVal val="0"/>
                                          </p:val>
                                        </p:tav>
                                        <p:tav tm="100000">
                                          <p:val>
                                            <p:strVal val="#ppt_h"/>
                                          </p:val>
                                        </p:tav>
                                      </p:tavLst>
                                    </p:anim>
                                    <p:animEffect transition="in" filter="fade">
                                      <p:cBhvr>
                                        <p:cTn id="9" dur="750"/>
                                        <p:tgtEl>
                                          <p:spTgt spid="4"/>
                                        </p:tgtEl>
                                      </p:cBhvr>
                                    </p:animEffect>
                                  </p:childTnLst>
                                </p:cTn>
                              </p:par>
                            </p:childTnLst>
                          </p:cTn>
                        </p:par>
                      </p:childTnLst>
                    </p:cTn>
                  </p:par>
                  <p:par>
                    <p:cTn id="10" fill="hold" nodeType="clickPar">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5">
                                            <p:txEl>
                                              <p:pRg st="0" end="0"/>
                                            </p:txEl>
                                          </p:spTgt>
                                        </p:tgtEl>
                                        <p:attrNameLst>
                                          <p:attrName>style.visibility</p:attrName>
                                        </p:attrNameLst>
                                      </p:cBhvr>
                                      <p:to>
                                        <p:strVal val="visible"/>
                                      </p:to>
                                    </p:set>
                                    <p:animEffect transition="in" filter="barn(inVertical)">
                                      <p:cBhvr>
                                        <p:cTn id="14" dur="1000"/>
                                        <p:tgtEl>
                                          <p:spTgt spid="25">
                                            <p:txEl>
                                              <p:pRg st="0" end="0"/>
                                            </p:txEl>
                                          </p:spTgt>
                                        </p:tgtEl>
                                      </p:cBhvr>
                                    </p:animEffect>
                                  </p:childTnLst>
                                </p:cTn>
                              </p:par>
                            </p:childTnLst>
                          </p:cTn>
                        </p:par>
                      </p:childTnLst>
                    </p:cTn>
                  </p:par>
                  <p:par>
                    <p:cTn id="15" fill="hold" nodeType="clickPar">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5">
                                            <p:txEl>
                                              <p:pRg st="1" end="1"/>
                                            </p:txEl>
                                          </p:spTgt>
                                        </p:tgtEl>
                                        <p:attrNameLst>
                                          <p:attrName>style.visibility</p:attrName>
                                        </p:attrNameLst>
                                      </p:cBhvr>
                                      <p:to>
                                        <p:strVal val="visible"/>
                                      </p:to>
                                    </p:set>
                                    <p:animEffect transition="in" filter="barn(inVertical)">
                                      <p:cBhvr>
                                        <p:cTn id="19" dur="500"/>
                                        <p:tgtEl>
                                          <p:spTgt spid="25">
                                            <p:txEl>
                                              <p:pRg st="1" end="1"/>
                                            </p:txEl>
                                          </p:spTgt>
                                        </p:tgtEl>
                                      </p:cBhvr>
                                    </p:animEffect>
                                  </p:childTnLst>
                                </p:cTn>
                              </p:par>
                            </p:childTnLst>
                          </p:cTn>
                        </p:par>
                      </p:childTnLst>
                    </p:cTn>
                  </p:par>
                  <p:par>
                    <p:cTn id="20" fill="hold" nodeType="clickPar">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5">
                                            <p:txEl>
                                              <p:pRg st="2" end="2"/>
                                            </p:txEl>
                                          </p:spTgt>
                                        </p:tgtEl>
                                        <p:attrNameLst>
                                          <p:attrName>style.visibility</p:attrName>
                                        </p:attrNameLst>
                                      </p:cBhvr>
                                      <p:to>
                                        <p:strVal val="visible"/>
                                      </p:to>
                                    </p:set>
                                    <p:animEffect transition="in" filter="blinds(horizontal)">
                                      <p:cBhvr>
                                        <p:cTn id="24" dur="500"/>
                                        <p:tgtEl>
                                          <p:spTgt spid="25">
                                            <p:txEl>
                                              <p:pRg st="2" end="2"/>
                                            </p:txEl>
                                          </p:spTgt>
                                        </p:tgtEl>
                                      </p:cBhvr>
                                    </p:animEffect>
                                  </p:childTnLst>
                                </p:cTn>
                              </p:par>
                            </p:childTnLst>
                          </p:cTn>
                        </p:par>
                      </p:childTnLst>
                    </p:cTn>
                  </p:par>
                  <p:par>
                    <p:cTn id="25" fill="hold" nodeType="clickPar">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25">
                                            <p:txEl>
                                              <p:pRg st="3" end="3"/>
                                            </p:txEl>
                                          </p:spTgt>
                                        </p:tgtEl>
                                        <p:attrNameLst>
                                          <p:attrName>style.visibility</p:attrName>
                                        </p:attrNameLst>
                                      </p:cBhvr>
                                      <p:to>
                                        <p:strVal val="visible"/>
                                      </p:to>
                                    </p:set>
                                    <p:animEffect transition="in" filter="barn(inVertical)">
                                      <p:cBhvr>
                                        <p:cTn id="29" dur="500"/>
                                        <p:tgtEl>
                                          <p:spTgt spid="25">
                                            <p:txEl>
                                              <p:pRg st="3" end="3"/>
                                            </p:txEl>
                                          </p:spTgt>
                                        </p:tgtEl>
                                      </p:cBhvr>
                                    </p:animEffect>
                                  </p:childTnLst>
                                </p:cTn>
                              </p:par>
                            </p:childTnLst>
                          </p:cTn>
                        </p:par>
                      </p:childTnLst>
                    </p:cTn>
                  </p:par>
                  <p:par>
                    <p:cTn id="30" fill="hold" nodeType="clickPar">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25">
                                            <p:txEl>
                                              <p:pRg st="4" end="4"/>
                                            </p:txEl>
                                          </p:spTgt>
                                        </p:tgtEl>
                                        <p:attrNameLst>
                                          <p:attrName>style.visibility</p:attrName>
                                        </p:attrNameLst>
                                      </p:cBhvr>
                                      <p:to>
                                        <p:strVal val="visible"/>
                                      </p:to>
                                    </p:set>
                                    <p:animEffect transition="in" filter="wipe(down)">
                                      <p:cBhvr>
                                        <p:cTn id="34" dur="500"/>
                                        <p:tgtEl>
                                          <p:spTgt spid="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655D0B4C-A1EC-617C-B0B4-D400A6655B62}"/>
              </a:ext>
            </a:extLst>
          </p:cNvPr>
          <p:cNvSpPr txBox="1"/>
          <p:nvPr>
            <p:custDataLst>
              <p:tags r:id="rId1"/>
            </p:custDataLst>
          </p:nvPr>
        </p:nvSpPr>
        <p:spPr>
          <a:xfrm>
            <a:off x="851147" y="218998"/>
            <a:ext cx="3416053" cy="492443"/>
          </a:xfrm>
          <a:prstGeom prst="rect">
            <a:avLst/>
          </a:prstGeom>
          <a:noFill/>
        </p:spPr>
        <p:txBody>
          <a:bodyPr wrap="square" rtlCol="0">
            <a:spAutoFit/>
          </a:bodyPr>
          <a:lstStyle/>
          <a:p>
            <a:r>
              <a:rPr lang="zh-CN" altLang="en-US" sz="2600" b="1">
                <a:solidFill>
                  <a:srgbClr val="7030A0"/>
                </a:solidFill>
                <a:latin typeface="思源黑体" panose="020B0500000000000000" pitchFamily="34" charset="-122"/>
                <a:ea typeface="思源黑体" panose="020B0500000000000000" pitchFamily="34" charset="-122"/>
              </a:rPr>
              <a:t>二、声音的传播</a:t>
            </a:r>
          </a:p>
        </p:txBody>
      </p:sp>
      <p:sp>
        <p:nvSpPr>
          <p:cNvPr id="6" name="文本框 5">
            <a:extLst>
              <a:ext uri="{FF2B5EF4-FFF2-40B4-BE49-F238E27FC236}">
                <a16:creationId xmlns:a16="http://schemas.microsoft.com/office/drawing/2014/main" id="{0CB7D8B2-CB42-EB98-976E-8623EC1F4983}"/>
              </a:ext>
            </a:extLst>
          </p:cNvPr>
          <p:cNvSpPr txBox="1"/>
          <p:nvPr>
            <p:custDataLst>
              <p:tags r:id="rId2"/>
            </p:custDataLst>
          </p:nvPr>
        </p:nvSpPr>
        <p:spPr>
          <a:xfrm>
            <a:off x="409587" y="890480"/>
            <a:ext cx="8196016" cy="600742"/>
          </a:xfrm>
          <a:prstGeom prst="rect">
            <a:avLst/>
          </a:prstGeom>
          <a:noFill/>
        </p:spPr>
        <p:txBody>
          <a:bodyPr wrap="square">
            <a:spAutoFit/>
          </a:bodyPr>
          <a:lstStyle/>
          <a:p>
            <a:pPr indent="608026" defTabSz="913524">
              <a:lnSpc>
                <a:spcPts val="4400"/>
              </a:lnSpc>
              <a:defRPr/>
            </a:pPr>
            <a:r>
              <a:rPr lang="en-US" altLang="zh-CN" sz="2600" b="1">
                <a:ln w="9525" cap="flat" cmpd="sng" algn="ctr">
                  <a:noFill/>
                  <a:prstDash val="solid"/>
                  <a:round/>
                  <a:headEnd type="none" w="med" len="med"/>
                  <a:tailEnd type="none" w="med" len="med"/>
                </a:ln>
                <a:solidFill>
                  <a:srgbClr val="0070C0"/>
                </a:solidFill>
                <a:latin typeface="Times New Roman" panose="02020603050405020304" pitchFamily="18" charset="0"/>
                <a:cs typeface="Times New Roman" panose="02020603050405020304" pitchFamily="18" charset="0"/>
                <a:sym typeface="Wingdings"/>
              </a:rPr>
              <a:t>1.</a:t>
            </a:r>
            <a:r>
              <a:rPr lang="zh-CN" altLang="en-US" sz="2600" b="1">
                <a:ln w="9525" cap="flat" cmpd="sng" algn="ctr">
                  <a:noFill/>
                  <a:prstDash val="solid"/>
                  <a:round/>
                  <a:headEnd type="none" w="med" len="med"/>
                  <a:tailEnd type="none" w="med" len="med"/>
                </a:ln>
                <a:solidFill>
                  <a:srgbClr val="0070C0"/>
                </a:solidFill>
                <a:latin typeface="Times New Roman" panose="02020603050405020304" pitchFamily="18" charset="0"/>
                <a:cs typeface="Times New Roman" panose="02020603050405020304" pitchFamily="18" charset="0"/>
                <a:sym typeface="Wingdings"/>
              </a:rPr>
              <a:t> 实验探究：固体、液体、气体及真空是否能传声</a:t>
            </a:r>
          </a:p>
        </p:txBody>
      </p:sp>
      <p:graphicFrame>
        <p:nvGraphicFramePr>
          <p:cNvPr id="7" name="表格 6">
            <a:extLst>
              <a:ext uri="{FF2B5EF4-FFF2-40B4-BE49-F238E27FC236}">
                <a16:creationId xmlns:a16="http://schemas.microsoft.com/office/drawing/2014/main" id="{ECF77B1D-99FC-C080-4718-EFE77FFDF765}"/>
              </a:ext>
            </a:extLst>
          </p:cNvPr>
          <p:cNvGraphicFramePr>
            <a:graphicFrameLocks noGrp="1"/>
          </p:cNvGraphicFramePr>
          <p:nvPr>
            <p:custDataLst>
              <p:tags r:id="rId3"/>
            </p:custDataLst>
            <p:extLst>
              <p:ext uri="{D42A27DB-BD31-4B8C-83A1-F6EECF244321}">
                <p14:modId xmlns:p14="http://schemas.microsoft.com/office/powerpoint/2010/main" val="435290333"/>
              </p:ext>
            </p:extLst>
          </p:nvPr>
        </p:nvGraphicFramePr>
        <p:xfrm>
          <a:off x="525328" y="1647261"/>
          <a:ext cx="10991055" cy="4942627"/>
        </p:xfrm>
        <a:graphic>
          <a:graphicData uri="http://schemas.openxmlformats.org/drawingml/2006/table">
            <a:tbl>
              <a:tblPr firstRow="1" bandRow="1"/>
              <a:tblGrid>
                <a:gridCol w="1232066">
                  <a:extLst>
                    <a:ext uri="{9D8B030D-6E8A-4147-A177-3AD203B41FA5}">
                      <a16:colId xmlns:a16="http://schemas.microsoft.com/office/drawing/2014/main" val="662441690"/>
                    </a:ext>
                  </a:extLst>
                </a:gridCol>
                <a:gridCol w="5408369">
                  <a:extLst>
                    <a:ext uri="{9D8B030D-6E8A-4147-A177-3AD203B41FA5}">
                      <a16:colId xmlns:a16="http://schemas.microsoft.com/office/drawing/2014/main" val="880656677"/>
                    </a:ext>
                  </a:extLst>
                </a:gridCol>
                <a:gridCol w="2572932">
                  <a:extLst>
                    <a:ext uri="{9D8B030D-6E8A-4147-A177-3AD203B41FA5}">
                      <a16:colId xmlns:a16="http://schemas.microsoft.com/office/drawing/2014/main" val="692622034"/>
                    </a:ext>
                  </a:extLst>
                </a:gridCol>
                <a:gridCol w="1777688">
                  <a:extLst>
                    <a:ext uri="{9D8B030D-6E8A-4147-A177-3AD203B41FA5}">
                      <a16:colId xmlns:a16="http://schemas.microsoft.com/office/drawing/2014/main" val="228287204"/>
                    </a:ext>
                  </a:extLst>
                </a:gridCol>
              </a:tblGrid>
              <a:tr h="575291">
                <a:tc gridSpan="2">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lnSpc>
                          <a:spcPts val="2800"/>
                        </a:lnSpc>
                      </a:pPr>
                      <a:r>
                        <a:rPr lang="zh-CN" altLang="en-US" sz="2300" b="0">
                          <a:solidFill>
                            <a:schemeClr val="tx1"/>
                          </a:solidFill>
                          <a:latin typeface="微软雅黑" panose="020B0503020204020204" pitchFamily="34" charset="-122"/>
                          <a:ea typeface="微软雅黑" panose="020B0503020204020204" pitchFamily="34" charset="-122"/>
                        </a:rPr>
                        <a:t>实验</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hMerge="1">
                  <a:txBody>
                    <a:bodyPr/>
                    <a:lstStyle/>
                    <a:p>
                      <a:pPr algn="l">
                        <a:lnSpc>
                          <a:spcPts val="2800"/>
                        </a:lnSpc>
                      </a:pPr>
                      <a:endParaRPr lang="zh-CN" altLang="en-US" sz="2300" b="0">
                        <a:solidFill>
                          <a:schemeClr val="tx1"/>
                        </a:solidFill>
                        <a:latin typeface="微软雅黑" panose="020B0503020204020204" pitchFamily="34" charset="-122"/>
                        <a:ea typeface="微软雅黑" panose="020B0503020204020204" pitchFamily="34" charset="-122"/>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lnSpc>
                          <a:spcPts val="2800"/>
                        </a:lnSpc>
                      </a:pPr>
                      <a:r>
                        <a:rPr lang="zh-CN" altLang="en-US" sz="2300" b="0">
                          <a:solidFill>
                            <a:schemeClr val="tx1"/>
                          </a:solidFill>
                          <a:latin typeface="微软雅黑" panose="020B0503020204020204" pitchFamily="34" charset="-122"/>
                          <a:ea typeface="微软雅黑" panose="020B0503020204020204" pitchFamily="34" charset="-122"/>
                        </a:rPr>
                        <a:t>现象</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lnSpc>
                          <a:spcPts val="2800"/>
                        </a:lnSpc>
                      </a:pPr>
                      <a:r>
                        <a:rPr lang="zh-CN" altLang="en-US" sz="2300" b="0">
                          <a:solidFill>
                            <a:schemeClr val="tx1"/>
                          </a:solidFill>
                          <a:latin typeface="微软雅黑" panose="020B0503020204020204" pitchFamily="34" charset="-122"/>
                          <a:ea typeface="微软雅黑" panose="020B0503020204020204" pitchFamily="34" charset="-122"/>
                        </a:rPr>
                        <a:t>结论</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extLst>
                  <a:ext uri="{0D108BD9-81ED-4DB2-BD59-A6C34878D82A}">
                    <a16:rowId xmlns:a16="http://schemas.microsoft.com/office/drawing/2014/main" val="3169121627"/>
                  </a:ext>
                </a:extLst>
              </a:tr>
              <a:tr h="1431509">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r>
                        <a:rPr lang="zh-CN" altLang="en-US" sz="2300" b="0">
                          <a:solidFill>
                            <a:schemeClr val="tx1"/>
                          </a:solidFill>
                          <a:latin typeface="微软雅黑" panose="020B0503020204020204" pitchFamily="34" charset="-122"/>
                          <a:ea typeface="微软雅黑" panose="020B0503020204020204" pitchFamily="34" charset="-122"/>
                        </a:rPr>
                        <a:t>固体</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l">
                        <a:lnSpc>
                          <a:spcPts val="2800"/>
                        </a:lnSpc>
                      </a:pPr>
                      <a:endParaRPr lang="zh-CN" altLang="en-US" sz="2300" b="0">
                        <a:solidFill>
                          <a:schemeClr val="tx1"/>
                        </a:solidFill>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l">
                        <a:lnSpc>
                          <a:spcPts val="2800"/>
                        </a:lnSpc>
                      </a:pPr>
                      <a:endParaRPr lang="zh-CN" altLang="en-US" sz="2300" b="0">
                        <a:solidFill>
                          <a:schemeClr val="tx1"/>
                        </a:solidFill>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marL="0" marR="0" lvl="0" indent="0" algn="l" defTabSz="914400" rtl="0" eaLnBrk="1" fontAlgn="auto" latinLnBrk="0" hangingPunct="1">
                        <a:lnSpc>
                          <a:spcPts val="2800"/>
                        </a:lnSpc>
                        <a:spcBef>
                          <a:spcPct val="0"/>
                        </a:spcBef>
                        <a:spcAft>
                          <a:spcPct val="0"/>
                        </a:spcAft>
                        <a:buClrTx/>
                        <a:buSzTx/>
                        <a:buFontTx/>
                        <a:buNone/>
                        <a:defRPr/>
                      </a:pPr>
                      <a:endParaRPr lang="zh-CN" altLang="en-US" sz="2300" b="0">
                        <a:solidFill>
                          <a:schemeClr val="tx1"/>
                        </a:solidFill>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4918347"/>
                  </a:ext>
                </a:extLst>
              </a:tr>
              <a:tr h="1441354">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r>
                        <a:rPr lang="zh-CN" altLang="en-US" sz="2300" b="0">
                          <a:solidFill>
                            <a:schemeClr val="tx1"/>
                          </a:solidFill>
                          <a:latin typeface="微软雅黑" panose="020B0503020204020204" pitchFamily="34" charset="-122"/>
                          <a:ea typeface="微软雅黑" panose="020B0503020204020204" pitchFamily="34" charset="-122"/>
                        </a:rPr>
                        <a:t>液体</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l">
                        <a:lnSpc>
                          <a:spcPts val="2800"/>
                        </a:lnSpc>
                      </a:pPr>
                      <a:endParaRPr lang="zh-CN" altLang="en-US" sz="2300" b="0">
                        <a:solidFill>
                          <a:schemeClr val="tx1"/>
                        </a:solidFill>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l">
                        <a:lnSpc>
                          <a:spcPts val="2800"/>
                        </a:lnSpc>
                      </a:pPr>
                      <a:endParaRPr lang="zh-CN" altLang="en-US" sz="2300" b="0">
                        <a:solidFill>
                          <a:schemeClr val="tx1"/>
                        </a:solidFill>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l">
                        <a:lnSpc>
                          <a:spcPts val="2800"/>
                        </a:lnSpc>
                      </a:pPr>
                      <a:endParaRPr lang="zh-CN" altLang="en-US" sz="2300" b="0">
                        <a:solidFill>
                          <a:schemeClr val="tx1"/>
                        </a:solidFill>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3445252"/>
                  </a:ext>
                </a:extLst>
              </a:tr>
              <a:tr h="1494473">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r>
                        <a:rPr lang="zh-CN" altLang="en-US" sz="2300" b="0">
                          <a:latin typeface="微软雅黑" panose="020B0503020204020204" pitchFamily="34" charset="-122"/>
                          <a:ea typeface="微软雅黑" panose="020B0503020204020204" pitchFamily="34" charset="-122"/>
                        </a:rPr>
                        <a:t>气体及真空</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l">
                        <a:lnSpc>
                          <a:spcPts val="2800"/>
                        </a:lnSpc>
                      </a:pPr>
                      <a:endParaRPr lang="zh-CN" altLang="en-US" sz="23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l">
                        <a:lnSpc>
                          <a:spcPts val="2800"/>
                        </a:lnSpc>
                      </a:pPr>
                      <a:endParaRPr lang="zh-CN" altLang="en-US" sz="23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l">
                        <a:lnSpc>
                          <a:spcPts val="2800"/>
                        </a:lnSpc>
                      </a:pPr>
                      <a:endParaRPr lang="zh-CN" altLang="en-US" sz="23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2458045"/>
                  </a:ext>
                </a:extLst>
              </a:tr>
            </a:tbl>
          </a:graphicData>
        </a:graphic>
      </p:graphicFrame>
      <p:pic>
        <p:nvPicPr>
          <p:cNvPr id="10" name="图片 9">
            <a:extLst>
              <a:ext uri="{FF2B5EF4-FFF2-40B4-BE49-F238E27FC236}">
                <a16:creationId xmlns:a16="http://schemas.microsoft.com/office/drawing/2014/main" id="{BDAEB34E-6DD7-A1FC-CCE8-9AB445A65458}"/>
              </a:ext>
            </a:extLst>
          </p:cNvPr>
          <p:cNvPicPr/>
          <p:nvPr>
            <p:custDataLst>
              <p:tags r:id="rId4"/>
            </p:custDataLst>
          </p:nvPr>
        </p:nvPicPr>
        <p:blipFill>
          <a:blip r:embed="rId19">
            <a:extLst>
              <a:ext uri="{28A0092B-C50C-407E-A947-70E740481C1C}">
                <a14:useLocalDpi xmlns:a14="http://schemas.microsoft.com/office/drawing/2010/main" val="0"/>
              </a:ext>
            </a:extLst>
          </a:blip>
          <a:stretch>
            <a:fillRect/>
          </a:stretch>
        </p:blipFill>
        <p:spPr>
          <a:xfrm>
            <a:off x="4867935" y="2325836"/>
            <a:ext cx="2186171" cy="1257309"/>
          </a:xfrm>
          <a:prstGeom prst="rect">
            <a:avLst/>
          </a:prstGeom>
        </p:spPr>
      </p:pic>
      <p:sp>
        <p:nvSpPr>
          <p:cNvPr id="15" name="文本框 14">
            <a:extLst>
              <a:ext uri="{FF2B5EF4-FFF2-40B4-BE49-F238E27FC236}">
                <a16:creationId xmlns:a16="http://schemas.microsoft.com/office/drawing/2014/main" id="{D5241BFA-394E-B1CE-F7B7-B0835E38B8F5}"/>
              </a:ext>
            </a:extLst>
          </p:cNvPr>
          <p:cNvSpPr txBox="1"/>
          <p:nvPr>
            <p:custDataLst>
              <p:tags r:id="rId5"/>
            </p:custDataLst>
          </p:nvPr>
        </p:nvSpPr>
        <p:spPr>
          <a:xfrm>
            <a:off x="1828811" y="2356573"/>
            <a:ext cx="3163818" cy="1149995"/>
          </a:xfrm>
          <a:prstGeom prst="rect">
            <a:avLst/>
          </a:prstGeom>
          <a:noFill/>
        </p:spPr>
        <p:txBody>
          <a:bodyPr wrap="square">
            <a:spAutoFit/>
          </a:bodyPr>
          <a:lstStyle/>
          <a:p>
            <a:pPr>
              <a:lnSpc>
                <a:spcPts val="2800"/>
              </a:lnSpc>
              <a:defRPr/>
            </a:pPr>
            <a:r>
              <a:rPr lang="zh-CN" altLang="en-US" sz="2300">
                <a:solidFill>
                  <a:prstClr val="black"/>
                </a:solidFill>
                <a:latin typeface="微软雅黑" panose="020B0503020204020204" pitchFamily="34" charset="-122"/>
              </a:rPr>
              <a:t>一同学轻敲桌子一端，另一同学把耳朵贴在桌子另一端的桌面上</a:t>
            </a:r>
          </a:p>
        </p:txBody>
      </p:sp>
      <p:grpSp>
        <p:nvGrpSpPr>
          <p:cNvPr id="11" name="组合 10">
            <a:extLst>
              <a:ext uri="{FF2B5EF4-FFF2-40B4-BE49-F238E27FC236}">
                <a16:creationId xmlns:a16="http://schemas.microsoft.com/office/drawing/2014/main" id="{5ED6B853-AD1C-074D-3EC5-745A6A3CFB42}"/>
              </a:ext>
            </a:extLst>
          </p:cNvPr>
          <p:cNvGrpSpPr/>
          <p:nvPr>
            <p:custDataLst>
              <p:tags r:id="rId6"/>
            </p:custDataLst>
          </p:nvPr>
        </p:nvGrpSpPr>
        <p:grpSpPr>
          <a:xfrm>
            <a:off x="2213982" y="3652942"/>
            <a:ext cx="4138242" cy="1395286"/>
            <a:chOff x="2213982" y="3652942"/>
            <a:chExt cx="4138242" cy="1395286"/>
          </a:xfrm>
        </p:grpSpPr>
        <p:pic>
          <p:nvPicPr>
            <p:cNvPr id="13" name="图片 12">
              <a:extLst>
                <a:ext uri="{FF2B5EF4-FFF2-40B4-BE49-F238E27FC236}">
                  <a16:creationId xmlns:a16="http://schemas.microsoft.com/office/drawing/2014/main" id="{59D3A8AD-0C50-91F4-45C9-B6F72B70D530}"/>
                </a:ext>
              </a:extLst>
            </p:cNvPr>
            <p:cNvPicPr/>
            <p:nvPr>
              <p:custDataLst>
                <p:tags r:id="rId16"/>
              </p:custDataLst>
            </p:nvPr>
          </p:nvPicPr>
          <p:blipFill>
            <a:blip r:embed="rId20">
              <a:extLst>
                <a:ext uri="{28A0092B-C50C-407E-A947-70E740481C1C}">
                  <a14:useLocalDpi xmlns:a14="http://schemas.microsoft.com/office/drawing/2010/main" val="0"/>
                </a:ext>
              </a:extLst>
            </a:blip>
            <a:stretch>
              <a:fillRect/>
            </a:stretch>
          </p:blipFill>
          <p:spPr>
            <a:xfrm>
              <a:off x="2213982" y="3652942"/>
              <a:ext cx="1215449" cy="1395286"/>
            </a:xfrm>
            <a:prstGeom prst="rect">
              <a:avLst/>
            </a:prstGeom>
          </p:spPr>
        </p:pic>
        <p:sp>
          <p:nvSpPr>
            <p:cNvPr id="12" name="文本框 11">
              <a:extLst>
                <a:ext uri="{FF2B5EF4-FFF2-40B4-BE49-F238E27FC236}">
                  <a16:creationId xmlns:a16="http://schemas.microsoft.com/office/drawing/2014/main" id="{4E076AF2-BFEE-5F02-5E55-CEAF7B799A74}"/>
                </a:ext>
              </a:extLst>
            </p:cNvPr>
            <p:cNvSpPr txBox="1"/>
            <p:nvPr>
              <p:custDataLst>
                <p:tags r:id="rId17"/>
              </p:custDataLst>
            </p:nvPr>
          </p:nvSpPr>
          <p:spPr>
            <a:xfrm>
              <a:off x="3383645" y="3984054"/>
              <a:ext cx="2968579" cy="790922"/>
            </a:xfrm>
            <a:prstGeom prst="rect">
              <a:avLst/>
            </a:prstGeom>
            <a:noFill/>
          </p:spPr>
          <p:txBody>
            <a:bodyPr wrap="square">
              <a:spAutoFit/>
            </a:bodyPr>
            <a:lstStyle/>
            <a:p>
              <a:pPr>
                <a:lnSpc>
                  <a:spcPts val="2800"/>
                </a:lnSpc>
                <a:defRPr/>
              </a:pPr>
              <a:r>
                <a:rPr lang="zh-CN" altLang="en-US" sz="2300">
                  <a:solidFill>
                    <a:prstClr val="black"/>
                  </a:solidFill>
                  <a:latin typeface="微软雅黑" panose="020B0503020204020204" pitchFamily="34" charset="-122"/>
                </a:rPr>
                <a:t>发声的手机装入塑料袋用细线悬在水中</a:t>
              </a:r>
            </a:p>
          </p:txBody>
        </p:sp>
      </p:grpSp>
      <p:grpSp>
        <p:nvGrpSpPr>
          <p:cNvPr id="14" name="组合 13">
            <a:extLst>
              <a:ext uri="{FF2B5EF4-FFF2-40B4-BE49-F238E27FC236}">
                <a16:creationId xmlns:a16="http://schemas.microsoft.com/office/drawing/2014/main" id="{B6401B56-53E0-C219-587F-55BC5CBE8DDB}"/>
              </a:ext>
            </a:extLst>
          </p:cNvPr>
          <p:cNvGrpSpPr/>
          <p:nvPr>
            <p:custDataLst>
              <p:tags r:id="rId7"/>
            </p:custDataLst>
          </p:nvPr>
        </p:nvGrpSpPr>
        <p:grpSpPr>
          <a:xfrm>
            <a:off x="1930593" y="5139855"/>
            <a:ext cx="4957275" cy="1407903"/>
            <a:chOff x="1930593" y="5139855"/>
            <a:chExt cx="4957275" cy="1407903"/>
          </a:xfrm>
        </p:grpSpPr>
        <p:pic>
          <p:nvPicPr>
            <p:cNvPr id="16" name="图片 15">
              <a:extLst>
                <a:ext uri="{FF2B5EF4-FFF2-40B4-BE49-F238E27FC236}">
                  <a16:creationId xmlns:a16="http://schemas.microsoft.com/office/drawing/2014/main" id="{B11F75FF-41AF-0DC7-7D3C-30BC27520DF9}"/>
                </a:ext>
              </a:extLst>
            </p:cNvPr>
            <p:cNvPicPr>
              <a:picLocks noChangeAspect="1"/>
            </p:cNvPicPr>
            <p:nvPr>
              <p:custDataLst>
                <p:tags r:id="rId14"/>
              </p:custDataLst>
            </p:nvPr>
          </p:nvPicPr>
          <p:blipFill>
            <a:blip r:embed="rId21">
              <a:clrChange>
                <a:clrFrom>
                  <a:srgbClr val="FFFFFF"/>
                </a:clrFrom>
                <a:clrTo>
                  <a:srgbClr val="FFFFFF">
                    <a:alpha val="0"/>
                  </a:srgbClr>
                </a:clrTo>
              </a:clrChange>
            </a:blip>
            <a:stretch>
              <a:fillRect/>
            </a:stretch>
          </p:blipFill>
          <p:spPr>
            <a:xfrm>
              <a:off x="5742495" y="5139855"/>
              <a:ext cx="1145373" cy="1407903"/>
            </a:xfrm>
            <a:prstGeom prst="rect">
              <a:avLst/>
            </a:prstGeom>
          </p:spPr>
        </p:pic>
        <p:sp>
          <p:nvSpPr>
            <p:cNvPr id="19" name="文本框 18">
              <a:extLst>
                <a:ext uri="{FF2B5EF4-FFF2-40B4-BE49-F238E27FC236}">
                  <a16:creationId xmlns:a16="http://schemas.microsoft.com/office/drawing/2014/main" id="{188A1EA4-3EEF-3214-919D-6C8E528788A6}"/>
                </a:ext>
              </a:extLst>
            </p:cNvPr>
            <p:cNvSpPr txBox="1"/>
            <p:nvPr>
              <p:custDataLst>
                <p:tags r:id="rId15"/>
              </p:custDataLst>
            </p:nvPr>
          </p:nvSpPr>
          <p:spPr>
            <a:xfrm>
              <a:off x="1930593" y="5268810"/>
              <a:ext cx="3639356" cy="1149995"/>
            </a:xfrm>
            <a:prstGeom prst="rect">
              <a:avLst/>
            </a:prstGeom>
            <a:noFill/>
          </p:spPr>
          <p:txBody>
            <a:bodyPr wrap="square">
              <a:spAutoFit/>
            </a:bodyPr>
            <a:lstStyle/>
            <a:p>
              <a:pPr>
                <a:lnSpc>
                  <a:spcPts val="2800"/>
                </a:lnSpc>
                <a:defRPr/>
              </a:pPr>
              <a:r>
                <a:rPr lang="zh-CN" altLang="en-US" sz="2300">
                  <a:solidFill>
                    <a:prstClr val="black"/>
                  </a:solidFill>
                  <a:latin typeface="微软雅黑" panose="020B0503020204020204" pitchFamily="34" charset="-122"/>
                </a:rPr>
                <a:t>把响铃的闹钟放在密闭的容器中，逐渐抽出容器中的空气，再逐渐充入空气</a:t>
              </a:r>
            </a:p>
          </p:txBody>
        </p:sp>
      </p:grpSp>
      <p:sp>
        <p:nvSpPr>
          <p:cNvPr id="21" name="文本框 20">
            <a:extLst>
              <a:ext uri="{FF2B5EF4-FFF2-40B4-BE49-F238E27FC236}">
                <a16:creationId xmlns:a16="http://schemas.microsoft.com/office/drawing/2014/main" id="{06BA4C9B-F0A8-6108-DA08-D0BA91D34EF5}"/>
              </a:ext>
            </a:extLst>
          </p:cNvPr>
          <p:cNvSpPr txBox="1"/>
          <p:nvPr>
            <p:custDataLst>
              <p:tags r:id="rId8"/>
            </p:custDataLst>
          </p:nvPr>
        </p:nvSpPr>
        <p:spPr>
          <a:xfrm>
            <a:off x="7377306" y="2559029"/>
            <a:ext cx="2331719" cy="790922"/>
          </a:xfrm>
          <a:prstGeom prst="rect">
            <a:avLst/>
          </a:prstGeom>
          <a:noFill/>
        </p:spPr>
        <p:txBody>
          <a:bodyPr wrap="square">
            <a:spAutoFit/>
          </a:bodyPr>
          <a:lstStyle/>
          <a:p>
            <a:pPr>
              <a:lnSpc>
                <a:spcPts val="2800"/>
              </a:lnSpc>
              <a:defRPr/>
            </a:pPr>
            <a:r>
              <a:rPr lang="zh-CN" altLang="en-US" sz="2300">
                <a:solidFill>
                  <a:prstClr val="black"/>
                </a:solidFill>
                <a:latin typeface="微软雅黑" panose="020B0503020204020204" pitchFamily="34" charset="-122"/>
              </a:rPr>
              <a:t>能听到明显的</a:t>
            </a:r>
          </a:p>
          <a:p>
            <a:pPr>
              <a:lnSpc>
                <a:spcPts val="2800"/>
              </a:lnSpc>
              <a:defRPr/>
            </a:pPr>
            <a:r>
              <a:rPr lang="zh-CN" altLang="en-US" sz="2300">
                <a:solidFill>
                  <a:prstClr val="black"/>
                </a:solidFill>
                <a:latin typeface="微软雅黑" panose="020B0503020204020204" pitchFamily="34" charset="-122"/>
              </a:rPr>
              <a:t>敲桌子的声音</a:t>
            </a:r>
          </a:p>
        </p:txBody>
      </p:sp>
      <p:sp>
        <p:nvSpPr>
          <p:cNvPr id="23" name="文本框 22">
            <a:extLst>
              <a:ext uri="{FF2B5EF4-FFF2-40B4-BE49-F238E27FC236}">
                <a16:creationId xmlns:a16="http://schemas.microsoft.com/office/drawing/2014/main" id="{0C77D5DC-FFA1-B42D-B577-82C7789B173E}"/>
              </a:ext>
            </a:extLst>
          </p:cNvPr>
          <p:cNvSpPr txBox="1"/>
          <p:nvPr>
            <p:custDataLst>
              <p:tags r:id="rId9"/>
            </p:custDataLst>
          </p:nvPr>
        </p:nvSpPr>
        <p:spPr>
          <a:xfrm>
            <a:off x="9739137" y="2519770"/>
            <a:ext cx="1682181" cy="790922"/>
          </a:xfrm>
          <a:prstGeom prst="rect">
            <a:avLst/>
          </a:prstGeom>
          <a:noFill/>
        </p:spPr>
        <p:txBody>
          <a:bodyPr wrap="square">
            <a:spAutoFit/>
          </a:bodyPr>
          <a:lstStyle/>
          <a:p>
            <a:pPr algn="ctr">
              <a:lnSpc>
                <a:spcPts val="2800"/>
              </a:lnSpc>
              <a:defRPr/>
            </a:pPr>
            <a:r>
              <a:rPr lang="zh-CN" altLang="en-US" sz="2200">
                <a:solidFill>
                  <a:srgbClr val="FF0000"/>
                </a:solidFill>
                <a:latin typeface="微软雅黑" panose="020B0503020204020204" pitchFamily="34" charset="-122"/>
              </a:rPr>
              <a:t>固体</a:t>
            </a:r>
            <a:r>
              <a:rPr lang="zh-CN" altLang="en-US" sz="2300">
                <a:solidFill>
                  <a:srgbClr val="FF0000"/>
                </a:solidFill>
                <a:latin typeface="微软雅黑" panose="020B0503020204020204" pitchFamily="34" charset="-122"/>
              </a:rPr>
              <a:t>能</a:t>
            </a:r>
            <a:endParaRPr lang="en-US" altLang="zh-CN" sz="2300">
              <a:solidFill>
                <a:srgbClr val="FF0000"/>
              </a:solidFill>
              <a:latin typeface="微软雅黑" panose="020B0503020204020204" pitchFamily="34" charset="-122"/>
            </a:endParaRPr>
          </a:p>
          <a:p>
            <a:pPr algn="ctr">
              <a:lnSpc>
                <a:spcPts val="2800"/>
              </a:lnSpc>
              <a:defRPr/>
            </a:pPr>
            <a:r>
              <a:rPr lang="zh-CN" altLang="en-US" sz="2300">
                <a:solidFill>
                  <a:srgbClr val="FF0000"/>
                </a:solidFill>
                <a:latin typeface="微软雅黑" panose="020B0503020204020204" pitchFamily="34" charset="-122"/>
              </a:rPr>
              <a:t>传播声音</a:t>
            </a:r>
          </a:p>
        </p:txBody>
      </p:sp>
      <p:sp>
        <p:nvSpPr>
          <p:cNvPr id="25" name="文本框 24">
            <a:extLst>
              <a:ext uri="{FF2B5EF4-FFF2-40B4-BE49-F238E27FC236}">
                <a16:creationId xmlns:a16="http://schemas.microsoft.com/office/drawing/2014/main" id="{ED75CC96-CD89-7DA4-6E3E-E4777956BE5A}"/>
              </a:ext>
            </a:extLst>
          </p:cNvPr>
          <p:cNvSpPr txBox="1"/>
          <p:nvPr>
            <p:custDataLst>
              <p:tags r:id="rId10"/>
            </p:custDataLst>
          </p:nvPr>
        </p:nvSpPr>
        <p:spPr>
          <a:xfrm>
            <a:off x="9840831" y="3984054"/>
            <a:ext cx="1613114" cy="790922"/>
          </a:xfrm>
          <a:prstGeom prst="rect">
            <a:avLst/>
          </a:prstGeom>
          <a:noFill/>
        </p:spPr>
        <p:txBody>
          <a:bodyPr wrap="square">
            <a:spAutoFit/>
          </a:bodyPr>
          <a:lstStyle/>
          <a:p>
            <a:pPr algn="ctr">
              <a:lnSpc>
                <a:spcPts val="2800"/>
              </a:lnSpc>
              <a:defRPr/>
            </a:pPr>
            <a:r>
              <a:rPr lang="zh-CN" altLang="en-US" sz="2300">
                <a:solidFill>
                  <a:srgbClr val="FF0000"/>
                </a:solidFill>
                <a:latin typeface="微软雅黑" panose="020B0503020204020204" pitchFamily="34" charset="-122"/>
              </a:rPr>
              <a:t>液体能传播声音</a:t>
            </a:r>
          </a:p>
        </p:txBody>
      </p:sp>
      <p:sp>
        <p:nvSpPr>
          <p:cNvPr id="27" name="文本框 26">
            <a:extLst>
              <a:ext uri="{FF2B5EF4-FFF2-40B4-BE49-F238E27FC236}">
                <a16:creationId xmlns:a16="http://schemas.microsoft.com/office/drawing/2014/main" id="{E6DF1807-24D2-962B-8C52-DC0958510623}"/>
              </a:ext>
            </a:extLst>
          </p:cNvPr>
          <p:cNvSpPr txBox="1"/>
          <p:nvPr>
            <p:custDataLst>
              <p:tags r:id="rId11"/>
            </p:custDataLst>
          </p:nvPr>
        </p:nvSpPr>
        <p:spPr>
          <a:xfrm>
            <a:off x="9828219" y="5268811"/>
            <a:ext cx="1682181" cy="1149995"/>
          </a:xfrm>
          <a:prstGeom prst="rect">
            <a:avLst/>
          </a:prstGeom>
          <a:noFill/>
        </p:spPr>
        <p:txBody>
          <a:bodyPr wrap="square">
            <a:spAutoFit/>
          </a:bodyPr>
          <a:lstStyle/>
          <a:p>
            <a:pPr>
              <a:lnSpc>
                <a:spcPts val="2800"/>
              </a:lnSpc>
              <a:defRPr/>
            </a:pPr>
            <a:r>
              <a:rPr lang="zh-CN" altLang="en-US" sz="2300">
                <a:solidFill>
                  <a:srgbClr val="FF0000"/>
                </a:solidFill>
                <a:latin typeface="微软雅黑" panose="020B0503020204020204" pitchFamily="34" charset="-122"/>
              </a:rPr>
              <a:t>气体能传播声音，真空不能传声</a:t>
            </a:r>
          </a:p>
        </p:txBody>
      </p:sp>
      <p:sp>
        <p:nvSpPr>
          <p:cNvPr id="29" name="文本框 28">
            <a:extLst>
              <a:ext uri="{FF2B5EF4-FFF2-40B4-BE49-F238E27FC236}">
                <a16:creationId xmlns:a16="http://schemas.microsoft.com/office/drawing/2014/main" id="{5896957F-F7F8-6EDD-23B7-56D9BC659ABA}"/>
              </a:ext>
            </a:extLst>
          </p:cNvPr>
          <p:cNvSpPr txBox="1"/>
          <p:nvPr>
            <p:custDataLst>
              <p:tags r:id="rId12"/>
            </p:custDataLst>
          </p:nvPr>
        </p:nvSpPr>
        <p:spPr>
          <a:xfrm>
            <a:off x="7333163" y="5127545"/>
            <a:ext cx="2420006" cy="1509067"/>
          </a:xfrm>
          <a:prstGeom prst="rect">
            <a:avLst/>
          </a:prstGeom>
          <a:noFill/>
        </p:spPr>
        <p:txBody>
          <a:bodyPr wrap="square">
            <a:spAutoFit/>
          </a:bodyPr>
          <a:lstStyle/>
          <a:p>
            <a:pPr>
              <a:lnSpc>
                <a:spcPts val="2800"/>
              </a:lnSpc>
              <a:defRPr/>
            </a:pPr>
            <a:r>
              <a:rPr lang="zh-CN" altLang="en-US" sz="2300">
                <a:solidFill>
                  <a:prstClr val="black"/>
                </a:solidFill>
                <a:latin typeface="微软雅黑" panose="020B0503020204020204" pitchFamily="34" charset="-122"/>
              </a:rPr>
              <a:t>随着容器中空</a:t>
            </a:r>
          </a:p>
          <a:p>
            <a:pPr>
              <a:lnSpc>
                <a:spcPts val="2800"/>
              </a:lnSpc>
              <a:defRPr/>
            </a:pPr>
            <a:r>
              <a:rPr lang="zh-CN" altLang="en-US" sz="2300">
                <a:solidFill>
                  <a:prstClr val="black"/>
                </a:solidFill>
                <a:latin typeface="微软雅黑" panose="020B0503020204020204" pitchFamily="34" charset="-122"/>
              </a:rPr>
              <a:t>气被抽出，声音越来越小，最后几乎听不见</a:t>
            </a:r>
          </a:p>
        </p:txBody>
      </p:sp>
      <p:sp>
        <p:nvSpPr>
          <p:cNvPr id="31" name="文本框 30">
            <a:extLst>
              <a:ext uri="{FF2B5EF4-FFF2-40B4-BE49-F238E27FC236}">
                <a16:creationId xmlns:a16="http://schemas.microsoft.com/office/drawing/2014/main" id="{5BF9EC1C-0F8E-44FD-8988-EB8E03F19B2A}"/>
              </a:ext>
            </a:extLst>
          </p:cNvPr>
          <p:cNvSpPr txBox="1"/>
          <p:nvPr>
            <p:custDataLst>
              <p:tags r:id="rId13"/>
            </p:custDataLst>
          </p:nvPr>
        </p:nvSpPr>
        <p:spPr>
          <a:xfrm>
            <a:off x="7333164" y="4013699"/>
            <a:ext cx="2182312" cy="790922"/>
          </a:xfrm>
          <a:prstGeom prst="rect">
            <a:avLst/>
          </a:prstGeom>
          <a:noFill/>
        </p:spPr>
        <p:txBody>
          <a:bodyPr wrap="square">
            <a:spAutoFit/>
          </a:bodyPr>
          <a:lstStyle/>
          <a:p>
            <a:pPr>
              <a:lnSpc>
                <a:spcPts val="2800"/>
              </a:lnSpc>
              <a:defRPr/>
            </a:pPr>
            <a:r>
              <a:rPr lang="zh-CN" altLang="en-US" sz="2300">
                <a:solidFill>
                  <a:prstClr val="black"/>
                </a:solidFill>
                <a:latin typeface="微软雅黑" panose="020B0503020204020204" pitchFamily="34" charset="-122"/>
              </a:rPr>
              <a:t>能够清晰地听见手机的声音</a:t>
            </a:r>
          </a:p>
        </p:txBody>
      </p:sp>
      <p:pic>
        <p:nvPicPr>
          <p:cNvPr id="2" name="图片 1" descr="cbe3eb76672406fabbe30586b58813d">
            <a:extLst>
              <a:ext uri="{FF2B5EF4-FFF2-40B4-BE49-F238E27FC236}">
                <a16:creationId xmlns:a16="http://schemas.microsoft.com/office/drawing/2014/main" id="{2EEADBBC-0432-D079-D88E-855F4EA86A71}"/>
              </a:ext>
            </a:extLst>
          </p:cNvPr>
          <p:cNvPicPr>
            <a:picLocks noChangeAspect="1"/>
          </p:cNvPicPr>
          <p:nvPr/>
        </p:nvPicPr>
        <p:blipFill>
          <a:blip r:embed="rId22"/>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6780212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arn(inVertical)">
                                      <p:cBhvr>
                                        <p:cTn id="17" dur="500"/>
                                        <p:tgtEl>
                                          <p:spTgt spid="15"/>
                                        </p:tgtEl>
                                      </p:cBhvr>
                                    </p:animEffect>
                                  </p:childTnLst>
                                </p:cTn>
                              </p:par>
                              <p:par>
                                <p:cTn id="18" presetID="16" presetClass="entr" presetSubtype="21"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arn(inVertical)">
                                      <p:cBhvr>
                                        <p:cTn id="20" dur="500"/>
                                        <p:tgtEl>
                                          <p:spTgt spid="10"/>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arn(inVertical)">
                                      <p:cBhvr>
                                        <p:cTn id="25" dur="500"/>
                                        <p:tgtEl>
                                          <p:spTgt spid="21"/>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barn(inVertical)">
                                      <p:cBhvr>
                                        <p:cTn id="30" dur="500"/>
                                        <p:tgtEl>
                                          <p:spTgt spid="23"/>
                                        </p:tgtEl>
                                      </p:cBhvr>
                                    </p:animEffect>
                                  </p:childTnLst>
                                </p:cTn>
                              </p:par>
                            </p:childTnLst>
                          </p:cTn>
                        </p:par>
                      </p:childTnLst>
                    </p:cTn>
                  </p:par>
                  <p:par>
                    <p:cTn id="31" fill="hold" nodeType="clickPar">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dissolve">
                                      <p:cBhvr>
                                        <p:cTn id="35" dur="500"/>
                                        <p:tgtEl>
                                          <p:spTgt spid="11"/>
                                        </p:tgtEl>
                                      </p:cBhvr>
                                    </p:animEffect>
                                  </p:childTnLst>
                                </p:cTn>
                              </p:par>
                            </p:childTnLst>
                          </p:cTn>
                        </p:par>
                      </p:childTnLst>
                    </p:cTn>
                  </p:par>
                  <p:par>
                    <p:cTn id="36" fill="hold" nodeType="clickPar">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blinds(horizontal)">
                                      <p:cBhvr>
                                        <p:cTn id="40" dur="500"/>
                                        <p:tgtEl>
                                          <p:spTgt spid="31"/>
                                        </p:tgtEl>
                                      </p:cBhvr>
                                    </p:animEffect>
                                  </p:childTnLst>
                                </p:cTn>
                              </p:par>
                            </p:childTnLst>
                          </p:cTn>
                        </p:par>
                      </p:childTnLst>
                    </p:cTn>
                  </p:par>
                  <p:par>
                    <p:cTn id="41" fill="hold" nodeType="clickPar">
                      <p:stCondLst>
                        <p:cond delay="indefinite"/>
                      </p:stCondLst>
                      <p:childTnLst>
                        <p:par>
                          <p:cTn id="42" fill="hold">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barn(inVertical)">
                                      <p:cBhvr>
                                        <p:cTn id="45" dur="500"/>
                                        <p:tgtEl>
                                          <p:spTgt spid="25"/>
                                        </p:tgtEl>
                                      </p:cBhvr>
                                    </p:animEffect>
                                  </p:childTnLst>
                                </p:cTn>
                              </p:par>
                            </p:childTnLst>
                          </p:cTn>
                        </p:par>
                      </p:childTnLst>
                    </p:cTn>
                  </p:par>
                  <p:par>
                    <p:cTn id="46" fill="hold" nodeType="clickPar">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barn(inVertical)">
                                      <p:cBhvr>
                                        <p:cTn id="50" dur="750"/>
                                        <p:tgtEl>
                                          <p:spTgt spid="14"/>
                                        </p:tgtEl>
                                      </p:cBhvr>
                                    </p:animEffect>
                                  </p:childTnLst>
                                </p:cTn>
                              </p:par>
                            </p:childTnLst>
                          </p:cTn>
                        </p:par>
                      </p:childTnLst>
                    </p:cTn>
                  </p:par>
                  <p:par>
                    <p:cTn id="51" fill="hold" nodeType="clickPar">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blinds(horizontal)">
                                      <p:cBhvr>
                                        <p:cTn id="55" dur="500"/>
                                        <p:tgtEl>
                                          <p:spTgt spid="29"/>
                                        </p:tgtEl>
                                      </p:cBhvr>
                                    </p:animEffect>
                                  </p:childTnLst>
                                </p:cTn>
                              </p:par>
                            </p:childTnLst>
                          </p:cTn>
                        </p:par>
                      </p:childTnLst>
                    </p:cTn>
                  </p:par>
                  <p:par>
                    <p:cTn id="56" fill="hold" nodeType="clickPar">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1000"/>
                                        <p:tgtEl>
                                          <p:spTgt spid="27"/>
                                        </p:tgtEl>
                                      </p:cBhvr>
                                    </p:animEffect>
                                    <p:anim calcmode="lin" valueType="num">
                                      <p:cBhvr>
                                        <p:cTn id="61" dur="1000" fill="hold"/>
                                        <p:tgtEl>
                                          <p:spTgt spid="27"/>
                                        </p:tgtEl>
                                        <p:attrNameLst>
                                          <p:attrName>ppt_x</p:attrName>
                                        </p:attrNameLst>
                                      </p:cBhvr>
                                      <p:tavLst>
                                        <p:tav tm="0">
                                          <p:val>
                                            <p:strVal val="#ppt_x"/>
                                          </p:val>
                                        </p:tav>
                                        <p:tav tm="100000">
                                          <p:val>
                                            <p:strVal val="#ppt_x"/>
                                          </p:val>
                                        </p:tav>
                                      </p:tavLst>
                                    </p:anim>
                                    <p:anim calcmode="lin" valueType="num">
                                      <p:cBhvr>
                                        <p:cTn id="62"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p:bldP spid="21" grpId="0"/>
      <p:bldP spid="23" grpId="0"/>
      <p:bldP spid="25" grpId="0"/>
      <p:bldP spid="27" grpId="0"/>
      <p:bldP spid="29"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文本框 24">
            <a:extLst>
              <a:ext uri="{FF2B5EF4-FFF2-40B4-BE49-F238E27FC236}">
                <a16:creationId xmlns:a16="http://schemas.microsoft.com/office/drawing/2014/main" id="{BDE9305B-D931-AEB3-C743-A924851AB4DF}"/>
              </a:ext>
            </a:extLst>
          </p:cNvPr>
          <p:cNvSpPr txBox="1"/>
          <p:nvPr>
            <p:custDataLst>
              <p:tags r:id="rId1"/>
            </p:custDataLst>
          </p:nvPr>
        </p:nvSpPr>
        <p:spPr>
          <a:xfrm>
            <a:off x="1603731" y="1517447"/>
            <a:ext cx="8854461" cy="4541564"/>
          </a:xfrm>
          <a:prstGeom prst="rect">
            <a:avLst/>
          </a:prstGeom>
          <a:noFill/>
        </p:spPr>
        <p:txBody>
          <a:bodyPr wrap="square">
            <a:spAutoFit/>
          </a:bodyPr>
          <a:lstStyle/>
          <a:p>
            <a:pPr indent="504000" defTabSz="457200">
              <a:lnSpc>
                <a:spcPts val="3500"/>
              </a:lnSpc>
              <a:defRPr/>
            </a:pPr>
            <a:r>
              <a:rPr lang="zh-CN" altLang="en-US" sz="2400" b="1" kern="0">
                <a:solidFill>
                  <a:srgbClr val="00B0F0"/>
                </a:solidFill>
                <a:latin typeface="Times New Roman" panose="02020603050405020304" pitchFamily="18" charset="0"/>
                <a:cs typeface="Times New Roman" panose="02020603050405020304" pitchFamily="18" charset="0"/>
              </a:rPr>
              <a:t> （</a:t>
            </a:r>
            <a:r>
              <a:rPr lang="en-US" altLang="zh-CN" sz="2400" b="1" kern="0">
                <a:solidFill>
                  <a:srgbClr val="00B0F0"/>
                </a:solidFill>
                <a:latin typeface="Times New Roman" panose="02020603050405020304" pitchFamily="18" charset="0"/>
                <a:cs typeface="Times New Roman" panose="02020603050405020304" pitchFamily="18" charset="0"/>
              </a:rPr>
              <a:t>1</a:t>
            </a:r>
            <a:r>
              <a:rPr lang="zh-CN" altLang="en-US" sz="2400" b="1" kern="0">
                <a:solidFill>
                  <a:srgbClr val="00B0F0"/>
                </a:solidFill>
                <a:latin typeface="Times New Roman" panose="02020603050405020304" pitchFamily="18" charset="0"/>
                <a:cs typeface="Times New Roman" panose="02020603050405020304" pitchFamily="18" charset="0"/>
              </a:rPr>
              <a:t>）介质</a:t>
            </a:r>
            <a:endParaRPr lang="en-US" altLang="zh-CN" sz="2400" b="1" kern="0">
              <a:solidFill>
                <a:srgbClr val="00B0F0"/>
              </a:solidFill>
              <a:latin typeface="Times New Roman" panose="02020603050405020304" pitchFamily="18" charset="0"/>
              <a:cs typeface="Times New Roman" panose="02020603050405020304" pitchFamily="18" charset="0"/>
            </a:endParaRPr>
          </a:p>
          <a:p>
            <a:pPr indent="504000" defTabSz="457200">
              <a:lnSpc>
                <a:spcPts val="3500"/>
              </a:lnSpc>
              <a:defRPr/>
            </a:pPr>
            <a:r>
              <a:rPr lang="zh-CN" altLang="en-US" sz="2400" kern="0">
                <a:solidFill>
                  <a:prstClr val="black"/>
                </a:solidFill>
                <a:latin typeface="Times New Roman" panose="02020603050405020304" pitchFamily="18" charset="0"/>
                <a:cs typeface="Times New Roman" panose="02020603050405020304" pitchFamily="18" charset="0"/>
              </a:rPr>
              <a:t>把固体、液体和气体统称为传播声音的介质。声音可以在固体、液体、气体中传播；固体的传声效果比气体好。</a:t>
            </a:r>
          </a:p>
          <a:p>
            <a:pPr indent="504000" defTabSz="457200">
              <a:lnSpc>
                <a:spcPts val="3500"/>
              </a:lnSpc>
              <a:defRPr/>
            </a:pPr>
            <a:r>
              <a:rPr lang="zh-CN" altLang="en-US" sz="2400" b="1" kern="0">
                <a:solidFill>
                  <a:srgbClr val="00B0F0"/>
                </a:solidFill>
                <a:latin typeface="Times New Roman" panose="02020603050405020304" pitchFamily="18" charset="0"/>
                <a:cs typeface="Times New Roman" panose="02020603050405020304" pitchFamily="18" charset="0"/>
              </a:rPr>
              <a:t>（</a:t>
            </a:r>
            <a:r>
              <a:rPr lang="en-US" altLang="zh-CN" sz="2400" b="1" kern="0">
                <a:solidFill>
                  <a:srgbClr val="00B0F0"/>
                </a:solidFill>
                <a:latin typeface="Times New Roman" panose="02020603050405020304" pitchFamily="18" charset="0"/>
                <a:cs typeface="Times New Roman" panose="02020603050405020304" pitchFamily="18" charset="0"/>
              </a:rPr>
              <a:t>2</a:t>
            </a:r>
            <a:r>
              <a:rPr lang="zh-CN" altLang="en-US" sz="2400" b="1" kern="0">
                <a:solidFill>
                  <a:srgbClr val="00B0F0"/>
                </a:solidFill>
                <a:latin typeface="Times New Roman" panose="02020603050405020304" pitchFamily="18" charset="0"/>
                <a:cs typeface="Times New Roman" panose="02020603050405020304" pitchFamily="18" charset="0"/>
              </a:rPr>
              <a:t>）声音不能在真空中传播</a:t>
            </a:r>
            <a:r>
              <a:rPr lang="zh-CN" altLang="en-US" sz="2400" kern="0">
                <a:solidFill>
                  <a:prstClr val="black"/>
                </a:solidFill>
                <a:latin typeface="Times New Roman" panose="02020603050405020304" pitchFamily="18" charset="0"/>
                <a:cs typeface="Times New Roman" panose="02020603050405020304" pitchFamily="18" charset="0"/>
              </a:rPr>
              <a:t>。即声音的传播需要介质。</a:t>
            </a:r>
          </a:p>
          <a:p>
            <a:pPr indent="504000" defTabSz="457200">
              <a:lnSpc>
                <a:spcPts val="3500"/>
              </a:lnSpc>
              <a:defRPr/>
            </a:pPr>
            <a:r>
              <a:rPr lang="zh-CN" altLang="en-US" sz="2400" b="1" kern="0">
                <a:solidFill>
                  <a:srgbClr val="00B0F0"/>
                </a:solidFill>
                <a:latin typeface="Times New Roman" panose="02020603050405020304" pitchFamily="18" charset="0"/>
                <a:cs typeface="Times New Roman" panose="02020603050405020304" pitchFamily="18" charset="0"/>
              </a:rPr>
              <a:t>（</a:t>
            </a:r>
            <a:r>
              <a:rPr lang="en-US" altLang="zh-CN" sz="2400" b="1" kern="0">
                <a:solidFill>
                  <a:srgbClr val="00B0F0"/>
                </a:solidFill>
                <a:latin typeface="Times New Roman" panose="02020603050405020304" pitchFamily="18" charset="0"/>
                <a:cs typeface="Times New Roman" panose="02020603050405020304" pitchFamily="18" charset="0"/>
              </a:rPr>
              <a:t>3</a:t>
            </a:r>
            <a:r>
              <a:rPr lang="zh-CN" altLang="en-US" sz="2400" b="1" kern="0">
                <a:solidFill>
                  <a:srgbClr val="00B0F0"/>
                </a:solidFill>
                <a:latin typeface="Times New Roman" panose="02020603050405020304" pitchFamily="18" charset="0"/>
                <a:cs typeface="Times New Roman" panose="02020603050405020304" pitchFamily="18" charset="0"/>
              </a:rPr>
              <a:t>）实验推理法</a:t>
            </a:r>
            <a:endParaRPr lang="en-US" altLang="zh-CN" sz="2400" b="1" kern="0">
              <a:solidFill>
                <a:srgbClr val="00B0F0"/>
              </a:solidFill>
              <a:latin typeface="Times New Roman" panose="02020603050405020304" pitchFamily="18" charset="0"/>
              <a:cs typeface="Times New Roman" panose="02020603050405020304" pitchFamily="18" charset="0"/>
            </a:endParaRPr>
          </a:p>
          <a:p>
            <a:pPr indent="504000" defTabSz="457200">
              <a:lnSpc>
                <a:spcPts val="3500"/>
              </a:lnSpc>
              <a:defRPr/>
            </a:pPr>
            <a:r>
              <a:rPr lang="zh-CN" altLang="en-US" sz="2400" kern="0">
                <a:solidFill>
                  <a:prstClr val="black"/>
                </a:solidFill>
                <a:latin typeface="Times New Roman" panose="02020603050405020304" pitchFamily="18" charset="0"/>
                <a:cs typeface="Times New Roman" panose="02020603050405020304" pitchFamily="18" charset="0"/>
              </a:rPr>
              <a:t>对于无法通过实验直接得出的物理规律，我们可以在实验的基础上通过</a:t>
            </a:r>
            <a:r>
              <a:rPr lang="zh-CN" altLang="en-US" sz="2400" kern="0">
                <a:solidFill>
                  <a:srgbClr val="FF0000"/>
                </a:solidFill>
                <a:latin typeface="Times New Roman" panose="02020603050405020304" pitchFamily="18" charset="0"/>
                <a:cs typeface="Times New Roman" panose="02020603050405020304" pitchFamily="18" charset="0"/>
              </a:rPr>
              <a:t>推理</a:t>
            </a:r>
            <a:r>
              <a:rPr lang="zh-CN" altLang="en-US" sz="2400" kern="0">
                <a:solidFill>
                  <a:prstClr val="black"/>
                </a:solidFill>
                <a:latin typeface="Times New Roman" panose="02020603050405020304" pitchFamily="18" charset="0"/>
                <a:cs typeface="Times New Roman" panose="02020603050405020304" pitchFamily="18" charset="0"/>
              </a:rPr>
              <a:t>得出。</a:t>
            </a:r>
          </a:p>
          <a:p>
            <a:pPr indent="504000" defTabSz="457200">
              <a:lnSpc>
                <a:spcPts val="3500"/>
              </a:lnSpc>
              <a:defRPr/>
            </a:pPr>
            <a:r>
              <a:rPr lang="zh-CN" altLang="en-US" sz="2400" kern="0">
                <a:solidFill>
                  <a:prstClr val="black"/>
                </a:solidFill>
                <a:latin typeface="Times New Roman" panose="02020603050405020304" pitchFamily="18" charset="0"/>
                <a:cs typeface="Times New Roman" panose="02020603050405020304" pitchFamily="18" charset="0"/>
              </a:rPr>
              <a:t> 例如，我们实验观察到随着瓶内的空气越来越少，听到的声音就越来越小，在此基础上，我们可以进一步推理得出：声音不能在真空中传播。</a:t>
            </a:r>
          </a:p>
        </p:txBody>
      </p:sp>
      <p:sp>
        <p:nvSpPr>
          <p:cNvPr id="3" name="文本框 2">
            <a:extLst>
              <a:ext uri="{FF2B5EF4-FFF2-40B4-BE49-F238E27FC236}">
                <a16:creationId xmlns:a16="http://schemas.microsoft.com/office/drawing/2014/main" id="{5806D5F1-6224-F8B5-30D5-0DA3B8E1BC76}"/>
              </a:ext>
            </a:extLst>
          </p:cNvPr>
          <p:cNvSpPr txBox="1"/>
          <p:nvPr>
            <p:custDataLst>
              <p:tags r:id="rId2"/>
            </p:custDataLst>
          </p:nvPr>
        </p:nvSpPr>
        <p:spPr>
          <a:xfrm>
            <a:off x="1733808" y="1025004"/>
            <a:ext cx="2985198" cy="492443"/>
          </a:xfrm>
          <a:prstGeom prst="rect">
            <a:avLst/>
          </a:prstGeom>
          <a:noFill/>
        </p:spPr>
        <p:txBody>
          <a:bodyPr wrap="square" rtlCol="0">
            <a:spAutoFit/>
          </a:bodyPr>
          <a:lstStyle/>
          <a:p>
            <a:r>
              <a:rPr lang="en-US" altLang="zh-CN" sz="2600" b="1">
                <a:solidFill>
                  <a:srgbClr val="0070C0"/>
                </a:solidFill>
                <a:latin typeface="Times New Roman" panose="02020603050405020304" pitchFamily="18" charset="0"/>
                <a:cs typeface="Times New Roman" panose="02020603050405020304" pitchFamily="18" charset="0"/>
              </a:rPr>
              <a:t>2. </a:t>
            </a:r>
            <a:r>
              <a:rPr lang="zh-CN" altLang="en-US" sz="2600" b="1">
                <a:solidFill>
                  <a:srgbClr val="0070C0"/>
                </a:solidFill>
                <a:latin typeface="Times New Roman" panose="02020603050405020304" pitchFamily="18" charset="0"/>
                <a:cs typeface="Times New Roman" panose="02020603050405020304" pitchFamily="18" charset="0"/>
              </a:rPr>
              <a:t>声音的传播</a:t>
            </a:r>
          </a:p>
        </p:txBody>
      </p:sp>
      <p:sp>
        <p:nvSpPr>
          <p:cNvPr id="6" name="文本框 5">
            <a:extLst>
              <a:ext uri="{FF2B5EF4-FFF2-40B4-BE49-F238E27FC236}">
                <a16:creationId xmlns:a16="http://schemas.microsoft.com/office/drawing/2014/main" id="{262E4228-3487-7F06-0268-CECAB6FA390F}"/>
              </a:ext>
            </a:extLst>
          </p:cNvPr>
          <p:cNvSpPr txBox="1"/>
          <p:nvPr>
            <p:custDataLst>
              <p:tags r:id="rId3"/>
            </p:custDataLst>
          </p:nvPr>
        </p:nvSpPr>
        <p:spPr>
          <a:xfrm>
            <a:off x="851147" y="218998"/>
            <a:ext cx="3416053" cy="492443"/>
          </a:xfrm>
          <a:prstGeom prst="rect">
            <a:avLst/>
          </a:prstGeom>
          <a:noFill/>
        </p:spPr>
        <p:txBody>
          <a:bodyPr wrap="square" rtlCol="0">
            <a:spAutoFit/>
          </a:bodyPr>
          <a:lstStyle/>
          <a:p>
            <a:r>
              <a:rPr lang="zh-CN" altLang="en-US" sz="2600" b="1">
                <a:solidFill>
                  <a:srgbClr val="7030A0"/>
                </a:solidFill>
                <a:latin typeface="思源黑体" panose="020B0500000000000000" pitchFamily="34" charset="-122"/>
                <a:ea typeface="思源黑体" panose="020B0500000000000000" pitchFamily="34" charset="-122"/>
              </a:rPr>
              <a:t>二、声音的传播</a:t>
            </a:r>
          </a:p>
        </p:txBody>
      </p:sp>
      <p:pic>
        <p:nvPicPr>
          <p:cNvPr id="2" name="图片 1" descr="cbe3eb76672406fabbe30586b58813d">
            <a:extLst>
              <a:ext uri="{FF2B5EF4-FFF2-40B4-BE49-F238E27FC236}">
                <a16:creationId xmlns:a16="http://schemas.microsoft.com/office/drawing/2014/main" id="{F5AF2E12-9B60-76F6-8529-BD5200DEF7D4}"/>
              </a:ext>
            </a:extLst>
          </p:cNvPr>
          <p:cNvPicPr>
            <a:picLocks noChangeAspect="1"/>
          </p:cNvPicPr>
          <p:nvPr/>
        </p:nvPicPr>
        <p:blipFill>
          <a:blip r:embed="rId5"/>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1810828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750" fill="hold"/>
                                        <p:tgtEl>
                                          <p:spTgt spid="3"/>
                                        </p:tgtEl>
                                        <p:attrNameLst>
                                          <p:attrName>ppt_w</p:attrName>
                                        </p:attrNameLst>
                                      </p:cBhvr>
                                      <p:tavLst>
                                        <p:tav tm="0">
                                          <p:val>
                                            <p:fltVal val="0"/>
                                          </p:val>
                                        </p:tav>
                                        <p:tav tm="100000">
                                          <p:val>
                                            <p:strVal val="#ppt_w"/>
                                          </p:val>
                                        </p:tav>
                                      </p:tavLst>
                                    </p:anim>
                                    <p:anim calcmode="lin" valueType="num">
                                      <p:cBhvr>
                                        <p:cTn id="8" dur="750" fill="hold"/>
                                        <p:tgtEl>
                                          <p:spTgt spid="3"/>
                                        </p:tgtEl>
                                        <p:attrNameLst>
                                          <p:attrName>ppt_h</p:attrName>
                                        </p:attrNameLst>
                                      </p:cBhvr>
                                      <p:tavLst>
                                        <p:tav tm="0">
                                          <p:val>
                                            <p:fltVal val="0"/>
                                          </p:val>
                                        </p:tav>
                                        <p:tav tm="100000">
                                          <p:val>
                                            <p:strVal val="#ppt_h"/>
                                          </p:val>
                                        </p:tav>
                                      </p:tavLst>
                                    </p:anim>
                                    <p:animEffect transition="in" filter="fade">
                                      <p:cBhvr>
                                        <p:cTn id="9" dur="750"/>
                                        <p:tgtEl>
                                          <p:spTgt spid="3"/>
                                        </p:tgtEl>
                                      </p:cBhvr>
                                    </p:animEffect>
                                  </p:childTnLst>
                                </p:cTn>
                              </p:par>
                            </p:childTnLst>
                          </p:cTn>
                        </p:par>
                      </p:childTnLst>
                    </p:cTn>
                  </p:par>
                  <p:par>
                    <p:cTn id="10" fill="hold" nodeType="clickPar">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5">
                                            <p:txEl>
                                              <p:pRg st="0" end="0"/>
                                            </p:txEl>
                                          </p:spTgt>
                                        </p:tgtEl>
                                        <p:attrNameLst>
                                          <p:attrName>style.visibility</p:attrName>
                                        </p:attrNameLst>
                                      </p:cBhvr>
                                      <p:to>
                                        <p:strVal val="visible"/>
                                      </p:to>
                                    </p:set>
                                    <p:animEffect transition="in" filter="barn(inVertical)">
                                      <p:cBhvr>
                                        <p:cTn id="14" dur="500"/>
                                        <p:tgtEl>
                                          <p:spTgt spid="25">
                                            <p:txEl>
                                              <p:pRg st="0" end="0"/>
                                            </p:txEl>
                                          </p:spTgt>
                                        </p:tgtEl>
                                      </p:cBhvr>
                                    </p:animEffect>
                                  </p:childTnLst>
                                </p:cTn>
                              </p:par>
                            </p:childTnLst>
                          </p:cTn>
                        </p:par>
                      </p:childTnLst>
                    </p:cTn>
                  </p:par>
                  <p:par>
                    <p:cTn id="15" fill="hold" nodeType="clickPar">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5">
                                            <p:txEl>
                                              <p:pRg st="1" end="1"/>
                                            </p:txEl>
                                          </p:spTgt>
                                        </p:tgtEl>
                                        <p:attrNameLst>
                                          <p:attrName>style.visibility</p:attrName>
                                        </p:attrNameLst>
                                      </p:cBhvr>
                                      <p:to>
                                        <p:strVal val="visible"/>
                                      </p:to>
                                    </p:set>
                                    <p:animEffect transition="in" filter="blinds(horizontal)">
                                      <p:cBhvr>
                                        <p:cTn id="19" dur="500"/>
                                        <p:tgtEl>
                                          <p:spTgt spid="25">
                                            <p:txEl>
                                              <p:pRg st="1" end="1"/>
                                            </p:txEl>
                                          </p:spTgt>
                                        </p:tgtEl>
                                      </p:cBhvr>
                                    </p:animEffect>
                                  </p:childTnLst>
                                </p:cTn>
                              </p:par>
                            </p:childTnLst>
                          </p:cTn>
                        </p:par>
                      </p:childTnLst>
                    </p:cTn>
                  </p:par>
                  <p:par>
                    <p:cTn id="20" fill="hold" nodeType="clickPar">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5">
                                            <p:txEl>
                                              <p:pRg st="2" end="2"/>
                                            </p:txEl>
                                          </p:spTgt>
                                        </p:tgtEl>
                                        <p:attrNameLst>
                                          <p:attrName>style.visibility</p:attrName>
                                        </p:attrNameLst>
                                      </p:cBhvr>
                                      <p:to>
                                        <p:strVal val="visible"/>
                                      </p:to>
                                    </p:set>
                                    <p:animEffect transition="in" filter="blinds(horizontal)">
                                      <p:cBhvr>
                                        <p:cTn id="24" dur="500"/>
                                        <p:tgtEl>
                                          <p:spTgt spid="25">
                                            <p:txEl>
                                              <p:pRg st="2" end="2"/>
                                            </p:txEl>
                                          </p:spTgt>
                                        </p:tgtEl>
                                      </p:cBhvr>
                                    </p:animEffect>
                                  </p:childTnLst>
                                </p:cTn>
                              </p:par>
                            </p:childTnLst>
                          </p:cTn>
                        </p:par>
                      </p:childTnLst>
                    </p:cTn>
                  </p:par>
                  <p:par>
                    <p:cTn id="25" fill="hold" nodeType="clickPar">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25">
                                            <p:txEl>
                                              <p:pRg st="3" end="3"/>
                                            </p:txEl>
                                          </p:spTgt>
                                        </p:tgtEl>
                                        <p:attrNameLst>
                                          <p:attrName>style.visibility</p:attrName>
                                        </p:attrNameLst>
                                      </p:cBhvr>
                                      <p:to>
                                        <p:strVal val="visible"/>
                                      </p:to>
                                    </p:set>
                                    <p:animEffect transition="in" filter="blinds(horizontal)">
                                      <p:cBhvr>
                                        <p:cTn id="29" dur="500"/>
                                        <p:tgtEl>
                                          <p:spTgt spid="25">
                                            <p:txEl>
                                              <p:pRg st="3" end="3"/>
                                            </p:txEl>
                                          </p:spTgt>
                                        </p:tgtEl>
                                      </p:cBhvr>
                                    </p:animEffect>
                                  </p:childTnLst>
                                </p:cTn>
                              </p:par>
                            </p:childTnLst>
                          </p:cTn>
                        </p:par>
                      </p:childTnLst>
                    </p:cTn>
                  </p:par>
                  <p:par>
                    <p:cTn id="30" fill="hold" nodeType="clickPar">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25">
                                            <p:txEl>
                                              <p:pRg st="4" end="4"/>
                                            </p:txEl>
                                          </p:spTgt>
                                        </p:tgtEl>
                                        <p:attrNameLst>
                                          <p:attrName>style.visibility</p:attrName>
                                        </p:attrNameLst>
                                      </p:cBhvr>
                                      <p:to>
                                        <p:strVal val="visible"/>
                                      </p:to>
                                    </p:set>
                                    <p:animEffect transition="in" filter="blinds(horizontal)">
                                      <p:cBhvr>
                                        <p:cTn id="34" dur="500"/>
                                        <p:tgtEl>
                                          <p:spTgt spid="25">
                                            <p:txEl>
                                              <p:pRg st="4" end="4"/>
                                            </p:txEl>
                                          </p:spTgt>
                                        </p:tgtEl>
                                      </p:cBhvr>
                                    </p:animEffect>
                                  </p:childTnLst>
                                </p:cTn>
                              </p:par>
                            </p:childTnLst>
                          </p:cTn>
                        </p:par>
                      </p:childTnLst>
                    </p:cTn>
                  </p:par>
                  <p:par>
                    <p:cTn id="35" fill="hold" nodeType="clickPar">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25">
                                            <p:txEl>
                                              <p:pRg st="5" end="5"/>
                                            </p:txEl>
                                          </p:spTgt>
                                        </p:tgtEl>
                                        <p:attrNameLst>
                                          <p:attrName>style.visibility</p:attrName>
                                        </p:attrNameLst>
                                      </p:cBhvr>
                                      <p:to>
                                        <p:strVal val="visible"/>
                                      </p:to>
                                    </p:set>
                                    <p:animEffect transition="in" filter="blinds(horizontal)">
                                      <p:cBhvr>
                                        <p:cTn id="39" dur="500"/>
                                        <p:tgtEl>
                                          <p:spTgt spid="2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2A66479A-7141-E2D2-369C-AC6D103F9714}"/>
              </a:ext>
            </a:extLst>
          </p:cNvPr>
          <p:cNvGraphicFramePr>
            <a:graphicFrameLocks noGrp="1"/>
          </p:cNvGraphicFramePr>
          <p:nvPr>
            <p:custDataLst>
              <p:tags r:id="rId1"/>
            </p:custDataLst>
            <p:extLst>
              <p:ext uri="{D42A27DB-BD31-4B8C-83A1-F6EECF244321}">
                <p14:modId xmlns:p14="http://schemas.microsoft.com/office/powerpoint/2010/main" val="2960075267"/>
              </p:ext>
            </p:extLst>
          </p:nvPr>
        </p:nvGraphicFramePr>
        <p:xfrm>
          <a:off x="758572" y="1854025"/>
          <a:ext cx="10795950" cy="4733293"/>
        </p:xfrm>
        <a:graphic>
          <a:graphicData uri="http://schemas.openxmlformats.org/drawingml/2006/table">
            <a:tbl>
              <a:tblPr firstRow="1" bandRow="1"/>
              <a:tblGrid>
                <a:gridCol w="1194919">
                  <a:extLst>
                    <a:ext uri="{9D8B030D-6E8A-4147-A177-3AD203B41FA5}">
                      <a16:colId xmlns:a16="http://schemas.microsoft.com/office/drawing/2014/main" val="2706500770"/>
                    </a:ext>
                  </a:extLst>
                </a:gridCol>
                <a:gridCol w="3169227">
                  <a:extLst>
                    <a:ext uri="{9D8B030D-6E8A-4147-A177-3AD203B41FA5}">
                      <a16:colId xmlns:a16="http://schemas.microsoft.com/office/drawing/2014/main" val="662441690"/>
                    </a:ext>
                  </a:extLst>
                </a:gridCol>
                <a:gridCol w="6431804">
                  <a:extLst>
                    <a:ext uri="{9D8B030D-6E8A-4147-A177-3AD203B41FA5}">
                      <a16:colId xmlns:a16="http://schemas.microsoft.com/office/drawing/2014/main" val="880656677"/>
                    </a:ext>
                  </a:extLst>
                </a:gridCol>
              </a:tblGrid>
              <a:tr h="555452">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lnSpc>
                          <a:spcPts val="2800"/>
                        </a:lnSpc>
                      </a:pPr>
                      <a:r>
                        <a:rPr lang="zh-CN" altLang="en-US" sz="2400" b="0">
                          <a:solidFill>
                            <a:schemeClr val="tx1"/>
                          </a:solidFill>
                          <a:latin typeface="微软雅黑" panose="020B0503020204020204" pitchFamily="34" charset="-122"/>
                          <a:ea typeface="微软雅黑" panose="020B0503020204020204" pitchFamily="34" charset="-122"/>
                        </a:rPr>
                        <a:t>项目</a:t>
                      </a:r>
                      <a:endParaRPr lang="en-US" altLang="zh-CN" sz="2400" b="0">
                        <a:solidFill>
                          <a:schemeClr val="tx1"/>
                        </a:solidFill>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lnSpc>
                          <a:spcPts val="2800"/>
                        </a:lnSpc>
                      </a:pPr>
                      <a:r>
                        <a:rPr lang="zh-CN" altLang="en-US" sz="2400" b="0">
                          <a:solidFill>
                            <a:schemeClr val="tx1"/>
                          </a:solidFill>
                          <a:latin typeface="微软雅黑" panose="020B0503020204020204" pitchFamily="34" charset="-122"/>
                          <a:ea typeface="微软雅黑" panose="020B0503020204020204" pitchFamily="34" charset="-122"/>
                        </a:rPr>
                        <a:t>水波</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lnSpc>
                          <a:spcPts val="2800"/>
                        </a:lnSpc>
                      </a:pPr>
                      <a:r>
                        <a:rPr lang="zh-CN" altLang="en-US" sz="2400" b="0">
                          <a:solidFill>
                            <a:schemeClr val="tx1"/>
                          </a:solidFill>
                          <a:latin typeface="微软雅黑" panose="020B0503020204020204" pitchFamily="34" charset="-122"/>
                          <a:ea typeface="微软雅黑" panose="020B0503020204020204" pitchFamily="34" charset="-122"/>
                        </a:rPr>
                        <a:t>声波</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extLst>
                  <a:ext uri="{0D108BD9-81ED-4DB2-BD59-A6C34878D82A}">
                    <a16:rowId xmlns:a16="http://schemas.microsoft.com/office/drawing/2014/main" val="292430233"/>
                  </a:ext>
                </a:extLst>
              </a:tr>
              <a:tr h="1453394">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r>
                        <a:rPr lang="zh-CN" altLang="en-US" sz="2400" b="0">
                          <a:latin typeface="微软雅黑" panose="020B0503020204020204" pitchFamily="34" charset="-122"/>
                          <a:ea typeface="微软雅黑" panose="020B0503020204020204" pitchFamily="34" charset="-122"/>
                        </a:rPr>
                        <a:t>图示</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4918347"/>
                  </a:ext>
                </a:extLst>
              </a:tr>
              <a:tr h="1603238">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r>
                        <a:rPr lang="zh-CN" altLang="en-US" sz="2400" b="0">
                          <a:latin typeface="微软雅黑" panose="020B0503020204020204" pitchFamily="34" charset="-122"/>
                          <a:ea typeface="微软雅黑" panose="020B0503020204020204" pitchFamily="34" charset="-122"/>
                        </a:rPr>
                        <a:t>分析</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3445252"/>
                  </a:ext>
                </a:extLst>
              </a:tr>
              <a:tr h="1121209">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ts val="2800"/>
                        </a:lnSpc>
                      </a:pPr>
                      <a:endParaRPr lang="zh-CN" altLang="en-US" sz="2400" b="0">
                        <a:latin typeface="微软雅黑" panose="020B0503020204020204" pitchFamily="34" charset="-122"/>
                        <a:ea typeface="微软雅黑" panose="020B0503020204020204" pitchFamily="34" charset="-122"/>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9525528"/>
                  </a:ext>
                </a:extLst>
              </a:tr>
            </a:tbl>
          </a:graphicData>
        </a:graphic>
      </p:graphicFrame>
      <p:pic>
        <p:nvPicPr>
          <p:cNvPr id="23" name="图片 22">
            <a:extLst>
              <a:ext uri="{FF2B5EF4-FFF2-40B4-BE49-F238E27FC236}">
                <a16:creationId xmlns:a16="http://schemas.microsoft.com/office/drawing/2014/main" id="{1FE8285E-B1F1-3940-E6FF-D6404855FFE0}"/>
              </a:ext>
            </a:extLst>
          </p:cNvPr>
          <p:cNvPicPr/>
          <p:nvPr>
            <p:custDataLst>
              <p:tags r:id="rId2"/>
            </p:custDataLst>
          </p:nvPr>
        </p:nvPicPr>
        <p:blipFill>
          <a:blip r:embed="rId14">
            <a:extLst>
              <a:ext uri="{28A0092B-C50C-407E-A947-70E740481C1C}">
                <a14:useLocalDpi xmlns:a14="http://schemas.microsoft.com/office/drawing/2010/main" val="0"/>
              </a:ext>
            </a:extLst>
          </a:blip>
          <a:stretch>
            <a:fillRect/>
          </a:stretch>
        </p:blipFill>
        <p:spPr>
          <a:xfrm>
            <a:off x="6473347" y="2421490"/>
            <a:ext cx="2805574" cy="1397957"/>
          </a:xfrm>
          <a:prstGeom prst="rect">
            <a:avLst/>
          </a:prstGeom>
        </p:spPr>
      </p:pic>
      <p:sp>
        <p:nvSpPr>
          <p:cNvPr id="2" name="文本框 1">
            <a:extLst>
              <a:ext uri="{FF2B5EF4-FFF2-40B4-BE49-F238E27FC236}">
                <a16:creationId xmlns:a16="http://schemas.microsoft.com/office/drawing/2014/main" id="{5B885305-59E7-FFD9-F0AF-D22AAE74BAF0}"/>
              </a:ext>
            </a:extLst>
          </p:cNvPr>
          <p:cNvSpPr txBox="1"/>
          <p:nvPr>
            <p:custDataLst>
              <p:tags r:id="rId3"/>
            </p:custDataLst>
          </p:nvPr>
        </p:nvSpPr>
        <p:spPr>
          <a:xfrm>
            <a:off x="1151334" y="1035291"/>
            <a:ext cx="1877744" cy="536878"/>
          </a:xfrm>
          <a:prstGeom prst="rect">
            <a:avLst/>
          </a:prstGeom>
          <a:noFill/>
        </p:spPr>
        <p:txBody>
          <a:bodyPr wrap="square">
            <a:spAutoFit/>
          </a:bodyPr>
          <a:lstStyle/>
          <a:p>
            <a:pPr defTabSz="913524">
              <a:lnSpc>
                <a:spcPts val="3800"/>
              </a:lnSpc>
              <a:defRPr/>
            </a:pPr>
            <a:r>
              <a:rPr lang="en-US" altLang="zh-CN" sz="2600" b="1">
                <a:ln w="9525" cap="flat" cmpd="sng" algn="ctr">
                  <a:noFill/>
                  <a:prstDash val="solid"/>
                  <a:round/>
                  <a:headEnd type="none" w="med" len="med"/>
                  <a:tailEnd type="none" w="med" len="med"/>
                </a:ln>
                <a:solidFill>
                  <a:srgbClr val="0070C0"/>
                </a:solidFill>
                <a:latin typeface="Times New Roman" panose="02020603050405020304" pitchFamily="18" charset="0"/>
                <a:cs typeface="Times New Roman" panose="02020603050405020304" pitchFamily="18" charset="0"/>
                <a:sym typeface="Wingdings"/>
              </a:rPr>
              <a:t>3. </a:t>
            </a:r>
            <a:r>
              <a:rPr lang="zh-CN" altLang="en-US" sz="2600" b="1">
                <a:ln w="9525" cap="flat" cmpd="sng" algn="ctr">
                  <a:noFill/>
                  <a:prstDash val="solid"/>
                  <a:round/>
                  <a:headEnd type="none" w="med" len="med"/>
                  <a:tailEnd type="none" w="med" len="med"/>
                </a:ln>
                <a:solidFill>
                  <a:srgbClr val="0070C0"/>
                </a:solidFill>
                <a:latin typeface="Times New Roman" panose="02020603050405020304" pitchFamily="18" charset="0"/>
                <a:cs typeface="Times New Roman" panose="02020603050405020304" pitchFamily="18" charset="0"/>
                <a:sym typeface="Wingdings"/>
              </a:rPr>
              <a:t>声波</a:t>
            </a:r>
          </a:p>
        </p:txBody>
      </p:sp>
      <p:sp>
        <p:nvSpPr>
          <p:cNvPr id="4" name="文本框 3">
            <a:extLst>
              <a:ext uri="{FF2B5EF4-FFF2-40B4-BE49-F238E27FC236}">
                <a16:creationId xmlns:a16="http://schemas.microsoft.com/office/drawing/2014/main" id="{B86C39A6-B7F0-09A7-981A-C18CE4265EB1}"/>
              </a:ext>
            </a:extLst>
          </p:cNvPr>
          <p:cNvSpPr txBox="1"/>
          <p:nvPr>
            <p:custDataLst>
              <p:tags r:id="rId4"/>
            </p:custDataLst>
          </p:nvPr>
        </p:nvSpPr>
        <p:spPr>
          <a:xfrm>
            <a:off x="2090206" y="4158241"/>
            <a:ext cx="2904310" cy="1146917"/>
          </a:xfrm>
          <a:prstGeom prst="rect">
            <a:avLst/>
          </a:prstGeom>
          <a:noFill/>
        </p:spPr>
        <p:txBody>
          <a:bodyPr wrap="square">
            <a:spAutoFit/>
          </a:bodyPr>
          <a:lstStyle/>
          <a:p>
            <a:pPr>
              <a:lnSpc>
                <a:spcPts val="2800"/>
              </a:lnSpc>
              <a:defRPr/>
            </a:pPr>
            <a:r>
              <a:rPr lang="zh-CN" altLang="en-US" sz="2000">
                <a:solidFill>
                  <a:prstClr val="black"/>
                </a:solidFill>
                <a:latin typeface="微软雅黑" panose="020B0503020204020204" pitchFamily="34" charset="-122"/>
              </a:rPr>
              <a:t>水滴落入水中，水面就会形成一圈一圈的</a:t>
            </a:r>
            <a:r>
              <a:rPr lang="en-US" altLang="zh-CN" sz="2000">
                <a:solidFill>
                  <a:prstClr val="black"/>
                </a:solidFill>
                <a:latin typeface="微软雅黑" panose="020B0503020204020204" pitchFamily="34" charset="-122"/>
              </a:rPr>
              <a:t>____</a:t>
            </a:r>
            <a:r>
              <a:rPr lang="zh-CN" altLang="en-US" sz="2000">
                <a:solidFill>
                  <a:prstClr val="black"/>
                </a:solidFill>
                <a:latin typeface="微软雅黑" panose="020B0503020204020204" pitchFamily="34" charset="-122"/>
              </a:rPr>
              <a:t>不断地向远处传播</a:t>
            </a:r>
          </a:p>
        </p:txBody>
      </p:sp>
      <p:sp>
        <p:nvSpPr>
          <p:cNvPr id="5" name="文本框 4">
            <a:extLst>
              <a:ext uri="{FF2B5EF4-FFF2-40B4-BE49-F238E27FC236}">
                <a16:creationId xmlns:a16="http://schemas.microsoft.com/office/drawing/2014/main" id="{CBD4080C-5004-FBB8-00E4-4FF1205E88E1}"/>
              </a:ext>
            </a:extLst>
          </p:cNvPr>
          <p:cNvSpPr txBox="1"/>
          <p:nvPr>
            <p:custDataLst>
              <p:tags r:id="rId5"/>
            </p:custDataLst>
          </p:nvPr>
        </p:nvSpPr>
        <p:spPr>
          <a:xfrm>
            <a:off x="5536848" y="4002946"/>
            <a:ext cx="5990897" cy="1403718"/>
          </a:xfrm>
          <a:prstGeom prst="rect">
            <a:avLst/>
          </a:prstGeom>
          <a:noFill/>
        </p:spPr>
        <p:txBody>
          <a:bodyPr wrap="square">
            <a:spAutoFit/>
          </a:bodyPr>
          <a:lstStyle/>
          <a:p>
            <a:pPr>
              <a:lnSpc>
                <a:spcPts val="2600"/>
              </a:lnSpc>
              <a:defRPr/>
            </a:pPr>
            <a:r>
              <a:rPr lang="zh-CN" altLang="en-US" sz="2000">
                <a:solidFill>
                  <a:prstClr val="black"/>
                </a:solidFill>
                <a:latin typeface="微软雅黑" panose="020B0503020204020204" pitchFamily="34" charset="-122"/>
              </a:rPr>
              <a:t>当音叉的叉股向外侧运动时，会向外挤压邻近的空气，使外侧的空气变密；当叉股向内侧运动时，外侧邻近的空气又会变疏</a:t>
            </a:r>
            <a:r>
              <a:rPr lang="en-US" altLang="zh-CN" sz="2000">
                <a:solidFill>
                  <a:prstClr val="black"/>
                </a:solidFill>
                <a:latin typeface="微软雅黑" panose="020B0503020204020204" pitchFamily="34" charset="-122"/>
              </a:rPr>
              <a:t>……</a:t>
            </a:r>
            <a:r>
              <a:rPr lang="zh-CN" altLang="en-US" sz="2000">
                <a:solidFill>
                  <a:prstClr val="black"/>
                </a:solidFill>
                <a:latin typeface="微软雅黑" panose="020B0503020204020204" pitchFamily="34" charset="-122"/>
              </a:rPr>
              <a:t>随着音叉的不断振动，空气中就形成了疏密相间的波动，并向远处传播</a:t>
            </a:r>
          </a:p>
        </p:txBody>
      </p:sp>
      <p:sp>
        <p:nvSpPr>
          <p:cNvPr id="13" name="文本框 12">
            <a:extLst>
              <a:ext uri="{FF2B5EF4-FFF2-40B4-BE49-F238E27FC236}">
                <a16:creationId xmlns:a16="http://schemas.microsoft.com/office/drawing/2014/main" id="{9B12E50F-8D90-37C3-3A86-3A4A4E562766}"/>
              </a:ext>
            </a:extLst>
          </p:cNvPr>
          <p:cNvSpPr txBox="1"/>
          <p:nvPr>
            <p:custDataLst>
              <p:tags r:id="rId6"/>
            </p:custDataLst>
          </p:nvPr>
        </p:nvSpPr>
        <p:spPr>
          <a:xfrm>
            <a:off x="945931" y="5784256"/>
            <a:ext cx="1144275" cy="488595"/>
          </a:xfrm>
          <a:prstGeom prst="rect">
            <a:avLst/>
          </a:prstGeom>
          <a:noFill/>
        </p:spPr>
        <p:txBody>
          <a:bodyPr wrap="square">
            <a:spAutoFit/>
          </a:bodyPr>
          <a:lstStyle/>
          <a:p>
            <a:pPr>
              <a:lnSpc>
                <a:spcPts val="3400"/>
              </a:lnSpc>
              <a:defRPr/>
            </a:pPr>
            <a:r>
              <a:rPr lang="zh-CN" altLang="en-US" sz="2400">
                <a:solidFill>
                  <a:prstClr val="black"/>
                </a:solidFill>
                <a:latin typeface="宋体" panose="02010600030101010101" pitchFamily="2" charset="-122"/>
              </a:rPr>
              <a:t>总结</a:t>
            </a:r>
          </a:p>
        </p:txBody>
      </p:sp>
      <p:sp>
        <p:nvSpPr>
          <p:cNvPr id="14" name="文本框 13">
            <a:extLst>
              <a:ext uri="{FF2B5EF4-FFF2-40B4-BE49-F238E27FC236}">
                <a16:creationId xmlns:a16="http://schemas.microsoft.com/office/drawing/2014/main" id="{44CEBB5D-2149-2BDF-FEEA-96B80815728B}"/>
              </a:ext>
            </a:extLst>
          </p:cNvPr>
          <p:cNvSpPr txBox="1"/>
          <p:nvPr>
            <p:custDataLst>
              <p:tags r:id="rId7"/>
            </p:custDataLst>
          </p:nvPr>
        </p:nvSpPr>
        <p:spPr>
          <a:xfrm>
            <a:off x="2956213" y="5587014"/>
            <a:ext cx="6829138" cy="924612"/>
          </a:xfrm>
          <a:prstGeom prst="rect">
            <a:avLst/>
          </a:prstGeom>
          <a:noFill/>
        </p:spPr>
        <p:txBody>
          <a:bodyPr wrap="square">
            <a:spAutoFit/>
          </a:bodyPr>
          <a:lstStyle/>
          <a:p>
            <a:pPr>
              <a:lnSpc>
                <a:spcPts val="3400"/>
              </a:lnSpc>
              <a:defRPr/>
            </a:pPr>
            <a:r>
              <a:rPr lang="zh-CN" altLang="en-US" sz="2200">
                <a:solidFill>
                  <a:prstClr val="black"/>
                </a:solidFill>
                <a:latin typeface="宋体" panose="02010600030101010101" pitchFamily="2" charset="-122"/>
              </a:rPr>
              <a:t>水波是一圈一圈向外传播的，而声波是以</a:t>
            </a:r>
            <a:r>
              <a:rPr lang="en-US" altLang="zh-CN" sz="2200">
                <a:solidFill>
                  <a:prstClr val="black"/>
                </a:solidFill>
                <a:latin typeface="宋体" panose="02010600030101010101" pitchFamily="2" charset="-122"/>
              </a:rPr>
              <a:t>________</a:t>
            </a:r>
            <a:r>
              <a:rPr lang="zh-CN" altLang="en-US" sz="2200">
                <a:solidFill>
                  <a:prstClr val="black"/>
                </a:solidFill>
                <a:latin typeface="宋体" panose="02010600030101010101" pitchFamily="2" charset="-122"/>
              </a:rPr>
              <a:t>的波动的形式向外传播的，水波与声波具有相似的形式</a:t>
            </a:r>
          </a:p>
        </p:txBody>
      </p:sp>
      <p:pic>
        <p:nvPicPr>
          <p:cNvPr id="24" name="图片 23">
            <a:extLst>
              <a:ext uri="{FF2B5EF4-FFF2-40B4-BE49-F238E27FC236}">
                <a16:creationId xmlns:a16="http://schemas.microsoft.com/office/drawing/2014/main" id="{35F0E4D1-179C-C947-2C6D-D80956AB49FA}"/>
              </a:ext>
            </a:extLst>
          </p:cNvPr>
          <p:cNvPicPr>
            <a:picLocks noChangeAspect="1"/>
          </p:cNvPicPr>
          <p:nvPr>
            <p:custDataLst>
              <p:tags r:id="rId8"/>
            </p:custDataLst>
          </p:nvPr>
        </p:nvPicPr>
        <p:blipFill>
          <a:blip r:embed="rId15" cstate="print">
            <a:extLst>
              <a:ext uri="{28A0092B-C50C-407E-A947-70E740481C1C}">
                <a14:useLocalDpi xmlns:a14="http://schemas.microsoft.com/office/drawing/2010/main" val="0"/>
              </a:ext>
            </a:extLst>
          </a:blip>
          <a:srcRect l="3625" t="5146" r="4717" b="5331"/>
          <a:stretch>
            <a:fillRect/>
          </a:stretch>
        </p:blipFill>
        <p:spPr>
          <a:xfrm>
            <a:off x="2568233" y="2561796"/>
            <a:ext cx="1912328" cy="1117347"/>
          </a:xfrm>
          <a:prstGeom prst="rect">
            <a:avLst/>
          </a:prstGeom>
          <a:ln>
            <a:solidFill>
              <a:srgbClr val="004476"/>
            </a:solidFill>
          </a:ln>
          <a:effectLst/>
        </p:spPr>
      </p:pic>
      <p:sp>
        <p:nvSpPr>
          <p:cNvPr id="7" name="文本框 6">
            <a:extLst>
              <a:ext uri="{FF2B5EF4-FFF2-40B4-BE49-F238E27FC236}">
                <a16:creationId xmlns:a16="http://schemas.microsoft.com/office/drawing/2014/main" id="{73D2A1ED-21CA-256A-8257-64DDA509EA9E}"/>
              </a:ext>
            </a:extLst>
          </p:cNvPr>
          <p:cNvSpPr txBox="1"/>
          <p:nvPr>
            <p:custDataLst>
              <p:tags r:id="rId9"/>
            </p:custDataLst>
          </p:nvPr>
        </p:nvSpPr>
        <p:spPr>
          <a:xfrm>
            <a:off x="4074447" y="4490515"/>
            <a:ext cx="1032641" cy="428579"/>
          </a:xfrm>
          <a:prstGeom prst="rect">
            <a:avLst/>
          </a:prstGeom>
          <a:noFill/>
        </p:spPr>
        <p:txBody>
          <a:bodyPr wrap="square">
            <a:spAutoFit/>
          </a:bodyPr>
          <a:lstStyle/>
          <a:p>
            <a:pPr>
              <a:lnSpc>
                <a:spcPts val="2800"/>
              </a:lnSpc>
            </a:pPr>
            <a:r>
              <a:rPr lang="zh-CN" altLang="en-US" sz="2000">
                <a:solidFill>
                  <a:srgbClr val="FF0000"/>
                </a:solidFill>
                <a:latin typeface="微软雅黑" panose="020B0503020204020204" pitchFamily="34" charset="-122"/>
              </a:rPr>
              <a:t>水波</a:t>
            </a:r>
            <a:endParaRPr lang="zh-CN" altLang="en-US" sz="1600">
              <a:solidFill>
                <a:prstClr val="black"/>
              </a:solidFill>
              <a:latin typeface="等线" panose="020F0502020204030204"/>
              <a:ea typeface="等线" panose="02010600030101010101" pitchFamily="2" charset="-122"/>
            </a:endParaRPr>
          </a:p>
        </p:txBody>
      </p:sp>
      <p:sp>
        <p:nvSpPr>
          <p:cNvPr id="9" name="文本框 8">
            <a:extLst>
              <a:ext uri="{FF2B5EF4-FFF2-40B4-BE49-F238E27FC236}">
                <a16:creationId xmlns:a16="http://schemas.microsoft.com/office/drawing/2014/main" id="{E1C7E88A-6775-6E05-98F8-FA2E2BBA63FC}"/>
              </a:ext>
            </a:extLst>
          </p:cNvPr>
          <p:cNvSpPr txBox="1"/>
          <p:nvPr>
            <p:custDataLst>
              <p:tags r:id="rId10"/>
            </p:custDataLst>
          </p:nvPr>
        </p:nvSpPr>
        <p:spPr>
          <a:xfrm>
            <a:off x="7995682" y="5597667"/>
            <a:ext cx="1953667" cy="430887"/>
          </a:xfrm>
          <a:prstGeom prst="rect">
            <a:avLst/>
          </a:prstGeom>
          <a:noFill/>
        </p:spPr>
        <p:txBody>
          <a:bodyPr wrap="square">
            <a:spAutoFit/>
          </a:bodyPr>
          <a:lstStyle/>
          <a:p>
            <a:r>
              <a:rPr lang="zh-CN" altLang="en-US" sz="2200">
                <a:solidFill>
                  <a:srgbClr val="FF0000"/>
                </a:solidFill>
                <a:latin typeface="宋体" panose="02010600030101010101" pitchFamily="2" charset="-122"/>
              </a:rPr>
              <a:t>疏密相间</a:t>
            </a:r>
            <a:endParaRPr lang="zh-CN" altLang="en-US">
              <a:solidFill>
                <a:srgbClr val="FF0000"/>
              </a:solidFill>
              <a:latin typeface="等线" panose="020F0502020204030204"/>
              <a:ea typeface="等线" panose="02010600030101010101" pitchFamily="2" charset="-122"/>
            </a:endParaRPr>
          </a:p>
        </p:txBody>
      </p:sp>
      <p:sp>
        <p:nvSpPr>
          <p:cNvPr id="8" name="文本框 7">
            <a:extLst>
              <a:ext uri="{FF2B5EF4-FFF2-40B4-BE49-F238E27FC236}">
                <a16:creationId xmlns:a16="http://schemas.microsoft.com/office/drawing/2014/main" id="{DE83419A-818C-8E7B-19D9-B5928706D7D8}"/>
              </a:ext>
            </a:extLst>
          </p:cNvPr>
          <p:cNvSpPr txBox="1"/>
          <p:nvPr>
            <p:custDataLst>
              <p:tags r:id="rId11"/>
            </p:custDataLst>
          </p:nvPr>
        </p:nvSpPr>
        <p:spPr>
          <a:xfrm>
            <a:off x="3213014" y="1109722"/>
            <a:ext cx="4133718" cy="536878"/>
          </a:xfrm>
          <a:prstGeom prst="rect">
            <a:avLst/>
          </a:prstGeom>
          <a:noFill/>
        </p:spPr>
        <p:txBody>
          <a:bodyPr wrap="square">
            <a:spAutoFit/>
          </a:bodyPr>
          <a:lstStyle/>
          <a:p>
            <a:pPr marL="0" marR="0" lvl="0" indent="0" algn="l" defTabSz="913524" rtl="0" eaLnBrk="1" fontAlgn="auto" latinLnBrk="0" hangingPunct="1">
              <a:lnSpc>
                <a:spcPts val="3800"/>
              </a:lnSpc>
              <a:spcBef>
                <a:spcPct val="0"/>
              </a:spcBef>
              <a:spcAft>
                <a:spcPct val="0"/>
              </a:spcAft>
              <a:buClrTx/>
              <a:buSzTx/>
              <a:buFontTx/>
              <a:buNone/>
              <a:defRPr/>
            </a:pPr>
            <a:r>
              <a:rPr kumimoji="0" lang="zh-CN" altLang="en-US" sz="2400" b="1" i="0" u="none" strike="noStrike" kern="1200" cap="none" spc="0" normalizeH="0" baseline="0" noProof="0">
                <a:ln w="9525" cap="flat" cmpd="sng" algn="ctr">
                  <a:noFill/>
                  <a:prstDash val="solid"/>
                  <a:round/>
                  <a:headEnd type="none" w="med" len="med"/>
                  <a:tailEnd type="none" w="med" len="med"/>
                </a:ln>
                <a:solidFill>
                  <a:srgbClr val="00B0F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Wingdings"/>
              </a:rPr>
              <a:t>（</a:t>
            </a:r>
            <a:r>
              <a:rPr kumimoji="0" lang="en-US" altLang="zh-CN" sz="2400" b="1" i="0" u="none" strike="noStrike" kern="1200" cap="none" spc="0" normalizeH="0" baseline="0" noProof="0">
                <a:ln w="9525" cap="flat" cmpd="sng" algn="ctr">
                  <a:noFill/>
                  <a:prstDash val="solid"/>
                  <a:round/>
                  <a:headEnd type="none" w="med" len="med"/>
                  <a:tailEnd type="none" w="med" len="med"/>
                </a:ln>
                <a:solidFill>
                  <a:srgbClr val="00B0F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Wingdings"/>
              </a:rPr>
              <a:t>1</a:t>
            </a:r>
            <a:r>
              <a:rPr kumimoji="0" lang="zh-CN" altLang="en-US" sz="2400" b="1" i="0" u="none" strike="noStrike" kern="1200" cap="none" spc="0" normalizeH="0" baseline="0" noProof="0">
                <a:ln w="9525" cap="flat" cmpd="sng" algn="ctr">
                  <a:noFill/>
                  <a:prstDash val="solid"/>
                  <a:round/>
                  <a:headEnd type="none" w="med" len="med"/>
                  <a:tailEnd type="none" w="med" len="med"/>
                </a:ln>
                <a:solidFill>
                  <a:srgbClr val="00B0F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Wingdings"/>
              </a:rPr>
              <a:t>）类比法理解声波</a:t>
            </a:r>
          </a:p>
        </p:txBody>
      </p:sp>
      <p:sp>
        <p:nvSpPr>
          <p:cNvPr id="10" name="文本框 9">
            <a:extLst>
              <a:ext uri="{FF2B5EF4-FFF2-40B4-BE49-F238E27FC236}">
                <a16:creationId xmlns:a16="http://schemas.microsoft.com/office/drawing/2014/main" id="{370B739A-6601-961D-BEC4-1F575217FA02}"/>
              </a:ext>
            </a:extLst>
          </p:cNvPr>
          <p:cNvSpPr txBox="1"/>
          <p:nvPr>
            <p:custDataLst>
              <p:tags r:id="rId12"/>
            </p:custDataLst>
          </p:nvPr>
        </p:nvSpPr>
        <p:spPr>
          <a:xfrm>
            <a:off x="851147" y="218998"/>
            <a:ext cx="3416053" cy="492443"/>
          </a:xfrm>
          <a:prstGeom prst="rect">
            <a:avLst/>
          </a:prstGeom>
          <a:noFill/>
        </p:spPr>
        <p:txBody>
          <a:bodyPr wrap="square" rtlCol="0">
            <a:spAutoFit/>
          </a:bodyPr>
          <a:lstStyle/>
          <a:p>
            <a:r>
              <a:rPr lang="zh-CN" altLang="en-US" sz="2600" b="1">
                <a:solidFill>
                  <a:srgbClr val="7030A0"/>
                </a:solidFill>
                <a:latin typeface="思源黑体" panose="020B0500000000000000" pitchFamily="34" charset="-122"/>
                <a:ea typeface="思源黑体" panose="020B0500000000000000" pitchFamily="34" charset="-122"/>
              </a:rPr>
              <a:t>二、声音的传播</a:t>
            </a:r>
          </a:p>
        </p:txBody>
      </p:sp>
      <p:pic>
        <p:nvPicPr>
          <p:cNvPr id="6" name="图片 5" descr="cbe3eb76672406fabbe30586b58813d">
            <a:extLst>
              <a:ext uri="{FF2B5EF4-FFF2-40B4-BE49-F238E27FC236}">
                <a16:creationId xmlns:a16="http://schemas.microsoft.com/office/drawing/2014/main" id="{806FD4E1-61ED-8909-2597-F4CEBD6F3A4B}"/>
              </a:ext>
            </a:extLst>
          </p:cNvPr>
          <p:cNvPicPr>
            <a:picLocks noChangeAspect="1"/>
          </p:cNvPicPr>
          <p:nvPr/>
        </p:nvPicPr>
        <p:blipFill>
          <a:blip r:embed="rId16"/>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20913764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par>
                          <p:cTn id="18" fill="hold" nodeType="afterGroup">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linds(horizontal)">
                                      <p:cBhvr>
                                        <p:cTn id="21" dur="500"/>
                                        <p:tgtEl>
                                          <p:spTgt spid="4"/>
                                        </p:tgtEl>
                                      </p:cBhvr>
                                    </p:animEffect>
                                  </p:childTnLst>
                                </p:cTn>
                              </p:par>
                            </p:childTnLst>
                          </p:cTn>
                        </p:par>
                      </p:childTnLst>
                    </p:cTn>
                  </p:par>
                  <p:par>
                    <p:cTn id="22" fill="hold" nodeType="clickPar">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arn(inVertical)">
                                      <p:cBhvr>
                                        <p:cTn id="26" dur="500"/>
                                        <p:tgtEl>
                                          <p:spTgt spid="7"/>
                                        </p:tgtEl>
                                      </p:cBhvr>
                                    </p:animEffect>
                                  </p:childTnLst>
                                </p:cTn>
                              </p:par>
                            </p:childTnLst>
                          </p:cTn>
                        </p:par>
                      </p:childTnLst>
                    </p:cTn>
                  </p:par>
                  <p:par>
                    <p:cTn id="27" fill="hold" nodeType="clickPar">
                      <p:stCondLst>
                        <p:cond delay="indefinite"/>
                      </p:stCondLst>
                      <p:childTnLst>
                        <p:par>
                          <p:cTn id="28" fill="hold">
                            <p:stCondLst>
                              <p:cond delay="0"/>
                            </p:stCondLst>
                            <p:childTnLst>
                              <p:par>
                                <p:cTn id="29" presetID="16" presetClass="entr" presetSubtype="37"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barn(outVertical)">
                                      <p:cBhvr>
                                        <p:cTn id="31" dur="500"/>
                                        <p:tgtEl>
                                          <p:spTgt spid="23"/>
                                        </p:tgtEl>
                                      </p:cBhvr>
                                    </p:animEffect>
                                  </p:childTnLst>
                                </p:cTn>
                              </p:par>
                            </p:childTnLst>
                          </p:cTn>
                        </p:par>
                      </p:childTnLst>
                    </p:cTn>
                  </p:par>
                  <p:par>
                    <p:cTn id="32" fill="hold" nodeType="clickPar">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dissolve">
                                      <p:cBhvr>
                                        <p:cTn id="36" dur="500"/>
                                        <p:tgtEl>
                                          <p:spTgt spid="5"/>
                                        </p:tgtEl>
                                      </p:cBhvr>
                                    </p:animEffect>
                                  </p:childTnLst>
                                </p:cTn>
                              </p:par>
                            </p:childTnLst>
                          </p:cTn>
                        </p:par>
                      </p:childTnLst>
                    </p:cTn>
                  </p:par>
                  <p:par>
                    <p:cTn id="37" fill="hold" nodeType="clickPar">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blinds(horizontal)">
                                      <p:cBhvr>
                                        <p:cTn id="41" dur="500"/>
                                        <p:tgtEl>
                                          <p:spTgt spid="14"/>
                                        </p:tgtEl>
                                      </p:cBhvr>
                                    </p:animEffect>
                                  </p:childTnLst>
                                </p:cTn>
                              </p:par>
                            </p:childTnLst>
                          </p:cTn>
                        </p:par>
                        <p:par>
                          <p:cTn id="42" fill="hold" nodeType="afterGroup">
                            <p:stCondLst>
                              <p:cond delay="500"/>
                            </p:stCondLst>
                            <p:childTnLst>
                              <p:par>
                                <p:cTn id="43" presetID="16" presetClass="entr" presetSubtype="21" fill="hold" grpId="0" nodeType="after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barn(inVertical)">
                                      <p:cBhvr>
                                        <p:cTn id="45" dur="500"/>
                                        <p:tgtEl>
                                          <p:spTgt spid="13"/>
                                        </p:tgtEl>
                                      </p:cBhvr>
                                    </p:animEffect>
                                  </p:childTnLst>
                                </p:cTn>
                              </p:par>
                            </p:childTnLst>
                          </p:cTn>
                        </p:par>
                      </p:childTnLst>
                    </p:cTn>
                  </p:par>
                  <p:par>
                    <p:cTn id="46" fill="hold" nodeType="clickPar">
                      <p:stCondLst>
                        <p:cond delay="indefinite"/>
                      </p:stCondLst>
                      <p:childTnLst>
                        <p:par>
                          <p:cTn id="47" fill="hold">
                            <p:stCondLst>
                              <p:cond delay="0"/>
                            </p:stCondLst>
                            <p:childTnLst>
                              <p:par>
                                <p:cTn id="48" presetID="16" presetClass="entr" presetSubtype="21"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barn(inVertical)">
                                      <p:cBhvr>
                                        <p:cTn id="5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3" grpId="0"/>
      <p:bldP spid="14" grpId="0"/>
      <p:bldP spid="7" grpId="0"/>
      <p:bldP spid="9"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605EE09-9E6F-E28A-2DC1-14F4F87CEBD3}"/>
              </a:ext>
            </a:extLst>
          </p:cNvPr>
          <p:cNvSpPr txBox="1"/>
          <p:nvPr>
            <p:custDataLst>
              <p:tags r:id="rId1"/>
            </p:custDataLst>
          </p:nvPr>
        </p:nvSpPr>
        <p:spPr>
          <a:xfrm>
            <a:off x="1485965" y="1172191"/>
            <a:ext cx="8572435" cy="1826077"/>
          </a:xfrm>
          <a:prstGeom prst="rect">
            <a:avLst/>
          </a:prstGeom>
          <a:noFill/>
        </p:spPr>
        <p:txBody>
          <a:bodyPr wrap="square">
            <a:spAutoFit/>
          </a:bodyPr>
          <a:lstStyle/>
          <a:p>
            <a:pPr indent="540000" defTabSz="913524">
              <a:lnSpc>
                <a:spcPts val="3600"/>
              </a:lnSpc>
              <a:defRPr/>
            </a:pPr>
            <a:r>
              <a:rPr lang="zh-CN" altLang="en-US" sz="2600" b="1">
                <a:ln w="9525" cap="flat" cmpd="sng" algn="ctr">
                  <a:noFill/>
                  <a:prstDash val="solid"/>
                  <a:round/>
                  <a:headEnd type="none" w="med" len="med"/>
                  <a:tailEnd type="none" w="med" len="med"/>
                </a:ln>
                <a:solidFill>
                  <a:srgbClr val="00B0F0"/>
                </a:solidFill>
                <a:latin typeface="Times New Roman" panose="02020603050405020304" pitchFamily="18" charset="0"/>
                <a:cs typeface="Times New Roman" panose="02020603050405020304" pitchFamily="18" charset="0"/>
                <a:sym typeface="Wingdings"/>
              </a:rPr>
              <a:t>（</a:t>
            </a:r>
            <a:r>
              <a:rPr lang="en-US" altLang="zh-CN" sz="2600" b="1">
                <a:ln w="9525" cap="flat" cmpd="sng" algn="ctr">
                  <a:noFill/>
                  <a:prstDash val="solid"/>
                  <a:round/>
                  <a:headEnd type="none" w="med" len="med"/>
                  <a:tailEnd type="none" w="med" len="med"/>
                </a:ln>
                <a:solidFill>
                  <a:srgbClr val="00B0F0"/>
                </a:solidFill>
                <a:latin typeface="Times New Roman" panose="02020603050405020304" pitchFamily="18" charset="0"/>
                <a:cs typeface="Times New Roman" panose="02020603050405020304" pitchFamily="18" charset="0"/>
                <a:sym typeface="Wingdings"/>
              </a:rPr>
              <a:t>2</a:t>
            </a:r>
            <a:r>
              <a:rPr lang="zh-CN" altLang="en-US" sz="2600" b="1">
                <a:ln w="9525" cap="flat" cmpd="sng" algn="ctr">
                  <a:noFill/>
                  <a:prstDash val="solid"/>
                  <a:round/>
                  <a:headEnd type="none" w="med" len="med"/>
                  <a:tailEnd type="none" w="med" len="med"/>
                </a:ln>
                <a:solidFill>
                  <a:srgbClr val="00B0F0"/>
                </a:solidFill>
                <a:latin typeface="Times New Roman" panose="02020603050405020304" pitchFamily="18" charset="0"/>
                <a:cs typeface="Times New Roman" panose="02020603050405020304" pitchFamily="18" charset="0"/>
                <a:sym typeface="Wingdings"/>
              </a:rPr>
              <a:t>）声波</a:t>
            </a:r>
            <a:endParaRPr lang="en-US" altLang="zh-CN" sz="2600" b="1">
              <a:ln w="9525" cap="flat" cmpd="sng" algn="ctr">
                <a:noFill/>
                <a:prstDash val="solid"/>
                <a:round/>
                <a:headEnd type="none" w="med" len="med"/>
                <a:tailEnd type="none" w="med" len="med"/>
              </a:ln>
              <a:solidFill>
                <a:srgbClr val="00B0F0"/>
              </a:solidFill>
              <a:latin typeface="Times New Roman" panose="02020603050405020304" pitchFamily="18" charset="0"/>
              <a:cs typeface="Times New Roman" panose="02020603050405020304" pitchFamily="18" charset="0"/>
              <a:sym typeface="Wingdings"/>
            </a:endParaRPr>
          </a:p>
          <a:p>
            <a:pPr indent="540000" defTabSz="913524">
              <a:lnSpc>
                <a:spcPts val="3400"/>
              </a:lnSpc>
              <a:defRPr/>
            </a:pPr>
            <a:r>
              <a:rPr lang="zh-CN" altLang="en-US" sz="2400">
                <a:ln w="9525" cap="flat" cmpd="sng" algn="ctr">
                  <a:noFill/>
                  <a:prstDash val="solid"/>
                  <a:round/>
                  <a:headEnd type="none" w="med" len="med"/>
                  <a:tailEnd type="none" w="med" len="med"/>
                </a:ln>
                <a:solidFill>
                  <a:srgbClr val="002060"/>
                </a:solidFill>
                <a:latin typeface="Times New Roman" panose="02020603050405020304" pitchFamily="18" charset="0"/>
                <a:cs typeface="Times New Roman" panose="02020603050405020304" pitchFamily="18" charset="0"/>
                <a:sym typeface="Wingdings"/>
              </a:rPr>
              <a:t>声音以波的形式传播着，我们把它叫做</a:t>
            </a:r>
            <a:r>
              <a:rPr lang="en-US" altLang="zh-CN" sz="2400">
                <a:ln w="9525" cap="flat" cmpd="sng" algn="ctr">
                  <a:noFill/>
                  <a:prstDash val="solid"/>
                  <a:round/>
                  <a:headEnd type="none" w="med" len="med"/>
                  <a:tailEnd type="none" w="med" len="med"/>
                </a:ln>
                <a:solidFill>
                  <a:srgbClr val="002060"/>
                </a:solidFill>
                <a:latin typeface="Times New Roman" panose="02020603050405020304" pitchFamily="18" charset="0"/>
                <a:cs typeface="Times New Roman" panose="02020603050405020304" pitchFamily="18" charset="0"/>
                <a:sym typeface="Wingdings"/>
              </a:rPr>
              <a:t>_______</a:t>
            </a:r>
            <a:r>
              <a:rPr lang="zh-CN" altLang="en-US" sz="2400">
                <a:ln w="9525" cap="flat" cmpd="sng" algn="ctr">
                  <a:noFill/>
                  <a:prstDash val="solid"/>
                  <a:round/>
                  <a:headEnd type="none" w="med" len="med"/>
                  <a:tailEnd type="none" w="med" len="med"/>
                </a:ln>
                <a:solidFill>
                  <a:srgbClr val="002060"/>
                </a:solidFill>
                <a:latin typeface="Times New Roman" panose="02020603050405020304" pitchFamily="18" charset="0"/>
                <a:cs typeface="Times New Roman" panose="02020603050405020304" pitchFamily="18" charset="0"/>
                <a:sym typeface="Wingdings"/>
              </a:rPr>
              <a:t>。像水波一样，声波在传播过程中会减弱，所以当我们离发声体太远时，会因为传来的声波太弱而不能引起听觉。</a:t>
            </a:r>
          </a:p>
        </p:txBody>
      </p:sp>
      <p:sp>
        <p:nvSpPr>
          <p:cNvPr id="7" name="文本框 6">
            <a:extLst>
              <a:ext uri="{FF2B5EF4-FFF2-40B4-BE49-F238E27FC236}">
                <a16:creationId xmlns:a16="http://schemas.microsoft.com/office/drawing/2014/main" id="{8180FE4A-3BE4-756C-D8DB-3D80024D08E2}"/>
              </a:ext>
            </a:extLst>
          </p:cNvPr>
          <p:cNvSpPr txBox="1"/>
          <p:nvPr>
            <p:custDataLst>
              <p:tags r:id="rId2"/>
            </p:custDataLst>
          </p:nvPr>
        </p:nvSpPr>
        <p:spPr>
          <a:xfrm>
            <a:off x="7398758" y="1655095"/>
            <a:ext cx="1429932" cy="461665"/>
          </a:xfrm>
          <a:prstGeom prst="rect">
            <a:avLst/>
          </a:prstGeom>
          <a:noFill/>
        </p:spPr>
        <p:txBody>
          <a:bodyPr wrap="square">
            <a:spAutoFit/>
          </a:bodyPr>
          <a:lstStyle/>
          <a:p>
            <a:r>
              <a:rPr lang="zh-CN" altLang="en-US" sz="2400">
                <a:ln w="9525" cap="flat" cmpd="sng" algn="ctr">
                  <a:noFill/>
                  <a:prstDash val="solid"/>
                  <a:round/>
                  <a:headEnd type="none" w="med" len="med"/>
                  <a:tailEnd type="none" w="med" len="med"/>
                </a:ln>
                <a:solidFill>
                  <a:srgbClr val="FF0000"/>
                </a:solidFill>
                <a:latin typeface="Times New Roman" panose="02020603050405020304" pitchFamily="18" charset="0"/>
                <a:cs typeface="Times New Roman" panose="02020603050405020304" pitchFamily="18" charset="0"/>
                <a:sym typeface="Wingdings"/>
              </a:rPr>
              <a:t>声波</a:t>
            </a:r>
            <a:endParaRPr lang="zh-CN" altLang="en-US" sz="1600">
              <a:solidFill>
                <a:srgbClr val="FF0000"/>
              </a:solidFill>
              <a:latin typeface="等线" panose="020F0502020204030204"/>
              <a:ea typeface="等线" panose="02010600030101010101" pitchFamily="2" charset="-122"/>
            </a:endParaRPr>
          </a:p>
        </p:txBody>
      </p:sp>
      <p:sp>
        <p:nvSpPr>
          <p:cNvPr id="4" name="文本框 3">
            <a:extLst>
              <a:ext uri="{FF2B5EF4-FFF2-40B4-BE49-F238E27FC236}">
                <a16:creationId xmlns:a16="http://schemas.microsoft.com/office/drawing/2014/main" id="{2F8AF800-2AC0-922A-881C-6B42010F53CF}"/>
              </a:ext>
            </a:extLst>
          </p:cNvPr>
          <p:cNvSpPr txBox="1"/>
          <p:nvPr>
            <p:custDataLst>
              <p:tags r:id="rId3"/>
            </p:custDataLst>
          </p:nvPr>
        </p:nvSpPr>
        <p:spPr>
          <a:xfrm>
            <a:off x="2251391" y="3094365"/>
            <a:ext cx="1940660" cy="492443"/>
          </a:xfrm>
          <a:prstGeom prst="rect">
            <a:avLst/>
          </a:prstGeom>
          <a:noFill/>
        </p:spPr>
        <p:txBody>
          <a:bodyPr wrap="square" rtlCol="0">
            <a:spAutoFit/>
          </a:bodyPr>
          <a:lstStyle/>
          <a:p>
            <a:r>
              <a:rPr lang="en-US" altLang="zh-CN" sz="26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4. </a:t>
            </a:r>
            <a:r>
              <a:rPr lang="zh-CN" altLang="en-US" sz="2600" b="1">
                <a:solidFill>
                  <a:srgbClr val="0070C0"/>
                </a:solidFill>
                <a:latin typeface="Times New Roman" panose="02020603050405020304" pitchFamily="18" charset="0"/>
                <a:cs typeface="Times New Roman" panose="02020603050405020304" pitchFamily="18" charset="0"/>
              </a:rPr>
              <a:t>回声</a:t>
            </a:r>
          </a:p>
        </p:txBody>
      </p:sp>
      <p:sp>
        <p:nvSpPr>
          <p:cNvPr id="5" name="文本框 4">
            <a:extLst>
              <a:ext uri="{FF2B5EF4-FFF2-40B4-BE49-F238E27FC236}">
                <a16:creationId xmlns:a16="http://schemas.microsoft.com/office/drawing/2014/main" id="{687E7D72-0864-E0F1-CC06-6B97A2877D81}"/>
              </a:ext>
            </a:extLst>
          </p:cNvPr>
          <p:cNvSpPr txBox="1"/>
          <p:nvPr>
            <p:custDataLst>
              <p:tags r:id="rId4"/>
            </p:custDataLst>
          </p:nvPr>
        </p:nvSpPr>
        <p:spPr>
          <a:xfrm>
            <a:off x="1563940" y="3662330"/>
            <a:ext cx="8494460" cy="2297360"/>
          </a:xfrm>
          <a:prstGeom prst="rect">
            <a:avLst/>
          </a:prstGeom>
          <a:noFill/>
        </p:spPr>
        <p:txBody>
          <a:bodyPr wrap="square">
            <a:spAutoFit/>
          </a:bodyPr>
          <a:lstStyle/>
          <a:p>
            <a:pPr lvl="0" indent="504000" defTabSz="457200">
              <a:lnSpc>
                <a:spcPts val="3500"/>
              </a:lnSpc>
              <a:defRPr/>
            </a:pPr>
            <a:r>
              <a:rPr lang="zh-CN" altLang="en-US" sz="2400" b="1" kern="0">
                <a:solidFill>
                  <a:srgbClr val="00B0F0"/>
                </a:solidFill>
                <a:latin typeface="Times New Roman" panose="02020603050405020304" pitchFamily="18" charset="0"/>
                <a:cs typeface="Times New Roman" panose="02020603050405020304" pitchFamily="18" charset="0"/>
              </a:rPr>
              <a:t>（</a:t>
            </a:r>
            <a:r>
              <a:rPr lang="en-US" altLang="zh-CN" sz="2400" b="1" kern="0">
                <a:solidFill>
                  <a:srgbClr val="00B0F0"/>
                </a:solidFill>
                <a:latin typeface="Times New Roman" panose="02020603050405020304" pitchFamily="18" charset="0"/>
                <a:cs typeface="Times New Roman" panose="02020603050405020304" pitchFamily="18" charset="0"/>
              </a:rPr>
              <a:t>1</a:t>
            </a:r>
            <a:r>
              <a:rPr lang="zh-CN" altLang="en-US" sz="2400" b="1" kern="0">
                <a:solidFill>
                  <a:srgbClr val="00B0F0"/>
                </a:solidFill>
                <a:latin typeface="Times New Roman" panose="02020603050405020304" pitchFamily="18" charset="0"/>
                <a:cs typeface="Times New Roman" panose="02020603050405020304" pitchFamily="18" charset="0"/>
              </a:rPr>
              <a:t>）回声：</a:t>
            </a:r>
            <a:r>
              <a:rPr lang="zh-CN" altLang="en-US" sz="2400" kern="0">
                <a:solidFill>
                  <a:prstClr val="black"/>
                </a:solidFill>
                <a:latin typeface="Times New Roman" panose="02020603050405020304" pitchFamily="18" charset="0"/>
                <a:cs typeface="Times New Roman" panose="02020603050405020304" pitchFamily="18" charset="0"/>
              </a:rPr>
              <a:t>声音在传播过程中碰到障碍物被反射回来的现象叫作回声。</a:t>
            </a:r>
            <a:endParaRPr lang="en-US" altLang="zh-CN" sz="2400" kern="0">
              <a:solidFill>
                <a:prstClr val="black"/>
              </a:solidFill>
              <a:latin typeface="Times New Roman" panose="02020603050405020304" pitchFamily="18" charset="0"/>
              <a:cs typeface="Times New Roman" panose="02020603050405020304" pitchFamily="18" charset="0"/>
            </a:endParaRPr>
          </a:p>
          <a:p>
            <a:pPr lvl="0" indent="504000" defTabSz="457200">
              <a:lnSpc>
                <a:spcPts val="3500"/>
              </a:lnSpc>
              <a:defRPr/>
            </a:pPr>
            <a:r>
              <a:rPr lang="zh-CN" altLang="en-US" sz="2400" b="1" kern="0">
                <a:solidFill>
                  <a:srgbClr val="00B0F0"/>
                </a:solidFill>
                <a:latin typeface="Times New Roman" panose="02020603050405020304" pitchFamily="18" charset="0"/>
                <a:cs typeface="Times New Roman" panose="02020603050405020304" pitchFamily="18" charset="0"/>
              </a:rPr>
              <a:t>（</a:t>
            </a:r>
            <a:r>
              <a:rPr lang="en-US" altLang="zh-CN" sz="2400" b="1" kern="0">
                <a:solidFill>
                  <a:srgbClr val="00B0F0"/>
                </a:solidFill>
                <a:latin typeface="Times New Roman" panose="02020603050405020304" pitchFamily="18" charset="0"/>
                <a:cs typeface="Times New Roman" panose="02020603050405020304" pitchFamily="18" charset="0"/>
              </a:rPr>
              <a:t>2</a:t>
            </a:r>
            <a:r>
              <a:rPr lang="zh-CN" altLang="en-US" sz="2400" b="1" kern="0">
                <a:solidFill>
                  <a:srgbClr val="00B0F0"/>
                </a:solidFill>
                <a:latin typeface="Times New Roman" panose="02020603050405020304" pitchFamily="18" charset="0"/>
                <a:cs typeface="Times New Roman" panose="02020603050405020304" pitchFamily="18" charset="0"/>
              </a:rPr>
              <a:t>）听到回声的条件：</a:t>
            </a:r>
            <a:endParaRPr lang="en-US" altLang="zh-CN" sz="2400" b="1" kern="0">
              <a:solidFill>
                <a:srgbClr val="00B0F0"/>
              </a:solidFill>
              <a:latin typeface="Times New Roman" panose="02020603050405020304" pitchFamily="18" charset="0"/>
              <a:cs typeface="Times New Roman" panose="02020603050405020304" pitchFamily="18" charset="0"/>
            </a:endParaRPr>
          </a:p>
          <a:p>
            <a:pPr lvl="0" indent="504000" defTabSz="457200">
              <a:lnSpc>
                <a:spcPts val="3500"/>
              </a:lnSpc>
              <a:defRPr/>
            </a:pPr>
            <a:r>
              <a:rPr lang="zh-CN" altLang="en-US" sz="2400" kern="0">
                <a:solidFill>
                  <a:prstClr val="black"/>
                </a:solidFill>
                <a:latin typeface="Times New Roman" panose="02020603050405020304" pitchFamily="18" charset="0"/>
                <a:cs typeface="Times New Roman" panose="02020603050405020304" pitchFamily="18" charset="0"/>
              </a:rPr>
              <a:t>发出的声音经过较长的时间（</a:t>
            </a:r>
            <a:r>
              <a:rPr lang="zh-CN" altLang="en-US" sz="2400" kern="0">
                <a:solidFill>
                  <a:srgbClr val="FF0000"/>
                </a:solidFill>
                <a:latin typeface="Times New Roman" panose="02020603050405020304" pitchFamily="18" charset="0"/>
                <a:cs typeface="Times New Roman" panose="02020603050405020304" pitchFamily="18" charset="0"/>
              </a:rPr>
              <a:t>大于</a:t>
            </a:r>
            <a:r>
              <a:rPr lang="en-US" altLang="zh-CN" sz="2400" kern="0">
                <a:solidFill>
                  <a:srgbClr val="FF0000"/>
                </a:solidFill>
                <a:latin typeface="Times New Roman" panose="02020603050405020304" pitchFamily="18" charset="0"/>
                <a:cs typeface="Times New Roman" panose="02020603050405020304" pitchFamily="18" charset="0"/>
              </a:rPr>
              <a:t>0.1s</a:t>
            </a:r>
            <a:r>
              <a:rPr lang="zh-CN" altLang="en-US" sz="2400" kern="0">
                <a:solidFill>
                  <a:prstClr val="black"/>
                </a:solidFill>
                <a:latin typeface="Times New Roman" panose="02020603050405020304" pitchFamily="18" charset="0"/>
                <a:cs typeface="Times New Roman" panose="02020603050405020304" pitchFamily="18" charset="0"/>
              </a:rPr>
              <a:t>）回到耳边，人耳才能把回声与原声区分开；人距发声体距离至少</a:t>
            </a:r>
            <a:r>
              <a:rPr lang="en-US" altLang="zh-CN" sz="2400" kern="0">
                <a:solidFill>
                  <a:prstClr val="black"/>
                </a:solidFill>
                <a:latin typeface="Times New Roman" panose="02020603050405020304" pitchFamily="18" charset="0"/>
                <a:cs typeface="Times New Roman" panose="02020603050405020304" pitchFamily="18" charset="0"/>
              </a:rPr>
              <a:t>17m</a:t>
            </a:r>
            <a:r>
              <a:rPr lang="zh-CN" altLang="en-US" sz="2400" kern="0">
                <a:solidFill>
                  <a:prstClr val="black"/>
                </a:solidFill>
                <a:latin typeface="Times New Roman" panose="02020603050405020304" pitchFamily="18" charset="0"/>
                <a:cs typeface="Times New Roman" panose="02020603050405020304" pitchFamily="18" charset="0"/>
              </a:rPr>
              <a:t>。</a:t>
            </a:r>
          </a:p>
        </p:txBody>
      </p:sp>
      <p:sp>
        <p:nvSpPr>
          <p:cNvPr id="8" name="文本框 7">
            <a:extLst>
              <a:ext uri="{FF2B5EF4-FFF2-40B4-BE49-F238E27FC236}">
                <a16:creationId xmlns:a16="http://schemas.microsoft.com/office/drawing/2014/main" id="{69FFDB9C-8D00-0B19-DAB0-26076B9080D0}"/>
              </a:ext>
            </a:extLst>
          </p:cNvPr>
          <p:cNvSpPr txBox="1"/>
          <p:nvPr>
            <p:custDataLst>
              <p:tags r:id="rId5"/>
            </p:custDataLst>
          </p:nvPr>
        </p:nvSpPr>
        <p:spPr>
          <a:xfrm>
            <a:off x="851147" y="218998"/>
            <a:ext cx="3416053" cy="492443"/>
          </a:xfrm>
          <a:prstGeom prst="rect">
            <a:avLst/>
          </a:prstGeom>
          <a:noFill/>
        </p:spPr>
        <p:txBody>
          <a:bodyPr wrap="square" rtlCol="0">
            <a:spAutoFit/>
          </a:bodyPr>
          <a:lstStyle/>
          <a:p>
            <a:r>
              <a:rPr lang="zh-CN" altLang="en-US" sz="2600" b="1">
                <a:solidFill>
                  <a:srgbClr val="7030A0"/>
                </a:solidFill>
                <a:latin typeface="思源黑体" panose="020B0500000000000000" pitchFamily="34" charset="-122"/>
                <a:ea typeface="思源黑体" panose="020B0500000000000000" pitchFamily="34" charset="-122"/>
              </a:rPr>
              <a:t>二、声音的传播</a:t>
            </a:r>
          </a:p>
        </p:txBody>
      </p:sp>
      <p:pic>
        <p:nvPicPr>
          <p:cNvPr id="3" name="图片 2" descr="cbe3eb76672406fabbe30586b58813d">
            <a:extLst>
              <a:ext uri="{FF2B5EF4-FFF2-40B4-BE49-F238E27FC236}">
                <a16:creationId xmlns:a16="http://schemas.microsoft.com/office/drawing/2014/main" id="{290E8E9F-F5EE-7479-D0A6-951BD9C2B3EF}"/>
              </a:ext>
            </a:extLst>
          </p:cNvPr>
          <p:cNvPicPr>
            <a:picLocks noChangeAspect="1"/>
          </p:cNvPicPr>
          <p:nvPr/>
        </p:nvPicPr>
        <p:blipFill>
          <a:blip r:embed="rId7"/>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412773407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750" fill="hold"/>
                                        <p:tgtEl>
                                          <p:spTgt spid="4"/>
                                        </p:tgtEl>
                                        <p:attrNameLst>
                                          <p:attrName>ppt_w</p:attrName>
                                        </p:attrNameLst>
                                      </p:cBhvr>
                                      <p:tavLst>
                                        <p:tav tm="0">
                                          <p:val>
                                            <p:fltVal val="0"/>
                                          </p:val>
                                        </p:tav>
                                        <p:tav tm="100000">
                                          <p:val>
                                            <p:strVal val="#ppt_w"/>
                                          </p:val>
                                        </p:tav>
                                      </p:tavLst>
                                    </p:anim>
                                    <p:anim calcmode="lin" valueType="num">
                                      <p:cBhvr>
                                        <p:cTn id="23" dur="750" fill="hold"/>
                                        <p:tgtEl>
                                          <p:spTgt spid="4"/>
                                        </p:tgtEl>
                                        <p:attrNameLst>
                                          <p:attrName>ppt_h</p:attrName>
                                        </p:attrNameLst>
                                      </p:cBhvr>
                                      <p:tavLst>
                                        <p:tav tm="0">
                                          <p:val>
                                            <p:fltVal val="0"/>
                                          </p:val>
                                        </p:tav>
                                        <p:tav tm="100000">
                                          <p:val>
                                            <p:strVal val="#ppt_h"/>
                                          </p:val>
                                        </p:tav>
                                      </p:tavLst>
                                    </p:anim>
                                    <p:animEffect transition="in" filter="fade">
                                      <p:cBhvr>
                                        <p:cTn id="24" dur="750"/>
                                        <p:tgtEl>
                                          <p:spTgt spid="4"/>
                                        </p:tgtEl>
                                      </p:cBhvr>
                                    </p:animEffect>
                                  </p:childTnLst>
                                </p:cTn>
                              </p:par>
                            </p:childTnLst>
                          </p:cTn>
                        </p:par>
                      </p:childTnLst>
                    </p:cTn>
                  </p:par>
                  <p:par>
                    <p:cTn id="25" fill="hold" nodeType="clickPar">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animEffect transition="in" filter="blinds(horizontal)">
                                      <p:cBhvr>
                                        <p:cTn id="29" dur="500"/>
                                        <p:tgtEl>
                                          <p:spTgt spid="5">
                                            <p:txEl>
                                              <p:pRg st="0" end="0"/>
                                            </p:txEl>
                                          </p:spTgt>
                                        </p:tgtEl>
                                      </p:cBhvr>
                                    </p:animEffect>
                                  </p:childTnLst>
                                </p:cTn>
                              </p:par>
                            </p:childTnLst>
                          </p:cTn>
                        </p:par>
                      </p:childTnLst>
                    </p:cTn>
                  </p:par>
                  <p:par>
                    <p:cTn id="30" fill="hold" nodeType="clickPar">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5">
                                            <p:txEl>
                                              <p:pRg st="1" end="1"/>
                                            </p:txEl>
                                          </p:spTgt>
                                        </p:tgtEl>
                                        <p:attrNameLst>
                                          <p:attrName>style.visibility</p:attrName>
                                        </p:attrNameLst>
                                      </p:cBhvr>
                                      <p:to>
                                        <p:strVal val="visible"/>
                                      </p:to>
                                    </p:set>
                                    <p:animEffect transition="in" filter="blinds(horizontal)">
                                      <p:cBhvr>
                                        <p:cTn id="34" dur="500"/>
                                        <p:tgtEl>
                                          <p:spTgt spid="5">
                                            <p:txEl>
                                              <p:pRg st="1" end="1"/>
                                            </p:txEl>
                                          </p:spTgt>
                                        </p:tgtEl>
                                      </p:cBhvr>
                                    </p:animEffect>
                                  </p:childTnLst>
                                </p:cTn>
                              </p:par>
                            </p:childTnLst>
                          </p:cTn>
                        </p:par>
                      </p:childTnLst>
                    </p:cTn>
                  </p:par>
                  <p:par>
                    <p:cTn id="35" fill="hold" nodeType="clickPar">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5">
                                            <p:txEl>
                                              <p:pRg st="2" end="2"/>
                                            </p:txEl>
                                          </p:spTgt>
                                        </p:tgtEl>
                                        <p:attrNameLst>
                                          <p:attrName>style.visibility</p:attrName>
                                        </p:attrNameLst>
                                      </p:cBhvr>
                                      <p:to>
                                        <p:strVal val="visible"/>
                                      </p:to>
                                    </p:set>
                                    <p:animEffect transition="in" filter="blinds(horizontal)">
                                      <p:cBhvr>
                                        <p:cTn id="39"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02BBCE00-7443-F72F-3979-41E96DCEF610}"/>
              </a:ext>
            </a:extLst>
          </p:cNvPr>
          <p:cNvSpPr txBox="1"/>
          <p:nvPr>
            <p:custDataLst>
              <p:tags r:id="rId1"/>
            </p:custDataLst>
          </p:nvPr>
        </p:nvSpPr>
        <p:spPr>
          <a:xfrm>
            <a:off x="807604" y="208660"/>
            <a:ext cx="2124782" cy="492443"/>
          </a:xfrm>
          <a:prstGeom prst="rect">
            <a:avLst/>
          </a:prstGeom>
          <a:noFill/>
        </p:spPr>
        <p:txBody>
          <a:bodyPr wrap="square" rtlCol="0">
            <a:spAutoFit/>
          </a:bodyPr>
          <a:lstStyle/>
          <a:p>
            <a:r>
              <a:rPr lang="zh-CN" altLang="en-US" sz="2600" b="1">
                <a:solidFill>
                  <a:srgbClr val="00B050"/>
                </a:solidFill>
                <a:latin typeface="思源黑体" panose="020B0500000000000000" pitchFamily="34" charset="-122"/>
                <a:ea typeface="思源黑体" panose="020B0500000000000000" pitchFamily="34" charset="-122"/>
              </a:rPr>
              <a:t>三、声速</a:t>
            </a:r>
          </a:p>
        </p:txBody>
      </p:sp>
      <p:sp>
        <p:nvSpPr>
          <p:cNvPr id="11" name="文本框 10">
            <a:extLst>
              <a:ext uri="{FF2B5EF4-FFF2-40B4-BE49-F238E27FC236}">
                <a16:creationId xmlns:a16="http://schemas.microsoft.com/office/drawing/2014/main" id="{88D583EB-6981-4689-D8E7-4A9CAED83E6C}"/>
              </a:ext>
            </a:extLst>
          </p:cNvPr>
          <p:cNvSpPr txBox="1"/>
          <p:nvPr>
            <p:custDataLst>
              <p:tags r:id="rId2"/>
            </p:custDataLst>
          </p:nvPr>
        </p:nvSpPr>
        <p:spPr>
          <a:xfrm>
            <a:off x="1246019" y="1706902"/>
            <a:ext cx="9413047" cy="470129"/>
          </a:xfrm>
          <a:prstGeom prst="rect">
            <a:avLst/>
          </a:prstGeom>
          <a:noFill/>
        </p:spPr>
        <p:txBody>
          <a:bodyPr wrap="square">
            <a:spAutoFit/>
          </a:bodyPr>
          <a:lstStyle/>
          <a:p>
            <a:pPr lvl="0" indent="432000" defTabSz="457200">
              <a:lnSpc>
                <a:spcPts val="3200"/>
              </a:lnSpc>
              <a:defRPr/>
            </a:pPr>
            <a:r>
              <a:rPr lang="zh-CN" altLang="en-US" sz="2400" kern="0">
                <a:solidFill>
                  <a:prstClr val="black"/>
                </a:solidFill>
                <a:latin typeface="Times New Roman" panose="02020603050405020304" pitchFamily="18" charset="0"/>
                <a:cs typeface="Times New Roman" panose="02020603050405020304" pitchFamily="18" charset="0"/>
              </a:rPr>
              <a:t>声速的大小等于声音在每秒内传播的距离，单位是</a:t>
            </a:r>
            <a:r>
              <a:rPr lang="en-US" altLang="zh-CN" sz="2400" kern="0">
                <a:solidFill>
                  <a:prstClr val="black"/>
                </a:solidFill>
                <a:latin typeface="Times New Roman" panose="02020603050405020304" pitchFamily="18" charset="0"/>
                <a:cs typeface="Times New Roman" panose="02020603050405020304" pitchFamily="18" charset="0"/>
              </a:rPr>
              <a:t>m/s</a:t>
            </a:r>
            <a:r>
              <a:rPr lang="zh-CN" altLang="en-US" sz="2400" kern="0">
                <a:solidFill>
                  <a:prstClr val="black"/>
                </a:solidFill>
                <a:latin typeface="Times New Roman" panose="02020603050405020304" pitchFamily="18" charset="0"/>
                <a:cs typeface="Times New Roman" panose="02020603050405020304" pitchFamily="18" charset="0"/>
              </a:rPr>
              <a:t>（米</a:t>
            </a:r>
            <a:r>
              <a:rPr lang="en-US" altLang="zh-CN" sz="2400" kern="0">
                <a:solidFill>
                  <a:prstClr val="black"/>
                </a:solidFill>
                <a:latin typeface="Times New Roman" panose="02020603050405020304" pitchFamily="18" charset="0"/>
                <a:cs typeface="Times New Roman" panose="02020603050405020304" pitchFamily="18" charset="0"/>
              </a:rPr>
              <a:t>/</a:t>
            </a:r>
            <a:r>
              <a:rPr lang="zh-CN" altLang="en-US" sz="2400" kern="0">
                <a:solidFill>
                  <a:prstClr val="black"/>
                </a:solidFill>
                <a:latin typeface="Times New Roman" panose="02020603050405020304" pitchFamily="18" charset="0"/>
                <a:cs typeface="Times New Roman" panose="02020603050405020304" pitchFamily="18" charset="0"/>
              </a:rPr>
              <a:t>秒）。</a:t>
            </a:r>
            <a:endParaRPr kumimoji="0"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文本框 11">
            <a:extLst>
              <a:ext uri="{FF2B5EF4-FFF2-40B4-BE49-F238E27FC236}">
                <a16:creationId xmlns:a16="http://schemas.microsoft.com/office/drawing/2014/main" id="{24CD9018-43B5-5CEB-43B1-588814A04DA4}"/>
              </a:ext>
            </a:extLst>
          </p:cNvPr>
          <p:cNvSpPr txBox="1"/>
          <p:nvPr>
            <p:custDataLst>
              <p:tags r:id="rId3"/>
            </p:custDataLst>
          </p:nvPr>
        </p:nvSpPr>
        <p:spPr>
          <a:xfrm>
            <a:off x="1813417" y="1098038"/>
            <a:ext cx="2449579" cy="477054"/>
          </a:xfrm>
          <a:prstGeom prst="rect">
            <a:avLst/>
          </a:prstGeom>
          <a:noFill/>
        </p:spPr>
        <p:txBody>
          <a:bodyPr wrap="square" rtlCol="0">
            <a:spAutoFit/>
          </a:bodyPr>
          <a:lstStyle/>
          <a:p>
            <a:r>
              <a:rPr lang="en-US" altLang="zh-CN" sz="25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5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声速的</a:t>
            </a:r>
            <a:r>
              <a:rPr lang="zh-CN" altLang="en-US" sz="2500" b="1">
                <a:solidFill>
                  <a:srgbClr val="0070C0"/>
                </a:solidFill>
                <a:latin typeface="Times New Roman" panose="02020603050405020304" pitchFamily="18" charset="0"/>
                <a:cs typeface="Times New Roman" panose="02020603050405020304" pitchFamily="18" charset="0"/>
              </a:rPr>
              <a:t>定义</a:t>
            </a:r>
          </a:p>
        </p:txBody>
      </p:sp>
      <p:sp>
        <p:nvSpPr>
          <p:cNvPr id="15" name="Text Box 9">
            <a:extLst>
              <a:ext uri="{FF2B5EF4-FFF2-40B4-BE49-F238E27FC236}">
                <a16:creationId xmlns:a16="http://schemas.microsoft.com/office/drawing/2014/main" id="{F8B8F3E0-D4D2-6E76-C5E8-50C5DA485361}"/>
              </a:ext>
            </a:extLst>
          </p:cNvPr>
          <p:cNvSpPr txBox="1"/>
          <p:nvPr>
            <p:custDataLst>
              <p:tags r:id="rId4"/>
            </p:custDataLst>
          </p:nvPr>
        </p:nvSpPr>
        <p:spPr>
          <a:xfrm>
            <a:off x="1246019" y="2308841"/>
            <a:ext cx="9082240" cy="3364575"/>
          </a:xfrm>
          <a:prstGeom prst="rect">
            <a:avLst/>
          </a:prstGeom>
          <a:noFill/>
          <a:ln w="9525">
            <a:noFill/>
          </a:ln>
        </p:spPr>
        <p:txBody>
          <a:bodyPr wrap="square" anchor="t" anchorCtr="0">
            <a:spAutoFit/>
          </a:bodyPr>
          <a:lstStyle/>
          <a:p>
            <a:pPr indent="540000" defTabSz="457200">
              <a:lnSpc>
                <a:spcPts val="3600"/>
              </a:lnSpc>
              <a:spcAft>
                <a:spcPts val="600"/>
              </a:spcAft>
            </a:pPr>
            <a:r>
              <a:rPr lang="en-US" altLang="zh-CN" sz="2600" b="1">
                <a:solidFill>
                  <a:srgbClr val="0070C0"/>
                </a:solidFill>
                <a:latin typeface="Times New Roman" panose="02020603050405020304" pitchFamily="18" charset="0"/>
                <a:cs typeface="Times New Roman" panose="02020603050405020304" pitchFamily="18" charset="0"/>
              </a:rPr>
              <a:t>2. </a:t>
            </a:r>
            <a:r>
              <a:rPr lang="zh-CN" altLang="en-US" sz="2600" b="1">
                <a:solidFill>
                  <a:srgbClr val="0070C0"/>
                </a:solidFill>
                <a:latin typeface="Times New Roman" panose="02020603050405020304" pitchFamily="18" charset="0"/>
                <a:cs typeface="Times New Roman" panose="02020603050405020304" pitchFamily="18" charset="0"/>
              </a:rPr>
              <a:t>影响声速的因素</a:t>
            </a:r>
            <a:endParaRPr lang="en-US" altLang="zh-CN" sz="2600" b="1">
              <a:solidFill>
                <a:srgbClr val="0070C0"/>
              </a:solidFill>
              <a:latin typeface="Times New Roman" panose="02020603050405020304" pitchFamily="18" charset="0"/>
              <a:cs typeface="Times New Roman" panose="02020603050405020304" pitchFamily="18" charset="0"/>
            </a:endParaRPr>
          </a:p>
          <a:p>
            <a:pPr indent="540000" defTabSz="457200">
              <a:lnSpc>
                <a:spcPts val="3600"/>
              </a:lnSpc>
            </a:pPr>
            <a:r>
              <a:rPr lang="zh-CN" altLang="en-US" sz="2400">
                <a:solidFill>
                  <a:prstClr val="black"/>
                </a:solidFill>
                <a:latin typeface="Times New Roman" panose="02020603050405020304" pitchFamily="18" charset="0"/>
                <a:cs typeface="Times New Roman" panose="02020603050405020304" pitchFamily="18" charset="0"/>
              </a:rPr>
              <a:t>声速的大小跟</a:t>
            </a:r>
            <a:r>
              <a:rPr lang="zh-CN" altLang="en-US" sz="2400" b="1">
                <a:solidFill>
                  <a:srgbClr val="C00000"/>
                </a:solidFill>
                <a:latin typeface="Times New Roman" panose="02020603050405020304" pitchFamily="18" charset="0"/>
                <a:cs typeface="Times New Roman" panose="02020603050405020304" pitchFamily="18" charset="0"/>
              </a:rPr>
              <a:t>介质</a:t>
            </a:r>
            <a:r>
              <a:rPr lang="zh-CN" altLang="en-US" sz="2400">
                <a:solidFill>
                  <a:prstClr val="black"/>
                </a:solidFill>
                <a:latin typeface="Times New Roman" panose="02020603050405020304" pitchFamily="18" charset="0"/>
                <a:cs typeface="Times New Roman" panose="02020603050405020304" pitchFamily="18" charset="0"/>
              </a:rPr>
              <a:t>的种类有关，还跟介质的</a:t>
            </a:r>
            <a:r>
              <a:rPr lang="zh-CN" altLang="en-US" sz="2400" b="1">
                <a:solidFill>
                  <a:srgbClr val="C00000"/>
                </a:solidFill>
                <a:latin typeface="Times New Roman" panose="02020603050405020304" pitchFamily="18" charset="0"/>
                <a:cs typeface="Times New Roman" panose="02020603050405020304" pitchFamily="18" charset="0"/>
              </a:rPr>
              <a:t>温度</a:t>
            </a:r>
            <a:r>
              <a:rPr lang="zh-CN" altLang="en-US" sz="2400">
                <a:solidFill>
                  <a:prstClr val="black"/>
                </a:solidFill>
                <a:latin typeface="Times New Roman" panose="02020603050405020304" pitchFamily="18" charset="0"/>
                <a:cs typeface="Times New Roman" panose="02020603050405020304" pitchFamily="18" charset="0"/>
              </a:rPr>
              <a:t>有关。 </a:t>
            </a:r>
            <a:endParaRPr lang="en-US" altLang="zh-CN" sz="2400">
              <a:solidFill>
                <a:prstClr val="black"/>
              </a:solidFill>
              <a:latin typeface="Times New Roman" panose="02020603050405020304" pitchFamily="18" charset="0"/>
              <a:cs typeface="Times New Roman" panose="02020603050405020304" pitchFamily="18" charset="0"/>
            </a:endParaRPr>
          </a:p>
          <a:p>
            <a:pPr lvl="0" indent="540000" defTabSz="457200">
              <a:lnSpc>
                <a:spcPts val="3600"/>
              </a:lnSpc>
            </a:pPr>
            <a:r>
              <a:rPr lang="zh-CN" altLang="en-US" sz="2400">
                <a:solidFill>
                  <a:prstClr val="black"/>
                </a:solidFill>
                <a:latin typeface="Times New Roman" panose="02020603050405020304" pitchFamily="18" charset="0"/>
                <a:cs typeface="Times New Roman" panose="02020603050405020304" pitchFamily="18" charset="0"/>
              </a:rPr>
              <a:t>（</a:t>
            </a:r>
            <a:r>
              <a:rPr lang="en-US" altLang="zh-CN" sz="2400">
                <a:solidFill>
                  <a:prstClr val="black"/>
                </a:solidFill>
                <a:latin typeface="Times New Roman" panose="02020603050405020304" pitchFamily="18" charset="0"/>
                <a:cs typeface="Times New Roman" panose="02020603050405020304" pitchFamily="18" charset="0"/>
              </a:rPr>
              <a:t>1</a:t>
            </a:r>
            <a:r>
              <a:rPr lang="zh-CN" altLang="en-US" sz="2400">
                <a:solidFill>
                  <a:prstClr val="black"/>
                </a:solidFill>
                <a:latin typeface="Times New Roman" panose="02020603050405020304" pitchFamily="18" charset="0"/>
                <a:cs typeface="Times New Roman" panose="02020603050405020304" pitchFamily="18" charset="0"/>
              </a:rPr>
              <a:t>）声音在不同介质中传播的速度不同。一般情况下，声音在液体中的传播速度大于在气体中的传播速度，小于在固体中的传播速度（即一般情况</a:t>
            </a:r>
            <a:r>
              <a:rPr lang="en-US" altLang="zh-CN" sz="2400" i="1">
                <a:solidFill>
                  <a:prstClr val="black"/>
                </a:solidFill>
                <a:latin typeface="Times New Roman" panose="02020603050405020304" pitchFamily="18" charset="0"/>
                <a:cs typeface="Times New Roman" panose="02020603050405020304" pitchFamily="18" charset="0"/>
              </a:rPr>
              <a:t>v</a:t>
            </a:r>
            <a:r>
              <a:rPr lang="zh-CN" altLang="en-US" sz="2400" baseline="-25000">
                <a:solidFill>
                  <a:prstClr val="black"/>
                </a:solidFill>
                <a:latin typeface="Times New Roman" panose="02020603050405020304" pitchFamily="18" charset="0"/>
                <a:cs typeface="Times New Roman" panose="02020603050405020304" pitchFamily="18" charset="0"/>
              </a:rPr>
              <a:t>固</a:t>
            </a:r>
            <a:r>
              <a:rPr lang="en-US" altLang="zh-CN" sz="2400">
                <a:solidFill>
                  <a:prstClr val="black"/>
                </a:solidFill>
                <a:latin typeface="Times New Roman" panose="02020603050405020304" pitchFamily="18" charset="0"/>
                <a:cs typeface="Times New Roman" panose="02020603050405020304" pitchFamily="18" charset="0"/>
              </a:rPr>
              <a:t>&gt;</a:t>
            </a:r>
            <a:r>
              <a:rPr lang="en-US" altLang="zh-CN" sz="2400" i="1">
                <a:solidFill>
                  <a:prstClr val="black"/>
                </a:solidFill>
                <a:latin typeface="Times New Roman" panose="02020603050405020304" pitchFamily="18" charset="0"/>
                <a:cs typeface="Times New Roman" panose="02020603050405020304" pitchFamily="18" charset="0"/>
              </a:rPr>
              <a:t>v</a:t>
            </a:r>
            <a:r>
              <a:rPr lang="zh-CN" altLang="en-US" sz="2400" baseline="-25000">
                <a:solidFill>
                  <a:prstClr val="black"/>
                </a:solidFill>
                <a:latin typeface="Times New Roman" panose="02020603050405020304" pitchFamily="18" charset="0"/>
                <a:cs typeface="Times New Roman" panose="02020603050405020304" pitchFamily="18" charset="0"/>
              </a:rPr>
              <a:t>液</a:t>
            </a:r>
            <a:r>
              <a:rPr lang="en-US" altLang="zh-CN" sz="2400">
                <a:solidFill>
                  <a:prstClr val="black"/>
                </a:solidFill>
                <a:latin typeface="Times New Roman" panose="02020603050405020304" pitchFamily="18" charset="0"/>
                <a:cs typeface="Times New Roman" panose="02020603050405020304" pitchFamily="18" charset="0"/>
              </a:rPr>
              <a:t>&gt;</a:t>
            </a:r>
            <a:r>
              <a:rPr lang="en-US" altLang="zh-CN" sz="2400" i="1">
                <a:solidFill>
                  <a:prstClr val="black"/>
                </a:solidFill>
                <a:latin typeface="Times New Roman" panose="02020603050405020304" pitchFamily="18" charset="0"/>
                <a:cs typeface="Times New Roman" panose="02020603050405020304" pitchFamily="18" charset="0"/>
              </a:rPr>
              <a:t> v</a:t>
            </a:r>
            <a:r>
              <a:rPr lang="zh-CN" altLang="en-US" sz="2400" baseline="-25000">
                <a:solidFill>
                  <a:prstClr val="black"/>
                </a:solidFill>
                <a:latin typeface="Times New Roman" panose="02020603050405020304" pitchFamily="18" charset="0"/>
                <a:cs typeface="Times New Roman" panose="02020603050405020304" pitchFamily="18" charset="0"/>
              </a:rPr>
              <a:t>气</a:t>
            </a:r>
            <a:r>
              <a:rPr lang="zh-CN" altLang="en-US" sz="2400">
                <a:solidFill>
                  <a:prstClr val="black"/>
                </a:solidFill>
                <a:latin typeface="Times New Roman" panose="02020603050405020304" pitchFamily="18" charset="0"/>
                <a:cs typeface="Times New Roman" panose="02020603050405020304" pitchFamily="18" charset="0"/>
              </a:rPr>
              <a:t>）。</a:t>
            </a:r>
            <a:endParaRPr lang="en-US" altLang="zh-CN" sz="2400">
              <a:solidFill>
                <a:prstClr val="black"/>
              </a:solidFill>
              <a:latin typeface="Times New Roman" panose="02020603050405020304" pitchFamily="18" charset="0"/>
              <a:cs typeface="Times New Roman" panose="02020603050405020304" pitchFamily="18" charset="0"/>
            </a:endParaRPr>
          </a:p>
          <a:p>
            <a:pPr lvl="0" indent="540000" defTabSz="457200">
              <a:lnSpc>
                <a:spcPts val="3600"/>
              </a:lnSpc>
            </a:pPr>
            <a:r>
              <a:rPr lang="zh-CN" altLang="en-US" sz="2400">
                <a:solidFill>
                  <a:prstClr val="black"/>
                </a:solidFill>
                <a:latin typeface="Times New Roman" panose="02020603050405020304" pitchFamily="18" charset="0"/>
                <a:cs typeface="Times New Roman" panose="02020603050405020304" pitchFamily="18" charset="0"/>
              </a:rPr>
              <a:t>（</a:t>
            </a:r>
            <a:r>
              <a:rPr lang="en-US" altLang="zh-CN" sz="2400">
                <a:solidFill>
                  <a:prstClr val="black"/>
                </a:solidFill>
                <a:latin typeface="Times New Roman" panose="02020603050405020304" pitchFamily="18" charset="0"/>
                <a:cs typeface="Times New Roman" panose="02020603050405020304" pitchFamily="18" charset="0"/>
              </a:rPr>
              <a:t>2</a:t>
            </a:r>
            <a:r>
              <a:rPr lang="zh-CN" altLang="en-US" sz="2400">
                <a:solidFill>
                  <a:prstClr val="black"/>
                </a:solidFill>
                <a:latin typeface="Times New Roman" panose="02020603050405020304" pitchFamily="18" charset="0"/>
                <a:cs typeface="Times New Roman" panose="02020603050405020304" pitchFamily="18" charset="0"/>
              </a:rPr>
              <a:t>）声音在介质中的传播速度与介质的温度有关。</a:t>
            </a:r>
            <a:r>
              <a:rPr lang="en-US" altLang="zh-CN" sz="2400">
                <a:solidFill>
                  <a:prstClr val="black"/>
                </a:solidFill>
                <a:latin typeface="Times New Roman" panose="02020603050405020304" pitchFamily="18" charset="0"/>
                <a:cs typeface="Times New Roman" panose="02020603050405020304" pitchFamily="18" charset="0"/>
              </a:rPr>
              <a:t>15ºC</a:t>
            </a:r>
            <a:r>
              <a:rPr lang="zh-CN" altLang="en-US" sz="2400">
                <a:solidFill>
                  <a:prstClr val="black"/>
                </a:solidFill>
                <a:latin typeface="Times New Roman" panose="02020603050405020304" pitchFamily="18" charset="0"/>
                <a:cs typeface="Times New Roman" panose="02020603050405020304" pitchFamily="18" charset="0"/>
              </a:rPr>
              <a:t>时空气中的声速是 </a:t>
            </a:r>
            <a:r>
              <a:rPr lang="en-US" altLang="zh-CN" sz="2400">
                <a:solidFill>
                  <a:prstClr val="black"/>
                </a:solidFill>
                <a:latin typeface="Times New Roman" panose="02020603050405020304" pitchFamily="18" charset="0"/>
                <a:cs typeface="Times New Roman" panose="02020603050405020304" pitchFamily="18" charset="0"/>
              </a:rPr>
              <a:t>340m/s</a:t>
            </a:r>
            <a:r>
              <a:rPr lang="zh-CN" altLang="en-US" sz="2400">
                <a:solidFill>
                  <a:prstClr val="black"/>
                </a:solidFill>
                <a:latin typeface="Times New Roman" panose="02020603050405020304" pitchFamily="18" charset="0"/>
                <a:cs typeface="Times New Roman" panose="02020603050405020304" pitchFamily="18" charset="0"/>
              </a:rPr>
              <a:t>，</a:t>
            </a:r>
            <a:r>
              <a:rPr lang="en-US" altLang="zh-CN" sz="2400">
                <a:solidFill>
                  <a:prstClr val="black"/>
                </a:solidFill>
                <a:latin typeface="Times New Roman" panose="02020603050405020304" pitchFamily="18" charset="0"/>
                <a:cs typeface="Times New Roman" panose="02020603050405020304" pitchFamily="18" charset="0"/>
              </a:rPr>
              <a:t>25ºC</a:t>
            </a:r>
            <a:r>
              <a:rPr lang="zh-CN" altLang="en-US" sz="2400">
                <a:solidFill>
                  <a:prstClr val="black"/>
                </a:solidFill>
                <a:latin typeface="Times New Roman" panose="02020603050405020304" pitchFamily="18" charset="0"/>
                <a:cs typeface="Times New Roman" panose="02020603050405020304" pitchFamily="18" charset="0"/>
              </a:rPr>
              <a:t>时空气中的声速是</a:t>
            </a:r>
            <a:r>
              <a:rPr lang="en-US" altLang="zh-CN" sz="2400">
                <a:solidFill>
                  <a:prstClr val="black"/>
                </a:solidFill>
                <a:latin typeface="Times New Roman" panose="02020603050405020304" pitchFamily="18" charset="0"/>
                <a:cs typeface="Times New Roman" panose="02020603050405020304" pitchFamily="18" charset="0"/>
              </a:rPr>
              <a:t>346m/s</a:t>
            </a:r>
            <a:r>
              <a:rPr lang="zh-CN" altLang="en-US" sz="2400">
                <a:solidFill>
                  <a:prstClr val="black"/>
                </a:solidFill>
                <a:latin typeface="Times New Roman" panose="02020603050405020304" pitchFamily="18" charset="0"/>
                <a:cs typeface="Times New Roman" panose="02020603050405020304" pitchFamily="18" charset="0"/>
              </a:rPr>
              <a:t>。</a:t>
            </a:r>
          </a:p>
        </p:txBody>
      </p:sp>
      <p:pic>
        <p:nvPicPr>
          <p:cNvPr id="2" name="图片 1" descr="cbe3eb76672406fabbe30586b58813d">
            <a:extLst>
              <a:ext uri="{FF2B5EF4-FFF2-40B4-BE49-F238E27FC236}">
                <a16:creationId xmlns:a16="http://schemas.microsoft.com/office/drawing/2014/main" id="{56E0E5FF-2653-AFBA-6112-C2CB2BE55CA8}"/>
              </a:ext>
            </a:extLst>
          </p:cNvPr>
          <p:cNvPicPr>
            <a:picLocks noChangeAspect="1"/>
          </p:cNvPicPr>
          <p:nvPr/>
        </p:nvPicPr>
        <p:blipFill>
          <a:blip r:embed="rId6"/>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5163533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750" fill="hold"/>
                                        <p:tgtEl>
                                          <p:spTgt spid="12"/>
                                        </p:tgtEl>
                                        <p:attrNameLst>
                                          <p:attrName>ppt_w</p:attrName>
                                        </p:attrNameLst>
                                      </p:cBhvr>
                                      <p:tavLst>
                                        <p:tav tm="0">
                                          <p:val>
                                            <p:fltVal val="0"/>
                                          </p:val>
                                        </p:tav>
                                        <p:tav tm="100000">
                                          <p:val>
                                            <p:strVal val="#ppt_w"/>
                                          </p:val>
                                        </p:tav>
                                      </p:tavLst>
                                    </p:anim>
                                    <p:anim calcmode="lin" valueType="num">
                                      <p:cBhvr>
                                        <p:cTn id="8" dur="750" fill="hold"/>
                                        <p:tgtEl>
                                          <p:spTgt spid="12"/>
                                        </p:tgtEl>
                                        <p:attrNameLst>
                                          <p:attrName>ppt_h</p:attrName>
                                        </p:attrNameLst>
                                      </p:cBhvr>
                                      <p:tavLst>
                                        <p:tav tm="0">
                                          <p:val>
                                            <p:fltVal val="0"/>
                                          </p:val>
                                        </p:tav>
                                        <p:tav tm="100000">
                                          <p:val>
                                            <p:strVal val="#ppt_h"/>
                                          </p:val>
                                        </p:tav>
                                      </p:tavLst>
                                    </p:anim>
                                    <p:animEffect transition="in" filter="fade">
                                      <p:cBhvr>
                                        <p:cTn id="9" dur="750"/>
                                        <p:tgtEl>
                                          <p:spTgt spid="12"/>
                                        </p:tgtEl>
                                      </p:cBhvr>
                                    </p:animEffect>
                                  </p:childTnLst>
                                </p:cTn>
                              </p:par>
                            </p:childTnLst>
                          </p:cTn>
                        </p:par>
                      </p:childTnLst>
                    </p:cTn>
                  </p:par>
                  <p:par>
                    <p:cTn id="10" fill="hold" nodeType="clickPar">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blinds(horizontal)">
                                      <p:cBhvr>
                                        <p:cTn id="14" dur="500"/>
                                        <p:tgtEl>
                                          <p:spTgt spid="11"/>
                                        </p:tgtEl>
                                      </p:cBhvr>
                                    </p:animEffect>
                                  </p:childTnLst>
                                </p:cTn>
                              </p:par>
                            </p:childTnLst>
                          </p:cTn>
                        </p:par>
                      </p:childTnLst>
                    </p:cTn>
                  </p:par>
                  <p:par>
                    <p:cTn id="15" fill="hold" nodeType="clickPar">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animEffect transition="in" filter="wipe(up)">
                                      <p:cBhvr>
                                        <p:cTn id="19" dur="500"/>
                                        <p:tgtEl>
                                          <p:spTgt spid="15">
                                            <p:txEl>
                                              <p:pRg st="0" end="0"/>
                                            </p:txEl>
                                          </p:spTgt>
                                        </p:tgtEl>
                                      </p:cBhvr>
                                    </p:animEffect>
                                  </p:childTnLst>
                                </p:cTn>
                              </p:par>
                            </p:childTnLst>
                          </p:cTn>
                        </p:par>
                      </p:childTnLst>
                    </p:cTn>
                  </p:par>
                  <p:par>
                    <p:cTn id="20" fill="hold" nodeType="clickPar">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5">
                                            <p:txEl>
                                              <p:pRg st="1" end="1"/>
                                            </p:txEl>
                                          </p:spTgt>
                                        </p:tgtEl>
                                        <p:attrNameLst>
                                          <p:attrName>style.visibility</p:attrName>
                                        </p:attrNameLst>
                                      </p:cBhvr>
                                      <p:to>
                                        <p:strVal val="visible"/>
                                      </p:to>
                                    </p:set>
                                    <p:animEffect transition="in" filter="dissolve">
                                      <p:cBhvr>
                                        <p:cTn id="24" dur="500"/>
                                        <p:tgtEl>
                                          <p:spTgt spid="15">
                                            <p:txEl>
                                              <p:pRg st="1" end="1"/>
                                            </p:txEl>
                                          </p:spTgt>
                                        </p:tgtEl>
                                      </p:cBhvr>
                                    </p:animEffect>
                                  </p:childTnLst>
                                </p:cTn>
                              </p:par>
                            </p:childTnLst>
                          </p:cTn>
                        </p:par>
                      </p:childTnLst>
                    </p:cTn>
                  </p:par>
                  <p:par>
                    <p:cTn id="25" fill="hold" nodeType="clickPar">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5">
                                            <p:txEl>
                                              <p:pRg st="2" end="2"/>
                                            </p:txEl>
                                          </p:spTgt>
                                        </p:tgtEl>
                                        <p:attrNameLst>
                                          <p:attrName>style.visibility</p:attrName>
                                        </p:attrNameLst>
                                      </p:cBhvr>
                                      <p:to>
                                        <p:strVal val="visible"/>
                                      </p:to>
                                    </p:set>
                                    <p:animEffect transition="in" filter="dissolve">
                                      <p:cBhvr>
                                        <p:cTn id="29" dur="500"/>
                                        <p:tgtEl>
                                          <p:spTgt spid="15">
                                            <p:txEl>
                                              <p:pRg st="2" end="2"/>
                                            </p:txEl>
                                          </p:spTgt>
                                        </p:tgtEl>
                                      </p:cBhvr>
                                    </p:animEffect>
                                  </p:childTnLst>
                                </p:cTn>
                              </p:par>
                            </p:childTnLst>
                          </p:cTn>
                        </p:par>
                      </p:childTnLst>
                    </p:cTn>
                  </p:par>
                  <p:par>
                    <p:cTn id="30" fill="hold" nodeType="clickPar">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5">
                                            <p:txEl>
                                              <p:pRg st="3" end="3"/>
                                            </p:txEl>
                                          </p:spTgt>
                                        </p:tgtEl>
                                        <p:attrNameLst>
                                          <p:attrName>style.visibility</p:attrName>
                                        </p:attrNameLst>
                                      </p:cBhvr>
                                      <p:to>
                                        <p:strVal val="visible"/>
                                      </p:to>
                                    </p:set>
                                    <p:animEffect transition="in" filter="dissolve">
                                      <p:cBhvr>
                                        <p:cTn id="34"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6ECE00E-55DD-9D85-2AE1-FA37038C5056}"/>
              </a:ext>
            </a:extLst>
          </p:cNvPr>
          <p:cNvSpPr txBox="1"/>
          <p:nvPr>
            <p:custDataLst>
              <p:tags r:id="rId1"/>
            </p:custDataLst>
          </p:nvPr>
        </p:nvSpPr>
        <p:spPr>
          <a:xfrm>
            <a:off x="1008846" y="391060"/>
            <a:ext cx="6114967" cy="359073"/>
          </a:xfrm>
          <a:prstGeom prst="rect">
            <a:avLst/>
          </a:prstGeom>
          <a:noFill/>
        </p:spPr>
        <p:txBody>
          <a:bodyPr wrap="square" lIns="0" tIns="0" rIns="0" bIns="0" rtlCol="0">
            <a:spAutoFit/>
          </a:bodyPr>
          <a:lstStyle/>
          <a:p>
            <a:pPr>
              <a:lnSpc>
                <a:spcPts val="2800"/>
              </a:lnSpc>
              <a:defRPr/>
            </a:pPr>
            <a:r>
              <a:rPr lang="zh-CN" altLang="en-US" sz="2800" b="1" kern="0">
                <a:solidFill>
                  <a:srgbClr val="0070C0"/>
                </a:solidFill>
                <a:latin typeface="+mj-ea"/>
                <a:ea typeface="+mj-ea"/>
                <a:cs typeface="Times New Roman" panose="02020603050405020304" pitchFamily="18" charset="0"/>
              </a:rPr>
              <a:t>题型一、声音产生和传播的条件</a:t>
            </a:r>
          </a:p>
        </p:txBody>
      </p:sp>
      <p:sp>
        <p:nvSpPr>
          <p:cNvPr id="3" name="文本框 2">
            <a:extLst>
              <a:ext uri="{FF2B5EF4-FFF2-40B4-BE49-F238E27FC236}">
                <a16:creationId xmlns:a16="http://schemas.microsoft.com/office/drawing/2014/main" id="{918C361A-C648-F0C0-5478-D5B5390C54D9}"/>
              </a:ext>
            </a:extLst>
          </p:cNvPr>
          <p:cNvSpPr txBox="1"/>
          <p:nvPr>
            <p:custDataLst>
              <p:tags r:id="rId2"/>
            </p:custDataLst>
          </p:nvPr>
        </p:nvSpPr>
        <p:spPr>
          <a:xfrm>
            <a:off x="1221847" y="1109205"/>
            <a:ext cx="9748306" cy="2425216"/>
          </a:xfrm>
          <a:prstGeom prst="rect">
            <a:avLst/>
          </a:prstGeom>
          <a:noFill/>
        </p:spPr>
        <p:txBody>
          <a:bodyPr wrap="square">
            <a:spAutoFit/>
          </a:bodyPr>
          <a:lstStyle/>
          <a:p>
            <a:pPr indent="608026" defTabSz="913524">
              <a:lnSpc>
                <a:spcPts val="3700"/>
              </a:lnSpc>
              <a:defRPr/>
            </a:pPr>
            <a:r>
              <a:rPr lang="en-US" altLang="zh-CN" sz="2600" b="1">
                <a:ln w="9525" cap="flat" cmpd="sng" algn="ctr">
                  <a:noFill/>
                  <a:prstDash val="solid"/>
                  <a:round/>
                  <a:headEnd type="none" w="med" len="med"/>
                  <a:tailEnd type="none" w="med" len="med"/>
                </a:ln>
                <a:solidFill>
                  <a:srgbClr val="002060"/>
                </a:solidFill>
                <a:latin typeface="Times New Roman" panose="02020603050405020304" pitchFamily="18" charset="0"/>
                <a:cs typeface="Times New Roman" panose="02020603050405020304" pitchFamily="18" charset="0"/>
                <a:sym typeface="Wingdings"/>
              </a:rPr>
              <a:t>【</a:t>
            </a:r>
            <a:r>
              <a:rPr lang="zh-CN" altLang="en-US" sz="2600" b="1">
                <a:ln w="9525" cap="flat" cmpd="sng" algn="ctr">
                  <a:noFill/>
                  <a:prstDash val="solid"/>
                  <a:round/>
                  <a:headEnd type="none" w="med" len="med"/>
                  <a:tailEnd type="none" w="med" len="med"/>
                </a:ln>
                <a:solidFill>
                  <a:srgbClr val="002060"/>
                </a:solidFill>
                <a:latin typeface="Times New Roman" panose="02020603050405020304" pitchFamily="18" charset="0"/>
                <a:cs typeface="Times New Roman" panose="02020603050405020304" pitchFamily="18" charset="0"/>
                <a:sym typeface="Wingdings"/>
              </a:rPr>
              <a:t>例题</a:t>
            </a:r>
            <a:r>
              <a:rPr lang="en-US" altLang="zh-CN" sz="2600" b="1">
                <a:ln w="9525" cap="flat" cmpd="sng" algn="ctr">
                  <a:noFill/>
                  <a:prstDash val="solid"/>
                  <a:round/>
                  <a:headEnd type="none" w="med" len="med"/>
                  <a:tailEnd type="none" w="med" len="med"/>
                </a:ln>
                <a:solidFill>
                  <a:srgbClr val="002060"/>
                </a:solidFill>
                <a:latin typeface="Times New Roman" panose="02020603050405020304" pitchFamily="18" charset="0"/>
                <a:cs typeface="Times New Roman" panose="02020603050405020304" pitchFamily="18" charset="0"/>
                <a:sym typeface="Wingdings"/>
              </a:rPr>
              <a:t>1】</a:t>
            </a:r>
            <a:r>
              <a:rPr lang="zh-CN" altLang="en-US" sz="2600">
                <a:ln w="9525" cap="flat" cmpd="sng" algn="ctr">
                  <a:noFill/>
                  <a:prstDash val="solid"/>
                  <a:round/>
                  <a:headEnd type="none" w="med" len="med"/>
                  <a:tailEnd type="none" w="med" len="med"/>
                </a:ln>
                <a:solidFill>
                  <a:srgbClr val="002060"/>
                </a:solidFill>
                <a:latin typeface="Times New Roman" panose="02020603050405020304" pitchFamily="18" charset="0"/>
                <a:cs typeface="Times New Roman" panose="02020603050405020304" pitchFamily="18" charset="0"/>
                <a:sym typeface="Wingdings"/>
              </a:rPr>
              <a:t>如图，将悬挂的乒乓球轻轻接触正在发声的音叉，乒乓球被弹开，此现象表明声音是由物体的</a:t>
            </a:r>
            <a:r>
              <a:rPr lang="en-US" altLang="zh-CN" sz="2600">
                <a:ln w="9525" cap="flat" cmpd="sng" algn="ctr">
                  <a:noFill/>
                  <a:prstDash val="solid"/>
                  <a:round/>
                  <a:headEnd type="none" w="med" len="med"/>
                  <a:tailEnd type="none" w="med" len="med"/>
                </a:ln>
                <a:solidFill>
                  <a:srgbClr val="002060"/>
                </a:solidFill>
                <a:latin typeface="Times New Roman" panose="02020603050405020304" pitchFamily="18" charset="0"/>
                <a:cs typeface="Times New Roman" panose="02020603050405020304" pitchFamily="18" charset="0"/>
                <a:sym typeface="Wingdings"/>
              </a:rPr>
              <a:t>______</a:t>
            </a:r>
            <a:r>
              <a:rPr lang="zh-CN" altLang="en-US" sz="2600">
                <a:ln w="9525" cap="flat" cmpd="sng" algn="ctr">
                  <a:noFill/>
                  <a:prstDash val="solid"/>
                  <a:round/>
                  <a:headEnd type="none" w="med" len="med"/>
                  <a:tailEnd type="none" w="med" len="med"/>
                </a:ln>
                <a:solidFill>
                  <a:srgbClr val="002060"/>
                </a:solidFill>
                <a:latin typeface="Times New Roman" panose="02020603050405020304" pitchFamily="18" charset="0"/>
                <a:cs typeface="Times New Roman" panose="02020603050405020304" pitchFamily="18" charset="0"/>
                <a:sym typeface="Wingdings"/>
              </a:rPr>
              <a:t>产生的；</a:t>
            </a:r>
            <a:r>
              <a:rPr lang="en-US" altLang="zh-CN" sz="2600">
                <a:ln w="9525" cap="flat" cmpd="sng" algn="ctr">
                  <a:noFill/>
                  <a:prstDash val="solid"/>
                  <a:round/>
                  <a:headEnd type="none" w="med" len="med"/>
                  <a:tailEnd type="none" w="med" len="med"/>
                </a:ln>
                <a:solidFill>
                  <a:srgbClr val="002060"/>
                </a:solidFill>
                <a:latin typeface="Times New Roman" panose="02020603050405020304" pitchFamily="18" charset="0"/>
                <a:cs typeface="Times New Roman" panose="02020603050405020304" pitchFamily="18" charset="0"/>
                <a:sym typeface="Wingdings"/>
              </a:rPr>
              <a:t>2025</a:t>
            </a:r>
            <a:r>
              <a:rPr lang="zh-CN" altLang="en-US" sz="2600">
                <a:ln w="9525" cap="flat" cmpd="sng" algn="ctr">
                  <a:noFill/>
                  <a:prstDash val="solid"/>
                  <a:round/>
                  <a:headEnd type="none" w="med" len="med"/>
                  <a:tailEnd type="none" w="med" len="med"/>
                </a:ln>
                <a:solidFill>
                  <a:srgbClr val="002060"/>
                </a:solidFill>
                <a:latin typeface="Times New Roman" panose="02020603050405020304" pitchFamily="18" charset="0"/>
                <a:cs typeface="Times New Roman" panose="02020603050405020304" pitchFamily="18" charset="0"/>
                <a:sym typeface="Wingdings"/>
              </a:rPr>
              <a:t>年我国将实现航天员登月计划，在月球上漫步的航天员需借助无线电通信设备才能进行交谈，原因是声音</a:t>
            </a:r>
            <a:r>
              <a:rPr lang="en-US" altLang="zh-CN" sz="2600">
                <a:ln w="9525" cap="flat" cmpd="sng" algn="ctr">
                  <a:noFill/>
                  <a:prstDash val="solid"/>
                  <a:round/>
                  <a:headEnd type="none" w="med" len="med"/>
                  <a:tailEnd type="none" w="med" len="med"/>
                </a:ln>
                <a:solidFill>
                  <a:srgbClr val="002060"/>
                </a:solidFill>
                <a:latin typeface="Times New Roman" panose="02020603050405020304" pitchFamily="18" charset="0"/>
                <a:cs typeface="Times New Roman" panose="02020603050405020304" pitchFamily="18" charset="0"/>
                <a:sym typeface="Wingdings"/>
              </a:rPr>
              <a:t>_____</a:t>
            </a:r>
            <a:r>
              <a:rPr lang="zh-CN" altLang="en-US" sz="2600">
                <a:ln w="9525" cap="flat" cmpd="sng" algn="ctr">
                  <a:noFill/>
                  <a:prstDash val="solid"/>
                  <a:round/>
                  <a:headEnd type="none" w="med" len="med"/>
                  <a:tailEnd type="none" w="med" len="med"/>
                </a:ln>
                <a:solidFill>
                  <a:srgbClr val="002060"/>
                </a:solidFill>
                <a:latin typeface="Times New Roman" panose="02020603050405020304" pitchFamily="18" charset="0"/>
                <a:cs typeface="Times New Roman" panose="02020603050405020304" pitchFamily="18" charset="0"/>
                <a:sym typeface="Wingdings"/>
              </a:rPr>
              <a:t>在真空中传播（“能”或“不能”）。</a:t>
            </a:r>
          </a:p>
        </p:txBody>
      </p:sp>
      <p:sp>
        <p:nvSpPr>
          <p:cNvPr id="4" name="文本框 3">
            <a:extLst>
              <a:ext uri="{FF2B5EF4-FFF2-40B4-BE49-F238E27FC236}">
                <a16:creationId xmlns:a16="http://schemas.microsoft.com/office/drawing/2014/main" id="{DB12F03F-9715-AC6F-05B5-9E81931ADF2E}"/>
              </a:ext>
            </a:extLst>
          </p:cNvPr>
          <p:cNvSpPr txBox="1"/>
          <p:nvPr>
            <p:custDataLst>
              <p:tags r:id="rId3"/>
            </p:custDataLst>
          </p:nvPr>
        </p:nvSpPr>
        <p:spPr>
          <a:xfrm>
            <a:off x="7162343" y="2543634"/>
            <a:ext cx="1286649" cy="492443"/>
          </a:xfrm>
          <a:prstGeom prst="rect">
            <a:avLst/>
          </a:prstGeom>
          <a:noFill/>
        </p:spPr>
        <p:txBody>
          <a:bodyPr wrap="square">
            <a:spAutoFit/>
          </a:bodyPr>
          <a:lstStyle/>
          <a:p>
            <a:pPr defTabSz="457200"/>
            <a:r>
              <a:rPr lang="zh-CN" altLang="en-US" sz="2600">
                <a:solidFill>
                  <a:srgbClr val="C00000"/>
                </a:solidFill>
                <a:latin typeface="Times New Roman" panose="02020603050405020304" pitchFamily="18" charset="0"/>
                <a:cs typeface="Times New Roman" panose="02020603050405020304" pitchFamily="18" charset="0"/>
              </a:rPr>
              <a:t>不能</a:t>
            </a:r>
            <a:endParaRPr lang="zh-CN" altLang="en-US" sz="2600">
              <a:solidFill>
                <a:prstClr val="black"/>
              </a:solidFill>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C43A0F13-7D79-0CB5-41BE-575D504C3B46}"/>
              </a:ext>
            </a:extLst>
          </p:cNvPr>
          <p:cNvSpPr txBox="1"/>
          <p:nvPr>
            <p:custDataLst>
              <p:tags r:id="rId4"/>
            </p:custDataLst>
          </p:nvPr>
        </p:nvSpPr>
        <p:spPr>
          <a:xfrm>
            <a:off x="7319378" y="1624309"/>
            <a:ext cx="1415411" cy="492443"/>
          </a:xfrm>
          <a:prstGeom prst="rect">
            <a:avLst/>
          </a:prstGeom>
          <a:noFill/>
        </p:spPr>
        <p:txBody>
          <a:bodyPr wrap="square">
            <a:spAutoFit/>
          </a:bodyPr>
          <a:lstStyle/>
          <a:p>
            <a:pPr defTabSz="457200"/>
            <a:r>
              <a:rPr lang="en-US" altLang="zh-CN" sz="26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600">
                <a:solidFill>
                  <a:srgbClr val="C00000"/>
                </a:solidFill>
                <a:latin typeface="Times New Roman" panose="02020603050405020304" pitchFamily="18" charset="0"/>
                <a:cs typeface="Times New Roman" panose="02020603050405020304" pitchFamily="18" charset="0"/>
              </a:rPr>
              <a:t>振动</a:t>
            </a:r>
          </a:p>
        </p:txBody>
      </p:sp>
      <p:grpSp>
        <p:nvGrpSpPr>
          <p:cNvPr id="7" name="组合 6">
            <a:extLst>
              <a:ext uri="{FF2B5EF4-FFF2-40B4-BE49-F238E27FC236}">
                <a16:creationId xmlns:a16="http://schemas.microsoft.com/office/drawing/2014/main" id="{A9450D10-C659-9910-2049-16E358B6B0F1}"/>
              </a:ext>
            </a:extLst>
          </p:cNvPr>
          <p:cNvGrpSpPr/>
          <p:nvPr>
            <p:custDataLst>
              <p:tags r:id="rId5"/>
            </p:custDataLst>
          </p:nvPr>
        </p:nvGrpSpPr>
        <p:grpSpPr>
          <a:xfrm>
            <a:off x="0" y="3956688"/>
            <a:ext cx="12192000" cy="2857769"/>
            <a:chOff x="1802108" y="2722671"/>
            <a:chExt cx="6762965" cy="2194352"/>
          </a:xfrm>
        </p:grpSpPr>
        <p:sp>
          <p:nvSpPr>
            <p:cNvPr id="8" name="矩形 37">
              <a:extLst>
                <a:ext uri="{FF2B5EF4-FFF2-40B4-BE49-F238E27FC236}">
                  <a16:creationId xmlns:a16="http://schemas.microsoft.com/office/drawing/2014/main" id="{A6F78E7D-2F0D-E7C9-C1D8-9B302ACF6208}"/>
                </a:ext>
              </a:extLst>
            </p:cNvPr>
            <p:cNvSpPr>
              <a:spLocks noChangeArrowheads="1"/>
            </p:cNvSpPr>
            <p:nvPr>
              <p:custDataLst>
                <p:tags r:id="rId8"/>
              </p:custDataLst>
            </p:nvPr>
          </p:nvSpPr>
          <p:spPr bwMode="auto">
            <a:xfrm>
              <a:off x="1802108" y="2722671"/>
              <a:ext cx="6762965" cy="219435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defTabSz="1218002">
                <a:defRPr/>
              </a:pPr>
              <a:endParaRPr lang="zh-CN" altLang="en-US" sz="2399">
                <a:solidFill>
                  <a:prstClr val="white"/>
                </a:solidFill>
                <a:latin typeface="Times New Roman"/>
                <a:cs typeface="+mn-ea"/>
                <a:sym typeface="+mn-lt"/>
              </a:endParaRPr>
            </a:p>
          </p:txBody>
        </p:sp>
        <p:pic>
          <p:nvPicPr>
            <p:cNvPr id="9" name="图片 8">
              <a:extLst>
                <a:ext uri="{FF2B5EF4-FFF2-40B4-BE49-F238E27FC236}">
                  <a16:creationId xmlns:a16="http://schemas.microsoft.com/office/drawing/2014/main" id="{B589491E-D60F-6CD0-7579-5DE9D25F76B0}"/>
                </a:ext>
              </a:extLst>
            </p:cNvPr>
            <p:cNvPicPr>
              <a:picLocks noChangeAspect="1"/>
            </p:cNvPicPr>
            <p:nvPr>
              <p:custDataLst>
                <p:tags r:id="rId9"/>
              </p:custDataLst>
            </p:nvPr>
          </p:nvPicPr>
          <p:blipFill>
            <a:blip r:embed="rId11"/>
            <a:srcRect l="16093" t="19040" r="16095" b="25092"/>
            <a:stretch>
              <a:fillRect/>
            </a:stretch>
          </p:blipFill>
          <p:spPr>
            <a:xfrm>
              <a:off x="1837449" y="2787876"/>
              <a:ext cx="598417" cy="441161"/>
            </a:xfrm>
            <a:prstGeom prst="rect">
              <a:avLst/>
            </a:prstGeom>
          </p:spPr>
        </p:pic>
      </p:grpSp>
      <p:sp>
        <p:nvSpPr>
          <p:cNvPr id="10" name="矩形 9">
            <a:extLst>
              <a:ext uri="{FF2B5EF4-FFF2-40B4-BE49-F238E27FC236}">
                <a16:creationId xmlns:a16="http://schemas.microsoft.com/office/drawing/2014/main" id="{3F5C1B3F-444D-D5EA-2FBE-E76DD816CEE6}"/>
              </a:ext>
            </a:extLst>
          </p:cNvPr>
          <p:cNvSpPr/>
          <p:nvPr>
            <p:custDataLst>
              <p:tags r:id="rId6"/>
            </p:custDataLst>
          </p:nvPr>
        </p:nvSpPr>
        <p:spPr>
          <a:xfrm>
            <a:off x="1196997" y="4093311"/>
            <a:ext cx="7593856" cy="2236446"/>
          </a:xfrm>
          <a:prstGeom prst="rect">
            <a:avLst/>
          </a:prstGeom>
        </p:spPr>
        <p:txBody>
          <a:bodyPr wrap="square">
            <a:spAutoFit/>
          </a:bodyPr>
          <a:lstStyle/>
          <a:p>
            <a:pPr indent="457200" defTabSz="457200">
              <a:lnSpc>
                <a:spcPts val="3400"/>
              </a:lnSpc>
              <a:defRPr/>
            </a:pPr>
            <a:r>
              <a:rPr lang="zh-CN" altLang="en-US" sz="2400">
                <a:solidFill>
                  <a:prstClr val="white"/>
                </a:solidFill>
                <a:latin typeface="Times New Roman"/>
              </a:rPr>
              <a:t>乒乓球接触音叉，之所以被弹开是由于音叉发声时在振动，说明声音是由物体的振动产生的。</a:t>
            </a:r>
          </a:p>
          <a:p>
            <a:pPr indent="457200" defTabSz="457200">
              <a:lnSpc>
                <a:spcPts val="3400"/>
              </a:lnSpc>
              <a:defRPr/>
            </a:pPr>
            <a:r>
              <a:rPr lang="zh-CN" altLang="en-US" sz="2400">
                <a:solidFill>
                  <a:prstClr val="white"/>
                </a:solidFill>
                <a:latin typeface="Times New Roman"/>
              </a:rPr>
              <a:t>月球表面是真空，而声音的传播需要介质，声音无法在真空中传播，所以在月球上漫步的航天员需借助无线电通信设备才能进行交谈。                                                    </a:t>
            </a:r>
            <a:endParaRPr lang="en-US" altLang="zh-CN" sz="2400">
              <a:solidFill>
                <a:prstClr val="white"/>
              </a:solidFill>
              <a:latin typeface="Times New Roman"/>
            </a:endParaRPr>
          </a:p>
        </p:txBody>
      </p:sp>
      <p:pic>
        <p:nvPicPr>
          <p:cNvPr id="11" name="图片 10">
            <a:extLst>
              <a:ext uri="{FF2B5EF4-FFF2-40B4-BE49-F238E27FC236}">
                <a16:creationId xmlns:a16="http://schemas.microsoft.com/office/drawing/2014/main" id="{E18F01E6-B3C7-E42A-C0F9-66AA779B8211}"/>
              </a:ext>
            </a:extLst>
          </p:cNvPr>
          <p:cNvPicPr>
            <a:picLocks noChangeAspect="1"/>
          </p:cNvPicPr>
          <p:nvPr>
            <p:custDataLst>
              <p:tags r:id="rId7"/>
            </p:custDataLst>
          </p:nvPr>
        </p:nvPicPr>
        <p:blipFill>
          <a:blip r:embed="rId12"/>
          <a:stretch>
            <a:fillRect/>
          </a:stretch>
        </p:blipFill>
        <p:spPr>
          <a:xfrm>
            <a:off x="9052947" y="4185033"/>
            <a:ext cx="2876959" cy="1961563"/>
          </a:xfrm>
          <a:prstGeom prst="rect">
            <a:avLst/>
          </a:prstGeom>
        </p:spPr>
      </p:pic>
      <p:pic>
        <p:nvPicPr>
          <p:cNvPr id="6" name="图片 5" descr="cbe3eb76672406fabbe30586b58813d">
            <a:extLst>
              <a:ext uri="{FF2B5EF4-FFF2-40B4-BE49-F238E27FC236}">
                <a16:creationId xmlns:a16="http://schemas.microsoft.com/office/drawing/2014/main" id="{37AF8368-874A-0576-303D-787F83885070}"/>
              </a:ext>
            </a:extLst>
          </p:cNvPr>
          <p:cNvPicPr>
            <a:picLocks noChangeAspect="1"/>
          </p:cNvPicPr>
          <p:nvPr/>
        </p:nvPicPr>
        <p:blipFill>
          <a:blip r:embed="rId13"/>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1858967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blinds(horizontal)">
                                      <p:cBhvr>
                                        <p:cTn id="12" dur="500"/>
                                        <p:tgtEl>
                                          <p:spTgt spid="10">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blinds(horizontal)">
                                      <p:cBhvr>
                                        <p:cTn id="17" dur="500"/>
                                        <p:tgtEl>
                                          <p:spTgt spid="10">
                                            <p:txEl>
                                              <p:pRg st="1" end="1"/>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Vertical)">
                                      <p:cBhvr>
                                        <p:cTn id="22" dur="500"/>
                                        <p:tgtEl>
                                          <p:spTgt spid="5"/>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arn(inVertical)">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8E07133-055A-91A0-EE86-85399F9F3EF7}"/>
              </a:ext>
            </a:extLst>
          </p:cNvPr>
          <p:cNvSpPr txBox="1"/>
          <p:nvPr>
            <p:custDataLst>
              <p:tags r:id="rId1"/>
            </p:custDataLst>
          </p:nvPr>
        </p:nvSpPr>
        <p:spPr>
          <a:xfrm>
            <a:off x="1008846" y="391060"/>
            <a:ext cx="6114967" cy="359073"/>
          </a:xfrm>
          <a:prstGeom prst="rect">
            <a:avLst/>
          </a:prstGeom>
          <a:noFill/>
        </p:spPr>
        <p:txBody>
          <a:bodyPr wrap="square" lIns="0" tIns="0" rIns="0" bIns="0" rtlCol="0">
            <a:spAutoFit/>
          </a:bodyPr>
          <a:lstStyle/>
          <a:p>
            <a:pPr>
              <a:lnSpc>
                <a:spcPts val="2800"/>
              </a:lnSpc>
              <a:defRPr/>
            </a:pPr>
            <a:r>
              <a:rPr lang="zh-CN" altLang="en-US" sz="2800" b="1" kern="0">
                <a:solidFill>
                  <a:srgbClr val="0070C0"/>
                </a:solidFill>
                <a:latin typeface="+mj-ea"/>
                <a:ea typeface="+mj-ea"/>
                <a:cs typeface="Times New Roman" panose="02020603050405020304" pitchFamily="18" charset="0"/>
              </a:rPr>
              <a:t>题型一、声音产生和传播的条件</a:t>
            </a:r>
          </a:p>
        </p:txBody>
      </p:sp>
      <p:sp>
        <p:nvSpPr>
          <p:cNvPr id="4" name="文本框 3">
            <a:extLst>
              <a:ext uri="{FF2B5EF4-FFF2-40B4-BE49-F238E27FC236}">
                <a16:creationId xmlns:a16="http://schemas.microsoft.com/office/drawing/2014/main" id="{BDA460A3-3BAA-4C95-B1C9-6CE95A400435}"/>
              </a:ext>
            </a:extLst>
          </p:cNvPr>
          <p:cNvSpPr txBox="1"/>
          <p:nvPr>
            <p:custDataLst>
              <p:tags r:id="rId2"/>
            </p:custDataLst>
          </p:nvPr>
        </p:nvSpPr>
        <p:spPr>
          <a:xfrm>
            <a:off x="682559" y="982778"/>
            <a:ext cx="10763208" cy="3144451"/>
          </a:xfrm>
          <a:prstGeom prst="rect">
            <a:avLst/>
          </a:prstGeom>
          <a:noFill/>
        </p:spPr>
        <p:txBody>
          <a:bodyPr wrap="square">
            <a:spAutoFit/>
          </a:bodyPr>
          <a:lstStyle/>
          <a:p>
            <a:pPr indent="431989" defTabSz="457200" fontAlgn="ctr">
              <a:lnSpc>
                <a:spcPts val="3400"/>
              </a:lnSpc>
            </a:pPr>
            <a:r>
              <a:rPr lang="en-US" altLang="zh-CN" sz="2400" b="1" kern="100">
                <a:solidFill>
                  <a:prstClr val="black"/>
                </a:solidFill>
                <a:latin typeface="Times New Roman"/>
                <a:cs typeface="Times New Roman" panose="02020603050405020304" pitchFamily="18" charset="0"/>
              </a:rPr>
              <a:t>【</a:t>
            </a:r>
            <a:r>
              <a:rPr lang="zh-CN" altLang="en-US" sz="2400" b="1" kern="100">
                <a:solidFill>
                  <a:prstClr val="black"/>
                </a:solidFill>
                <a:latin typeface="Times New Roman"/>
                <a:cs typeface="Times New Roman" panose="02020603050405020304" pitchFamily="18" charset="0"/>
              </a:rPr>
              <a:t>例题</a:t>
            </a:r>
            <a:r>
              <a:rPr lang="en-US" altLang="zh-CN" sz="2400" b="1" kern="100">
                <a:solidFill>
                  <a:prstClr val="black"/>
                </a:solidFill>
                <a:latin typeface="Times New Roman"/>
                <a:cs typeface="Times New Roman" panose="02020603050405020304" pitchFamily="18" charset="0"/>
              </a:rPr>
              <a:t>2】</a:t>
            </a:r>
            <a:r>
              <a:rPr lang="zh-CN" altLang="en-US" sz="2400" kern="100">
                <a:solidFill>
                  <a:prstClr val="black"/>
                </a:solidFill>
                <a:latin typeface="Times New Roman"/>
                <a:cs typeface="Times New Roman" panose="02020603050405020304" pitchFamily="18" charset="0"/>
              </a:rPr>
              <a:t>小明在探究声音传播条件的实验中，将正在发声的手机悬挂在密封的广口瓶内如图</a:t>
            </a:r>
            <a:r>
              <a:rPr lang="en-US" altLang="zh-CN" sz="2400" kern="100">
                <a:solidFill>
                  <a:prstClr val="black"/>
                </a:solidFill>
                <a:latin typeface="Times New Roman"/>
                <a:cs typeface="Times New Roman" panose="02020603050405020304" pitchFamily="18" charset="0"/>
              </a:rPr>
              <a:t>a</a:t>
            </a:r>
            <a:r>
              <a:rPr lang="zh-CN" altLang="en-US" sz="2400" kern="100">
                <a:solidFill>
                  <a:prstClr val="black"/>
                </a:solidFill>
                <a:latin typeface="Times New Roman"/>
                <a:cs typeface="Times New Roman" panose="02020603050405020304" pitchFamily="18" charset="0"/>
              </a:rPr>
              <a:t>，用抽气筒将广口瓶中的空气抽出。</a:t>
            </a:r>
            <a:endParaRPr lang="en-US" altLang="zh-CN" sz="2400" kern="100">
              <a:solidFill>
                <a:prstClr val="black"/>
              </a:solidFill>
              <a:latin typeface="Times New Roman"/>
              <a:cs typeface="Times New Roman" panose="02020603050405020304" pitchFamily="18" charset="0"/>
            </a:endParaRPr>
          </a:p>
          <a:p>
            <a:pPr indent="431989" defTabSz="457200" fontAlgn="ctr">
              <a:lnSpc>
                <a:spcPts val="3400"/>
              </a:lnSpc>
            </a:pPr>
            <a:r>
              <a:rPr lang="zh-CN" altLang="en-US" sz="2400" kern="100" spc="-150">
                <a:solidFill>
                  <a:prstClr val="black"/>
                </a:solidFill>
                <a:latin typeface="Times New Roman"/>
                <a:cs typeface="Times New Roman" panose="02020603050405020304" pitchFamily="18" charset="0"/>
              </a:rPr>
              <a:t>①</a:t>
            </a:r>
            <a:r>
              <a:rPr lang="zh-CN" altLang="zh-CN" sz="2400" kern="100" spc="-150">
                <a:solidFill>
                  <a:prstClr val="black"/>
                </a:solidFill>
                <a:latin typeface="Times New Roman"/>
                <a:cs typeface="宋体" panose="02010600030101010101" pitchFamily="2" charset="-122"/>
              </a:rPr>
              <a:t>抽气一段时间后</a:t>
            </a:r>
            <a:r>
              <a:rPr lang="zh-CN" altLang="en-US" sz="2400" kern="100" spc="-150">
                <a:solidFill>
                  <a:prstClr val="black"/>
                </a:solidFill>
                <a:latin typeface="Times New Roman"/>
                <a:cs typeface="宋体" panose="02010600030101010101" pitchFamily="2" charset="-122"/>
              </a:rPr>
              <a:t>，</a:t>
            </a:r>
            <a:r>
              <a:rPr lang="zh-CN" altLang="zh-CN" sz="2400" kern="100" spc="-150">
                <a:solidFill>
                  <a:prstClr val="black"/>
                </a:solidFill>
                <a:latin typeface="Times New Roman"/>
                <a:cs typeface="宋体" panose="02010600030101010101" pitchFamily="2" charset="-122"/>
              </a:rPr>
              <a:t>发现听到的手机声音</a:t>
            </a:r>
            <a:r>
              <a:rPr lang="zh-CN" altLang="en-US" sz="2400" kern="100" spc="-150">
                <a:solidFill>
                  <a:prstClr val="black"/>
                </a:solidFill>
                <a:latin typeface="Times New Roman"/>
                <a:cs typeface="宋体" panose="02010600030101010101" pitchFamily="2" charset="-122"/>
              </a:rPr>
              <a:t>无</a:t>
            </a:r>
            <a:r>
              <a:rPr lang="zh-CN" altLang="zh-CN" sz="2400" kern="100" spc="-150">
                <a:solidFill>
                  <a:prstClr val="black"/>
                </a:solidFill>
                <a:latin typeface="Times New Roman"/>
                <a:cs typeface="宋体" panose="02010600030101010101" pitchFamily="2" charset="-122"/>
              </a:rPr>
              <a:t>明显变化，原因</a:t>
            </a:r>
            <a:r>
              <a:rPr lang="zh-CN" altLang="en-US" sz="2400" kern="100" spc="-150">
                <a:solidFill>
                  <a:prstClr val="black"/>
                </a:solidFill>
                <a:latin typeface="Times New Roman"/>
                <a:cs typeface="宋体" panose="02010600030101010101" pitchFamily="2" charset="-122"/>
              </a:rPr>
              <a:t>可能</a:t>
            </a:r>
            <a:r>
              <a:rPr lang="zh-CN" altLang="zh-CN" sz="2400" kern="100" spc="-150">
                <a:solidFill>
                  <a:prstClr val="black"/>
                </a:solidFill>
                <a:latin typeface="Times New Roman"/>
                <a:cs typeface="宋体" panose="02010600030101010101" pitchFamily="2" charset="-122"/>
              </a:rPr>
              <a:t>是：</a:t>
            </a:r>
            <a:r>
              <a:rPr lang="en-US" altLang="zh-CN" sz="2400" kern="100" spc="-150">
                <a:solidFill>
                  <a:prstClr val="black"/>
                </a:solidFill>
                <a:latin typeface="Times New Roman"/>
                <a:cs typeface="Times New Roman" panose="02020603050405020304" pitchFamily="18" charset="0"/>
              </a:rPr>
              <a:t>______</a:t>
            </a:r>
            <a:r>
              <a:rPr lang="en-US" altLang="zh-CN" sz="2400" kern="100" spc="-150">
                <a:solidFill>
                  <a:prstClr val="black"/>
                </a:solidFill>
                <a:latin typeface="Times New Roman"/>
                <a:cs typeface="宋体" panose="02010600030101010101" pitchFamily="2" charset="-122"/>
              </a:rPr>
              <a:t>.</a:t>
            </a:r>
            <a:r>
              <a:rPr lang="zh-CN" altLang="zh-CN" sz="2400" kern="100" spc="-150">
                <a:solidFill>
                  <a:prstClr val="black"/>
                </a:solidFill>
                <a:latin typeface="Times New Roman"/>
                <a:cs typeface="Times New Roman" panose="02020603050405020304" pitchFamily="18" charset="0"/>
              </a:rPr>
              <a:t> </a:t>
            </a:r>
          </a:p>
          <a:p>
            <a:pPr indent="431989" defTabSz="457200" fontAlgn="ctr">
              <a:lnSpc>
                <a:spcPts val="3400"/>
              </a:lnSpc>
            </a:pPr>
            <a:r>
              <a:rPr lang="en-US" altLang="zh-CN" sz="2400" kern="100">
                <a:solidFill>
                  <a:prstClr val="black"/>
                </a:solidFill>
                <a:latin typeface="Times New Roman"/>
                <a:cs typeface="Times New Roman" panose="02020603050405020304" pitchFamily="18" charset="0"/>
              </a:rPr>
              <a:t>    A．</a:t>
            </a:r>
            <a:r>
              <a:rPr lang="zh-CN" altLang="zh-CN" sz="2400" kern="100">
                <a:solidFill>
                  <a:prstClr val="black"/>
                </a:solidFill>
                <a:latin typeface="Times New Roman"/>
                <a:cs typeface="宋体" panose="02010600030101010101" pitchFamily="2" charset="-122"/>
              </a:rPr>
              <a:t>手机声音的响度太大</a:t>
            </a:r>
            <a:r>
              <a:rPr lang="en-US" altLang="zh-CN" sz="2400" kern="100">
                <a:solidFill>
                  <a:prstClr val="black"/>
                </a:solidFill>
                <a:latin typeface="Times New Roman"/>
                <a:cs typeface="Times New Roman" panose="02020603050405020304" pitchFamily="18" charset="0"/>
              </a:rPr>
              <a:t>   B．</a:t>
            </a:r>
            <a:r>
              <a:rPr lang="zh-CN" altLang="zh-CN" sz="2400" kern="100">
                <a:solidFill>
                  <a:prstClr val="black"/>
                </a:solidFill>
                <a:latin typeface="Times New Roman"/>
                <a:cs typeface="宋体" panose="02010600030101010101" pitchFamily="2" charset="-122"/>
              </a:rPr>
              <a:t>未塞紧瓶塞存在漏气</a:t>
            </a:r>
            <a:r>
              <a:rPr lang="en-US" altLang="zh-CN" sz="2400" kern="100">
                <a:solidFill>
                  <a:prstClr val="black"/>
                </a:solidFill>
                <a:latin typeface="Times New Roman"/>
                <a:cs typeface="Times New Roman" panose="02020603050405020304" pitchFamily="18" charset="0"/>
              </a:rPr>
              <a:t>                 </a:t>
            </a:r>
            <a:endParaRPr lang="zh-CN" altLang="zh-CN" sz="2400" kern="100">
              <a:solidFill>
                <a:prstClr val="black"/>
              </a:solidFill>
              <a:latin typeface="Times New Roman"/>
              <a:cs typeface="Times New Roman" panose="02020603050405020304" pitchFamily="18" charset="0"/>
            </a:endParaRPr>
          </a:p>
          <a:p>
            <a:pPr indent="431989" defTabSz="457200" fontAlgn="ctr">
              <a:lnSpc>
                <a:spcPts val="3400"/>
              </a:lnSpc>
            </a:pPr>
            <a:r>
              <a:rPr lang="zh-CN" altLang="en-US" sz="2400" kern="100">
                <a:solidFill>
                  <a:prstClr val="black"/>
                </a:solidFill>
                <a:latin typeface="Times New Roman"/>
                <a:cs typeface="Times New Roman" panose="02020603050405020304" pitchFamily="18" charset="0"/>
              </a:rPr>
              <a:t>②</a:t>
            </a:r>
            <a:r>
              <a:rPr lang="zh-CN" altLang="zh-CN" sz="2400" kern="100">
                <a:solidFill>
                  <a:prstClr val="black"/>
                </a:solidFill>
                <a:latin typeface="Times New Roman"/>
                <a:cs typeface="宋体" panose="02010600030101010101" pitchFamily="2" charset="-122"/>
              </a:rPr>
              <a:t>经调整使器件完好后，再用抽气筒向外抽气过程中，小明发现听到的手机声音的音调</a:t>
            </a:r>
            <a:r>
              <a:rPr lang="en-US" altLang="zh-CN" sz="2400" kern="100">
                <a:solidFill>
                  <a:prstClr val="black"/>
                </a:solidFill>
                <a:latin typeface="Times New Roman"/>
                <a:cs typeface="Times New Roman" panose="02020603050405020304" pitchFamily="18" charset="0"/>
              </a:rPr>
              <a:t>______</a:t>
            </a:r>
            <a:r>
              <a:rPr lang="zh-CN" altLang="zh-CN" sz="2400" kern="100">
                <a:solidFill>
                  <a:prstClr val="black"/>
                </a:solidFill>
                <a:latin typeface="Times New Roman"/>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填</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变高</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不变</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或</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变低</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），响度</a:t>
            </a:r>
            <a:r>
              <a:rPr lang="en-US" altLang="zh-CN" sz="2400" kern="100">
                <a:solidFill>
                  <a:prstClr val="black"/>
                </a:solidFill>
                <a:latin typeface="微软雅黑" panose="020B0503020204020204" charset="-122"/>
                <a:cs typeface="Times New Roman" panose="02020603050405020304" pitchFamily="18" charset="0"/>
              </a:rPr>
              <a:t>______</a:t>
            </a:r>
            <a:r>
              <a:rPr lang="zh-CN" altLang="zh-CN" sz="2400" kern="100">
                <a:solidFill>
                  <a:prstClr val="black"/>
                </a:solidFill>
                <a:latin typeface="微软雅黑" panose="020B0503020204020204" charset="-122"/>
                <a:cs typeface="宋体" panose="02010600030101010101" pitchFamily="2" charset="-122"/>
              </a:rPr>
              <a:t>。（填</a:t>
            </a:r>
            <a:r>
              <a:rPr lang="zh-CN" altLang="zh-CN" sz="2400" kern="100">
                <a:solidFill>
                  <a:prstClr val="black"/>
                </a:solidFill>
                <a:latin typeface="微软雅黑" panose="020B0503020204020204" charset="-122"/>
                <a:cs typeface="Times New Roman" panose="02020603050405020304" pitchFamily="18" charset="0"/>
              </a:rPr>
              <a:t> </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变大</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不变</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或</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变小</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Times New Roman" panose="02020603050405020304" pitchFamily="18" charset="0"/>
              </a:rPr>
              <a:t> </a:t>
            </a:r>
          </a:p>
        </p:txBody>
      </p:sp>
      <p:pic>
        <p:nvPicPr>
          <p:cNvPr id="3" name="图片 2">
            <a:extLst>
              <a:ext uri="{FF2B5EF4-FFF2-40B4-BE49-F238E27FC236}">
                <a16:creationId xmlns:a16="http://schemas.microsoft.com/office/drawing/2014/main" id="{3ACD296C-3563-4C7D-9CF0-75AA331C8BB7}"/>
              </a:ext>
            </a:extLst>
          </p:cNvPr>
          <p:cNvPicPr>
            <a:picLocks noChangeAspect="1"/>
          </p:cNvPicPr>
          <p:nvPr>
            <p:custDataLst>
              <p:tags r:id="rId3"/>
            </p:custDataLst>
          </p:nvPr>
        </p:nvPicPr>
        <p:blipFill>
          <a:blip r:embed="rId10"/>
          <a:stretch>
            <a:fillRect/>
          </a:stretch>
        </p:blipFill>
        <p:spPr>
          <a:xfrm>
            <a:off x="7202694" y="4158456"/>
            <a:ext cx="4341430" cy="2092881"/>
          </a:xfrm>
          <a:prstGeom prst="rect">
            <a:avLst/>
          </a:prstGeom>
        </p:spPr>
      </p:pic>
      <p:sp>
        <p:nvSpPr>
          <p:cNvPr id="8" name="文本框 7">
            <a:extLst>
              <a:ext uri="{FF2B5EF4-FFF2-40B4-BE49-F238E27FC236}">
                <a16:creationId xmlns:a16="http://schemas.microsoft.com/office/drawing/2014/main" id="{58F3613B-D56C-F1C5-A3BB-710F84A58469}"/>
              </a:ext>
            </a:extLst>
          </p:cNvPr>
          <p:cNvSpPr txBox="1"/>
          <p:nvPr>
            <p:custDataLst>
              <p:tags r:id="rId4"/>
            </p:custDataLst>
          </p:nvPr>
        </p:nvSpPr>
        <p:spPr>
          <a:xfrm>
            <a:off x="783459" y="4158456"/>
            <a:ext cx="5970489" cy="1836400"/>
          </a:xfrm>
          <a:prstGeom prst="rect">
            <a:avLst/>
          </a:prstGeom>
          <a:noFill/>
        </p:spPr>
        <p:txBody>
          <a:bodyPr wrap="square">
            <a:spAutoFit/>
          </a:bodyPr>
          <a:lstStyle/>
          <a:p>
            <a:pPr indent="431989" defTabSz="457200" fontAlgn="ctr">
              <a:lnSpc>
                <a:spcPts val="3400"/>
              </a:lnSpc>
              <a:defRPr/>
            </a:pPr>
            <a:r>
              <a:rPr lang="zh-CN" altLang="en-US" sz="2400" kern="100">
                <a:solidFill>
                  <a:prstClr val="black"/>
                </a:solidFill>
                <a:latin typeface="Times New Roman"/>
                <a:cs typeface="Times New Roman" panose="02020603050405020304" pitchFamily="18" charset="0"/>
              </a:rPr>
              <a:t>③</a:t>
            </a:r>
            <a:r>
              <a:rPr lang="zh-CN" altLang="zh-CN" sz="2400" kern="100">
                <a:solidFill>
                  <a:prstClr val="black"/>
                </a:solidFill>
                <a:latin typeface="Times New Roman"/>
                <a:cs typeface="宋体" panose="02010600030101010101" pitchFamily="2" charset="-122"/>
              </a:rPr>
              <a:t>小明推测，假如把图</a:t>
            </a:r>
            <a:r>
              <a:rPr lang="en-US" altLang="zh-CN" sz="2400" kern="100">
                <a:solidFill>
                  <a:prstClr val="black"/>
                </a:solidFill>
                <a:latin typeface="Times New Roman"/>
                <a:cs typeface="Times New Roman" panose="02020603050405020304" pitchFamily="18" charset="0"/>
              </a:rPr>
              <a:t>b</a:t>
            </a:r>
            <a:r>
              <a:rPr lang="zh-CN" altLang="zh-CN" sz="2400" kern="100">
                <a:solidFill>
                  <a:prstClr val="black"/>
                </a:solidFill>
                <a:latin typeface="Times New Roman"/>
                <a:cs typeface="宋体" panose="02010600030101010101" pitchFamily="2" charset="-122"/>
              </a:rPr>
              <a:t>的装置放在月球上，敲击右边音叉时，与左边音叉接触的乒乓球</a:t>
            </a:r>
            <a:r>
              <a:rPr lang="en-US" altLang="zh-CN" sz="2400" kern="100">
                <a:solidFill>
                  <a:prstClr val="black"/>
                </a:solidFill>
                <a:latin typeface="Times New Roman"/>
                <a:cs typeface="Times New Roman" panose="02020603050405020304" pitchFamily="18" charset="0"/>
              </a:rPr>
              <a:t>______</a:t>
            </a:r>
            <a:r>
              <a:rPr lang="zh-CN" altLang="zh-CN" sz="2400" kern="100">
                <a:solidFill>
                  <a:prstClr val="black"/>
                </a:solidFill>
                <a:latin typeface="Times New Roman"/>
                <a:cs typeface="宋体" panose="02010600030101010101" pitchFamily="2" charset="-122"/>
              </a:rPr>
              <a:t>弹起。</a:t>
            </a:r>
            <a:r>
              <a:rPr lang="zh-CN" altLang="zh-CN" sz="2400" kern="100">
                <a:solidFill>
                  <a:prstClr val="black"/>
                </a:solidFill>
                <a:latin typeface="微软雅黑" panose="020B0503020204020204" charset="-122"/>
                <a:cs typeface="宋体" panose="02010600030101010101" pitchFamily="2" charset="-122"/>
              </a:rPr>
              <a:t>（选填</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会</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不会</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或</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有可能</a:t>
            </a:r>
            <a:r>
              <a:rPr lang="en-US" altLang="zh-CN" sz="2400" kern="100">
                <a:solidFill>
                  <a:prstClr val="black"/>
                </a:solidFill>
                <a:latin typeface="微软雅黑" panose="020B0503020204020204" charset="-122"/>
                <a:cs typeface="宋体" panose="02010600030101010101" pitchFamily="2" charset="-122"/>
              </a:rPr>
              <a:t>”</a:t>
            </a:r>
            <a:r>
              <a:rPr lang="zh-CN" altLang="zh-CN" sz="2400" kern="100">
                <a:solidFill>
                  <a:prstClr val="black"/>
                </a:solidFill>
                <a:latin typeface="微软雅黑" panose="020B0503020204020204" charset="-122"/>
                <a:cs typeface="宋体" panose="02010600030101010101" pitchFamily="2" charset="-122"/>
              </a:rPr>
              <a:t>）</a:t>
            </a:r>
            <a:endParaRPr lang="zh-CN" altLang="zh-CN" sz="2400" kern="100">
              <a:solidFill>
                <a:prstClr val="black"/>
              </a:solidFill>
              <a:latin typeface="微软雅黑" panose="020B0503020204020204" charset="-122"/>
              <a:cs typeface="Times New Roman" panose="02020603050405020304" pitchFamily="18" charset="0"/>
            </a:endParaRPr>
          </a:p>
        </p:txBody>
      </p:sp>
      <p:sp>
        <p:nvSpPr>
          <p:cNvPr id="7" name="文本框 6">
            <a:extLst>
              <a:ext uri="{FF2B5EF4-FFF2-40B4-BE49-F238E27FC236}">
                <a16:creationId xmlns:a16="http://schemas.microsoft.com/office/drawing/2014/main" id="{117FF700-0EB2-9AD4-138E-8CDE364F5E37}"/>
              </a:ext>
            </a:extLst>
          </p:cNvPr>
          <p:cNvSpPr txBox="1"/>
          <p:nvPr>
            <p:custDataLst>
              <p:tags r:id="rId5"/>
            </p:custDataLst>
          </p:nvPr>
        </p:nvSpPr>
        <p:spPr>
          <a:xfrm>
            <a:off x="10055487" y="1924909"/>
            <a:ext cx="706645" cy="461665"/>
          </a:xfrm>
          <a:prstGeom prst="rect">
            <a:avLst/>
          </a:prstGeom>
          <a:noFill/>
        </p:spPr>
        <p:txBody>
          <a:bodyPr wrap="square">
            <a:spAutoFit/>
          </a:bodyPr>
          <a:lstStyle/>
          <a:p>
            <a:pPr defTabSz="457200"/>
            <a:r>
              <a:rPr lang="en-US" altLang="zh-CN" sz="2400" kern="100">
                <a:solidFill>
                  <a:srgbClr val="C00000"/>
                </a:solidFill>
                <a:latin typeface="Times New Roman"/>
                <a:cs typeface="宋体" panose="02010600030101010101" pitchFamily="2" charset="-122"/>
              </a:rPr>
              <a:t>B</a:t>
            </a:r>
            <a:endParaRPr lang="zh-CN" altLang="en-US" sz="2400">
              <a:solidFill>
                <a:srgbClr val="C00000"/>
              </a:solidFill>
              <a:latin typeface="Times New Roman"/>
            </a:endParaRPr>
          </a:p>
        </p:txBody>
      </p:sp>
      <p:sp>
        <p:nvSpPr>
          <p:cNvPr id="11" name="文本框 10">
            <a:extLst>
              <a:ext uri="{FF2B5EF4-FFF2-40B4-BE49-F238E27FC236}">
                <a16:creationId xmlns:a16="http://schemas.microsoft.com/office/drawing/2014/main" id="{DF415E43-F5C6-3B7E-E910-11D2BF4E7650}"/>
              </a:ext>
            </a:extLst>
          </p:cNvPr>
          <p:cNvSpPr txBox="1"/>
          <p:nvPr>
            <p:custDataLst>
              <p:tags r:id="rId6"/>
            </p:custDataLst>
          </p:nvPr>
        </p:nvSpPr>
        <p:spPr>
          <a:xfrm>
            <a:off x="2296865" y="3190473"/>
            <a:ext cx="1240221" cy="477054"/>
          </a:xfrm>
          <a:prstGeom prst="rect">
            <a:avLst/>
          </a:prstGeom>
          <a:noFill/>
        </p:spPr>
        <p:txBody>
          <a:bodyPr wrap="square">
            <a:spAutoFit/>
          </a:bodyPr>
          <a:lstStyle/>
          <a:p>
            <a:pPr defTabSz="457200"/>
            <a:r>
              <a:rPr lang="zh-CN" altLang="zh-CN" sz="2400" kern="100">
                <a:solidFill>
                  <a:srgbClr val="C00000"/>
                </a:solidFill>
                <a:latin typeface="Times New Roman"/>
                <a:cs typeface="宋体" panose="02010600030101010101" pitchFamily="2" charset="-122"/>
              </a:rPr>
              <a:t>不变</a:t>
            </a:r>
            <a:endParaRPr lang="zh-CN" altLang="en-US" sz="2400">
              <a:solidFill>
                <a:srgbClr val="C00000"/>
              </a:solidFill>
              <a:latin typeface="Times New Roman"/>
            </a:endParaRPr>
          </a:p>
        </p:txBody>
      </p:sp>
      <p:sp>
        <p:nvSpPr>
          <p:cNvPr id="14" name="文本框 13">
            <a:extLst>
              <a:ext uri="{FF2B5EF4-FFF2-40B4-BE49-F238E27FC236}">
                <a16:creationId xmlns:a16="http://schemas.microsoft.com/office/drawing/2014/main" id="{298B2F10-1513-FD95-E61B-943B66723F04}"/>
              </a:ext>
            </a:extLst>
          </p:cNvPr>
          <p:cNvSpPr txBox="1"/>
          <p:nvPr>
            <p:custDataLst>
              <p:tags r:id="rId7"/>
            </p:custDataLst>
          </p:nvPr>
        </p:nvSpPr>
        <p:spPr>
          <a:xfrm>
            <a:off x="9276910" y="3190473"/>
            <a:ext cx="992988" cy="477054"/>
          </a:xfrm>
          <a:prstGeom prst="rect">
            <a:avLst/>
          </a:prstGeom>
          <a:noFill/>
        </p:spPr>
        <p:txBody>
          <a:bodyPr wrap="square">
            <a:spAutoFit/>
          </a:bodyPr>
          <a:lstStyle/>
          <a:p>
            <a:pPr defTabSz="457200"/>
            <a:r>
              <a:rPr lang="zh-CN" altLang="zh-CN" sz="2400" kern="100">
                <a:solidFill>
                  <a:srgbClr val="C00000"/>
                </a:solidFill>
                <a:latin typeface="Times New Roman"/>
                <a:cs typeface="宋体" panose="02010600030101010101" pitchFamily="2" charset="-122"/>
              </a:rPr>
              <a:t>变小</a:t>
            </a:r>
            <a:endParaRPr lang="zh-CN" altLang="en-US" sz="2400">
              <a:solidFill>
                <a:srgbClr val="C00000"/>
              </a:solidFill>
              <a:latin typeface="Times New Roman"/>
            </a:endParaRPr>
          </a:p>
        </p:txBody>
      </p:sp>
      <p:sp>
        <p:nvSpPr>
          <p:cNvPr id="15" name="文本框 14">
            <a:extLst>
              <a:ext uri="{FF2B5EF4-FFF2-40B4-BE49-F238E27FC236}">
                <a16:creationId xmlns:a16="http://schemas.microsoft.com/office/drawing/2014/main" id="{434A5CDF-26F2-33D2-B8DC-F75F364CEA6F}"/>
              </a:ext>
            </a:extLst>
          </p:cNvPr>
          <p:cNvSpPr txBox="1"/>
          <p:nvPr>
            <p:custDataLst>
              <p:tags r:id="rId8"/>
            </p:custDataLst>
          </p:nvPr>
        </p:nvSpPr>
        <p:spPr>
          <a:xfrm>
            <a:off x="1649428" y="5076656"/>
            <a:ext cx="1408387" cy="477054"/>
          </a:xfrm>
          <a:prstGeom prst="rect">
            <a:avLst/>
          </a:prstGeom>
          <a:noFill/>
        </p:spPr>
        <p:txBody>
          <a:bodyPr wrap="square">
            <a:spAutoFit/>
          </a:bodyPr>
          <a:lstStyle/>
          <a:p>
            <a:pPr defTabSz="457200"/>
            <a:r>
              <a:rPr lang="zh-CN" altLang="zh-CN" sz="2400" kern="100">
                <a:solidFill>
                  <a:srgbClr val="C00000"/>
                </a:solidFill>
                <a:latin typeface="Times New Roman"/>
                <a:cs typeface="宋体" panose="02010600030101010101" pitchFamily="2" charset="-122"/>
              </a:rPr>
              <a:t>不会</a:t>
            </a:r>
            <a:endParaRPr lang="zh-CN" altLang="en-US" sz="2400">
              <a:solidFill>
                <a:srgbClr val="C00000"/>
              </a:solidFill>
              <a:latin typeface="Times New Roman"/>
            </a:endParaRPr>
          </a:p>
        </p:txBody>
      </p:sp>
      <p:pic>
        <p:nvPicPr>
          <p:cNvPr id="5" name="图片 4" descr="cbe3eb76672406fabbe30586b58813d">
            <a:extLst>
              <a:ext uri="{FF2B5EF4-FFF2-40B4-BE49-F238E27FC236}">
                <a16:creationId xmlns:a16="http://schemas.microsoft.com/office/drawing/2014/main" id="{B615F0D9-FD74-BE9D-32BA-E05E21858F0B}"/>
              </a:ext>
            </a:extLst>
          </p:cNvPr>
          <p:cNvPicPr>
            <a:picLocks noChangeAspect="1"/>
          </p:cNvPicPr>
          <p:nvPr/>
        </p:nvPicPr>
        <p:blipFill>
          <a:blip r:embed="rId11"/>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31251934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435">
                                          <p:stCondLst>
                                            <p:cond delay="0"/>
                                          </p:stCondLst>
                                        </p:cTn>
                                        <p:tgtEl>
                                          <p:spTgt spid="11"/>
                                        </p:tgtEl>
                                      </p:cBhvr>
                                    </p:animEffect>
                                    <p:anim calcmode="lin" valueType="num">
                                      <p:cBhvr>
                                        <p:cTn id="13" dur="1366"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14" dur="498"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5" dur="498" tmFilter="0, 0; 0.125,0.2665; 0.25,0.4; 0.375,0.465; 0.5,0.5;  0.625,0.535; 0.75,0.6; 0.875,0.7335; 1,1">
                                          <p:stCondLst>
                                            <p:cond delay="498"/>
                                          </p:stCondLst>
                                        </p:cTn>
                                        <p:tgtEl>
                                          <p:spTgt spid="11"/>
                                        </p:tgtEl>
                                        <p:attrNameLst>
                                          <p:attrName>ppt_y</p:attrName>
                                        </p:attrNameLst>
                                      </p:cBhvr>
                                      <p:tavLst>
                                        <p:tav tm="0" fmla="#ppt_y-sin(pi*$)/9">
                                          <p:val>
                                            <p:fltVal val="0"/>
                                          </p:val>
                                        </p:tav>
                                        <p:tav tm="100000">
                                          <p:val>
                                            <p:fltVal val="1"/>
                                          </p:val>
                                        </p:tav>
                                      </p:tavLst>
                                    </p:anim>
                                    <p:anim calcmode="lin" valueType="num">
                                      <p:cBhvr>
                                        <p:cTn id="16" dur="249" tmFilter="0, 0; 0.125,0.2665; 0.25,0.4; 0.375,0.465; 0.5,0.5;  0.625,0.535; 0.75,0.6; 0.875,0.7335; 1,1">
                                          <p:stCondLst>
                                            <p:cond delay="993"/>
                                          </p:stCondLst>
                                        </p:cTn>
                                        <p:tgtEl>
                                          <p:spTgt spid="11"/>
                                        </p:tgtEl>
                                        <p:attrNameLst>
                                          <p:attrName>ppt_y</p:attrName>
                                        </p:attrNameLst>
                                      </p:cBhvr>
                                      <p:tavLst>
                                        <p:tav tm="0" fmla="#ppt_y-sin(pi*$)/27">
                                          <p:val>
                                            <p:fltVal val="0"/>
                                          </p:val>
                                        </p:tav>
                                        <p:tav tm="100000">
                                          <p:val>
                                            <p:fltVal val="1"/>
                                          </p:val>
                                        </p:tav>
                                      </p:tavLst>
                                    </p:anim>
                                    <p:anim calcmode="lin" valueType="num">
                                      <p:cBhvr>
                                        <p:cTn id="17" dur="123" tmFilter="0, 0; 0.125,0.2665; 0.25,0.4; 0.375,0.465; 0.5,0.5;  0.625,0.535; 0.75,0.6; 0.875,0.7335; 1,1">
                                          <p:stCondLst>
                                            <p:cond delay="1242"/>
                                          </p:stCondLst>
                                        </p:cTn>
                                        <p:tgtEl>
                                          <p:spTgt spid="11"/>
                                        </p:tgtEl>
                                        <p:attrNameLst>
                                          <p:attrName>ppt_y</p:attrName>
                                        </p:attrNameLst>
                                      </p:cBhvr>
                                      <p:tavLst>
                                        <p:tav tm="0" fmla="#ppt_y-sin(pi*$)/81">
                                          <p:val>
                                            <p:fltVal val="0"/>
                                          </p:val>
                                        </p:tav>
                                        <p:tav tm="100000">
                                          <p:val>
                                            <p:fltVal val="1"/>
                                          </p:val>
                                        </p:tav>
                                      </p:tavLst>
                                    </p:anim>
                                    <p:animScale>
                                      <p:cBhvr>
                                        <p:cTn id="18" dur="20">
                                          <p:stCondLst>
                                            <p:cond delay="488"/>
                                          </p:stCondLst>
                                        </p:cTn>
                                        <p:tgtEl>
                                          <p:spTgt spid="11"/>
                                        </p:tgtEl>
                                      </p:cBhvr>
                                      <p:to x="100000" y="60000"/>
                                    </p:animScale>
                                    <p:animScale>
                                      <p:cBhvr>
                                        <p:cTn id="19" dur="124" decel="50000">
                                          <p:stCondLst>
                                            <p:cond delay="507"/>
                                          </p:stCondLst>
                                        </p:cTn>
                                        <p:tgtEl>
                                          <p:spTgt spid="11"/>
                                        </p:tgtEl>
                                      </p:cBhvr>
                                      <p:to x="100000" y="100000"/>
                                    </p:animScale>
                                    <p:animScale>
                                      <p:cBhvr>
                                        <p:cTn id="20" dur="20">
                                          <p:stCondLst>
                                            <p:cond delay="984"/>
                                          </p:stCondLst>
                                        </p:cTn>
                                        <p:tgtEl>
                                          <p:spTgt spid="11"/>
                                        </p:tgtEl>
                                      </p:cBhvr>
                                      <p:to x="100000" y="80000"/>
                                    </p:animScale>
                                    <p:animScale>
                                      <p:cBhvr>
                                        <p:cTn id="21" dur="124" decel="50000">
                                          <p:stCondLst>
                                            <p:cond delay="1004"/>
                                          </p:stCondLst>
                                        </p:cTn>
                                        <p:tgtEl>
                                          <p:spTgt spid="11"/>
                                        </p:tgtEl>
                                      </p:cBhvr>
                                      <p:to x="100000" y="100000"/>
                                    </p:animScale>
                                    <p:animScale>
                                      <p:cBhvr>
                                        <p:cTn id="22" dur="20">
                                          <p:stCondLst>
                                            <p:cond delay="1232"/>
                                          </p:stCondLst>
                                        </p:cTn>
                                        <p:tgtEl>
                                          <p:spTgt spid="11"/>
                                        </p:tgtEl>
                                      </p:cBhvr>
                                      <p:to x="100000" y="90000"/>
                                    </p:animScale>
                                    <p:animScale>
                                      <p:cBhvr>
                                        <p:cTn id="23" dur="124" decel="50000">
                                          <p:stCondLst>
                                            <p:cond delay="1251"/>
                                          </p:stCondLst>
                                        </p:cTn>
                                        <p:tgtEl>
                                          <p:spTgt spid="11"/>
                                        </p:tgtEl>
                                      </p:cBhvr>
                                      <p:to x="100000" y="100000"/>
                                    </p:animScale>
                                    <p:animScale>
                                      <p:cBhvr>
                                        <p:cTn id="24" dur="20">
                                          <p:stCondLst>
                                            <p:cond delay="1356"/>
                                          </p:stCondLst>
                                        </p:cTn>
                                        <p:tgtEl>
                                          <p:spTgt spid="11"/>
                                        </p:tgtEl>
                                      </p:cBhvr>
                                      <p:to x="100000" y="95000"/>
                                    </p:animScale>
                                    <p:animScale>
                                      <p:cBhvr>
                                        <p:cTn id="25" dur="124" decel="50000">
                                          <p:stCondLst>
                                            <p:cond delay="1376"/>
                                          </p:stCondLst>
                                        </p:cTn>
                                        <p:tgtEl>
                                          <p:spTgt spid="11"/>
                                        </p:tgtEl>
                                      </p:cBhvr>
                                      <p:to x="100000" y="100000"/>
                                    </p:animScale>
                                  </p:childTnLst>
                                </p:cTn>
                              </p:par>
                            </p:childTnLst>
                          </p:cTn>
                        </p:par>
                      </p:childTnLst>
                    </p:cTn>
                  </p:par>
                  <p:par>
                    <p:cTn id="26" fill="hold" nodeType="clickPar">
                      <p:stCondLst>
                        <p:cond delay="indefinite"/>
                      </p:stCondLst>
                      <p:childTnLst>
                        <p:par>
                          <p:cTn id="27" fill="hold">
                            <p:stCondLst>
                              <p:cond delay="0"/>
                            </p:stCondLst>
                            <p:childTnLst>
                              <p:par>
                                <p:cTn id="28" presetID="26"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down)">
                                      <p:cBhvr>
                                        <p:cTn id="30" dur="435">
                                          <p:stCondLst>
                                            <p:cond delay="0"/>
                                          </p:stCondLst>
                                        </p:cTn>
                                        <p:tgtEl>
                                          <p:spTgt spid="14"/>
                                        </p:tgtEl>
                                      </p:cBhvr>
                                    </p:animEffect>
                                    <p:anim calcmode="lin" valueType="num">
                                      <p:cBhvr>
                                        <p:cTn id="31" dur="1366"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32" dur="498"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33" dur="498" tmFilter="0, 0; 0.125,0.2665; 0.25,0.4; 0.375,0.465; 0.5,0.5;  0.625,0.535; 0.75,0.6; 0.875,0.7335; 1,1">
                                          <p:stCondLst>
                                            <p:cond delay="498"/>
                                          </p:stCondLst>
                                        </p:cTn>
                                        <p:tgtEl>
                                          <p:spTgt spid="14"/>
                                        </p:tgtEl>
                                        <p:attrNameLst>
                                          <p:attrName>ppt_y</p:attrName>
                                        </p:attrNameLst>
                                      </p:cBhvr>
                                      <p:tavLst>
                                        <p:tav tm="0" fmla="#ppt_y-sin(pi*$)/9">
                                          <p:val>
                                            <p:fltVal val="0"/>
                                          </p:val>
                                        </p:tav>
                                        <p:tav tm="100000">
                                          <p:val>
                                            <p:fltVal val="1"/>
                                          </p:val>
                                        </p:tav>
                                      </p:tavLst>
                                    </p:anim>
                                    <p:anim calcmode="lin" valueType="num">
                                      <p:cBhvr>
                                        <p:cTn id="34" dur="249" tmFilter="0, 0; 0.125,0.2665; 0.25,0.4; 0.375,0.465; 0.5,0.5;  0.625,0.535; 0.75,0.6; 0.875,0.7335; 1,1">
                                          <p:stCondLst>
                                            <p:cond delay="993"/>
                                          </p:stCondLst>
                                        </p:cTn>
                                        <p:tgtEl>
                                          <p:spTgt spid="14"/>
                                        </p:tgtEl>
                                        <p:attrNameLst>
                                          <p:attrName>ppt_y</p:attrName>
                                        </p:attrNameLst>
                                      </p:cBhvr>
                                      <p:tavLst>
                                        <p:tav tm="0" fmla="#ppt_y-sin(pi*$)/27">
                                          <p:val>
                                            <p:fltVal val="0"/>
                                          </p:val>
                                        </p:tav>
                                        <p:tav tm="100000">
                                          <p:val>
                                            <p:fltVal val="1"/>
                                          </p:val>
                                        </p:tav>
                                      </p:tavLst>
                                    </p:anim>
                                    <p:anim calcmode="lin" valueType="num">
                                      <p:cBhvr>
                                        <p:cTn id="35" dur="123" tmFilter="0, 0; 0.125,0.2665; 0.25,0.4; 0.375,0.465; 0.5,0.5;  0.625,0.535; 0.75,0.6; 0.875,0.7335; 1,1">
                                          <p:stCondLst>
                                            <p:cond delay="1242"/>
                                          </p:stCondLst>
                                        </p:cTn>
                                        <p:tgtEl>
                                          <p:spTgt spid="14"/>
                                        </p:tgtEl>
                                        <p:attrNameLst>
                                          <p:attrName>ppt_y</p:attrName>
                                        </p:attrNameLst>
                                      </p:cBhvr>
                                      <p:tavLst>
                                        <p:tav tm="0" fmla="#ppt_y-sin(pi*$)/81">
                                          <p:val>
                                            <p:fltVal val="0"/>
                                          </p:val>
                                        </p:tav>
                                        <p:tav tm="100000">
                                          <p:val>
                                            <p:fltVal val="1"/>
                                          </p:val>
                                        </p:tav>
                                      </p:tavLst>
                                    </p:anim>
                                    <p:animScale>
                                      <p:cBhvr>
                                        <p:cTn id="36" dur="20">
                                          <p:stCondLst>
                                            <p:cond delay="488"/>
                                          </p:stCondLst>
                                        </p:cTn>
                                        <p:tgtEl>
                                          <p:spTgt spid="14"/>
                                        </p:tgtEl>
                                      </p:cBhvr>
                                      <p:to x="100000" y="60000"/>
                                    </p:animScale>
                                    <p:animScale>
                                      <p:cBhvr>
                                        <p:cTn id="37" dur="124" decel="50000">
                                          <p:stCondLst>
                                            <p:cond delay="507"/>
                                          </p:stCondLst>
                                        </p:cTn>
                                        <p:tgtEl>
                                          <p:spTgt spid="14"/>
                                        </p:tgtEl>
                                      </p:cBhvr>
                                      <p:to x="100000" y="100000"/>
                                    </p:animScale>
                                    <p:animScale>
                                      <p:cBhvr>
                                        <p:cTn id="38" dur="20">
                                          <p:stCondLst>
                                            <p:cond delay="984"/>
                                          </p:stCondLst>
                                        </p:cTn>
                                        <p:tgtEl>
                                          <p:spTgt spid="14"/>
                                        </p:tgtEl>
                                      </p:cBhvr>
                                      <p:to x="100000" y="80000"/>
                                    </p:animScale>
                                    <p:animScale>
                                      <p:cBhvr>
                                        <p:cTn id="39" dur="124" decel="50000">
                                          <p:stCondLst>
                                            <p:cond delay="1004"/>
                                          </p:stCondLst>
                                        </p:cTn>
                                        <p:tgtEl>
                                          <p:spTgt spid="14"/>
                                        </p:tgtEl>
                                      </p:cBhvr>
                                      <p:to x="100000" y="100000"/>
                                    </p:animScale>
                                    <p:animScale>
                                      <p:cBhvr>
                                        <p:cTn id="40" dur="20">
                                          <p:stCondLst>
                                            <p:cond delay="1232"/>
                                          </p:stCondLst>
                                        </p:cTn>
                                        <p:tgtEl>
                                          <p:spTgt spid="14"/>
                                        </p:tgtEl>
                                      </p:cBhvr>
                                      <p:to x="100000" y="90000"/>
                                    </p:animScale>
                                    <p:animScale>
                                      <p:cBhvr>
                                        <p:cTn id="41" dur="124" decel="50000">
                                          <p:stCondLst>
                                            <p:cond delay="1251"/>
                                          </p:stCondLst>
                                        </p:cTn>
                                        <p:tgtEl>
                                          <p:spTgt spid="14"/>
                                        </p:tgtEl>
                                      </p:cBhvr>
                                      <p:to x="100000" y="100000"/>
                                    </p:animScale>
                                    <p:animScale>
                                      <p:cBhvr>
                                        <p:cTn id="42" dur="20">
                                          <p:stCondLst>
                                            <p:cond delay="1356"/>
                                          </p:stCondLst>
                                        </p:cTn>
                                        <p:tgtEl>
                                          <p:spTgt spid="14"/>
                                        </p:tgtEl>
                                      </p:cBhvr>
                                      <p:to x="100000" y="95000"/>
                                    </p:animScale>
                                    <p:animScale>
                                      <p:cBhvr>
                                        <p:cTn id="43" dur="124" decel="50000">
                                          <p:stCondLst>
                                            <p:cond delay="1376"/>
                                          </p:stCondLst>
                                        </p:cTn>
                                        <p:tgtEl>
                                          <p:spTgt spid="14"/>
                                        </p:tgtEl>
                                      </p:cBhvr>
                                      <p:to x="100000" y="100000"/>
                                    </p:animScale>
                                  </p:childTnLst>
                                </p:cTn>
                              </p:par>
                            </p:childTnLst>
                          </p:cTn>
                        </p:par>
                      </p:childTnLst>
                    </p:cTn>
                  </p:par>
                  <p:par>
                    <p:cTn id="44" fill="hold" nodeType="clickPar">
                      <p:stCondLst>
                        <p:cond delay="indefinite"/>
                      </p:stCondLst>
                      <p:childTnLst>
                        <p:par>
                          <p:cTn id="45" fill="hold">
                            <p:stCondLst>
                              <p:cond delay="0"/>
                            </p:stCondLst>
                            <p:childTnLst>
                              <p:par>
                                <p:cTn id="46" presetID="26" presetClass="entr" presetSubtype="0" fill="hold" nodeType="clickEffect">
                                  <p:stCondLst>
                                    <p:cond delay="0"/>
                                  </p:stCondLst>
                                  <p:childTnLst>
                                    <p:set>
                                      <p:cBhvr>
                                        <p:cTn id="47" dur="1" fill="hold">
                                          <p:stCondLst>
                                            <p:cond delay="0"/>
                                          </p:stCondLst>
                                        </p:cTn>
                                        <p:tgtEl>
                                          <p:spTgt spid="15">
                                            <p:txEl>
                                              <p:pRg st="0" end="0"/>
                                            </p:txEl>
                                          </p:spTgt>
                                        </p:tgtEl>
                                        <p:attrNameLst>
                                          <p:attrName>style.visibility</p:attrName>
                                        </p:attrNameLst>
                                      </p:cBhvr>
                                      <p:to>
                                        <p:strVal val="visible"/>
                                      </p:to>
                                    </p:set>
                                    <p:animEffect transition="in" filter="wipe(down)">
                                      <p:cBhvr>
                                        <p:cTn id="48" dur="435">
                                          <p:stCondLst>
                                            <p:cond delay="0"/>
                                          </p:stCondLst>
                                        </p:cTn>
                                        <p:tgtEl>
                                          <p:spTgt spid="15">
                                            <p:txEl>
                                              <p:pRg st="0" end="0"/>
                                            </p:txEl>
                                          </p:spTgt>
                                        </p:tgtEl>
                                      </p:cBhvr>
                                    </p:animEffect>
                                    <p:anim calcmode="lin" valueType="num">
                                      <p:cBhvr>
                                        <p:cTn id="49" dur="1366" tmFilter="0,0; 0.14,0.36; 0.43,0.73; 0.71,0.91; 1.0,1.0">
                                          <p:stCondLst>
                                            <p:cond delay="0"/>
                                          </p:stCondLst>
                                        </p:cTn>
                                        <p:tgtEl>
                                          <p:spTgt spid="15">
                                            <p:txEl>
                                              <p:pRg st="0" end="0"/>
                                            </p:txEl>
                                          </p:spTgt>
                                        </p:tgtEl>
                                        <p:attrNameLst>
                                          <p:attrName>ppt_x</p:attrName>
                                        </p:attrNameLst>
                                      </p:cBhvr>
                                      <p:tavLst>
                                        <p:tav tm="0">
                                          <p:val>
                                            <p:strVal val="#ppt_x-0.25"/>
                                          </p:val>
                                        </p:tav>
                                        <p:tav tm="100000">
                                          <p:val>
                                            <p:strVal val="#ppt_x"/>
                                          </p:val>
                                        </p:tav>
                                      </p:tavLst>
                                    </p:anim>
                                    <p:anim calcmode="lin" valueType="num">
                                      <p:cBhvr>
                                        <p:cTn id="50" dur="498" tmFilter="0.0,0.0; 0.25,0.07; 0.50,0.2; 0.75,0.467; 1.0,1.0">
                                          <p:stCondLst>
                                            <p:cond delay="0"/>
                                          </p:stCondLst>
                                        </p:cTn>
                                        <p:tgtEl>
                                          <p:spTgt spid="15">
                                            <p:txEl>
                                              <p:pRg st="0" end="0"/>
                                            </p:txEl>
                                          </p:spTgt>
                                        </p:tgtEl>
                                        <p:attrNameLst>
                                          <p:attrName>ppt_y</p:attrName>
                                        </p:attrNameLst>
                                      </p:cBhvr>
                                      <p:tavLst>
                                        <p:tav tm="0" fmla="#ppt_y-sin(pi*$)/3">
                                          <p:val>
                                            <p:fltVal val="0.5"/>
                                          </p:val>
                                        </p:tav>
                                        <p:tav tm="100000">
                                          <p:val>
                                            <p:fltVal val="1"/>
                                          </p:val>
                                        </p:tav>
                                      </p:tavLst>
                                    </p:anim>
                                    <p:anim calcmode="lin" valueType="num">
                                      <p:cBhvr>
                                        <p:cTn id="51" dur="498" tmFilter="0, 0; 0.125,0.2665; 0.25,0.4; 0.375,0.465; 0.5,0.5;  0.625,0.535; 0.75,0.6; 0.875,0.7335; 1,1">
                                          <p:stCondLst>
                                            <p:cond delay="498"/>
                                          </p:stCondLst>
                                        </p:cTn>
                                        <p:tgtEl>
                                          <p:spTgt spid="15">
                                            <p:txEl>
                                              <p:pRg st="0" end="0"/>
                                            </p:txEl>
                                          </p:spTgt>
                                        </p:tgtEl>
                                        <p:attrNameLst>
                                          <p:attrName>ppt_y</p:attrName>
                                        </p:attrNameLst>
                                      </p:cBhvr>
                                      <p:tavLst>
                                        <p:tav tm="0" fmla="#ppt_y-sin(pi*$)/9">
                                          <p:val>
                                            <p:fltVal val="0"/>
                                          </p:val>
                                        </p:tav>
                                        <p:tav tm="100000">
                                          <p:val>
                                            <p:fltVal val="1"/>
                                          </p:val>
                                        </p:tav>
                                      </p:tavLst>
                                    </p:anim>
                                    <p:anim calcmode="lin" valueType="num">
                                      <p:cBhvr>
                                        <p:cTn id="52" dur="249" tmFilter="0, 0; 0.125,0.2665; 0.25,0.4; 0.375,0.465; 0.5,0.5;  0.625,0.535; 0.75,0.6; 0.875,0.7335; 1,1">
                                          <p:stCondLst>
                                            <p:cond delay="993"/>
                                          </p:stCondLst>
                                        </p:cTn>
                                        <p:tgtEl>
                                          <p:spTgt spid="15">
                                            <p:txEl>
                                              <p:pRg st="0" end="0"/>
                                            </p:txEl>
                                          </p:spTgt>
                                        </p:tgtEl>
                                        <p:attrNameLst>
                                          <p:attrName>ppt_y</p:attrName>
                                        </p:attrNameLst>
                                      </p:cBhvr>
                                      <p:tavLst>
                                        <p:tav tm="0" fmla="#ppt_y-sin(pi*$)/27">
                                          <p:val>
                                            <p:fltVal val="0"/>
                                          </p:val>
                                        </p:tav>
                                        <p:tav tm="100000">
                                          <p:val>
                                            <p:fltVal val="1"/>
                                          </p:val>
                                        </p:tav>
                                      </p:tavLst>
                                    </p:anim>
                                    <p:anim calcmode="lin" valueType="num">
                                      <p:cBhvr>
                                        <p:cTn id="53" dur="123" tmFilter="0, 0; 0.125,0.2665; 0.25,0.4; 0.375,0.465; 0.5,0.5;  0.625,0.535; 0.75,0.6; 0.875,0.7335; 1,1">
                                          <p:stCondLst>
                                            <p:cond delay="1242"/>
                                          </p:stCondLst>
                                        </p:cTn>
                                        <p:tgtEl>
                                          <p:spTgt spid="15">
                                            <p:txEl>
                                              <p:pRg st="0" end="0"/>
                                            </p:txEl>
                                          </p:spTgt>
                                        </p:tgtEl>
                                        <p:attrNameLst>
                                          <p:attrName>ppt_y</p:attrName>
                                        </p:attrNameLst>
                                      </p:cBhvr>
                                      <p:tavLst>
                                        <p:tav tm="0" fmla="#ppt_y-sin(pi*$)/81">
                                          <p:val>
                                            <p:fltVal val="0"/>
                                          </p:val>
                                        </p:tav>
                                        <p:tav tm="100000">
                                          <p:val>
                                            <p:fltVal val="1"/>
                                          </p:val>
                                        </p:tav>
                                      </p:tavLst>
                                    </p:anim>
                                    <p:animScale>
                                      <p:cBhvr>
                                        <p:cTn id="54" dur="20">
                                          <p:stCondLst>
                                            <p:cond delay="488"/>
                                          </p:stCondLst>
                                        </p:cTn>
                                        <p:tgtEl>
                                          <p:spTgt spid="15">
                                            <p:txEl>
                                              <p:pRg st="0" end="0"/>
                                            </p:txEl>
                                          </p:spTgt>
                                        </p:tgtEl>
                                      </p:cBhvr>
                                      <p:to x="100000" y="60000"/>
                                    </p:animScale>
                                    <p:animScale>
                                      <p:cBhvr>
                                        <p:cTn id="55" dur="124" decel="50000">
                                          <p:stCondLst>
                                            <p:cond delay="507"/>
                                          </p:stCondLst>
                                        </p:cTn>
                                        <p:tgtEl>
                                          <p:spTgt spid="15">
                                            <p:txEl>
                                              <p:pRg st="0" end="0"/>
                                            </p:txEl>
                                          </p:spTgt>
                                        </p:tgtEl>
                                      </p:cBhvr>
                                      <p:to x="100000" y="100000"/>
                                    </p:animScale>
                                    <p:animScale>
                                      <p:cBhvr>
                                        <p:cTn id="56" dur="20">
                                          <p:stCondLst>
                                            <p:cond delay="984"/>
                                          </p:stCondLst>
                                        </p:cTn>
                                        <p:tgtEl>
                                          <p:spTgt spid="15">
                                            <p:txEl>
                                              <p:pRg st="0" end="0"/>
                                            </p:txEl>
                                          </p:spTgt>
                                        </p:tgtEl>
                                      </p:cBhvr>
                                      <p:to x="100000" y="80000"/>
                                    </p:animScale>
                                    <p:animScale>
                                      <p:cBhvr>
                                        <p:cTn id="57" dur="124" decel="50000">
                                          <p:stCondLst>
                                            <p:cond delay="1004"/>
                                          </p:stCondLst>
                                        </p:cTn>
                                        <p:tgtEl>
                                          <p:spTgt spid="15">
                                            <p:txEl>
                                              <p:pRg st="0" end="0"/>
                                            </p:txEl>
                                          </p:spTgt>
                                        </p:tgtEl>
                                      </p:cBhvr>
                                      <p:to x="100000" y="100000"/>
                                    </p:animScale>
                                    <p:animScale>
                                      <p:cBhvr>
                                        <p:cTn id="58" dur="20">
                                          <p:stCondLst>
                                            <p:cond delay="1232"/>
                                          </p:stCondLst>
                                        </p:cTn>
                                        <p:tgtEl>
                                          <p:spTgt spid="15">
                                            <p:txEl>
                                              <p:pRg st="0" end="0"/>
                                            </p:txEl>
                                          </p:spTgt>
                                        </p:tgtEl>
                                      </p:cBhvr>
                                      <p:to x="100000" y="90000"/>
                                    </p:animScale>
                                    <p:animScale>
                                      <p:cBhvr>
                                        <p:cTn id="59" dur="124" decel="50000">
                                          <p:stCondLst>
                                            <p:cond delay="1251"/>
                                          </p:stCondLst>
                                        </p:cTn>
                                        <p:tgtEl>
                                          <p:spTgt spid="15">
                                            <p:txEl>
                                              <p:pRg st="0" end="0"/>
                                            </p:txEl>
                                          </p:spTgt>
                                        </p:tgtEl>
                                      </p:cBhvr>
                                      <p:to x="100000" y="100000"/>
                                    </p:animScale>
                                    <p:animScale>
                                      <p:cBhvr>
                                        <p:cTn id="60" dur="20">
                                          <p:stCondLst>
                                            <p:cond delay="1356"/>
                                          </p:stCondLst>
                                        </p:cTn>
                                        <p:tgtEl>
                                          <p:spTgt spid="15">
                                            <p:txEl>
                                              <p:pRg st="0" end="0"/>
                                            </p:txEl>
                                          </p:spTgt>
                                        </p:tgtEl>
                                      </p:cBhvr>
                                      <p:to x="100000" y="95000"/>
                                    </p:animScale>
                                    <p:animScale>
                                      <p:cBhvr>
                                        <p:cTn id="61" dur="124" decel="50000">
                                          <p:stCondLst>
                                            <p:cond delay="1376"/>
                                          </p:stCondLst>
                                        </p:cTn>
                                        <p:tgtEl>
                                          <p:spTgt spid="15">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8E07133-055A-91A0-EE86-85399F9F3EF7}"/>
              </a:ext>
            </a:extLst>
          </p:cNvPr>
          <p:cNvSpPr txBox="1"/>
          <p:nvPr>
            <p:custDataLst>
              <p:tags r:id="rId1"/>
            </p:custDataLst>
          </p:nvPr>
        </p:nvSpPr>
        <p:spPr>
          <a:xfrm>
            <a:off x="1008846" y="391060"/>
            <a:ext cx="6114967" cy="359073"/>
          </a:xfrm>
          <a:prstGeom prst="rect">
            <a:avLst/>
          </a:prstGeom>
          <a:noFill/>
        </p:spPr>
        <p:txBody>
          <a:bodyPr wrap="square" lIns="0" tIns="0" rIns="0" bIns="0" rtlCol="0">
            <a:spAutoFit/>
          </a:bodyPr>
          <a:lstStyle/>
          <a:p>
            <a:pPr>
              <a:lnSpc>
                <a:spcPts val="2800"/>
              </a:lnSpc>
              <a:defRPr/>
            </a:pPr>
            <a:r>
              <a:rPr lang="zh-CN" altLang="en-US" sz="2800" b="1" kern="0">
                <a:solidFill>
                  <a:srgbClr val="0070C0"/>
                </a:solidFill>
                <a:latin typeface="+mj-ea"/>
                <a:ea typeface="+mj-ea"/>
                <a:cs typeface="Times New Roman" panose="02020603050405020304" pitchFamily="18" charset="0"/>
              </a:rPr>
              <a:t>题型一、声音产生和传播的条件</a:t>
            </a:r>
          </a:p>
        </p:txBody>
      </p:sp>
      <p:sp>
        <p:nvSpPr>
          <p:cNvPr id="4" name="文本框 3">
            <a:extLst>
              <a:ext uri="{FF2B5EF4-FFF2-40B4-BE49-F238E27FC236}">
                <a16:creationId xmlns:a16="http://schemas.microsoft.com/office/drawing/2014/main" id="{BDA460A3-3BAA-4C95-B1C9-6CE95A400435}"/>
              </a:ext>
            </a:extLst>
          </p:cNvPr>
          <p:cNvSpPr txBox="1"/>
          <p:nvPr>
            <p:custDataLst>
              <p:tags r:id="rId2"/>
            </p:custDataLst>
          </p:nvPr>
        </p:nvSpPr>
        <p:spPr>
          <a:xfrm>
            <a:off x="1565428" y="1444443"/>
            <a:ext cx="9022693" cy="3234219"/>
          </a:xfrm>
          <a:prstGeom prst="rect">
            <a:avLst/>
          </a:prstGeom>
          <a:noFill/>
        </p:spPr>
        <p:txBody>
          <a:bodyPr wrap="square">
            <a:spAutoFit/>
          </a:bodyPr>
          <a:lstStyle/>
          <a:p>
            <a:pPr indent="431989" defTabSz="457200" fontAlgn="ctr">
              <a:lnSpc>
                <a:spcPts val="3500"/>
              </a:lnSpc>
            </a:pPr>
            <a:r>
              <a:rPr lang="en-US" altLang="zh-CN" sz="2400" b="1" kern="100">
                <a:solidFill>
                  <a:prstClr val="black"/>
                </a:solidFill>
                <a:latin typeface="Times New Roman"/>
                <a:cs typeface="Times New Roman" panose="02020603050405020304" pitchFamily="18" charset="0"/>
              </a:rPr>
              <a:t>【</a:t>
            </a:r>
            <a:r>
              <a:rPr lang="zh-CN" altLang="en-US" sz="2400" b="1" kern="100">
                <a:solidFill>
                  <a:prstClr val="black"/>
                </a:solidFill>
                <a:latin typeface="Times New Roman"/>
                <a:cs typeface="Times New Roman" panose="02020603050405020304" pitchFamily="18" charset="0"/>
              </a:rPr>
              <a:t>例题</a:t>
            </a:r>
            <a:r>
              <a:rPr lang="en-US" altLang="zh-CN" sz="2400" b="1" kern="100">
                <a:solidFill>
                  <a:prstClr val="black"/>
                </a:solidFill>
                <a:latin typeface="Times New Roman"/>
                <a:cs typeface="Times New Roman" panose="02020603050405020304" pitchFamily="18" charset="0"/>
              </a:rPr>
              <a:t>3】</a:t>
            </a:r>
            <a:r>
              <a:rPr lang="zh-CN" altLang="en-US" sz="2400" kern="100">
                <a:solidFill>
                  <a:prstClr val="black"/>
                </a:solidFill>
                <a:latin typeface="Times New Roman"/>
                <a:cs typeface="Times New Roman" panose="02020603050405020304" pitchFamily="18" charset="0"/>
              </a:rPr>
              <a:t>声音是由 </a:t>
            </a:r>
            <a:r>
              <a:rPr lang="en-US" altLang="zh-CN" sz="2400" kern="100">
                <a:solidFill>
                  <a:prstClr val="black"/>
                </a:solidFill>
                <a:latin typeface="Times New Roman"/>
                <a:cs typeface="Times New Roman" panose="02020603050405020304" pitchFamily="18" charset="0"/>
              </a:rPr>
              <a:t>___________</a:t>
            </a:r>
            <a:r>
              <a:rPr lang="zh-CN" altLang="en-US" sz="2400" kern="100">
                <a:solidFill>
                  <a:prstClr val="black"/>
                </a:solidFill>
                <a:latin typeface="Times New Roman"/>
                <a:cs typeface="Times New Roman" panose="02020603050405020304" pitchFamily="18" charset="0"/>
              </a:rPr>
              <a:t>产生的，声音的传播需要</a:t>
            </a:r>
            <a:r>
              <a:rPr lang="en-US" altLang="zh-CN" sz="2400" kern="100">
                <a:solidFill>
                  <a:prstClr val="black"/>
                </a:solidFill>
                <a:latin typeface="Times New Roman"/>
                <a:cs typeface="Times New Roman" panose="02020603050405020304" pitchFamily="18" charset="0"/>
              </a:rPr>
              <a:t>_________</a:t>
            </a:r>
            <a:r>
              <a:rPr lang="zh-CN" altLang="en-US" sz="2400" kern="100">
                <a:solidFill>
                  <a:prstClr val="black"/>
                </a:solidFill>
                <a:latin typeface="Times New Roman"/>
                <a:cs typeface="Times New Roman" panose="02020603050405020304" pitchFamily="18" charset="0"/>
              </a:rPr>
              <a:t> 。下列现象能说明声音产生条件的是</a:t>
            </a:r>
            <a:r>
              <a:rPr lang="en-US" altLang="zh-CN" sz="2400" kern="100">
                <a:solidFill>
                  <a:prstClr val="black"/>
                </a:solidFill>
                <a:latin typeface="Times New Roman"/>
                <a:cs typeface="Times New Roman" panose="02020603050405020304" pitchFamily="18" charset="0"/>
              </a:rPr>
              <a:t>_________</a:t>
            </a:r>
            <a:r>
              <a:rPr lang="zh-CN" altLang="en-US" sz="2400" kern="100">
                <a:solidFill>
                  <a:prstClr val="black"/>
                </a:solidFill>
                <a:latin typeface="Times New Roman"/>
                <a:cs typeface="Times New Roman" panose="02020603050405020304" pitchFamily="18" charset="0"/>
              </a:rPr>
              <a:t> 。</a:t>
            </a:r>
          </a:p>
          <a:p>
            <a:pPr indent="431989" defTabSz="457200" fontAlgn="ctr">
              <a:lnSpc>
                <a:spcPts val="3500"/>
              </a:lnSpc>
            </a:pPr>
            <a:r>
              <a:rPr lang="zh-CN" altLang="en-US" sz="2400" kern="100">
                <a:solidFill>
                  <a:prstClr val="black"/>
                </a:solidFill>
                <a:latin typeface="Times New Roman"/>
                <a:cs typeface="Times New Roman" panose="02020603050405020304" pitchFamily="18" charset="0"/>
              </a:rPr>
              <a:t>①使正在发声的音叉接触水面，水面溅起水花</a:t>
            </a:r>
          </a:p>
          <a:p>
            <a:pPr indent="431989" defTabSz="457200" fontAlgn="ctr">
              <a:lnSpc>
                <a:spcPts val="3500"/>
              </a:lnSpc>
            </a:pPr>
            <a:r>
              <a:rPr lang="zh-CN" altLang="en-US" sz="2400" kern="100">
                <a:solidFill>
                  <a:prstClr val="black"/>
                </a:solidFill>
                <a:latin typeface="Times New Roman"/>
                <a:cs typeface="Times New Roman" panose="02020603050405020304" pitchFamily="18" charset="0"/>
              </a:rPr>
              <a:t>②吹笛子时，手指按住不同的孔便会发出不同的声音</a:t>
            </a:r>
          </a:p>
          <a:p>
            <a:pPr indent="431989" defTabSz="457200" fontAlgn="ctr">
              <a:lnSpc>
                <a:spcPts val="3500"/>
              </a:lnSpc>
            </a:pPr>
            <a:r>
              <a:rPr lang="zh-CN" altLang="en-US" sz="2400" kern="100">
                <a:solidFill>
                  <a:prstClr val="black"/>
                </a:solidFill>
                <a:latin typeface="Times New Roman"/>
                <a:cs typeface="Times New Roman" panose="02020603050405020304" pitchFamily="18" charset="0"/>
              </a:rPr>
              <a:t>③敲响的鼓面用手一按，响声立刻消失了</a:t>
            </a:r>
          </a:p>
          <a:p>
            <a:pPr indent="431989" defTabSz="457200" fontAlgn="ctr">
              <a:lnSpc>
                <a:spcPts val="3500"/>
              </a:lnSpc>
            </a:pPr>
            <a:r>
              <a:rPr lang="zh-CN" altLang="en-US" sz="2400" kern="100">
                <a:solidFill>
                  <a:prstClr val="black"/>
                </a:solidFill>
                <a:latin typeface="Times New Roman"/>
                <a:cs typeface="Times New Roman" panose="02020603050405020304" pitchFamily="18" charset="0"/>
              </a:rPr>
              <a:t>④在吊着的大钟上固定一支细小的笔，把钟敲响候后，用纸在笔尖上迅速拖过，可以在纸上画出一条来回弯曲的细线</a:t>
            </a:r>
          </a:p>
        </p:txBody>
      </p:sp>
      <p:sp>
        <p:nvSpPr>
          <p:cNvPr id="7" name="文本框 6">
            <a:extLst>
              <a:ext uri="{FF2B5EF4-FFF2-40B4-BE49-F238E27FC236}">
                <a16:creationId xmlns:a16="http://schemas.microsoft.com/office/drawing/2014/main" id="{117FF700-0EB2-9AD4-138E-8CDE364F5E37}"/>
              </a:ext>
            </a:extLst>
          </p:cNvPr>
          <p:cNvSpPr txBox="1"/>
          <p:nvPr>
            <p:custDataLst>
              <p:tags r:id="rId3"/>
            </p:custDataLst>
          </p:nvPr>
        </p:nvSpPr>
        <p:spPr>
          <a:xfrm>
            <a:off x="4776491" y="1444443"/>
            <a:ext cx="2217793" cy="461665"/>
          </a:xfrm>
          <a:prstGeom prst="rect">
            <a:avLst/>
          </a:prstGeom>
          <a:noFill/>
        </p:spPr>
        <p:txBody>
          <a:bodyPr wrap="square">
            <a:spAutoFit/>
          </a:bodyPr>
          <a:lstStyle/>
          <a:p>
            <a:pPr defTabSz="457200"/>
            <a:r>
              <a:rPr lang="zh-CN" altLang="en-US" sz="2400" kern="100">
                <a:solidFill>
                  <a:srgbClr val="C00000"/>
                </a:solidFill>
                <a:latin typeface="Times New Roman"/>
                <a:cs typeface="宋体" panose="02010600030101010101" pitchFamily="2" charset="-122"/>
              </a:rPr>
              <a:t>物体振动     </a:t>
            </a:r>
            <a:endParaRPr lang="zh-CN" altLang="en-US" sz="2400">
              <a:solidFill>
                <a:srgbClr val="C00000"/>
              </a:solidFill>
              <a:latin typeface="Times New Roman"/>
            </a:endParaRPr>
          </a:p>
        </p:txBody>
      </p:sp>
      <p:sp>
        <p:nvSpPr>
          <p:cNvPr id="14" name="文本框 13">
            <a:extLst>
              <a:ext uri="{FF2B5EF4-FFF2-40B4-BE49-F238E27FC236}">
                <a16:creationId xmlns:a16="http://schemas.microsoft.com/office/drawing/2014/main" id="{298B2F10-1513-FD95-E61B-943B66723F04}"/>
              </a:ext>
            </a:extLst>
          </p:cNvPr>
          <p:cNvSpPr txBox="1"/>
          <p:nvPr>
            <p:custDataLst>
              <p:tags r:id="rId4"/>
            </p:custDataLst>
          </p:nvPr>
        </p:nvSpPr>
        <p:spPr>
          <a:xfrm>
            <a:off x="1986935" y="1906108"/>
            <a:ext cx="992988" cy="477054"/>
          </a:xfrm>
          <a:prstGeom prst="rect">
            <a:avLst/>
          </a:prstGeom>
          <a:noFill/>
        </p:spPr>
        <p:txBody>
          <a:bodyPr wrap="square">
            <a:spAutoFit/>
          </a:bodyPr>
          <a:lstStyle/>
          <a:p>
            <a:pPr defTabSz="457200"/>
            <a:r>
              <a:rPr lang="zh-CN" altLang="en-US" sz="2400" kern="100">
                <a:solidFill>
                  <a:srgbClr val="C00000"/>
                </a:solidFill>
                <a:latin typeface="Times New Roman"/>
                <a:cs typeface="宋体" panose="02010600030101010101" pitchFamily="2" charset="-122"/>
              </a:rPr>
              <a:t>介质</a:t>
            </a:r>
            <a:endParaRPr lang="zh-CN" altLang="en-US" sz="2400">
              <a:solidFill>
                <a:srgbClr val="C00000"/>
              </a:solidFill>
              <a:latin typeface="Times New Roman"/>
            </a:endParaRPr>
          </a:p>
        </p:txBody>
      </p:sp>
      <p:sp>
        <p:nvSpPr>
          <p:cNvPr id="15" name="文本框 14">
            <a:extLst>
              <a:ext uri="{FF2B5EF4-FFF2-40B4-BE49-F238E27FC236}">
                <a16:creationId xmlns:a16="http://schemas.microsoft.com/office/drawing/2014/main" id="{434A5CDF-26F2-33D2-B8DC-F75F364CEA6F}"/>
              </a:ext>
            </a:extLst>
          </p:cNvPr>
          <p:cNvSpPr txBox="1"/>
          <p:nvPr>
            <p:custDataLst>
              <p:tags r:id="rId5"/>
            </p:custDataLst>
          </p:nvPr>
        </p:nvSpPr>
        <p:spPr>
          <a:xfrm>
            <a:off x="7715999" y="1921497"/>
            <a:ext cx="2102765" cy="461665"/>
          </a:xfrm>
          <a:prstGeom prst="rect">
            <a:avLst/>
          </a:prstGeom>
          <a:noFill/>
        </p:spPr>
        <p:txBody>
          <a:bodyPr wrap="square">
            <a:spAutoFit/>
          </a:bodyPr>
          <a:lstStyle/>
          <a:p>
            <a:pPr defTabSz="457200"/>
            <a:r>
              <a:rPr lang="zh-CN" altLang="en-US" sz="2400" kern="100">
                <a:solidFill>
                  <a:srgbClr val="C00000"/>
                </a:solidFill>
                <a:latin typeface="Times New Roman"/>
                <a:cs typeface="宋体" panose="02010600030101010101" pitchFamily="2" charset="-122"/>
              </a:rPr>
              <a:t>     ①③④</a:t>
            </a:r>
            <a:endParaRPr lang="zh-CN" altLang="en-US" sz="2400">
              <a:solidFill>
                <a:srgbClr val="C00000"/>
              </a:solidFill>
              <a:latin typeface="Times New Roman"/>
            </a:endParaRPr>
          </a:p>
        </p:txBody>
      </p:sp>
      <p:pic>
        <p:nvPicPr>
          <p:cNvPr id="3" name="图片 2" descr="cbe3eb76672406fabbe30586b58813d">
            <a:extLst>
              <a:ext uri="{FF2B5EF4-FFF2-40B4-BE49-F238E27FC236}">
                <a16:creationId xmlns:a16="http://schemas.microsoft.com/office/drawing/2014/main" id="{24604C79-7EC8-1ACD-3CA5-BA005B3B2479}"/>
              </a:ext>
            </a:extLst>
          </p:cNvPr>
          <p:cNvPicPr>
            <a:picLocks noChangeAspect="1"/>
          </p:cNvPicPr>
          <p:nvPr/>
        </p:nvPicPr>
        <p:blipFill>
          <a:blip r:embed="rId7"/>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36970459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435">
                                          <p:stCondLst>
                                            <p:cond delay="0"/>
                                          </p:stCondLst>
                                        </p:cTn>
                                        <p:tgtEl>
                                          <p:spTgt spid="14"/>
                                        </p:tgtEl>
                                      </p:cBhvr>
                                    </p:animEffect>
                                    <p:anim calcmode="lin" valueType="num">
                                      <p:cBhvr>
                                        <p:cTn id="13" dur="1366"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4" dur="498"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5" dur="498" tmFilter="0, 0; 0.125,0.2665; 0.25,0.4; 0.375,0.465; 0.5,0.5;  0.625,0.535; 0.75,0.6; 0.875,0.7335; 1,1">
                                          <p:stCondLst>
                                            <p:cond delay="498"/>
                                          </p:stCondLst>
                                        </p:cTn>
                                        <p:tgtEl>
                                          <p:spTgt spid="14"/>
                                        </p:tgtEl>
                                        <p:attrNameLst>
                                          <p:attrName>ppt_y</p:attrName>
                                        </p:attrNameLst>
                                      </p:cBhvr>
                                      <p:tavLst>
                                        <p:tav tm="0" fmla="#ppt_y-sin(pi*$)/9">
                                          <p:val>
                                            <p:fltVal val="0"/>
                                          </p:val>
                                        </p:tav>
                                        <p:tav tm="100000">
                                          <p:val>
                                            <p:fltVal val="1"/>
                                          </p:val>
                                        </p:tav>
                                      </p:tavLst>
                                    </p:anim>
                                    <p:anim calcmode="lin" valueType="num">
                                      <p:cBhvr>
                                        <p:cTn id="16" dur="249" tmFilter="0, 0; 0.125,0.2665; 0.25,0.4; 0.375,0.465; 0.5,0.5;  0.625,0.535; 0.75,0.6; 0.875,0.7335; 1,1">
                                          <p:stCondLst>
                                            <p:cond delay="993"/>
                                          </p:stCondLst>
                                        </p:cTn>
                                        <p:tgtEl>
                                          <p:spTgt spid="14"/>
                                        </p:tgtEl>
                                        <p:attrNameLst>
                                          <p:attrName>ppt_y</p:attrName>
                                        </p:attrNameLst>
                                      </p:cBhvr>
                                      <p:tavLst>
                                        <p:tav tm="0" fmla="#ppt_y-sin(pi*$)/27">
                                          <p:val>
                                            <p:fltVal val="0"/>
                                          </p:val>
                                        </p:tav>
                                        <p:tav tm="100000">
                                          <p:val>
                                            <p:fltVal val="1"/>
                                          </p:val>
                                        </p:tav>
                                      </p:tavLst>
                                    </p:anim>
                                    <p:anim calcmode="lin" valueType="num">
                                      <p:cBhvr>
                                        <p:cTn id="17" dur="123" tmFilter="0, 0; 0.125,0.2665; 0.25,0.4; 0.375,0.465; 0.5,0.5;  0.625,0.535; 0.75,0.6; 0.875,0.7335; 1,1">
                                          <p:stCondLst>
                                            <p:cond delay="1242"/>
                                          </p:stCondLst>
                                        </p:cTn>
                                        <p:tgtEl>
                                          <p:spTgt spid="14"/>
                                        </p:tgtEl>
                                        <p:attrNameLst>
                                          <p:attrName>ppt_y</p:attrName>
                                        </p:attrNameLst>
                                      </p:cBhvr>
                                      <p:tavLst>
                                        <p:tav tm="0" fmla="#ppt_y-sin(pi*$)/81">
                                          <p:val>
                                            <p:fltVal val="0"/>
                                          </p:val>
                                        </p:tav>
                                        <p:tav tm="100000">
                                          <p:val>
                                            <p:fltVal val="1"/>
                                          </p:val>
                                        </p:tav>
                                      </p:tavLst>
                                    </p:anim>
                                    <p:animScale>
                                      <p:cBhvr>
                                        <p:cTn id="18" dur="20">
                                          <p:stCondLst>
                                            <p:cond delay="488"/>
                                          </p:stCondLst>
                                        </p:cTn>
                                        <p:tgtEl>
                                          <p:spTgt spid="14"/>
                                        </p:tgtEl>
                                      </p:cBhvr>
                                      <p:to x="100000" y="60000"/>
                                    </p:animScale>
                                    <p:animScale>
                                      <p:cBhvr>
                                        <p:cTn id="19" dur="124" decel="50000">
                                          <p:stCondLst>
                                            <p:cond delay="507"/>
                                          </p:stCondLst>
                                        </p:cTn>
                                        <p:tgtEl>
                                          <p:spTgt spid="14"/>
                                        </p:tgtEl>
                                      </p:cBhvr>
                                      <p:to x="100000" y="100000"/>
                                    </p:animScale>
                                    <p:animScale>
                                      <p:cBhvr>
                                        <p:cTn id="20" dur="20">
                                          <p:stCondLst>
                                            <p:cond delay="984"/>
                                          </p:stCondLst>
                                        </p:cTn>
                                        <p:tgtEl>
                                          <p:spTgt spid="14"/>
                                        </p:tgtEl>
                                      </p:cBhvr>
                                      <p:to x="100000" y="80000"/>
                                    </p:animScale>
                                    <p:animScale>
                                      <p:cBhvr>
                                        <p:cTn id="21" dur="124" decel="50000">
                                          <p:stCondLst>
                                            <p:cond delay="1004"/>
                                          </p:stCondLst>
                                        </p:cTn>
                                        <p:tgtEl>
                                          <p:spTgt spid="14"/>
                                        </p:tgtEl>
                                      </p:cBhvr>
                                      <p:to x="100000" y="100000"/>
                                    </p:animScale>
                                    <p:animScale>
                                      <p:cBhvr>
                                        <p:cTn id="22" dur="20">
                                          <p:stCondLst>
                                            <p:cond delay="1232"/>
                                          </p:stCondLst>
                                        </p:cTn>
                                        <p:tgtEl>
                                          <p:spTgt spid="14"/>
                                        </p:tgtEl>
                                      </p:cBhvr>
                                      <p:to x="100000" y="90000"/>
                                    </p:animScale>
                                    <p:animScale>
                                      <p:cBhvr>
                                        <p:cTn id="23" dur="124" decel="50000">
                                          <p:stCondLst>
                                            <p:cond delay="1251"/>
                                          </p:stCondLst>
                                        </p:cTn>
                                        <p:tgtEl>
                                          <p:spTgt spid="14"/>
                                        </p:tgtEl>
                                      </p:cBhvr>
                                      <p:to x="100000" y="100000"/>
                                    </p:animScale>
                                    <p:animScale>
                                      <p:cBhvr>
                                        <p:cTn id="24" dur="20">
                                          <p:stCondLst>
                                            <p:cond delay="1356"/>
                                          </p:stCondLst>
                                        </p:cTn>
                                        <p:tgtEl>
                                          <p:spTgt spid="14"/>
                                        </p:tgtEl>
                                      </p:cBhvr>
                                      <p:to x="100000" y="95000"/>
                                    </p:animScale>
                                    <p:animScale>
                                      <p:cBhvr>
                                        <p:cTn id="25" dur="124" decel="50000">
                                          <p:stCondLst>
                                            <p:cond delay="1376"/>
                                          </p:stCondLst>
                                        </p:cTn>
                                        <p:tgtEl>
                                          <p:spTgt spid="14"/>
                                        </p:tgtEl>
                                      </p:cBhvr>
                                      <p:to x="100000" y="100000"/>
                                    </p:animScale>
                                  </p:childTnLst>
                                </p:cTn>
                              </p:par>
                            </p:childTnLst>
                          </p:cTn>
                        </p:par>
                      </p:childTnLst>
                    </p:cTn>
                  </p:par>
                  <p:par>
                    <p:cTn id="26" fill="hold" nodeType="clickPar">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15">
                                            <p:txEl>
                                              <p:pRg st="0" end="0"/>
                                            </p:txEl>
                                          </p:spTgt>
                                        </p:tgtEl>
                                        <p:attrNameLst>
                                          <p:attrName>style.visibility</p:attrName>
                                        </p:attrNameLst>
                                      </p:cBhvr>
                                      <p:to>
                                        <p:strVal val="visible"/>
                                      </p:to>
                                    </p:set>
                                    <p:animEffect transition="in" filter="wipe(down)">
                                      <p:cBhvr>
                                        <p:cTn id="30" dur="435">
                                          <p:stCondLst>
                                            <p:cond delay="0"/>
                                          </p:stCondLst>
                                        </p:cTn>
                                        <p:tgtEl>
                                          <p:spTgt spid="15">
                                            <p:txEl>
                                              <p:pRg st="0" end="0"/>
                                            </p:txEl>
                                          </p:spTgt>
                                        </p:tgtEl>
                                      </p:cBhvr>
                                    </p:animEffect>
                                    <p:anim calcmode="lin" valueType="num">
                                      <p:cBhvr>
                                        <p:cTn id="31" dur="1366" tmFilter="0,0; 0.14,0.36; 0.43,0.73; 0.71,0.91; 1.0,1.0">
                                          <p:stCondLst>
                                            <p:cond delay="0"/>
                                          </p:stCondLst>
                                        </p:cTn>
                                        <p:tgtEl>
                                          <p:spTgt spid="15">
                                            <p:txEl>
                                              <p:pRg st="0" end="0"/>
                                            </p:txEl>
                                          </p:spTgt>
                                        </p:tgtEl>
                                        <p:attrNameLst>
                                          <p:attrName>ppt_x</p:attrName>
                                        </p:attrNameLst>
                                      </p:cBhvr>
                                      <p:tavLst>
                                        <p:tav tm="0">
                                          <p:val>
                                            <p:strVal val="#ppt_x-0.25"/>
                                          </p:val>
                                        </p:tav>
                                        <p:tav tm="100000">
                                          <p:val>
                                            <p:strVal val="#ppt_x"/>
                                          </p:val>
                                        </p:tav>
                                      </p:tavLst>
                                    </p:anim>
                                    <p:anim calcmode="lin" valueType="num">
                                      <p:cBhvr>
                                        <p:cTn id="32" dur="498" tmFilter="0.0,0.0; 0.25,0.07; 0.50,0.2; 0.75,0.467; 1.0,1.0">
                                          <p:stCondLst>
                                            <p:cond delay="0"/>
                                          </p:stCondLst>
                                        </p:cTn>
                                        <p:tgtEl>
                                          <p:spTgt spid="15">
                                            <p:txEl>
                                              <p:pRg st="0" end="0"/>
                                            </p:txEl>
                                          </p:spTgt>
                                        </p:tgtEl>
                                        <p:attrNameLst>
                                          <p:attrName>ppt_y</p:attrName>
                                        </p:attrNameLst>
                                      </p:cBhvr>
                                      <p:tavLst>
                                        <p:tav tm="0" fmla="#ppt_y-sin(pi*$)/3">
                                          <p:val>
                                            <p:fltVal val="0.5"/>
                                          </p:val>
                                        </p:tav>
                                        <p:tav tm="100000">
                                          <p:val>
                                            <p:fltVal val="1"/>
                                          </p:val>
                                        </p:tav>
                                      </p:tavLst>
                                    </p:anim>
                                    <p:anim calcmode="lin" valueType="num">
                                      <p:cBhvr>
                                        <p:cTn id="33" dur="498" tmFilter="0, 0; 0.125,0.2665; 0.25,0.4; 0.375,0.465; 0.5,0.5;  0.625,0.535; 0.75,0.6; 0.875,0.7335; 1,1">
                                          <p:stCondLst>
                                            <p:cond delay="498"/>
                                          </p:stCondLst>
                                        </p:cTn>
                                        <p:tgtEl>
                                          <p:spTgt spid="15">
                                            <p:txEl>
                                              <p:pRg st="0" end="0"/>
                                            </p:txEl>
                                          </p:spTgt>
                                        </p:tgtEl>
                                        <p:attrNameLst>
                                          <p:attrName>ppt_y</p:attrName>
                                        </p:attrNameLst>
                                      </p:cBhvr>
                                      <p:tavLst>
                                        <p:tav tm="0" fmla="#ppt_y-sin(pi*$)/9">
                                          <p:val>
                                            <p:fltVal val="0"/>
                                          </p:val>
                                        </p:tav>
                                        <p:tav tm="100000">
                                          <p:val>
                                            <p:fltVal val="1"/>
                                          </p:val>
                                        </p:tav>
                                      </p:tavLst>
                                    </p:anim>
                                    <p:anim calcmode="lin" valueType="num">
                                      <p:cBhvr>
                                        <p:cTn id="34" dur="249" tmFilter="0, 0; 0.125,0.2665; 0.25,0.4; 0.375,0.465; 0.5,0.5;  0.625,0.535; 0.75,0.6; 0.875,0.7335; 1,1">
                                          <p:stCondLst>
                                            <p:cond delay="993"/>
                                          </p:stCondLst>
                                        </p:cTn>
                                        <p:tgtEl>
                                          <p:spTgt spid="15">
                                            <p:txEl>
                                              <p:pRg st="0" end="0"/>
                                            </p:txEl>
                                          </p:spTgt>
                                        </p:tgtEl>
                                        <p:attrNameLst>
                                          <p:attrName>ppt_y</p:attrName>
                                        </p:attrNameLst>
                                      </p:cBhvr>
                                      <p:tavLst>
                                        <p:tav tm="0" fmla="#ppt_y-sin(pi*$)/27">
                                          <p:val>
                                            <p:fltVal val="0"/>
                                          </p:val>
                                        </p:tav>
                                        <p:tav tm="100000">
                                          <p:val>
                                            <p:fltVal val="1"/>
                                          </p:val>
                                        </p:tav>
                                      </p:tavLst>
                                    </p:anim>
                                    <p:anim calcmode="lin" valueType="num">
                                      <p:cBhvr>
                                        <p:cTn id="35" dur="123" tmFilter="0, 0; 0.125,0.2665; 0.25,0.4; 0.375,0.465; 0.5,0.5;  0.625,0.535; 0.75,0.6; 0.875,0.7335; 1,1">
                                          <p:stCondLst>
                                            <p:cond delay="1242"/>
                                          </p:stCondLst>
                                        </p:cTn>
                                        <p:tgtEl>
                                          <p:spTgt spid="15">
                                            <p:txEl>
                                              <p:pRg st="0" end="0"/>
                                            </p:txEl>
                                          </p:spTgt>
                                        </p:tgtEl>
                                        <p:attrNameLst>
                                          <p:attrName>ppt_y</p:attrName>
                                        </p:attrNameLst>
                                      </p:cBhvr>
                                      <p:tavLst>
                                        <p:tav tm="0" fmla="#ppt_y-sin(pi*$)/81">
                                          <p:val>
                                            <p:fltVal val="0"/>
                                          </p:val>
                                        </p:tav>
                                        <p:tav tm="100000">
                                          <p:val>
                                            <p:fltVal val="1"/>
                                          </p:val>
                                        </p:tav>
                                      </p:tavLst>
                                    </p:anim>
                                    <p:animScale>
                                      <p:cBhvr>
                                        <p:cTn id="36" dur="20">
                                          <p:stCondLst>
                                            <p:cond delay="488"/>
                                          </p:stCondLst>
                                        </p:cTn>
                                        <p:tgtEl>
                                          <p:spTgt spid="15">
                                            <p:txEl>
                                              <p:pRg st="0" end="0"/>
                                            </p:txEl>
                                          </p:spTgt>
                                        </p:tgtEl>
                                      </p:cBhvr>
                                      <p:to x="100000" y="60000"/>
                                    </p:animScale>
                                    <p:animScale>
                                      <p:cBhvr>
                                        <p:cTn id="37" dur="124" decel="50000">
                                          <p:stCondLst>
                                            <p:cond delay="507"/>
                                          </p:stCondLst>
                                        </p:cTn>
                                        <p:tgtEl>
                                          <p:spTgt spid="15">
                                            <p:txEl>
                                              <p:pRg st="0" end="0"/>
                                            </p:txEl>
                                          </p:spTgt>
                                        </p:tgtEl>
                                      </p:cBhvr>
                                      <p:to x="100000" y="100000"/>
                                    </p:animScale>
                                    <p:animScale>
                                      <p:cBhvr>
                                        <p:cTn id="38" dur="20">
                                          <p:stCondLst>
                                            <p:cond delay="984"/>
                                          </p:stCondLst>
                                        </p:cTn>
                                        <p:tgtEl>
                                          <p:spTgt spid="15">
                                            <p:txEl>
                                              <p:pRg st="0" end="0"/>
                                            </p:txEl>
                                          </p:spTgt>
                                        </p:tgtEl>
                                      </p:cBhvr>
                                      <p:to x="100000" y="80000"/>
                                    </p:animScale>
                                    <p:animScale>
                                      <p:cBhvr>
                                        <p:cTn id="39" dur="124" decel="50000">
                                          <p:stCondLst>
                                            <p:cond delay="1004"/>
                                          </p:stCondLst>
                                        </p:cTn>
                                        <p:tgtEl>
                                          <p:spTgt spid="15">
                                            <p:txEl>
                                              <p:pRg st="0" end="0"/>
                                            </p:txEl>
                                          </p:spTgt>
                                        </p:tgtEl>
                                      </p:cBhvr>
                                      <p:to x="100000" y="100000"/>
                                    </p:animScale>
                                    <p:animScale>
                                      <p:cBhvr>
                                        <p:cTn id="40" dur="20">
                                          <p:stCondLst>
                                            <p:cond delay="1232"/>
                                          </p:stCondLst>
                                        </p:cTn>
                                        <p:tgtEl>
                                          <p:spTgt spid="15">
                                            <p:txEl>
                                              <p:pRg st="0" end="0"/>
                                            </p:txEl>
                                          </p:spTgt>
                                        </p:tgtEl>
                                      </p:cBhvr>
                                      <p:to x="100000" y="90000"/>
                                    </p:animScale>
                                    <p:animScale>
                                      <p:cBhvr>
                                        <p:cTn id="41" dur="124" decel="50000">
                                          <p:stCondLst>
                                            <p:cond delay="1251"/>
                                          </p:stCondLst>
                                        </p:cTn>
                                        <p:tgtEl>
                                          <p:spTgt spid="15">
                                            <p:txEl>
                                              <p:pRg st="0" end="0"/>
                                            </p:txEl>
                                          </p:spTgt>
                                        </p:tgtEl>
                                      </p:cBhvr>
                                      <p:to x="100000" y="100000"/>
                                    </p:animScale>
                                    <p:animScale>
                                      <p:cBhvr>
                                        <p:cTn id="42" dur="20">
                                          <p:stCondLst>
                                            <p:cond delay="1356"/>
                                          </p:stCondLst>
                                        </p:cTn>
                                        <p:tgtEl>
                                          <p:spTgt spid="15">
                                            <p:txEl>
                                              <p:pRg st="0" end="0"/>
                                            </p:txEl>
                                          </p:spTgt>
                                        </p:tgtEl>
                                      </p:cBhvr>
                                      <p:to x="100000" y="95000"/>
                                    </p:animScale>
                                    <p:animScale>
                                      <p:cBhvr>
                                        <p:cTn id="43" dur="124" decel="50000">
                                          <p:stCondLst>
                                            <p:cond delay="1376"/>
                                          </p:stCondLst>
                                        </p:cTn>
                                        <p:tgtEl>
                                          <p:spTgt spid="15">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78AF985-9A4E-2444-54C0-C8F33F346257}"/>
              </a:ext>
            </a:extLst>
          </p:cNvPr>
          <p:cNvSpPr txBox="1"/>
          <p:nvPr>
            <p:custDataLst>
              <p:tags r:id="rId1"/>
            </p:custDataLst>
          </p:nvPr>
        </p:nvSpPr>
        <p:spPr>
          <a:xfrm>
            <a:off x="1008846" y="391060"/>
            <a:ext cx="5774725" cy="359073"/>
          </a:xfrm>
          <a:prstGeom prst="rect">
            <a:avLst/>
          </a:prstGeom>
          <a:noFill/>
        </p:spPr>
        <p:txBody>
          <a:bodyPr wrap="square" lIns="0" tIns="0" rIns="0" bIns="0" rtlCol="0">
            <a:spAutoFit/>
          </a:bodyPr>
          <a:lstStyle/>
          <a:p>
            <a:pPr>
              <a:lnSpc>
                <a:spcPts val="2800"/>
              </a:lnSpc>
              <a:defRPr/>
            </a:pPr>
            <a:r>
              <a:rPr lang="zh-CN" altLang="en-US" sz="2800" b="1" kern="0">
                <a:solidFill>
                  <a:srgbClr val="7030A0"/>
                </a:solidFill>
                <a:latin typeface="+mn-ea"/>
                <a:cs typeface="Times New Roman" panose="02020603050405020304" pitchFamily="18" charset="0"/>
              </a:rPr>
              <a:t>题型二、声速的理解和应用</a:t>
            </a:r>
          </a:p>
        </p:txBody>
      </p:sp>
      <p:grpSp>
        <p:nvGrpSpPr>
          <p:cNvPr id="10" name="组合 9">
            <a:extLst>
              <a:ext uri="{FF2B5EF4-FFF2-40B4-BE49-F238E27FC236}">
                <a16:creationId xmlns:a16="http://schemas.microsoft.com/office/drawing/2014/main" id="{EC01C476-ADFC-AFAC-0BB0-F7BBEEFF81AF}"/>
              </a:ext>
            </a:extLst>
          </p:cNvPr>
          <p:cNvGrpSpPr/>
          <p:nvPr>
            <p:custDataLst>
              <p:tags r:id="rId2"/>
            </p:custDataLst>
          </p:nvPr>
        </p:nvGrpSpPr>
        <p:grpSpPr>
          <a:xfrm>
            <a:off x="0" y="4335462"/>
            <a:ext cx="12192000" cy="2443710"/>
            <a:chOff x="1802108" y="2722671"/>
            <a:chExt cx="6762965" cy="2194352"/>
          </a:xfrm>
        </p:grpSpPr>
        <p:sp>
          <p:nvSpPr>
            <p:cNvPr id="12" name="矩形 37">
              <a:extLst>
                <a:ext uri="{FF2B5EF4-FFF2-40B4-BE49-F238E27FC236}">
                  <a16:creationId xmlns:a16="http://schemas.microsoft.com/office/drawing/2014/main" id="{6CAABADD-4ED0-11BC-B613-49CFBD99D4A3}"/>
                </a:ext>
              </a:extLst>
            </p:cNvPr>
            <p:cNvSpPr>
              <a:spLocks noChangeArrowheads="1"/>
            </p:cNvSpPr>
            <p:nvPr>
              <p:custDataLst>
                <p:tags r:id="rId7"/>
              </p:custDataLst>
            </p:nvPr>
          </p:nvSpPr>
          <p:spPr bwMode="auto">
            <a:xfrm>
              <a:off x="1802108" y="2722671"/>
              <a:ext cx="6762965" cy="219435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defTabSz="1218002">
                <a:defRPr/>
              </a:pPr>
              <a:endParaRPr lang="zh-CN" altLang="en-US" sz="2399">
                <a:solidFill>
                  <a:prstClr val="white"/>
                </a:solidFill>
                <a:latin typeface="Times New Roman"/>
                <a:cs typeface="+mn-ea"/>
                <a:sym typeface="+mn-lt"/>
              </a:endParaRPr>
            </a:p>
          </p:txBody>
        </p:sp>
        <p:pic>
          <p:nvPicPr>
            <p:cNvPr id="13" name="图片 12">
              <a:extLst>
                <a:ext uri="{FF2B5EF4-FFF2-40B4-BE49-F238E27FC236}">
                  <a16:creationId xmlns:a16="http://schemas.microsoft.com/office/drawing/2014/main" id="{798338C1-53D9-E147-D5A7-D1D3D378BD11}"/>
                </a:ext>
              </a:extLst>
            </p:cNvPr>
            <p:cNvPicPr>
              <a:picLocks noChangeAspect="1"/>
            </p:cNvPicPr>
            <p:nvPr>
              <p:custDataLst>
                <p:tags r:id="rId8"/>
              </p:custDataLst>
            </p:nvPr>
          </p:nvPicPr>
          <p:blipFill>
            <a:blip r:embed="rId10"/>
            <a:srcRect l="16093" t="19040" r="16095" b="25092"/>
            <a:stretch>
              <a:fillRect/>
            </a:stretch>
          </p:blipFill>
          <p:spPr>
            <a:xfrm>
              <a:off x="1837449" y="2787877"/>
              <a:ext cx="530018" cy="579419"/>
            </a:xfrm>
            <a:prstGeom prst="rect">
              <a:avLst/>
            </a:prstGeom>
          </p:spPr>
        </p:pic>
      </p:grpSp>
      <p:sp>
        <p:nvSpPr>
          <p:cNvPr id="9" name="Text Box 4">
            <a:extLst>
              <a:ext uri="{FF2B5EF4-FFF2-40B4-BE49-F238E27FC236}">
                <a16:creationId xmlns:a16="http://schemas.microsoft.com/office/drawing/2014/main" id="{FB5B830A-B30F-4810-822C-755344C6C5FC}"/>
              </a:ext>
            </a:extLst>
          </p:cNvPr>
          <p:cNvSpPr txBox="1">
            <a:spLocks noChangeArrowheads="1"/>
          </p:cNvSpPr>
          <p:nvPr>
            <p:custDataLst>
              <p:tags r:id="rId3"/>
            </p:custDataLst>
          </p:nvPr>
        </p:nvSpPr>
        <p:spPr bwMode="auto">
          <a:xfrm>
            <a:off x="1168180" y="1104199"/>
            <a:ext cx="9464086" cy="2973443"/>
          </a:xfrm>
          <a:prstGeom prst="rect">
            <a:avLst/>
          </a:prstGeom>
          <a:noFill/>
          <a:ln w="9525">
            <a:noFill/>
            <a:miter lim="800000"/>
          </a:ln>
        </p:spPr>
        <p:txBody>
          <a:bodyPr wrap="square">
            <a:spAutoFit/>
          </a:bodyPr>
          <a:lstStyle/>
          <a:p>
            <a:pPr indent="609585" defTabSz="457200">
              <a:lnSpc>
                <a:spcPts val="3800"/>
              </a:lnSpc>
            </a:pPr>
            <a:r>
              <a:rPr lang="zh-CN" altLang="zh-CN" sz="2600" b="1">
                <a:solidFill>
                  <a:srgbClr val="002060"/>
                </a:solidFill>
                <a:latin typeface="Times New Roman"/>
              </a:rPr>
              <a:t>【例题</a:t>
            </a:r>
            <a:r>
              <a:rPr lang="en-US" altLang="zh-CN" sz="2600" b="1">
                <a:solidFill>
                  <a:srgbClr val="002060"/>
                </a:solidFill>
                <a:latin typeface="Times New Roman"/>
              </a:rPr>
              <a:t>4</a:t>
            </a:r>
            <a:r>
              <a:rPr lang="zh-CN" altLang="zh-CN" sz="2600" b="1">
                <a:solidFill>
                  <a:srgbClr val="002060"/>
                </a:solidFill>
                <a:latin typeface="Times New Roman"/>
              </a:rPr>
              <a:t>】</a:t>
            </a:r>
            <a:r>
              <a:rPr lang="zh-CN" altLang="en-US" sz="2600">
                <a:solidFill>
                  <a:srgbClr val="002060"/>
                </a:solidFill>
                <a:latin typeface="Times New Roman"/>
              </a:rPr>
              <a:t>关于声音在空气中的传播速度，下列说法中正确的是（          ）</a:t>
            </a:r>
          </a:p>
          <a:p>
            <a:pPr indent="815980" defTabSz="457200">
              <a:lnSpc>
                <a:spcPts val="3800"/>
              </a:lnSpc>
            </a:pPr>
            <a:r>
              <a:rPr lang="en-US" altLang="zh-CN" sz="2600">
                <a:solidFill>
                  <a:srgbClr val="002060"/>
                </a:solidFill>
                <a:latin typeface="Times New Roman"/>
              </a:rPr>
              <a:t>  A. </a:t>
            </a:r>
            <a:r>
              <a:rPr lang="zh-CN" altLang="en-US" sz="2600">
                <a:solidFill>
                  <a:srgbClr val="002060"/>
                </a:solidFill>
                <a:latin typeface="Times New Roman"/>
              </a:rPr>
              <a:t>声音在空气中的传播速度是</a:t>
            </a:r>
            <a:r>
              <a:rPr lang="en-US" altLang="zh-CN" sz="2600">
                <a:solidFill>
                  <a:srgbClr val="002060"/>
                </a:solidFill>
                <a:latin typeface="Times New Roman"/>
              </a:rPr>
              <a:t>340 m/s</a:t>
            </a:r>
          </a:p>
          <a:p>
            <a:pPr indent="815980" defTabSz="457200">
              <a:lnSpc>
                <a:spcPts val="3800"/>
              </a:lnSpc>
            </a:pPr>
            <a:r>
              <a:rPr lang="en-US" altLang="zh-CN" sz="2600">
                <a:solidFill>
                  <a:srgbClr val="002060"/>
                </a:solidFill>
                <a:latin typeface="Times New Roman"/>
              </a:rPr>
              <a:t>  B. </a:t>
            </a:r>
            <a:r>
              <a:rPr lang="zh-CN" altLang="en-US" sz="2600">
                <a:solidFill>
                  <a:srgbClr val="002060"/>
                </a:solidFill>
                <a:latin typeface="Times New Roman"/>
              </a:rPr>
              <a:t>声音在空气中的传播速度不随温度的变化而变化</a:t>
            </a:r>
          </a:p>
          <a:p>
            <a:pPr indent="815980" defTabSz="457200">
              <a:lnSpc>
                <a:spcPts val="3800"/>
              </a:lnSpc>
            </a:pPr>
            <a:r>
              <a:rPr lang="en-US" altLang="zh-CN" sz="2600">
                <a:solidFill>
                  <a:srgbClr val="002060"/>
                </a:solidFill>
                <a:latin typeface="Times New Roman"/>
              </a:rPr>
              <a:t>  C. </a:t>
            </a:r>
            <a:r>
              <a:rPr lang="zh-CN" altLang="en-US" sz="2600">
                <a:solidFill>
                  <a:srgbClr val="002060"/>
                </a:solidFill>
                <a:latin typeface="Times New Roman"/>
              </a:rPr>
              <a:t>声音在</a:t>
            </a:r>
            <a:r>
              <a:rPr lang="en-US" altLang="zh-CN" sz="2600">
                <a:solidFill>
                  <a:srgbClr val="002060"/>
                </a:solidFill>
                <a:latin typeface="Times New Roman"/>
              </a:rPr>
              <a:t>15 ℃</a:t>
            </a:r>
            <a:r>
              <a:rPr lang="zh-CN" altLang="en-US" sz="2600">
                <a:solidFill>
                  <a:srgbClr val="002060"/>
                </a:solidFill>
                <a:latin typeface="Times New Roman"/>
              </a:rPr>
              <a:t>的空气中的传播速度是</a:t>
            </a:r>
            <a:r>
              <a:rPr lang="en-US" altLang="zh-CN" sz="2600">
                <a:solidFill>
                  <a:srgbClr val="002060"/>
                </a:solidFill>
                <a:latin typeface="Times New Roman"/>
              </a:rPr>
              <a:t>340 m/s</a:t>
            </a:r>
          </a:p>
          <a:p>
            <a:pPr indent="815980" defTabSz="457200">
              <a:lnSpc>
                <a:spcPts val="3800"/>
              </a:lnSpc>
            </a:pPr>
            <a:r>
              <a:rPr lang="en-US" altLang="zh-CN" sz="2600">
                <a:solidFill>
                  <a:srgbClr val="002060"/>
                </a:solidFill>
                <a:latin typeface="Times New Roman"/>
              </a:rPr>
              <a:t>  D. </a:t>
            </a:r>
            <a:r>
              <a:rPr lang="zh-CN" altLang="en-US" sz="2600">
                <a:solidFill>
                  <a:srgbClr val="002060"/>
                </a:solidFill>
                <a:latin typeface="Times New Roman"/>
              </a:rPr>
              <a:t>声音在空气中的传播速度随温度的升高而减小</a:t>
            </a:r>
          </a:p>
        </p:txBody>
      </p:sp>
      <p:sp>
        <p:nvSpPr>
          <p:cNvPr id="11" name="Text Box 7">
            <a:extLst>
              <a:ext uri="{FF2B5EF4-FFF2-40B4-BE49-F238E27FC236}">
                <a16:creationId xmlns:a16="http://schemas.microsoft.com/office/drawing/2014/main" id="{3EC8B78D-4C67-49FA-90F7-69DC5ABE48C3}"/>
              </a:ext>
            </a:extLst>
          </p:cNvPr>
          <p:cNvSpPr txBox="1">
            <a:spLocks noChangeArrowheads="1"/>
          </p:cNvSpPr>
          <p:nvPr>
            <p:custDataLst>
              <p:tags r:id="rId4"/>
            </p:custDataLst>
          </p:nvPr>
        </p:nvSpPr>
        <p:spPr bwMode="auto">
          <a:xfrm>
            <a:off x="1488265" y="4730709"/>
            <a:ext cx="9934477" cy="1511504"/>
          </a:xfrm>
          <a:prstGeom prst="rect">
            <a:avLst/>
          </a:prstGeom>
          <a:noFill/>
          <a:ln w="9525">
            <a:noFill/>
            <a:miter lim="800000"/>
          </a:ln>
        </p:spPr>
        <p:txBody>
          <a:bodyPr wrap="square">
            <a:spAutoFit/>
          </a:bodyPr>
          <a:lstStyle/>
          <a:p>
            <a:pPr indent="609585" defTabSz="457200">
              <a:lnSpc>
                <a:spcPts val="3800"/>
              </a:lnSpc>
            </a:pPr>
            <a:r>
              <a:rPr lang="zh-CN" altLang="en-US" sz="2600">
                <a:solidFill>
                  <a:prstClr val="white"/>
                </a:solidFill>
                <a:latin typeface="Times New Roman"/>
              </a:rPr>
              <a:t>声音的传播速度与介质的种类和温度有关。</a:t>
            </a:r>
            <a:endParaRPr lang="en-US" altLang="zh-CN" sz="2600">
              <a:solidFill>
                <a:prstClr val="white"/>
              </a:solidFill>
              <a:latin typeface="Times New Roman"/>
            </a:endParaRPr>
          </a:p>
          <a:p>
            <a:pPr indent="609585" defTabSz="457200">
              <a:lnSpc>
                <a:spcPts val="3800"/>
              </a:lnSpc>
            </a:pPr>
            <a:r>
              <a:rPr lang="zh-CN" altLang="en-US" sz="2600">
                <a:solidFill>
                  <a:prstClr val="white"/>
                </a:solidFill>
                <a:latin typeface="Times New Roman"/>
              </a:rPr>
              <a:t>同种介质，温度越高，声速越大。声音在</a:t>
            </a:r>
            <a:r>
              <a:rPr lang="en-US" altLang="zh-CN" sz="2600">
                <a:solidFill>
                  <a:prstClr val="white"/>
                </a:solidFill>
                <a:latin typeface="Times New Roman"/>
              </a:rPr>
              <a:t>15 ℃</a:t>
            </a:r>
            <a:r>
              <a:rPr lang="zh-CN" altLang="en-US" sz="2600">
                <a:solidFill>
                  <a:prstClr val="white"/>
                </a:solidFill>
                <a:latin typeface="Times New Roman"/>
              </a:rPr>
              <a:t>的空气中的传播速度是</a:t>
            </a:r>
            <a:r>
              <a:rPr lang="en-US" altLang="zh-CN" sz="2600">
                <a:solidFill>
                  <a:prstClr val="white"/>
                </a:solidFill>
                <a:latin typeface="Times New Roman"/>
              </a:rPr>
              <a:t>340 m/s</a:t>
            </a:r>
            <a:r>
              <a:rPr lang="zh-CN" altLang="en-US" sz="2600">
                <a:solidFill>
                  <a:prstClr val="white"/>
                </a:solidFill>
                <a:latin typeface="Times New Roman"/>
              </a:rPr>
              <a:t>，故</a:t>
            </a:r>
            <a:r>
              <a:rPr lang="en-US" altLang="zh-CN" sz="2600">
                <a:solidFill>
                  <a:prstClr val="white"/>
                </a:solidFill>
                <a:latin typeface="Times New Roman"/>
              </a:rPr>
              <a:t>A</a:t>
            </a:r>
            <a:r>
              <a:rPr lang="zh-CN" altLang="en-US" sz="2600">
                <a:solidFill>
                  <a:prstClr val="white"/>
                </a:solidFill>
                <a:latin typeface="Times New Roman"/>
              </a:rPr>
              <a:t>、</a:t>
            </a:r>
            <a:r>
              <a:rPr lang="en-US" altLang="zh-CN" sz="2600">
                <a:solidFill>
                  <a:prstClr val="white"/>
                </a:solidFill>
                <a:latin typeface="Times New Roman"/>
              </a:rPr>
              <a:t>B</a:t>
            </a:r>
            <a:r>
              <a:rPr lang="zh-CN" altLang="en-US" sz="2600">
                <a:solidFill>
                  <a:prstClr val="white"/>
                </a:solidFill>
                <a:latin typeface="Times New Roman"/>
              </a:rPr>
              <a:t>、</a:t>
            </a:r>
            <a:r>
              <a:rPr lang="en-US" altLang="zh-CN" sz="2600">
                <a:solidFill>
                  <a:prstClr val="white"/>
                </a:solidFill>
                <a:latin typeface="Times New Roman"/>
              </a:rPr>
              <a:t>D</a:t>
            </a:r>
            <a:r>
              <a:rPr lang="zh-CN" altLang="en-US" sz="2600">
                <a:solidFill>
                  <a:prstClr val="white"/>
                </a:solidFill>
                <a:latin typeface="Times New Roman"/>
              </a:rPr>
              <a:t>错误，</a:t>
            </a:r>
            <a:r>
              <a:rPr lang="en-US" altLang="zh-CN" sz="2600">
                <a:solidFill>
                  <a:prstClr val="white"/>
                </a:solidFill>
                <a:latin typeface="Times New Roman"/>
              </a:rPr>
              <a:t>C</a:t>
            </a:r>
            <a:r>
              <a:rPr lang="zh-CN" altLang="en-US" sz="2600">
                <a:solidFill>
                  <a:prstClr val="white"/>
                </a:solidFill>
                <a:latin typeface="Times New Roman"/>
              </a:rPr>
              <a:t>正确；</a:t>
            </a:r>
            <a:endParaRPr lang="en-US" altLang="zh-CN" sz="2600">
              <a:solidFill>
                <a:prstClr val="white"/>
              </a:solidFill>
              <a:latin typeface="Times New Roman"/>
            </a:endParaRPr>
          </a:p>
        </p:txBody>
      </p:sp>
      <p:sp>
        <p:nvSpPr>
          <p:cNvPr id="14" name="Rectangle 8">
            <a:extLst>
              <a:ext uri="{FF2B5EF4-FFF2-40B4-BE49-F238E27FC236}">
                <a16:creationId xmlns:a16="http://schemas.microsoft.com/office/drawing/2014/main" id="{01E1F492-25F8-428A-A128-FE5A52C24770}"/>
              </a:ext>
            </a:extLst>
          </p:cNvPr>
          <p:cNvSpPr>
            <a:spLocks noChangeArrowheads="1"/>
          </p:cNvSpPr>
          <p:nvPr>
            <p:custDataLst>
              <p:tags r:id="rId5"/>
            </p:custDataLst>
          </p:nvPr>
        </p:nvSpPr>
        <p:spPr bwMode="auto">
          <a:xfrm>
            <a:off x="2277882" y="1590077"/>
            <a:ext cx="1204146" cy="574388"/>
          </a:xfrm>
          <a:prstGeom prst="rect">
            <a:avLst/>
          </a:prstGeom>
          <a:noFill/>
          <a:ln w="9525">
            <a:noFill/>
            <a:miter lim="800000"/>
          </a:ln>
        </p:spPr>
        <p:txBody>
          <a:bodyPr wrap="square">
            <a:spAutoFit/>
          </a:bodyPr>
          <a:lstStyle/>
          <a:p>
            <a:pPr defTabSz="457200">
              <a:lnSpc>
                <a:spcPts val="4000"/>
              </a:lnSpc>
            </a:pPr>
            <a:r>
              <a:rPr lang="zh-CN" altLang="en-US" sz="2600" b="1">
                <a:solidFill>
                  <a:srgbClr val="C00000"/>
                </a:solidFill>
                <a:latin typeface="Times New Roman"/>
              </a:rPr>
              <a:t> </a:t>
            </a:r>
            <a:r>
              <a:rPr lang="en-US" altLang="zh-CN" sz="2600" b="1">
                <a:solidFill>
                  <a:srgbClr val="C00000"/>
                </a:solidFill>
                <a:latin typeface="Times New Roman"/>
              </a:rPr>
              <a:t>C</a:t>
            </a:r>
          </a:p>
        </p:txBody>
      </p:sp>
      <p:sp>
        <p:nvSpPr>
          <p:cNvPr id="16" name="文本框 15">
            <a:extLst>
              <a:ext uri="{FF2B5EF4-FFF2-40B4-BE49-F238E27FC236}">
                <a16:creationId xmlns:a16="http://schemas.microsoft.com/office/drawing/2014/main" id="{9DB6CC5E-69EE-5200-A155-146623736CD3}"/>
              </a:ext>
            </a:extLst>
          </p:cNvPr>
          <p:cNvSpPr txBox="1"/>
          <p:nvPr>
            <p:custDataLst>
              <p:tags r:id="rId6"/>
            </p:custDataLst>
          </p:nvPr>
        </p:nvSpPr>
        <p:spPr>
          <a:xfrm>
            <a:off x="8469086" y="5749770"/>
            <a:ext cx="2286000" cy="492443"/>
          </a:xfrm>
          <a:prstGeom prst="rect">
            <a:avLst/>
          </a:prstGeom>
          <a:noFill/>
        </p:spPr>
        <p:txBody>
          <a:bodyPr wrap="square">
            <a:spAutoFit/>
          </a:bodyPr>
          <a:lstStyle/>
          <a:p>
            <a:r>
              <a:rPr lang="zh-CN" altLang="en-US" sz="2600" b="1">
                <a:solidFill>
                  <a:srgbClr val="FFC000"/>
                </a:solidFill>
                <a:latin typeface="Times New Roman"/>
              </a:rPr>
              <a:t>所以选</a:t>
            </a:r>
            <a:r>
              <a:rPr lang="en-US" altLang="zh-CN" sz="2600" b="1">
                <a:solidFill>
                  <a:srgbClr val="FFC000"/>
                </a:solidFill>
                <a:latin typeface="Times New Roman"/>
              </a:rPr>
              <a:t>C</a:t>
            </a:r>
            <a:r>
              <a:rPr lang="zh-CN" altLang="en-US" sz="2600" b="1">
                <a:solidFill>
                  <a:srgbClr val="FFC000"/>
                </a:solidFill>
                <a:latin typeface="Times New Roman"/>
              </a:rPr>
              <a:t>。</a:t>
            </a:r>
            <a:endParaRPr lang="zh-CN" altLang="en-US">
              <a:solidFill>
                <a:prstClr val="black"/>
              </a:solidFill>
              <a:latin typeface="等线" panose="020F0502020204030204"/>
              <a:ea typeface="等线" panose="02010600030101010101" pitchFamily="2" charset="-122"/>
            </a:endParaRPr>
          </a:p>
        </p:txBody>
      </p:sp>
      <p:pic>
        <p:nvPicPr>
          <p:cNvPr id="3" name="图片 2" descr="cbe3eb76672406fabbe30586b58813d">
            <a:extLst>
              <a:ext uri="{FF2B5EF4-FFF2-40B4-BE49-F238E27FC236}">
                <a16:creationId xmlns:a16="http://schemas.microsoft.com/office/drawing/2014/main" id="{6B7D6A02-1C36-6BA3-8C9D-929118855737}"/>
              </a:ext>
            </a:extLst>
          </p:cNvPr>
          <p:cNvPicPr>
            <a:picLocks noChangeAspect="1"/>
          </p:cNvPicPr>
          <p:nvPr/>
        </p:nvPicPr>
        <p:blipFill>
          <a:blip r:embed="rId11"/>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298242744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wipe(left)">
                                      <p:cBhvr>
                                        <p:cTn id="12" dur="1000"/>
                                        <p:tgtEl>
                                          <p:spTgt spid="11">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xEl>
                                              <p:pRg st="1" end="1"/>
                                            </p:txEl>
                                          </p:spTgt>
                                        </p:tgtEl>
                                        <p:attrNameLst>
                                          <p:attrName>style.visibility</p:attrName>
                                        </p:attrNameLst>
                                      </p:cBhvr>
                                      <p:to>
                                        <p:strVal val="visible"/>
                                      </p:to>
                                    </p:set>
                                    <p:animEffect transition="in" filter="blinds(horizontal)">
                                      <p:cBhvr>
                                        <p:cTn id="17" dur="500"/>
                                        <p:tgtEl>
                                          <p:spTgt spid="11">
                                            <p:txEl>
                                              <p:pRg st="1" end="1"/>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750" fill="hold"/>
                                        <p:tgtEl>
                                          <p:spTgt spid="14"/>
                                        </p:tgtEl>
                                        <p:attrNameLst>
                                          <p:attrName>ppt_w</p:attrName>
                                        </p:attrNameLst>
                                      </p:cBhvr>
                                      <p:tavLst>
                                        <p:tav tm="0">
                                          <p:val>
                                            <p:fltVal val="0"/>
                                          </p:val>
                                        </p:tav>
                                        <p:tav tm="100000">
                                          <p:val>
                                            <p:strVal val="#ppt_w"/>
                                          </p:val>
                                        </p:tav>
                                      </p:tavLst>
                                    </p:anim>
                                    <p:anim calcmode="lin" valueType="num">
                                      <p:cBhvr>
                                        <p:cTn id="23" dur="750" fill="hold"/>
                                        <p:tgtEl>
                                          <p:spTgt spid="14"/>
                                        </p:tgtEl>
                                        <p:attrNameLst>
                                          <p:attrName>ppt_h</p:attrName>
                                        </p:attrNameLst>
                                      </p:cBhvr>
                                      <p:tavLst>
                                        <p:tav tm="0">
                                          <p:val>
                                            <p:fltVal val="0"/>
                                          </p:val>
                                        </p:tav>
                                        <p:tav tm="100000">
                                          <p:val>
                                            <p:strVal val="#ppt_h"/>
                                          </p:val>
                                        </p:tav>
                                      </p:tavLst>
                                    </p:anim>
                                    <p:animEffect transition="in" filter="fade">
                                      <p:cBhvr>
                                        <p:cTn id="24" dur="750"/>
                                        <p:tgtEl>
                                          <p:spTgt spid="14"/>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arn(inVertical)">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87BC73B-A5C8-B107-4DE8-468D866FB3BF}"/>
              </a:ext>
            </a:extLst>
          </p:cNvPr>
          <p:cNvSpPr txBox="1"/>
          <p:nvPr>
            <p:custDataLst>
              <p:tags r:id="rId1"/>
            </p:custDataLst>
          </p:nvPr>
        </p:nvSpPr>
        <p:spPr>
          <a:xfrm>
            <a:off x="1135117" y="948050"/>
            <a:ext cx="9739175" cy="1159425"/>
          </a:xfrm>
        </p:spPr>
        <p:txBody>
          <a:bodyPr/>
          <a:lstStyle>
            <a:lvl1pPr algn="l" defTabSz="684063" rtl="0" eaLnBrk="1" latinLnBrk="0" hangingPunct="1">
              <a:lnSpc>
                <a:spcPct val="90000"/>
              </a:lnSpc>
              <a:spcBef>
                <a:spcPct val="0"/>
              </a:spcBef>
              <a:buNone/>
              <a:defRPr sz="3292" kern="1200">
                <a:solidFill>
                  <a:schemeClr val="tx1"/>
                </a:solidFill>
                <a:latin typeface="+mj-lt"/>
                <a:ea typeface="+mj-ea"/>
                <a:cs typeface="+mj-cs"/>
              </a:defRPr>
            </a:lvl1pPr>
          </a:lstStyle>
          <a:p>
            <a:pPr indent="576000">
              <a:lnSpc>
                <a:spcPts val="3400"/>
              </a:lnSpc>
              <a:spcBef>
                <a:spcPct val="0"/>
              </a:spcBef>
            </a:pPr>
            <a:r>
              <a:rPr lang="zh-CN" altLang="zh-CN" sz="2400" b="1">
                <a:latin typeface="Times New Roman" panose="02020603050405020304" pitchFamily="18" charset="0"/>
                <a:ea typeface="微软雅黑" panose="020B0503020204020204" pitchFamily="34" charset="-122"/>
                <a:cs typeface="Times New Roman" panose="02020603050405020304" pitchFamily="18" charset="0"/>
              </a:rPr>
              <a:t>【例题</a:t>
            </a:r>
            <a:r>
              <a:rPr lang="en-US" altLang="zh-CN" sz="2400" b="1">
                <a:latin typeface="Times New Roman" panose="02020603050405020304" pitchFamily="18" charset="0"/>
                <a:ea typeface="微软雅黑" panose="020B0503020204020204" pitchFamily="34" charset="-122"/>
                <a:cs typeface="Times New Roman" panose="02020603050405020304" pitchFamily="18" charset="0"/>
              </a:rPr>
              <a:t>5</a:t>
            </a:r>
            <a:r>
              <a:rPr lang="zh-CN" altLang="zh-CN" sz="2400" b="1">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在探究声音在空气中的传播速度与空气温度是否有关的实验中，科学家记录的数据如下表：</a:t>
            </a:r>
          </a:p>
        </p:txBody>
      </p:sp>
      <p:graphicFrame>
        <p:nvGraphicFramePr>
          <p:cNvPr id="4" name="表格 3">
            <a:extLst>
              <a:ext uri="{FF2B5EF4-FFF2-40B4-BE49-F238E27FC236}">
                <a16:creationId xmlns:a16="http://schemas.microsoft.com/office/drawing/2014/main" id="{EC566806-936B-98E6-ADA9-82B203B9E87E}"/>
              </a:ext>
            </a:extLst>
          </p:cNvPr>
          <p:cNvGraphicFramePr>
            <a:graphicFrameLocks noGrp="1"/>
          </p:cNvGraphicFramePr>
          <p:nvPr>
            <p:custDataLst>
              <p:tags r:id="rId2"/>
            </p:custDataLst>
            <p:extLst>
              <p:ext uri="{D42A27DB-BD31-4B8C-83A1-F6EECF244321}">
                <p14:modId xmlns:p14="http://schemas.microsoft.com/office/powerpoint/2010/main" val="1146114770"/>
              </p:ext>
            </p:extLst>
          </p:nvPr>
        </p:nvGraphicFramePr>
        <p:xfrm>
          <a:off x="1475215" y="2039043"/>
          <a:ext cx="8583183" cy="1366465"/>
        </p:xfrm>
        <a:graphic>
          <a:graphicData uri="http://schemas.openxmlformats.org/drawingml/2006/table">
            <a:tbl>
              <a:tblPr firstRow="1" bandRow="1"/>
              <a:tblGrid>
                <a:gridCol w="2919723">
                  <a:extLst>
                    <a:ext uri="{9D8B030D-6E8A-4147-A177-3AD203B41FA5}">
                      <a16:colId xmlns:a16="http://schemas.microsoft.com/office/drawing/2014/main" val="20000"/>
                    </a:ext>
                  </a:extLst>
                </a:gridCol>
                <a:gridCol w="1132692">
                  <a:extLst>
                    <a:ext uri="{9D8B030D-6E8A-4147-A177-3AD203B41FA5}">
                      <a16:colId xmlns:a16="http://schemas.microsoft.com/office/drawing/2014/main" val="20001"/>
                    </a:ext>
                  </a:extLst>
                </a:gridCol>
                <a:gridCol w="1132692">
                  <a:extLst>
                    <a:ext uri="{9D8B030D-6E8A-4147-A177-3AD203B41FA5}">
                      <a16:colId xmlns:a16="http://schemas.microsoft.com/office/drawing/2014/main" val="20002"/>
                    </a:ext>
                  </a:extLst>
                </a:gridCol>
                <a:gridCol w="1132692">
                  <a:extLst>
                    <a:ext uri="{9D8B030D-6E8A-4147-A177-3AD203B41FA5}">
                      <a16:colId xmlns:a16="http://schemas.microsoft.com/office/drawing/2014/main" val="20003"/>
                    </a:ext>
                  </a:extLst>
                </a:gridCol>
                <a:gridCol w="1132692">
                  <a:extLst>
                    <a:ext uri="{9D8B030D-6E8A-4147-A177-3AD203B41FA5}">
                      <a16:colId xmlns:a16="http://schemas.microsoft.com/office/drawing/2014/main" val="20004"/>
                    </a:ext>
                  </a:extLst>
                </a:gridCol>
                <a:gridCol w="1132692">
                  <a:extLst>
                    <a:ext uri="{9D8B030D-6E8A-4147-A177-3AD203B41FA5}">
                      <a16:colId xmlns:a16="http://schemas.microsoft.com/office/drawing/2014/main" val="20005"/>
                    </a:ext>
                  </a:extLst>
                </a:gridCol>
              </a:tblGrid>
              <a:tr h="504317">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indent="0" algn="ctr">
                        <a:lnSpc>
                          <a:spcPts val="2800"/>
                        </a:lnSpc>
                        <a:buNone/>
                      </a:pPr>
                      <a:r>
                        <a:rPr 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空气温度</a:t>
                      </a:r>
                      <a:r>
                        <a:rPr lang="en-US" sz="2300" b="0" i="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a:t>
                      </a:r>
                      <a:r>
                        <a:rPr 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indent="0" algn="ctr">
                        <a:buNone/>
                      </a:pPr>
                      <a:r>
                        <a:rPr 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-30</a:t>
                      </a:r>
                      <a:endParaRPr lang="en-US" alt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indent="0" algn="ctr">
                        <a:buNone/>
                      </a:pPr>
                      <a:r>
                        <a:rPr 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15</a:t>
                      </a:r>
                      <a:endParaRPr lang="en-US" alt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indent="0" algn="ctr">
                        <a:buNone/>
                      </a:pPr>
                      <a:r>
                        <a:rPr 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indent="0" algn="ctr">
                        <a:buNone/>
                      </a:pPr>
                      <a:r>
                        <a:rPr 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25</a:t>
                      </a:r>
                      <a:endParaRPr lang="en-US" alt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indent="0" algn="ctr">
                        <a:buNone/>
                      </a:pPr>
                      <a:r>
                        <a:rPr 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100</a:t>
                      </a:r>
                      <a:endParaRPr lang="en-US" alt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862148">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indent="0" algn="ctr">
                        <a:buNone/>
                      </a:pPr>
                      <a:r>
                        <a:rPr 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声音在空气中的</a:t>
                      </a:r>
                    </a:p>
                    <a:p>
                      <a:pPr indent="0" algn="ctr">
                        <a:buNone/>
                      </a:pPr>
                      <a:r>
                        <a:rPr 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传播速度</a:t>
                      </a:r>
                      <a:r>
                        <a:rPr lang="en-US" sz="2300" b="0" i="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v</a:t>
                      </a:r>
                      <a:r>
                        <a:rPr 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/(m·s</a:t>
                      </a:r>
                      <a:r>
                        <a:rPr lang="en-US" sz="2300" b="0" baseline="30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r>
                        <a:rPr 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indent="0" algn="ctr">
                        <a:buNone/>
                      </a:pPr>
                      <a:r>
                        <a:rPr 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313</a:t>
                      </a:r>
                      <a:endParaRPr lang="en-US" alt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indent="0" algn="ctr">
                        <a:buNone/>
                      </a:pPr>
                      <a:r>
                        <a:rPr 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340</a:t>
                      </a:r>
                      <a:endParaRPr lang="en-US" alt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indent="0" algn="ctr">
                        <a:buNone/>
                      </a:pPr>
                      <a:r>
                        <a:rPr 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344</a:t>
                      </a:r>
                      <a:endParaRPr lang="en-US" alt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indent="0" algn="ctr">
                        <a:buNone/>
                      </a:pPr>
                      <a:r>
                        <a:rPr 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346</a:t>
                      </a:r>
                      <a:endParaRPr lang="en-US" alt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indent="0" algn="ctr">
                        <a:buNone/>
                      </a:pPr>
                      <a:r>
                        <a:rPr 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386</a:t>
                      </a:r>
                      <a:endParaRPr lang="en-US" altLang="en-US" sz="23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6" name="文本框 5">
            <a:extLst>
              <a:ext uri="{FF2B5EF4-FFF2-40B4-BE49-F238E27FC236}">
                <a16:creationId xmlns:a16="http://schemas.microsoft.com/office/drawing/2014/main" id="{C23F4834-DE5A-5042-B45C-D579458DA203}"/>
              </a:ext>
            </a:extLst>
          </p:cNvPr>
          <p:cNvSpPr txBox="1"/>
          <p:nvPr>
            <p:custDataLst>
              <p:tags r:id="rId3"/>
            </p:custDataLst>
          </p:nvPr>
        </p:nvSpPr>
        <p:spPr>
          <a:xfrm>
            <a:off x="851338" y="3612279"/>
            <a:ext cx="10883799" cy="2672463"/>
          </a:xfrm>
          <a:prstGeom prst="rect">
            <a:avLst/>
          </a:prstGeom>
          <a:noFill/>
        </p:spPr>
        <p:txBody>
          <a:bodyPr wrap="square">
            <a:spAutoFit/>
          </a:bodyPr>
          <a:lstStyle/>
          <a:p>
            <a:pPr indent="576000" defTabSz="457200">
              <a:lnSpc>
                <a:spcPts val="3400"/>
              </a:lnSpc>
            </a:pP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①从表中分析可知，温度越高，声音在空气中的传播速度</a:t>
            </a: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_____</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 。</a:t>
            </a:r>
            <a:br>
              <a:rPr lang="zh-CN" altLang="en-US" sz="2400">
                <a:latin typeface="Times New Roman" panose="02020603050405020304" pitchFamily="18" charset="0"/>
                <a:ea typeface="微软雅黑" panose="020B0503020204020204" pitchFamily="34" charset="-122"/>
                <a:cs typeface="Times New Roman" panose="02020603050405020304" pitchFamily="18" charset="0"/>
              </a:rPr>
            </a:b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       ②如果利用回声测高山离我们多远，那么站在同一地点发出声音到听到回声的时间间隔，冬天比夏天</a:t>
            </a: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_____ (</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选填“长”或“短”</a:t>
            </a: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a:t>
            </a:r>
          </a:p>
          <a:p>
            <a:pPr indent="576000" defTabSz="457200">
              <a:lnSpc>
                <a:spcPts val="3400"/>
              </a:lnSpc>
            </a:pP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③小明想估测山谷的宽度，他大喊一声后经过</a:t>
            </a: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0.3</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秒钟听到右面山崖反射回来的声音，经过</a:t>
            </a: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0.7</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秒钟才听到左面山崖反射回来的声音。请你帮他估算这个山谷的宽度。（当时气温为</a:t>
            </a: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15℃</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7" name="文本框 6">
            <a:extLst>
              <a:ext uri="{FF2B5EF4-FFF2-40B4-BE49-F238E27FC236}">
                <a16:creationId xmlns:a16="http://schemas.microsoft.com/office/drawing/2014/main" id="{4DEAD94D-91ED-EF11-5024-B9AF1D68C036}"/>
              </a:ext>
            </a:extLst>
          </p:cNvPr>
          <p:cNvSpPr txBox="1"/>
          <p:nvPr>
            <p:custDataLst>
              <p:tags r:id="rId4"/>
            </p:custDataLst>
          </p:nvPr>
        </p:nvSpPr>
        <p:spPr>
          <a:xfrm>
            <a:off x="9138381" y="3612279"/>
            <a:ext cx="1001485" cy="461665"/>
          </a:xfrm>
          <a:prstGeom prst="rect">
            <a:avLst/>
          </a:prstGeom>
          <a:noFill/>
        </p:spPr>
        <p:txBody>
          <a:bodyPr wrap="square">
            <a:spAutoFit/>
          </a:bodyPr>
          <a:lstStyle/>
          <a:p>
            <a:pPr defTabSz="457200"/>
            <a:r>
              <a:rPr lang="zh-CN" altLang="en-US" sz="2400" spc="-150">
                <a:solidFill>
                  <a:srgbClr val="C00000"/>
                </a:solidFill>
                <a:latin typeface="Times New Roman"/>
                <a:ea typeface="微软雅黑" panose="020B0503020204020204" charset="-122"/>
              </a:rPr>
              <a:t>越大</a:t>
            </a:r>
          </a:p>
        </p:txBody>
      </p:sp>
      <p:sp>
        <p:nvSpPr>
          <p:cNvPr id="8" name="文本框 7">
            <a:extLst>
              <a:ext uri="{FF2B5EF4-FFF2-40B4-BE49-F238E27FC236}">
                <a16:creationId xmlns:a16="http://schemas.microsoft.com/office/drawing/2014/main" id="{C7101C30-EB83-E659-9099-92E161F297B3}"/>
              </a:ext>
            </a:extLst>
          </p:cNvPr>
          <p:cNvSpPr txBox="1"/>
          <p:nvPr>
            <p:custDataLst>
              <p:tags r:id="rId5"/>
            </p:custDataLst>
          </p:nvPr>
        </p:nvSpPr>
        <p:spPr>
          <a:xfrm>
            <a:off x="4347967" y="4496501"/>
            <a:ext cx="772885" cy="461665"/>
          </a:xfrm>
          <a:prstGeom prst="rect">
            <a:avLst/>
          </a:prstGeom>
          <a:noFill/>
        </p:spPr>
        <p:txBody>
          <a:bodyPr wrap="square">
            <a:spAutoFit/>
          </a:bodyPr>
          <a:lstStyle/>
          <a:p>
            <a:pPr defTabSz="457200"/>
            <a:r>
              <a:rPr lang="zh-CN" altLang="en-US" sz="2400" spc="-150">
                <a:solidFill>
                  <a:srgbClr val="C00000"/>
                </a:solidFill>
                <a:latin typeface="Times New Roman"/>
                <a:ea typeface="微软雅黑" panose="020B0503020204020204" charset="-122"/>
              </a:rPr>
              <a:t>长</a:t>
            </a:r>
          </a:p>
        </p:txBody>
      </p:sp>
      <p:sp>
        <p:nvSpPr>
          <p:cNvPr id="2" name="文本框 1">
            <a:extLst>
              <a:ext uri="{FF2B5EF4-FFF2-40B4-BE49-F238E27FC236}">
                <a16:creationId xmlns:a16="http://schemas.microsoft.com/office/drawing/2014/main" id="{253F6D15-1D8D-87C2-1711-F88BB69FCCC8}"/>
              </a:ext>
            </a:extLst>
          </p:cNvPr>
          <p:cNvSpPr txBox="1"/>
          <p:nvPr>
            <p:custDataLst>
              <p:tags r:id="rId6"/>
            </p:custDataLst>
          </p:nvPr>
        </p:nvSpPr>
        <p:spPr>
          <a:xfrm>
            <a:off x="1008846" y="391060"/>
            <a:ext cx="5774725" cy="359073"/>
          </a:xfrm>
          <a:prstGeom prst="rect">
            <a:avLst/>
          </a:prstGeom>
          <a:noFill/>
        </p:spPr>
        <p:txBody>
          <a:bodyPr wrap="square" lIns="0" tIns="0" rIns="0" bIns="0" rtlCol="0">
            <a:spAutoFit/>
          </a:bodyPr>
          <a:lstStyle/>
          <a:p>
            <a:pPr>
              <a:lnSpc>
                <a:spcPts val="2800"/>
              </a:lnSpc>
              <a:defRPr/>
            </a:pPr>
            <a:r>
              <a:rPr lang="zh-CN" altLang="en-US" sz="2800" b="1" kern="0">
                <a:solidFill>
                  <a:srgbClr val="7030A0"/>
                </a:solidFill>
                <a:latin typeface="+mn-ea"/>
                <a:cs typeface="Times New Roman" panose="02020603050405020304" pitchFamily="18" charset="0"/>
              </a:rPr>
              <a:t>题型二、声速的理解和应用</a:t>
            </a:r>
          </a:p>
        </p:txBody>
      </p:sp>
      <p:pic>
        <p:nvPicPr>
          <p:cNvPr id="5" name="图片 4" descr="cbe3eb76672406fabbe30586b58813d">
            <a:extLst>
              <a:ext uri="{FF2B5EF4-FFF2-40B4-BE49-F238E27FC236}">
                <a16:creationId xmlns:a16="http://schemas.microsoft.com/office/drawing/2014/main" id="{C17E6BE8-112F-ADFE-9EC5-2C33B8CB6556}"/>
              </a:ext>
            </a:extLst>
          </p:cNvPr>
          <p:cNvPicPr>
            <a:picLocks noChangeAspect="1"/>
          </p:cNvPicPr>
          <p:nvPr/>
        </p:nvPicPr>
        <p:blipFill>
          <a:blip r:embed="rId8"/>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39555828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anim calcmode="lin" valueType="num">
                                      <p:cBhvr>
                                        <p:cTn id="15" dur="500" fill="hold"/>
                                        <p:tgtEl>
                                          <p:spTgt spid="8"/>
                                        </p:tgtEl>
                                        <p:attrNameLst>
                                          <p:attrName>ppt_x</p:attrName>
                                        </p:attrNameLst>
                                      </p:cBhvr>
                                      <p:tavLst>
                                        <p:tav tm="0">
                                          <p:val>
                                            <p:strVal val="#ppt_x"/>
                                          </p:val>
                                        </p:tav>
                                        <p:tav tm="100000">
                                          <p:val>
                                            <p:strVal val="#ppt_x"/>
                                          </p:val>
                                        </p:tav>
                                      </p:tavLst>
                                    </p:anim>
                                    <p:anim calcmode="lin" valueType="num">
                                      <p:cBhvr>
                                        <p:cTn id="16"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FBC8CCE-2B91-E48A-5269-CA084ABC5797}"/>
              </a:ext>
            </a:extLst>
          </p:cNvPr>
          <p:cNvSpPr txBox="1"/>
          <p:nvPr>
            <p:custDataLst>
              <p:tags r:id="rId1"/>
            </p:custDataLst>
          </p:nvPr>
        </p:nvSpPr>
        <p:spPr>
          <a:xfrm>
            <a:off x="1008846" y="391060"/>
            <a:ext cx="5774725" cy="359073"/>
          </a:xfrm>
          <a:prstGeom prst="rect">
            <a:avLst/>
          </a:prstGeom>
          <a:noFill/>
        </p:spPr>
        <p:txBody>
          <a:bodyPr wrap="square" lIns="0" tIns="0" rIns="0" bIns="0" rtlCol="0">
            <a:spAutoFit/>
          </a:bodyPr>
          <a:lstStyle/>
          <a:p>
            <a:pPr marL="0" marR="0" lvl="0" indent="0" algn="l" defTabSz="914400" rtl="0" eaLnBrk="1" fontAlgn="auto" latinLnBrk="0" hangingPunct="1">
              <a:lnSpc>
                <a:spcPts val="2800"/>
              </a:lnSpc>
              <a:spcBef>
                <a:spcPct val="0"/>
              </a:spcBef>
              <a:spcAft>
                <a:spcPct val="0"/>
              </a:spcAft>
              <a:buClrTx/>
              <a:buSzTx/>
              <a:buFontTx/>
              <a:buNone/>
              <a:defRPr/>
            </a:pPr>
            <a:r>
              <a:rPr kumimoji="0" lang="zh-CN" altLang="en-US" sz="2800" b="1" i="0" u="none" strike="noStrike" kern="0" cap="none" spc="0" normalizeH="0" baseline="0" noProof="0">
                <a:ln>
                  <a:noFill/>
                </a:ln>
                <a:solidFill>
                  <a:srgbClr val="7030A0"/>
                </a:solidFill>
                <a:effectLst/>
                <a:uLnTx/>
                <a:uFillTx/>
                <a:latin typeface="+mn-ea"/>
                <a:cs typeface="Times New Roman" panose="02020603050405020304" pitchFamily="18" charset="0"/>
              </a:rPr>
              <a:t>题型二、声速的理解和应用</a:t>
            </a:r>
          </a:p>
        </p:txBody>
      </p:sp>
      <p:grpSp>
        <p:nvGrpSpPr>
          <p:cNvPr id="10" name="组合 9">
            <a:extLst>
              <a:ext uri="{FF2B5EF4-FFF2-40B4-BE49-F238E27FC236}">
                <a16:creationId xmlns:a16="http://schemas.microsoft.com/office/drawing/2014/main" id="{83D88C65-46B5-BC46-67F5-605A7D8E930C}"/>
              </a:ext>
            </a:extLst>
          </p:cNvPr>
          <p:cNvGrpSpPr/>
          <p:nvPr>
            <p:custDataLst>
              <p:tags r:id="rId2"/>
            </p:custDataLst>
          </p:nvPr>
        </p:nvGrpSpPr>
        <p:grpSpPr>
          <a:xfrm>
            <a:off x="0" y="971550"/>
            <a:ext cx="12192000" cy="5807622"/>
            <a:chOff x="1802108" y="2722671"/>
            <a:chExt cx="6762965" cy="2194352"/>
          </a:xfrm>
        </p:grpSpPr>
        <p:sp>
          <p:nvSpPr>
            <p:cNvPr id="12" name="矩形 37">
              <a:extLst>
                <a:ext uri="{FF2B5EF4-FFF2-40B4-BE49-F238E27FC236}">
                  <a16:creationId xmlns:a16="http://schemas.microsoft.com/office/drawing/2014/main" id="{2F767350-6A9E-7E41-B7A2-D41719E834CB}"/>
                </a:ext>
              </a:extLst>
            </p:cNvPr>
            <p:cNvSpPr>
              <a:spLocks noChangeArrowheads="1"/>
            </p:cNvSpPr>
            <p:nvPr>
              <p:custDataLst>
                <p:tags r:id="rId5"/>
              </p:custDataLst>
            </p:nvPr>
          </p:nvSpPr>
          <p:spPr bwMode="auto">
            <a:xfrm>
              <a:off x="1802108" y="2722671"/>
              <a:ext cx="6762965" cy="219435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1218002" rtl="0" eaLnBrk="1" fontAlgn="auto" latinLnBrk="0" hangingPunct="1">
                <a:lnSpc>
                  <a:spcPct val="100000"/>
                </a:lnSpc>
                <a:spcBef>
                  <a:spcPct val="0"/>
                </a:spcBef>
                <a:spcAft>
                  <a:spcPct val="0"/>
                </a:spcAft>
                <a:buClrTx/>
                <a:buSzTx/>
                <a:buFontTx/>
                <a:buNone/>
                <a:defRPr/>
              </a:pPr>
              <a:endParaRPr kumimoji="0" lang="zh-CN" altLang="en-US" sz="2399" b="0" i="0" u="none" strike="noStrike" kern="1200" cap="none" spc="0" normalizeH="0" baseline="0" noProof="0">
                <a:ln>
                  <a:noFill/>
                </a:ln>
                <a:solidFill>
                  <a:prstClr val="white"/>
                </a:solidFill>
                <a:effectLst/>
                <a:uLnTx/>
                <a:uFillTx/>
                <a:latin typeface="Times New Roman"/>
                <a:ea typeface="微软雅黑" panose="020B0503020204020204" charset="-122"/>
                <a:cs typeface="+mn-ea"/>
                <a:sym typeface="+mn-lt"/>
              </a:endParaRPr>
            </a:p>
          </p:txBody>
        </p:sp>
        <p:pic>
          <p:nvPicPr>
            <p:cNvPr id="13" name="图片 12">
              <a:extLst>
                <a:ext uri="{FF2B5EF4-FFF2-40B4-BE49-F238E27FC236}">
                  <a16:creationId xmlns:a16="http://schemas.microsoft.com/office/drawing/2014/main" id="{3B9C2A7D-CD7C-BD76-05B6-D905E528C3A1}"/>
                </a:ext>
              </a:extLst>
            </p:cNvPr>
            <p:cNvPicPr>
              <a:picLocks noChangeAspect="1"/>
            </p:cNvPicPr>
            <p:nvPr>
              <p:custDataLst>
                <p:tags r:id="rId6"/>
              </p:custDataLst>
            </p:nvPr>
          </p:nvPicPr>
          <p:blipFill>
            <a:blip r:embed="rId8"/>
            <a:srcRect l="16093" t="19040" r="16095" b="25092"/>
            <a:stretch>
              <a:fillRect/>
            </a:stretch>
          </p:blipFill>
          <p:spPr>
            <a:xfrm>
              <a:off x="1837449" y="2787877"/>
              <a:ext cx="620828" cy="312655"/>
            </a:xfrm>
            <a:prstGeom prst="rect">
              <a:avLst/>
            </a:prstGeom>
          </p:spPr>
        </p:pic>
      </p:gr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AC31054-4CC9-49DD-BF6F-6209E7D3B3D6}"/>
                  </a:ext>
                </a:extLst>
              </p:cNvPr>
              <p:cNvSpPr txBox="1"/>
              <p:nvPr>
                <p:custDataLst>
                  <p:tags r:id="rId3"/>
                </p:custDataLst>
              </p:nvPr>
            </p:nvSpPr>
            <p:spPr>
              <a:xfrm>
                <a:off x="1381059" y="1545714"/>
                <a:ext cx="10348485" cy="2156681"/>
              </a:xfrm>
              <a:prstGeom prst="rect">
                <a:avLst/>
              </a:prstGeom>
              <a:noFill/>
            </p:spPr>
            <p:txBody>
              <a:bodyPr wrap="square">
                <a:spAutoFit/>
              </a:bodyPr>
              <a:lstStyle/>
              <a:p>
                <a:pPr indent="504000" defTabSz="609585">
                  <a:lnSpc>
                    <a:spcPts val="4000"/>
                  </a:lnSpc>
                  <a:defRPr/>
                </a:pPr>
                <a:r>
                  <a:rPr lang="zh-CN" altLang="en-US" sz="2600">
                    <a:solidFill>
                      <a:prstClr val="white"/>
                    </a:solidFill>
                    <a:latin typeface="Times New Roman"/>
                    <a:ea typeface="微软雅黑" panose="020B0503020204020204" charset="-122"/>
                  </a:rPr>
                  <a:t>①从表中分析可知，温度越高，声音在空气中的传播速度越大。</a:t>
                </a:r>
                <a:endParaRPr lang="en-US" altLang="zh-CN" sz="2600">
                  <a:solidFill>
                    <a:prstClr val="white"/>
                  </a:solidFill>
                  <a:latin typeface="Times New Roman"/>
                  <a:ea typeface="微软雅黑" panose="020B0503020204020204" charset="-122"/>
                </a:endParaRPr>
              </a:p>
              <a:p>
                <a:pPr indent="504000" defTabSz="609585">
                  <a:lnSpc>
                    <a:spcPts val="4000"/>
                  </a:lnSpc>
                  <a:defRPr/>
                </a:pPr>
                <a:r>
                  <a:rPr lang="zh-CN" altLang="en-US" sz="2600">
                    <a:solidFill>
                      <a:prstClr val="white"/>
                    </a:solidFill>
                    <a:latin typeface="Times New Roman"/>
                    <a:ea typeface="微软雅黑" panose="020B0503020204020204" charset="-122"/>
                  </a:rPr>
                  <a:t>②因为距离</a:t>
                </a:r>
                <a:r>
                  <a:rPr lang="en-US" altLang="zh-CN" sz="2600" i="1">
                    <a:solidFill>
                      <a:prstClr val="white"/>
                    </a:solidFill>
                    <a:latin typeface="Times New Roman"/>
                    <a:ea typeface="微软雅黑" panose="020B0503020204020204" charset="-122"/>
                  </a:rPr>
                  <a:t>s</a:t>
                </a:r>
                <a:r>
                  <a:rPr lang="zh-CN" altLang="en-US" sz="2600">
                    <a:solidFill>
                      <a:prstClr val="white"/>
                    </a:solidFill>
                    <a:latin typeface="Times New Roman"/>
                    <a:ea typeface="微软雅黑" panose="020B0503020204020204" charset="-122"/>
                  </a:rPr>
                  <a:t>不变，冬天的声速</a:t>
                </a:r>
                <a:r>
                  <a:rPr lang="en-US" altLang="zh-CN" sz="2600" i="1">
                    <a:solidFill>
                      <a:prstClr val="white"/>
                    </a:solidFill>
                    <a:latin typeface="Times New Roman"/>
                    <a:ea typeface="微软雅黑" panose="020B0503020204020204" charset="-122"/>
                  </a:rPr>
                  <a:t>v</a:t>
                </a:r>
                <a:r>
                  <a:rPr lang="zh-CN" altLang="en-US" sz="2600">
                    <a:solidFill>
                      <a:prstClr val="white"/>
                    </a:solidFill>
                    <a:latin typeface="Times New Roman"/>
                    <a:ea typeface="微软雅黑" panose="020B0503020204020204" charset="-122"/>
                  </a:rPr>
                  <a:t>小于夏天的声速，根据 </a:t>
                </a:r>
                <a:r>
                  <a:rPr lang="en-US" altLang="zh-CN" sz="2600" i="1">
                    <a:solidFill>
                      <a:prstClr val="white"/>
                    </a:solidFill>
                    <a:latin typeface="Times New Roman"/>
                    <a:ea typeface="微软雅黑" panose="020B0503020204020204" charset="-122"/>
                  </a:rPr>
                  <a:t>s=vt</a:t>
                </a:r>
                <a:r>
                  <a:rPr lang="zh-CN" altLang="en-US" sz="2600">
                    <a:solidFill>
                      <a:prstClr val="white"/>
                    </a:solidFill>
                    <a:latin typeface="Times New Roman"/>
                    <a:ea typeface="微软雅黑" panose="020B0503020204020204" charset="-122"/>
                  </a:rPr>
                  <a:t>，那么站在同一地点发出声音到听到回声的时间间隔</a:t>
                </a:r>
                <a:r>
                  <a:rPr lang="en-US" altLang="zh-CN" sz="2600" i="1">
                    <a:solidFill>
                      <a:prstClr val="white"/>
                    </a:solidFill>
                    <a:latin typeface="Times New Roman"/>
                    <a:ea typeface="微软雅黑" panose="020B0503020204020204" charset="-122"/>
                  </a:rPr>
                  <a:t>  </a:t>
                </a:r>
              </a:p>
              <a:p>
                <a:pPr indent="504000" defTabSz="609585">
                  <a:lnSpc>
                    <a:spcPts val="4000"/>
                  </a:lnSpc>
                  <a:defRPr/>
                </a:pPr>
                <a:r>
                  <a:rPr lang="en-US" altLang="zh-CN" sz="2600" i="1">
                    <a:solidFill>
                      <a:prstClr val="white"/>
                    </a:solidFill>
                    <a:latin typeface="Times New Roman"/>
                    <a:cs typeface="Times New Roman" panose="02020603050405020304" pitchFamily="18" charset="0"/>
                  </a:rPr>
                  <a:t>t</a:t>
                </a:r>
                <a14:m>
                  <m:oMath xmlns:m="http://schemas.openxmlformats.org/officeDocument/2006/math">
                    <m:r>
                      <a:rPr lang="zh-CN" altLang="en-US" sz="2600" i="1">
                        <a:solidFill>
                          <a:prstClr val="white"/>
                        </a:solidFill>
                        <a:latin typeface="Cambria Math" panose="02040503050406030204" pitchFamily="18" charset="0"/>
                      </a:rPr>
                      <m:t>=</m:t>
                    </m:r>
                    <m:f>
                      <m:fPr>
                        <m:ctrlPr>
                          <a:rPr lang="zh-CN" altLang="en-US" sz="2600" i="1">
                            <a:solidFill>
                              <a:prstClr val="white"/>
                            </a:solidFill>
                            <a:latin typeface="Cambria Math" panose="02040503050406030204" pitchFamily="18" charset="0"/>
                          </a:rPr>
                        </m:ctrlPr>
                      </m:fPr>
                      <m:num>
                        <m:r>
                          <a:rPr lang="en-US" altLang="zh-CN" sz="2600" i="1" kern="0">
                            <a:solidFill>
                              <a:prstClr val="white"/>
                            </a:solidFill>
                            <a:latin typeface="Cambria Math" panose="02040503050406030204" pitchFamily="18" charset="0"/>
                            <a:ea typeface="微软雅黑"/>
                            <a:cs typeface="Times New Roman" panose="02020603050405020304" pitchFamily="18" charset="0"/>
                            <a:sym typeface="Arial"/>
                          </a:rPr>
                          <m:t>𝑠</m:t>
                        </m:r>
                      </m:num>
                      <m:den>
                        <m:r>
                          <a:rPr lang="en-US" altLang="zh-CN" sz="2600" i="1">
                            <a:solidFill>
                              <a:prstClr val="white"/>
                            </a:solidFill>
                            <a:latin typeface="Cambria Math" panose="02040503050406030204" pitchFamily="18" charset="0"/>
                            <a:ea typeface="微软雅黑"/>
                          </a:rPr>
                          <m:t>𝑣</m:t>
                        </m:r>
                      </m:den>
                    </m:f>
                  </m:oMath>
                </a14:m>
                <a:r>
                  <a:rPr lang="zh-CN" altLang="en-US" sz="2600">
                    <a:solidFill>
                      <a:prstClr val="white"/>
                    </a:solidFill>
                    <a:latin typeface="Calibri"/>
                  </a:rPr>
                  <a:t> ，将</a:t>
                </a:r>
                <a:r>
                  <a:rPr lang="zh-CN" altLang="en-US" sz="2600">
                    <a:solidFill>
                      <a:prstClr val="white"/>
                    </a:solidFill>
                    <a:latin typeface="Times New Roman"/>
                    <a:ea typeface="微软雅黑" panose="020B0503020204020204" charset="-122"/>
                  </a:rPr>
                  <a:t>变大。</a:t>
                </a:r>
              </a:p>
            </p:txBody>
          </p:sp>
        </mc:Choice>
        <mc:Fallback xmlns:p159="http://schemas.microsoft.com/office/powerpoint/2015/09/main" xmlns:p15="http://schemas.microsoft.com/office/powerpoint/2012/main" xmlns:p14="http://schemas.microsoft.com/office/powerpoint/2010/main" xmlns:wp="http://schemas.openxmlformats.org/drawingml/2006/wordprocessingDrawing" xmlns:w="http://schemas.openxmlformats.org/wordprocessingml/2006/main" xmlns:m="http://schemas.openxmlformats.org/officeDocument/2006/math" xmlns="">
          <p:sp>
            <p:nvSpPr>
              <p:cNvPr id="3" name="文本框 2">
                <a:extLst>
                  <a:ext uri="{FF2B5EF4-FFF2-40B4-BE49-F238E27FC236}">
                    <a16:creationId xmlns:a16="http://schemas.microsoft.com/office/drawing/2014/main" id="{8AC31054-4CC9-49DD-BF6F-6209E7D3B3D6}"/>
                  </a:ext>
                </a:extLst>
              </p:cNvPr>
              <p:cNvSpPr txBox="1">
                <a:spLocks noRot="1" noChangeAspect="1" noMove="1" noResize="1" noEditPoints="1" noAdjustHandles="1" noChangeArrowheads="1" noChangeShapeType="1" noTextEdit="1"/>
              </p:cNvSpPr>
              <p:nvPr>
                <p:custDataLst>
                  <p:tags r:id="rId9"/>
                </p:custDataLst>
              </p:nvPr>
            </p:nvSpPr>
            <p:spPr>
              <a:xfrm>
                <a:off x="1381059" y="1545714"/>
                <a:ext cx="10348485" cy="2156681"/>
              </a:xfrm>
              <a:prstGeom prst="rect">
                <a:avLst/>
              </a:prstGeom>
              <a:blipFill>
                <a:blip r:embed="rId10"/>
                <a:stretch>
                  <a:fillRect l="-1061" b="-1983"/>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D5926BF9-0568-38A0-82EF-18BD9841F7D9}"/>
              </a:ext>
            </a:extLst>
          </p:cNvPr>
          <p:cNvSpPr txBox="1"/>
          <p:nvPr>
            <p:custDataLst>
              <p:tags r:id="rId4"/>
            </p:custDataLst>
          </p:nvPr>
        </p:nvSpPr>
        <p:spPr>
          <a:xfrm>
            <a:off x="1499912" y="3817934"/>
            <a:ext cx="9851260" cy="1992790"/>
          </a:xfrm>
          <a:prstGeom prst="rect">
            <a:avLst/>
          </a:prstGeom>
          <a:noFill/>
        </p:spPr>
        <p:txBody>
          <a:bodyPr wrap="square">
            <a:spAutoFit/>
          </a:bodyPr>
          <a:lstStyle/>
          <a:p>
            <a:pPr indent="917764" algn="just" defTabSz="457200">
              <a:lnSpc>
                <a:spcPts val="3800"/>
              </a:lnSpc>
            </a:pPr>
            <a:r>
              <a:rPr lang="zh-CN" altLang="zh-CN" sz="2600" kern="100">
                <a:solidFill>
                  <a:prstClr val="white"/>
                </a:solidFill>
                <a:latin typeface="Times New Roman"/>
                <a:ea typeface="微软雅黑" panose="020B0503020204020204" charset="-122"/>
                <a:cs typeface="Times New Roman" panose="02020603050405020304" pitchFamily="18" charset="0"/>
              </a:rPr>
              <a:t>设人离右边山崖距离为</a:t>
            </a:r>
            <a:r>
              <a:rPr lang="en-US" altLang="zh-CN" sz="2600" i="1" kern="100">
                <a:solidFill>
                  <a:prstClr val="white"/>
                </a:solidFill>
                <a:latin typeface="Times New Roman"/>
                <a:ea typeface="微软雅黑" panose="020B0503020204020204" charset="-122"/>
                <a:cs typeface="Courier New" panose="02070309020205020404" pitchFamily="49" charset="0"/>
              </a:rPr>
              <a:t>s</a:t>
            </a:r>
            <a:r>
              <a:rPr lang="en-US" altLang="zh-CN" sz="2600" kern="100" baseline="-25000">
                <a:solidFill>
                  <a:prstClr val="white"/>
                </a:solidFill>
                <a:latin typeface="Times New Roman"/>
                <a:ea typeface="微软雅黑" panose="020B0503020204020204" charset="-122"/>
                <a:cs typeface="Courier New" panose="02070309020205020404" pitchFamily="49" charset="0"/>
              </a:rPr>
              <a:t>1</a:t>
            </a:r>
            <a:r>
              <a:rPr lang="zh-CN" altLang="zh-CN" sz="2600" kern="100">
                <a:solidFill>
                  <a:prstClr val="white"/>
                </a:solidFill>
                <a:latin typeface="Times New Roman"/>
                <a:ea typeface="微软雅黑" panose="020B0503020204020204" charset="-122"/>
                <a:cs typeface="Times New Roman" panose="02020603050405020304" pitchFamily="18" charset="0"/>
              </a:rPr>
              <a:t>，离左面山崖距离为</a:t>
            </a:r>
            <a:r>
              <a:rPr lang="en-US" altLang="zh-CN" sz="2600" i="1" kern="100">
                <a:solidFill>
                  <a:prstClr val="white"/>
                </a:solidFill>
                <a:latin typeface="Times New Roman"/>
                <a:ea typeface="微软雅黑" panose="020B0503020204020204" charset="-122"/>
                <a:cs typeface="Courier New" panose="02070309020205020404" pitchFamily="49" charset="0"/>
              </a:rPr>
              <a:t>s</a:t>
            </a:r>
            <a:r>
              <a:rPr lang="en-US" altLang="zh-CN" sz="2600" kern="100" baseline="-25000">
                <a:solidFill>
                  <a:prstClr val="white"/>
                </a:solidFill>
                <a:latin typeface="Times New Roman"/>
                <a:ea typeface="微软雅黑" panose="020B0503020204020204" charset="-122"/>
                <a:cs typeface="Courier New" panose="02070309020205020404" pitchFamily="49" charset="0"/>
              </a:rPr>
              <a:t>2</a:t>
            </a:r>
            <a:r>
              <a:rPr lang="zh-CN" altLang="zh-CN" sz="2600" kern="100">
                <a:solidFill>
                  <a:prstClr val="white"/>
                </a:solidFill>
                <a:latin typeface="Times New Roman"/>
                <a:ea typeface="微软雅黑" panose="020B0503020204020204" charset="-122"/>
                <a:cs typeface="Times New Roman" panose="02020603050405020304" pitchFamily="18" charset="0"/>
              </a:rPr>
              <a:t>，则</a:t>
            </a:r>
            <a:r>
              <a:rPr lang="zh-CN" altLang="en-US" sz="2600" kern="100">
                <a:solidFill>
                  <a:prstClr val="white"/>
                </a:solidFill>
                <a:latin typeface="Times New Roman"/>
                <a:ea typeface="微软雅黑" panose="020B0503020204020204" charset="-122"/>
                <a:cs typeface="Times New Roman" panose="02020603050405020304" pitchFamily="18" charset="0"/>
              </a:rPr>
              <a:t>声音通过的总距离</a:t>
            </a:r>
            <a:r>
              <a:rPr lang="en-US" altLang="zh-CN" sz="2600" kern="100">
                <a:solidFill>
                  <a:prstClr val="white"/>
                </a:solidFill>
                <a:latin typeface="Times New Roman"/>
                <a:ea typeface="微软雅黑" panose="020B0503020204020204" charset="-122"/>
                <a:cs typeface="Times New Roman" panose="02020603050405020304" pitchFamily="18" charset="0"/>
              </a:rPr>
              <a:t>   </a:t>
            </a:r>
            <a:r>
              <a:rPr lang="en-US" altLang="zh-CN" sz="2600" i="1" kern="100">
                <a:solidFill>
                  <a:prstClr val="white"/>
                </a:solidFill>
                <a:latin typeface="Times New Roman"/>
                <a:ea typeface="微软雅黑" panose="020B0503020204020204" charset="-122"/>
                <a:cs typeface="Courier New" panose="02070309020205020404" pitchFamily="49" charset="0"/>
              </a:rPr>
              <a:t>s</a:t>
            </a:r>
            <a:r>
              <a:rPr lang="zh-CN" altLang="zh-CN" sz="2600" kern="100">
                <a:solidFill>
                  <a:prstClr val="white"/>
                </a:solidFill>
                <a:latin typeface="Times New Roman"/>
                <a:ea typeface="微软雅黑" panose="020B0503020204020204" charset="-122"/>
                <a:cs typeface="Times New Roman" panose="02020603050405020304" pitchFamily="18" charset="0"/>
              </a:rPr>
              <a:t>＝</a:t>
            </a:r>
            <a:r>
              <a:rPr lang="en-US" altLang="zh-CN" sz="2600" i="1" kern="100">
                <a:solidFill>
                  <a:prstClr val="white"/>
                </a:solidFill>
                <a:latin typeface="Times New Roman"/>
                <a:ea typeface="微软雅黑" panose="020B0503020204020204" charset="-122"/>
                <a:cs typeface="Courier New" panose="02070309020205020404" pitchFamily="49" charset="0"/>
              </a:rPr>
              <a:t>s</a:t>
            </a:r>
            <a:r>
              <a:rPr lang="en-US" altLang="zh-CN" sz="2600" kern="100" baseline="-25000">
                <a:solidFill>
                  <a:prstClr val="white"/>
                </a:solidFill>
                <a:latin typeface="Times New Roman"/>
                <a:ea typeface="微软雅黑" panose="020B0503020204020204" charset="-122"/>
                <a:cs typeface="Courier New" panose="02070309020205020404" pitchFamily="49" charset="0"/>
              </a:rPr>
              <a:t>1</a:t>
            </a:r>
            <a:r>
              <a:rPr lang="zh-CN" altLang="zh-CN" sz="2600" kern="100">
                <a:solidFill>
                  <a:prstClr val="white"/>
                </a:solidFill>
                <a:latin typeface="Times New Roman"/>
                <a:ea typeface="微软雅黑" panose="020B0503020204020204" charset="-122"/>
                <a:cs typeface="Times New Roman" panose="02020603050405020304" pitchFamily="18" charset="0"/>
              </a:rPr>
              <a:t>＋</a:t>
            </a:r>
            <a:r>
              <a:rPr lang="en-US" altLang="zh-CN" sz="2600" i="1" kern="100">
                <a:solidFill>
                  <a:prstClr val="white"/>
                </a:solidFill>
                <a:latin typeface="Times New Roman"/>
                <a:ea typeface="微软雅黑" panose="020B0503020204020204" charset="-122"/>
                <a:cs typeface="Courier New" panose="02070309020205020404" pitchFamily="49" charset="0"/>
              </a:rPr>
              <a:t>s</a:t>
            </a:r>
            <a:r>
              <a:rPr lang="en-US" altLang="zh-CN" sz="2600" kern="100" baseline="-25000">
                <a:solidFill>
                  <a:prstClr val="white"/>
                </a:solidFill>
                <a:latin typeface="Times New Roman"/>
                <a:ea typeface="微软雅黑" panose="020B0503020204020204" charset="-122"/>
                <a:cs typeface="Courier New" panose="02070309020205020404" pitchFamily="49" charset="0"/>
              </a:rPr>
              <a:t>2</a:t>
            </a:r>
            <a:r>
              <a:rPr lang="zh-CN" altLang="zh-CN" sz="2600" kern="100">
                <a:solidFill>
                  <a:prstClr val="white"/>
                </a:solidFill>
                <a:latin typeface="Times New Roman"/>
                <a:ea typeface="微软雅黑" panose="020B0503020204020204" charset="-122"/>
                <a:cs typeface="Times New Roman" panose="02020603050405020304" pitchFamily="18" charset="0"/>
              </a:rPr>
              <a:t>＝</a:t>
            </a:r>
            <a:r>
              <a:rPr lang="en-US" altLang="zh-CN" sz="2600" i="1" kern="100">
                <a:solidFill>
                  <a:prstClr val="white"/>
                </a:solidFill>
                <a:latin typeface="Times New Roman"/>
                <a:ea typeface="微软雅黑" panose="020B0503020204020204" charset="-122"/>
                <a:cs typeface="Courier New" panose="02070309020205020404" pitchFamily="49" charset="0"/>
              </a:rPr>
              <a:t>vt</a:t>
            </a:r>
            <a:r>
              <a:rPr lang="en-US" altLang="zh-CN" sz="2600" kern="100" baseline="-25000">
                <a:solidFill>
                  <a:prstClr val="white"/>
                </a:solidFill>
                <a:latin typeface="Times New Roman"/>
                <a:ea typeface="微软雅黑" panose="020B0503020204020204" charset="-122"/>
                <a:cs typeface="Courier New" panose="02070309020205020404" pitchFamily="49" charset="0"/>
              </a:rPr>
              <a:t>1</a:t>
            </a:r>
            <a:r>
              <a:rPr lang="zh-CN" altLang="zh-CN" sz="2600" kern="100">
                <a:solidFill>
                  <a:prstClr val="white"/>
                </a:solidFill>
                <a:latin typeface="Times New Roman"/>
                <a:ea typeface="微软雅黑" panose="020B0503020204020204" charset="-122"/>
                <a:cs typeface="Times New Roman" panose="02020603050405020304" pitchFamily="18" charset="0"/>
              </a:rPr>
              <a:t>＋</a:t>
            </a:r>
            <a:r>
              <a:rPr lang="en-US" altLang="zh-CN" sz="2600" i="1" kern="100">
                <a:solidFill>
                  <a:prstClr val="white"/>
                </a:solidFill>
                <a:latin typeface="Times New Roman"/>
                <a:ea typeface="微软雅黑" panose="020B0503020204020204" charset="-122"/>
                <a:cs typeface="Courier New" panose="02070309020205020404" pitchFamily="49" charset="0"/>
              </a:rPr>
              <a:t>vt</a:t>
            </a:r>
            <a:r>
              <a:rPr lang="en-US" altLang="zh-CN" sz="2600" kern="100" baseline="-25000">
                <a:solidFill>
                  <a:prstClr val="white"/>
                </a:solidFill>
                <a:latin typeface="Times New Roman"/>
                <a:ea typeface="微软雅黑" panose="020B0503020204020204" charset="-122"/>
                <a:cs typeface="Courier New" panose="02070309020205020404" pitchFamily="49" charset="0"/>
              </a:rPr>
              <a:t>2</a:t>
            </a:r>
            <a:r>
              <a:rPr lang="zh-CN" altLang="zh-CN" sz="2600" kern="100">
                <a:solidFill>
                  <a:prstClr val="white"/>
                </a:solidFill>
                <a:latin typeface="Times New Roman"/>
                <a:ea typeface="微软雅黑" panose="020B0503020204020204" charset="-122"/>
                <a:cs typeface="Times New Roman" panose="02020603050405020304" pitchFamily="18" charset="0"/>
              </a:rPr>
              <a:t>＝</a:t>
            </a:r>
            <a:r>
              <a:rPr lang="en-US" altLang="zh-CN" sz="2600" i="1" kern="100">
                <a:solidFill>
                  <a:prstClr val="white"/>
                </a:solidFill>
                <a:latin typeface="Times New Roman"/>
                <a:ea typeface="微软雅黑" panose="020B0503020204020204" charset="-122"/>
                <a:cs typeface="Courier New" panose="02070309020205020404" pitchFamily="49" charset="0"/>
              </a:rPr>
              <a:t>v</a:t>
            </a:r>
            <a:r>
              <a:rPr lang="zh-CN" altLang="en-US" sz="2600" kern="100">
                <a:solidFill>
                  <a:prstClr val="white"/>
                </a:solidFill>
                <a:latin typeface="Times New Roman"/>
                <a:ea typeface="微软雅黑" panose="020B0503020204020204" charset="-122"/>
                <a:cs typeface="Courier New" panose="02070309020205020404" pitchFamily="49" charset="0"/>
              </a:rPr>
              <a:t>（</a:t>
            </a:r>
            <a:r>
              <a:rPr lang="en-US" altLang="zh-CN" sz="2600" i="1" kern="100">
                <a:solidFill>
                  <a:prstClr val="white"/>
                </a:solidFill>
                <a:latin typeface="Times New Roman"/>
                <a:ea typeface="微软雅黑" panose="020B0503020204020204" charset="-122"/>
                <a:cs typeface="Courier New" panose="02070309020205020404" pitchFamily="49" charset="0"/>
              </a:rPr>
              <a:t>t</a:t>
            </a:r>
            <a:r>
              <a:rPr lang="en-US" altLang="zh-CN" sz="2600" kern="100" baseline="-25000">
                <a:solidFill>
                  <a:prstClr val="white"/>
                </a:solidFill>
                <a:latin typeface="Times New Roman"/>
                <a:ea typeface="微软雅黑" panose="020B0503020204020204" charset="-122"/>
                <a:cs typeface="Courier New" panose="02070309020205020404" pitchFamily="49" charset="0"/>
              </a:rPr>
              <a:t>1</a:t>
            </a:r>
            <a:r>
              <a:rPr lang="zh-CN" altLang="zh-CN" sz="2600" kern="100">
                <a:solidFill>
                  <a:prstClr val="white"/>
                </a:solidFill>
                <a:latin typeface="Times New Roman"/>
                <a:ea typeface="微软雅黑" panose="020B0503020204020204" charset="-122"/>
                <a:cs typeface="Times New Roman" panose="02020603050405020304" pitchFamily="18" charset="0"/>
              </a:rPr>
              <a:t>＋</a:t>
            </a:r>
            <a:r>
              <a:rPr lang="en-US" altLang="zh-CN" sz="2600" i="1" kern="100">
                <a:solidFill>
                  <a:prstClr val="white"/>
                </a:solidFill>
                <a:latin typeface="Times New Roman"/>
                <a:ea typeface="微软雅黑" panose="020B0503020204020204" charset="-122"/>
                <a:cs typeface="Courier New" panose="02070309020205020404" pitchFamily="49" charset="0"/>
              </a:rPr>
              <a:t>t</a:t>
            </a:r>
            <a:r>
              <a:rPr lang="en-US" altLang="zh-CN" sz="2600" kern="100" baseline="-25000">
                <a:solidFill>
                  <a:prstClr val="white"/>
                </a:solidFill>
                <a:latin typeface="Times New Roman"/>
                <a:ea typeface="微软雅黑" panose="020B0503020204020204" charset="-122"/>
                <a:cs typeface="Courier New" panose="02070309020205020404" pitchFamily="49" charset="0"/>
              </a:rPr>
              <a:t>2</a:t>
            </a:r>
            <a:r>
              <a:rPr lang="zh-CN" altLang="en-US" sz="2600" kern="100">
                <a:solidFill>
                  <a:prstClr val="white"/>
                </a:solidFill>
                <a:latin typeface="Times New Roman"/>
                <a:ea typeface="微软雅黑" panose="020B0503020204020204" charset="-122"/>
                <a:cs typeface="Courier New" panose="02070309020205020404" pitchFamily="49" charset="0"/>
              </a:rPr>
              <a:t>）</a:t>
            </a:r>
            <a:endParaRPr lang="en-US" altLang="zh-CN" sz="2600" kern="100">
              <a:solidFill>
                <a:prstClr val="white"/>
              </a:solidFill>
              <a:latin typeface="Times New Roman"/>
              <a:ea typeface="微软雅黑" panose="020B0503020204020204" charset="-122"/>
              <a:cs typeface="Courier New" panose="02070309020205020404" pitchFamily="49" charset="0"/>
            </a:endParaRPr>
          </a:p>
          <a:p>
            <a:pPr indent="917764" algn="just" defTabSz="457200">
              <a:lnSpc>
                <a:spcPts val="3800"/>
              </a:lnSpc>
            </a:pPr>
            <a:r>
              <a:rPr lang="en-US" altLang="zh-CN" sz="2600" kern="100">
                <a:solidFill>
                  <a:prstClr val="white"/>
                </a:solidFill>
                <a:latin typeface="Times New Roman"/>
                <a:ea typeface="微软雅黑" panose="020B0503020204020204" charset="-122"/>
                <a:cs typeface="Courier New" panose="02070309020205020404" pitchFamily="49" charset="0"/>
              </a:rPr>
              <a:t>             =340m/s×</a:t>
            </a:r>
            <a:r>
              <a:rPr lang="zh-CN" altLang="en-US" sz="2600" kern="100">
                <a:solidFill>
                  <a:prstClr val="white"/>
                </a:solidFill>
                <a:latin typeface="Times New Roman"/>
                <a:ea typeface="微软雅黑" panose="020B0503020204020204" charset="-122"/>
                <a:cs typeface="Courier New" panose="02070309020205020404" pitchFamily="49" charset="0"/>
              </a:rPr>
              <a:t>（</a:t>
            </a:r>
            <a:r>
              <a:rPr lang="en-US" altLang="zh-CN" sz="2600" kern="100">
                <a:solidFill>
                  <a:prstClr val="white"/>
                </a:solidFill>
                <a:latin typeface="Times New Roman"/>
                <a:ea typeface="微软雅黑" panose="020B0503020204020204" charset="-122"/>
                <a:cs typeface="Courier New" panose="02070309020205020404" pitchFamily="49" charset="0"/>
              </a:rPr>
              <a:t>0.3s+0.7s</a:t>
            </a:r>
            <a:r>
              <a:rPr lang="zh-CN" altLang="en-US" sz="2600" kern="100">
                <a:solidFill>
                  <a:prstClr val="white"/>
                </a:solidFill>
                <a:latin typeface="Times New Roman"/>
                <a:ea typeface="微软雅黑" panose="020B0503020204020204" charset="-122"/>
                <a:cs typeface="Courier New" panose="02070309020205020404" pitchFamily="49" charset="0"/>
              </a:rPr>
              <a:t>）</a:t>
            </a:r>
            <a:r>
              <a:rPr lang="en-US" altLang="zh-CN" sz="2600" kern="100">
                <a:solidFill>
                  <a:prstClr val="white"/>
                </a:solidFill>
                <a:latin typeface="Times New Roman"/>
                <a:ea typeface="微软雅黑" panose="020B0503020204020204" charset="-122"/>
                <a:cs typeface="Courier New" panose="02070309020205020404" pitchFamily="49" charset="0"/>
              </a:rPr>
              <a:t>=340m</a:t>
            </a:r>
            <a:endParaRPr lang="zh-CN" altLang="zh-CN" sz="2600" kern="100">
              <a:solidFill>
                <a:prstClr val="white"/>
              </a:solidFill>
              <a:latin typeface="Times New Roman"/>
              <a:ea typeface="微软雅黑" panose="020B0503020204020204" charset="-122"/>
              <a:cs typeface="Courier New" panose="02070309020205020404" pitchFamily="49" charset="0"/>
            </a:endParaRPr>
          </a:p>
          <a:p>
            <a:pPr indent="917764" algn="just" defTabSz="457200">
              <a:lnSpc>
                <a:spcPts val="3800"/>
              </a:lnSpc>
            </a:pPr>
            <a:r>
              <a:rPr lang="zh-CN" altLang="en-US" sz="2600" kern="100">
                <a:solidFill>
                  <a:srgbClr val="FFFF00"/>
                </a:solidFill>
                <a:latin typeface="Times New Roman"/>
                <a:ea typeface="微软雅黑" panose="020B0503020204020204" charset="-122"/>
                <a:cs typeface="Times New Roman" panose="02020603050405020304" pitchFamily="18" charset="0"/>
              </a:rPr>
              <a:t>所以</a:t>
            </a:r>
            <a:r>
              <a:rPr lang="zh-CN" altLang="zh-CN" sz="2600" kern="100">
                <a:solidFill>
                  <a:srgbClr val="FFFF00"/>
                </a:solidFill>
                <a:latin typeface="Times New Roman"/>
                <a:ea typeface="微软雅黑" panose="020B0503020204020204" charset="-122"/>
                <a:cs typeface="Times New Roman" panose="02020603050405020304" pitchFamily="18" charset="0"/>
              </a:rPr>
              <a:t>山谷宽度</a:t>
            </a:r>
            <a:r>
              <a:rPr lang="en-US" altLang="zh-CN" sz="2600" kern="100">
                <a:solidFill>
                  <a:srgbClr val="FFFF00"/>
                </a:solidFill>
                <a:latin typeface="Times New Roman"/>
                <a:ea typeface="微软雅黑" panose="020B0503020204020204" charset="-122"/>
                <a:cs typeface="Times New Roman" panose="02020603050405020304" pitchFamily="18" charset="0"/>
              </a:rPr>
              <a:t>    </a:t>
            </a:r>
            <a:r>
              <a:rPr lang="en-US" altLang="zh-CN" sz="2600" i="1" kern="100">
                <a:solidFill>
                  <a:srgbClr val="FFFF00"/>
                </a:solidFill>
                <a:latin typeface="Times New Roman"/>
                <a:ea typeface="微软雅黑" panose="020B0503020204020204" charset="-122"/>
                <a:cs typeface="Courier New" panose="02070309020205020404" pitchFamily="49" charset="0"/>
              </a:rPr>
              <a:t>s</a:t>
            </a:r>
            <a:r>
              <a:rPr lang="zh-CN" altLang="en-US" sz="2600" kern="100" baseline="-25000">
                <a:solidFill>
                  <a:srgbClr val="FFFF00"/>
                </a:solidFill>
                <a:latin typeface="Times New Roman"/>
                <a:ea typeface="微软雅黑" panose="020B0503020204020204" charset="-122"/>
                <a:cs typeface="Courier New" panose="02070309020205020404" pitchFamily="49" charset="0"/>
              </a:rPr>
              <a:t>山</a:t>
            </a:r>
            <a:r>
              <a:rPr lang="en-US" altLang="zh-CN" sz="2600" i="1" kern="100">
                <a:solidFill>
                  <a:srgbClr val="FFFF00"/>
                </a:solidFill>
                <a:latin typeface="Times New Roman"/>
                <a:ea typeface="微软雅黑" panose="020B0503020204020204" charset="-122"/>
                <a:cs typeface="Courier New" panose="02070309020205020404" pitchFamily="49" charset="0"/>
              </a:rPr>
              <a:t>=s/</a:t>
            </a:r>
            <a:r>
              <a:rPr lang="en-US" altLang="zh-CN" sz="2600" kern="100">
                <a:solidFill>
                  <a:srgbClr val="FFFF00"/>
                </a:solidFill>
                <a:latin typeface="Times New Roman"/>
                <a:ea typeface="微软雅黑" panose="020B0503020204020204" charset="-122"/>
                <a:cs typeface="Courier New" panose="02070309020205020404" pitchFamily="49" charset="0"/>
              </a:rPr>
              <a:t>2=170m</a:t>
            </a:r>
            <a:endParaRPr lang="zh-CN" altLang="zh-CN" sz="2600" kern="100">
              <a:solidFill>
                <a:srgbClr val="FFFF00"/>
              </a:solidFill>
              <a:latin typeface="Times New Roman"/>
              <a:ea typeface="微软雅黑" panose="020B0503020204020204" charset="-122"/>
              <a:cs typeface="Courier New" panose="02070309020205020404" pitchFamily="49" charset="0"/>
            </a:endParaRPr>
          </a:p>
        </p:txBody>
      </p:sp>
      <p:pic>
        <p:nvPicPr>
          <p:cNvPr id="5" name="图片 4" descr="cbe3eb76672406fabbe30586b58813d">
            <a:extLst>
              <a:ext uri="{FF2B5EF4-FFF2-40B4-BE49-F238E27FC236}">
                <a16:creationId xmlns:a16="http://schemas.microsoft.com/office/drawing/2014/main" id="{2B573DD7-C837-84DA-261D-611CB7BE6693}"/>
              </a:ext>
            </a:extLst>
          </p:cNvPr>
          <p:cNvPicPr>
            <a:picLocks noChangeAspect="1"/>
          </p:cNvPicPr>
          <p:nvPr/>
        </p:nvPicPr>
        <p:blipFill>
          <a:blip r:embed="rId11"/>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64631965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1000"/>
                                        <p:tgtEl>
                                          <p:spTgt spid="3">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wipe(left)">
                                      <p:cBhvr>
                                        <p:cTn id="21" dur="750"/>
                                        <p:tgtEl>
                                          <p:spTgt spid="3">
                                            <p:txEl>
                                              <p:pRg st="2" end="2"/>
                                            </p:txEl>
                                          </p:spTgt>
                                        </p:tgtEl>
                                      </p:cBhvr>
                                    </p:animEffect>
                                  </p:childTnLst>
                                </p:cTn>
                              </p:par>
                            </p:childTnLst>
                          </p:cTn>
                        </p:par>
                      </p:childTnLst>
                    </p:cTn>
                  </p:par>
                  <p:par>
                    <p:cTn id="22" fill="hold" nodeType="clickPar">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
                                            <p:txEl>
                                              <p:pRg st="0" end="0"/>
                                            </p:txEl>
                                          </p:spTgt>
                                        </p:tgtEl>
                                        <p:attrNameLst>
                                          <p:attrName>style.visibility</p:attrName>
                                        </p:attrNameLst>
                                      </p:cBhvr>
                                      <p:to>
                                        <p:strVal val="visible"/>
                                      </p:to>
                                    </p:set>
                                    <p:animEffect transition="in" filter="wipe(left)">
                                      <p:cBhvr>
                                        <p:cTn id="26" dur="1500"/>
                                        <p:tgtEl>
                                          <p:spTgt spid="4">
                                            <p:txEl>
                                              <p:pRg st="0" end="0"/>
                                            </p:txEl>
                                          </p:spTgt>
                                        </p:tgtEl>
                                      </p:cBhvr>
                                    </p:animEffect>
                                  </p:childTnLst>
                                </p:cTn>
                              </p:par>
                            </p:childTnLst>
                          </p:cTn>
                        </p:par>
                      </p:childTnLst>
                    </p:cTn>
                  </p:par>
                  <p:par>
                    <p:cTn id="27" fill="hold" nodeType="clickPar">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animEffect transition="in" filter="wipe(left)">
                                      <p:cBhvr>
                                        <p:cTn id="31" dur="1250"/>
                                        <p:tgtEl>
                                          <p:spTgt spid="4">
                                            <p:txEl>
                                              <p:pRg st="1" end="1"/>
                                            </p:txEl>
                                          </p:spTgt>
                                        </p:tgtEl>
                                      </p:cBhvr>
                                    </p:animEffect>
                                  </p:childTnLst>
                                </p:cTn>
                              </p:par>
                            </p:childTnLst>
                          </p:cTn>
                        </p:par>
                      </p:childTnLst>
                    </p:cTn>
                  </p:par>
                  <p:par>
                    <p:cTn id="32" fill="hold" nodeType="clickPar">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4">
                                            <p:txEl>
                                              <p:pRg st="2" end="2"/>
                                            </p:txEl>
                                          </p:spTgt>
                                        </p:tgtEl>
                                        <p:attrNameLst>
                                          <p:attrName>style.visibility</p:attrName>
                                        </p:attrNameLst>
                                      </p:cBhvr>
                                      <p:to>
                                        <p:strVal val="visible"/>
                                      </p:to>
                                    </p:set>
                                    <p:animEffect transition="in" filter="wipe(left)">
                                      <p:cBhvr>
                                        <p:cTn id="36" dur="1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custDataLst>
              <p:tags r:id="rId1"/>
            </p:custDataLst>
          </p:nvPr>
        </p:nvSpPr>
        <p:spPr>
          <a:xfrm>
            <a:off x="0" y="2143991"/>
            <a:ext cx="12240348" cy="2815938"/>
          </a:xfrm>
          <a:prstGeom prst="rect">
            <a:avLst/>
          </a:prstGeom>
          <a:solidFill>
            <a:srgbClr val="37496B"/>
          </a:solidFill>
          <a:ln w="12700" cap="flat" cmpd="sng" algn="ctr">
            <a:noFill/>
            <a:prstDash val="solid"/>
            <a:miter lim="800000"/>
          </a:ln>
          <a:effectLst>
            <a:outerShdw blurRad="190500" dist="63500" dir="2700000" algn="tl" rotWithShape="0">
              <a:prstClr val="black">
                <a:alpha val="25000"/>
              </a:prstClr>
            </a:outerShdw>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阿里巴巴普惠体"/>
              <a:ea typeface="阿里巴巴普惠体"/>
              <a:cs typeface="+mn-cs"/>
            </a:endParaRPr>
          </a:p>
        </p:txBody>
      </p:sp>
      <p:sp>
        <p:nvSpPr>
          <p:cNvPr id="8" name="文本框 7"/>
          <p:cNvSpPr txBox="1"/>
          <p:nvPr>
            <p:custDataLst>
              <p:tags r:id="rId2"/>
            </p:custDataLst>
          </p:nvPr>
        </p:nvSpPr>
        <p:spPr>
          <a:xfrm>
            <a:off x="4388191" y="3147567"/>
            <a:ext cx="7039485" cy="707886"/>
          </a:xfrm>
          <a:prstGeom prst="rect">
            <a:avLst/>
          </a:prstGeom>
          <a:noFill/>
        </p:spPr>
        <p:txBody>
          <a:bodyPr wrap="square" rtlCol="0">
            <a:spAutoFit/>
          </a:bodyPr>
          <a:lstStyle/>
          <a:p>
            <a:pPr lvl="0" algn="ctr">
              <a:defRPr/>
            </a:pPr>
            <a:r>
              <a:rPr lang="zh-CN" altLang="en-US" sz="4000" b="1" kern="0">
                <a:solidFill>
                  <a:srgbClr val="FFC000"/>
                </a:solidFill>
                <a:effectLst>
                  <a:outerShdw blurRad="25400" dist="25400" dir="2700000" algn="tl">
                    <a:srgbClr val="000000">
                      <a:alpha val="25000"/>
                    </a:srgbClr>
                  </a:outerShdw>
                </a:effectLst>
                <a:latin typeface="微软雅黑" panose="020B0503020204020204" pitchFamily="34" charset="-122"/>
                <a:cs typeface="Aparajita" panose="020B0604020202020204" pitchFamily="34" charset="0"/>
              </a:rPr>
              <a:t>第二节  声音的特性</a:t>
            </a:r>
            <a:endParaRPr kumimoji="0" lang="zh-CN" altLang="en-US" sz="3500" b="1" i="0" u="none" strike="noStrike" kern="0" cap="none" spc="0" normalizeH="0" baseline="0" noProof="0">
              <a:ln>
                <a:noFill/>
              </a:ln>
              <a:solidFill>
                <a:srgbClr val="FFC000"/>
              </a:solidFill>
              <a:effectLst>
                <a:outerShdw blurRad="25400" dist="25400" dir="2700000" algn="tl">
                  <a:srgbClr val="000000">
                    <a:alpha val="25000"/>
                  </a:srgbClr>
                </a:outerShdw>
              </a:effectLst>
              <a:uLnTx/>
              <a:uFillTx/>
              <a:latin typeface="微软雅黑" panose="020B0503020204020204" pitchFamily="34" charset="-122"/>
              <a:ea typeface="微软雅黑" panose="020B0503020204020204" pitchFamily="34" charset="-122"/>
              <a:cs typeface="Aparajita" panose="020B0604020202020204" pitchFamily="34" charset="0"/>
            </a:endParaRPr>
          </a:p>
        </p:txBody>
      </p:sp>
      <p:sp>
        <p:nvSpPr>
          <p:cNvPr id="3" name="椭圆 2">
            <a:extLst>
              <a:ext uri="{FF2B5EF4-FFF2-40B4-BE49-F238E27FC236}">
                <a16:creationId xmlns:a16="http://schemas.microsoft.com/office/drawing/2014/main" id="{CBB6FF3E-6B6E-13FF-7853-341928FE8689}"/>
              </a:ext>
            </a:extLst>
          </p:cNvPr>
          <p:cNvSpPr/>
          <p:nvPr>
            <p:custDataLst>
              <p:tags r:id="rId3"/>
            </p:custDataLst>
          </p:nvPr>
        </p:nvSpPr>
        <p:spPr>
          <a:xfrm>
            <a:off x="868147" y="2552510"/>
            <a:ext cx="3664607" cy="1752979"/>
          </a:xfrm>
          <a:prstGeom prst="ellipse">
            <a:avLst/>
          </a:prstGeom>
          <a:blipFill>
            <a:blip r:embed="rId6">
              <a:extLst>
                <a:ext uri="{28A0092B-C50C-407E-A947-70E740481C1C}">
                  <a14:useLocalDpi xmlns:a14="http://schemas.microsoft.com/office/drawing/2010/main" val="0"/>
                </a:ext>
              </a:extLst>
            </a:blip>
            <a:stretch>
              <a:fillRect/>
            </a:stretch>
          </a:blip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a:ea typeface="微软雅黑" panose="020B0503020204020204" charset="-122"/>
              <a:cs typeface="+mn-cs"/>
            </a:endParaRPr>
          </a:p>
        </p:txBody>
      </p:sp>
      <p:sp>
        <p:nvSpPr>
          <p:cNvPr id="2" name="文本框 1">
            <a:extLst>
              <a:ext uri="{FF2B5EF4-FFF2-40B4-BE49-F238E27FC236}">
                <a16:creationId xmlns:a16="http://schemas.microsoft.com/office/drawing/2014/main" id="{E892250A-BE16-F864-E37C-8CEB491F6BB2}"/>
              </a:ext>
            </a:extLst>
          </p:cNvPr>
          <p:cNvSpPr txBox="1"/>
          <p:nvPr>
            <p:custDataLst>
              <p:tags r:id="rId4"/>
            </p:custDataLst>
          </p:nvPr>
        </p:nvSpPr>
        <p:spPr>
          <a:xfrm>
            <a:off x="345264" y="151763"/>
            <a:ext cx="3766383" cy="584775"/>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300" normalizeH="0" baseline="0" noProof="0">
                <a:ln>
                  <a:noFill/>
                </a:ln>
                <a:solidFill>
                  <a:srgbClr val="0070C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第一章    声现象</a:t>
            </a:r>
          </a:p>
        </p:txBody>
      </p:sp>
      <p:pic>
        <p:nvPicPr>
          <p:cNvPr id="4" name="图片 3" descr="cbe3eb76672406fabbe30586b58813d">
            <a:extLst>
              <a:ext uri="{FF2B5EF4-FFF2-40B4-BE49-F238E27FC236}">
                <a16:creationId xmlns:a16="http://schemas.microsoft.com/office/drawing/2014/main" id="{530EBFF4-488D-777F-F6F5-B7589D3CF276}"/>
              </a:ext>
            </a:extLst>
          </p:cNvPr>
          <p:cNvPicPr>
            <a:picLocks noChangeAspect="1"/>
          </p:cNvPicPr>
          <p:nvPr/>
        </p:nvPicPr>
        <p:blipFill>
          <a:blip r:embed="rId7"/>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8305109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1250"/>
                                        <p:tgtEl>
                                          <p:spTgt spid="12"/>
                                        </p:tgtEl>
                                      </p:cBhvr>
                                    </p:animEffect>
                                  </p:childTnLst>
                                </p:cTn>
                              </p:par>
                            </p:childTnLst>
                          </p:cTn>
                        </p:par>
                        <p:par>
                          <p:cTn id="8" fill="hold" nodeType="afterGroup">
                            <p:stCondLst>
                              <p:cond delay="1250"/>
                            </p:stCondLst>
                            <p:childTnLst>
                              <p:par>
                                <p:cTn id="9" presetID="16" presetClass="entr" presetSubtype="37"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outVertical)">
                                      <p:cBhvr>
                                        <p:cTn id="11" dur="500"/>
                                        <p:tgtEl>
                                          <p:spTgt spid="3"/>
                                        </p:tgtEl>
                                      </p:cBhvr>
                                    </p:animEffect>
                                  </p:childTnLst>
                                </p:cTn>
                              </p:par>
                              <p:par>
                                <p:cTn id="12" presetID="16" presetClass="entr" presetSubtype="21"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par>
                          <p:cTn id="15" fill="hold" nodeType="afterGroup">
                            <p:stCondLst>
                              <p:cond delay="175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8"/>
                                        </p:tgtEl>
                                        <p:attrNameLst>
                                          <p:attrName>style.visibility</p:attrName>
                                        </p:attrNameLst>
                                      </p:cBhvr>
                                      <p:to>
                                        <p:strVal val="visible"/>
                                      </p:to>
                                    </p:set>
                                    <p:anim calcmode="lin" valueType="num">
                                      <p:cBhvr>
                                        <p:cTn id="18" dur="125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19" dur="1250" fill="hold"/>
                                        <p:tgtEl>
                                          <p:spTgt spid="8"/>
                                        </p:tgtEl>
                                        <p:attrNameLst>
                                          <p:attrName>ppt_y</p:attrName>
                                        </p:attrNameLst>
                                      </p:cBhvr>
                                      <p:tavLst>
                                        <p:tav tm="0">
                                          <p:val>
                                            <p:strVal val="#ppt_y"/>
                                          </p:val>
                                        </p:tav>
                                        <p:tav tm="100000">
                                          <p:val>
                                            <p:strVal val="#ppt_y"/>
                                          </p:val>
                                        </p:tav>
                                      </p:tavLst>
                                    </p:anim>
                                    <p:anim calcmode="lin" valueType="num">
                                      <p:cBhvr>
                                        <p:cTn id="20" dur="125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21" dur="125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22" dur="1250" tmFilter="0,0; .5, 1; 1, 1"/>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8" grpId="0"/>
      <p:bldP spid="3" grpId="0" animBg="1"/>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72AA96-CA0B-375B-546D-0BE96DEDAA8A}"/>
              </a:ext>
            </a:extLst>
          </p:cNvPr>
          <p:cNvSpPr txBox="1"/>
          <p:nvPr>
            <p:custDataLst>
              <p:tags r:id="rId1"/>
            </p:custDataLst>
          </p:nvPr>
        </p:nvSpPr>
        <p:spPr>
          <a:xfrm>
            <a:off x="1178091" y="174077"/>
            <a:ext cx="2553937" cy="541880"/>
          </a:xfrm>
          <a:prstGeom prst="rect">
            <a:avLst/>
          </a:prstGeom>
          <a:noFill/>
        </p:spPr>
        <p:txBody>
          <a:bodyPr wrap="square" lIns="0" tIns="0" rIns="0" bIns="0" rtlCol="0">
            <a:spAutoFit/>
          </a:bodyPr>
          <a:lstStyle/>
          <a:p>
            <a:pPr fontAlgn="base">
              <a:lnSpc>
                <a:spcPct val="125000"/>
              </a:lnSpc>
            </a:pPr>
            <a:r>
              <a:rPr lang="zh-CN" altLang="en-US" sz="3100" b="1">
                <a:solidFill>
                  <a:srgbClr val="7030A0"/>
                </a:solidFill>
                <a:latin typeface="微软雅黑" panose="020B0503020204020204" pitchFamily="34" charset="-122"/>
                <a:ea typeface="微软雅黑" panose="020B0503020204020204" pitchFamily="34" charset="-122"/>
              </a:rPr>
              <a:t> 知识结构</a:t>
            </a:r>
            <a:endParaRPr lang="en-US" sz="3100" b="1">
              <a:solidFill>
                <a:srgbClr val="7030A0"/>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82F048B8-D950-304C-720F-F6A67E512566}"/>
              </a:ext>
            </a:extLst>
          </p:cNvPr>
          <p:cNvSpPr/>
          <p:nvPr>
            <p:custDataLst>
              <p:tags r:id="rId2"/>
            </p:custDataLst>
          </p:nvPr>
        </p:nvSpPr>
        <p:spPr>
          <a:xfrm>
            <a:off x="8394700" y="273749"/>
            <a:ext cx="3366376" cy="507831"/>
          </a:xfrm>
          <a:prstGeom prst="rect">
            <a:avLst/>
          </a:prstGeom>
          <a:noFill/>
        </p:spPr>
        <p:txBody>
          <a:bodyPr wrap="square" lIns="91440" tIns="45720" rIns="91440" bIns="45720">
            <a:spAutoFit/>
          </a:body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zh-CN" altLang="en-US" sz="2700" b="1" i="0" u="none" strike="noStrike" kern="1200" cap="none" spc="-150" normalizeH="0" baseline="0" noProof="0">
                <a:ln>
                  <a:noFill/>
                </a:ln>
                <a:solidFill>
                  <a:srgbClr val="0070C0"/>
                </a:solidFill>
                <a:effectLst/>
                <a:uLnTx/>
                <a:uFillTx/>
                <a:latin typeface="华文楷体" panose="02010600040101010101" pitchFamily="2" charset="-122"/>
                <a:ea typeface="华文楷体" panose="02010600040101010101" pitchFamily="2" charset="-122"/>
                <a:cs typeface="+mn-cs"/>
              </a:rPr>
              <a:t>第二节 声音的特性</a:t>
            </a:r>
          </a:p>
        </p:txBody>
      </p:sp>
      <p:pic>
        <p:nvPicPr>
          <p:cNvPr id="19" name="图片 18">
            <a:extLst>
              <a:ext uri="{FF2B5EF4-FFF2-40B4-BE49-F238E27FC236}">
                <a16:creationId xmlns:a16="http://schemas.microsoft.com/office/drawing/2014/main" id="{38ECF52F-14FA-7D65-4954-0701668B0592}"/>
              </a:ext>
            </a:extLst>
          </p:cNvPr>
          <p:cNvPicPr/>
          <p:nvPr>
            <p:custDataLst>
              <p:tags r:id="rId3"/>
            </p:custDataLst>
          </p:nvPr>
        </p:nvPicPr>
        <p:blipFill>
          <a:blip r:embed="rId34">
            <a:extLst>
              <a:ext uri="{BEBA8EAE-BF5A-486C-A8C5-ECC9F3942E4B}">
                <a14:imgProps xmlns:a14="http://schemas.microsoft.com/office/drawing/2010/main">
                  <a14:imgLayer r:embed="rId35">
                    <a14:imgEffect>
                      <a14:sharpenSoften amount="25000"/>
                    </a14:imgEffect>
                  </a14:imgLayer>
                </a14:imgProps>
              </a:ext>
              <a:ext uri="{28A0092B-C50C-407E-A947-70E740481C1C}">
                <a14:useLocalDpi xmlns:a14="http://schemas.microsoft.com/office/drawing/2010/main" val="0"/>
              </a:ext>
            </a:extLst>
          </a:blip>
          <a:stretch>
            <a:fillRect/>
          </a:stretch>
        </p:blipFill>
        <p:spPr>
          <a:xfrm>
            <a:off x="8705577" y="1047695"/>
            <a:ext cx="2889551" cy="1309432"/>
          </a:xfrm>
          <a:prstGeom prst="rect">
            <a:avLst/>
          </a:prstGeom>
        </p:spPr>
      </p:pic>
      <p:sp>
        <p:nvSpPr>
          <p:cNvPr id="21" name="矩形 20">
            <a:extLst>
              <a:ext uri="{FF2B5EF4-FFF2-40B4-BE49-F238E27FC236}">
                <a16:creationId xmlns:a16="http://schemas.microsoft.com/office/drawing/2014/main" id="{A4ED8688-D606-4431-9468-B1030C789626}"/>
              </a:ext>
            </a:extLst>
          </p:cNvPr>
          <p:cNvSpPr/>
          <p:nvPr>
            <p:custDataLst>
              <p:tags r:id="rId4"/>
            </p:custDataLst>
          </p:nvPr>
        </p:nvSpPr>
        <p:spPr>
          <a:xfrm>
            <a:off x="543744" y="2896792"/>
            <a:ext cx="569387" cy="1790220"/>
          </a:xfrm>
          <a:prstGeom prst="rect">
            <a:avLst/>
          </a:prstGeom>
          <a:solidFill>
            <a:srgbClr val="FFA8A8"/>
          </a:solidFill>
          <a:ln>
            <a:solidFill>
              <a:sysClr val="windowText" lastClr="000000"/>
            </a:solidFill>
          </a:ln>
        </p:spPr>
        <p:txBody>
          <a:bodyPr vert="eaVert" wrap="square">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2500" b="0" i="0" u="none" strike="noStrike" kern="100" cap="none" spc="0" normalizeH="0" baseline="0" noProof="0">
                <a:ln>
                  <a:noFill/>
                </a:ln>
                <a:effectLst/>
                <a:uLnTx/>
                <a:uFillTx/>
                <a:latin typeface="微软雅黑" panose="020B0503020204020204" charset="-122"/>
                <a:ea typeface="微软雅黑" panose="020B0503020204020204" charset="-122"/>
                <a:cs typeface="Times New Roman"/>
              </a:rPr>
              <a:t>声音的特性</a:t>
            </a:r>
          </a:p>
        </p:txBody>
      </p:sp>
      <p:sp>
        <p:nvSpPr>
          <p:cNvPr id="23" name="矩形 22">
            <a:extLst>
              <a:ext uri="{FF2B5EF4-FFF2-40B4-BE49-F238E27FC236}">
                <a16:creationId xmlns:a16="http://schemas.microsoft.com/office/drawing/2014/main" id="{121BDFAB-D2E6-4C92-A3D5-EE97A8590148}"/>
              </a:ext>
            </a:extLst>
          </p:cNvPr>
          <p:cNvSpPr/>
          <p:nvPr>
            <p:custDataLst>
              <p:tags r:id="rId5"/>
            </p:custDataLst>
          </p:nvPr>
        </p:nvSpPr>
        <p:spPr>
          <a:xfrm>
            <a:off x="1614640" y="3568764"/>
            <a:ext cx="907856" cy="446276"/>
          </a:xfrm>
          <a:prstGeom prst="rect">
            <a:avLst/>
          </a:prstGeom>
          <a:solidFill>
            <a:schemeClr val="accent6">
              <a:lumMod val="60000"/>
              <a:lumOff val="40000"/>
            </a:schemeClr>
          </a:solidFill>
          <a:ln w="9525">
            <a:solidFill>
              <a:sysClr val="windowText" lastClr="000000"/>
            </a:solidFill>
          </a:ln>
        </p:spPr>
        <p:txBody>
          <a:bodyPr wrap="square">
            <a:spAutoFit/>
          </a:bodyPr>
          <a:lstStyle/>
          <a:p>
            <a:pPr lvl="0" algn="ctr" defTabSz="457200">
              <a:defRPr/>
            </a:pPr>
            <a:r>
              <a:rPr lang="zh-CN" altLang="en-US" sz="2300" kern="0">
                <a:latin typeface="微软雅黑" panose="020B0503020204020204" charset="-122"/>
                <a:ea typeface="微软雅黑" panose="020B0503020204020204" charset="-122"/>
              </a:rPr>
              <a:t>音调</a:t>
            </a:r>
          </a:p>
        </p:txBody>
      </p:sp>
      <p:sp>
        <p:nvSpPr>
          <p:cNvPr id="24" name="矩形 23">
            <a:extLst>
              <a:ext uri="{FF2B5EF4-FFF2-40B4-BE49-F238E27FC236}">
                <a16:creationId xmlns:a16="http://schemas.microsoft.com/office/drawing/2014/main" id="{DBC272EA-C631-4A22-8C64-447C6B0E7272}"/>
              </a:ext>
            </a:extLst>
          </p:cNvPr>
          <p:cNvSpPr/>
          <p:nvPr>
            <p:custDataLst>
              <p:tags r:id="rId6"/>
            </p:custDataLst>
          </p:nvPr>
        </p:nvSpPr>
        <p:spPr>
          <a:xfrm>
            <a:off x="2799789" y="1581617"/>
            <a:ext cx="8276127" cy="3974293"/>
          </a:xfrm>
          <a:prstGeom prst="rect">
            <a:avLst/>
          </a:prstGeom>
        </p:spPr>
        <p:txBody>
          <a:bodyPr wrap="square">
            <a:spAutoFit/>
          </a:bodyPr>
          <a:lstStyle/>
          <a:p>
            <a:pPr lvl="0" defTabSz="457200">
              <a:lnSpc>
                <a:spcPts val="3600"/>
              </a:lnSpc>
            </a:pPr>
            <a:r>
              <a:rPr lang="zh-CN" altLang="en-US" sz="2400" kern="100">
                <a:latin typeface="微软雅黑" panose="020B0503020204020204" charset="-122"/>
                <a:ea typeface="微软雅黑" panose="020B0503020204020204" charset="-122"/>
                <a:cs typeface="Times New Roman"/>
              </a:rPr>
              <a:t>①响度：声音的强弱叫作响度</a:t>
            </a:r>
            <a:r>
              <a:rPr lang="en-US" altLang="zh-CN" sz="2400" kern="100">
                <a:latin typeface="微软雅黑" panose="020B0503020204020204" charset="-122"/>
                <a:ea typeface="微软雅黑" panose="020B0503020204020204" charset="-122"/>
                <a:cs typeface="Times New Roman"/>
              </a:rPr>
              <a:t>.</a:t>
            </a:r>
          </a:p>
          <a:p>
            <a:pPr lvl="0" defTabSz="457200">
              <a:lnSpc>
                <a:spcPts val="3600"/>
              </a:lnSpc>
            </a:pPr>
            <a:r>
              <a:rPr lang="zh-CN" altLang="en-US" sz="2400" kern="100">
                <a:latin typeface="微软雅黑" panose="020B0503020204020204" charset="-122"/>
                <a:ea typeface="微软雅黑" panose="020B0503020204020204" charset="-122"/>
                <a:cs typeface="Times New Roman"/>
              </a:rPr>
              <a:t>②影响因素：与</a:t>
            </a:r>
            <a:r>
              <a:rPr lang="zh-CN" altLang="en-US" sz="2400">
                <a:latin typeface="Times New Roman" panose="02020603050405020304" pitchFamily="18" charset="0"/>
                <a:cs typeface="Times New Roman" panose="02020603050405020304" pitchFamily="18" charset="0"/>
              </a:rPr>
              <a:t>振幅、传播距离和分散程度有关</a:t>
            </a:r>
            <a:r>
              <a:rPr lang="en-US" altLang="zh-CN" sz="2400" kern="100">
                <a:latin typeface="微软雅黑" panose="020B0503020204020204" charset="-122"/>
                <a:ea typeface="微软雅黑" panose="020B0503020204020204" charset="-122"/>
                <a:cs typeface="Times New Roman"/>
              </a:rPr>
              <a:t>.</a:t>
            </a:r>
            <a:endParaRPr lang="zh-CN" altLang="en-US" sz="2400" kern="100">
              <a:latin typeface="微软雅黑" panose="020B0503020204020204" charset="-122"/>
              <a:ea typeface="微软雅黑" panose="020B0503020204020204" charset="-122"/>
              <a:cs typeface="Times New Roman"/>
            </a:endParaRPr>
          </a:p>
          <a:p>
            <a:pPr lvl="0" defTabSz="457200">
              <a:lnSpc>
                <a:spcPts val="3600"/>
              </a:lnSpc>
            </a:pPr>
            <a:r>
              <a:rPr lang="zh-CN" altLang="en-US" sz="2400" kern="100">
                <a:latin typeface="微软雅黑" panose="020B0503020204020204" charset="-122"/>
                <a:ea typeface="微软雅黑" panose="020B0503020204020204" charset="-122"/>
                <a:cs typeface="Times New Roman"/>
              </a:rPr>
              <a:t>③波形图：振幅越大，响度越大；振幅越小，响度越小。</a:t>
            </a:r>
            <a:endParaRPr lang="en-US" altLang="zh-CN" sz="2400" kern="100">
              <a:latin typeface="微软雅黑" panose="020B0503020204020204" charset="-122"/>
              <a:ea typeface="微软雅黑" panose="020B0503020204020204" charset="-122"/>
              <a:cs typeface="Times New Roman"/>
            </a:endParaRPr>
          </a:p>
          <a:p>
            <a:pPr lvl="0" defTabSz="457200">
              <a:lnSpc>
                <a:spcPts val="3600"/>
              </a:lnSpc>
              <a:spcBef>
                <a:spcPts val="600"/>
              </a:spcBef>
            </a:pPr>
            <a:r>
              <a:rPr lang="zh-CN" altLang="en-US" sz="2400" kern="100">
                <a:solidFill>
                  <a:srgbClr val="0070C0"/>
                </a:solidFill>
                <a:latin typeface="微软雅黑" panose="020B0503020204020204" charset="-122"/>
                <a:ea typeface="微软雅黑" panose="020B0503020204020204" charset="-122"/>
                <a:cs typeface="Times New Roman"/>
              </a:rPr>
              <a:t>①声音的高低叫作音调</a:t>
            </a:r>
            <a:r>
              <a:rPr lang="en-US" altLang="zh-CN" sz="2400" kern="100">
                <a:solidFill>
                  <a:srgbClr val="0070C0"/>
                </a:solidFill>
                <a:latin typeface="微软雅黑" panose="020B0503020204020204" charset="-122"/>
                <a:ea typeface="微软雅黑" panose="020B0503020204020204" charset="-122"/>
                <a:cs typeface="Times New Roman"/>
              </a:rPr>
              <a:t>.</a:t>
            </a:r>
          </a:p>
          <a:p>
            <a:pPr defTabSz="457200">
              <a:lnSpc>
                <a:spcPts val="3600"/>
              </a:lnSpc>
            </a:pPr>
            <a:r>
              <a:rPr lang="zh-CN" altLang="en-US" sz="2400" kern="100">
                <a:solidFill>
                  <a:srgbClr val="0070C0"/>
                </a:solidFill>
                <a:latin typeface="微软雅黑" panose="020B0503020204020204" charset="-122"/>
                <a:ea typeface="微软雅黑" panose="020B0503020204020204" charset="-122"/>
                <a:cs typeface="Times New Roman"/>
              </a:rPr>
              <a:t>②影响因素：</a:t>
            </a:r>
            <a:r>
              <a:rPr lang="zh-CN" altLang="en-US" sz="2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频率决定声音的音调</a:t>
            </a:r>
            <a:r>
              <a:rPr lang="en-US" altLang="zh-CN" sz="2400" kern="100">
                <a:solidFill>
                  <a:srgbClr val="0070C0"/>
                </a:solidFill>
                <a:latin typeface="微软雅黑" panose="020B0503020204020204" charset="-122"/>
                <a:ea typeface="微软雅黑" panose="020B0503020204020204" charset="-122"/>
                <a:cs typeface="Times New Roman"/>
              </a:rPr>
              <a:t>.</a:t>
            </a:r>
            <a:endParaRPr kumimoji="0" lang="en-US" altLang="zh-CN" sz="2400" b="0" i="0" u="none" strike="noStrike" kern="100" cap="none" spc="0" normalizeH="0" baseline="0" noProof="0">
              <a:ln>
                <a:noFill/>
              </a:ln>
              <a:solidFill>
                <a:srgbClr val="0070C0"/>
              </a:solidFill>
              <a:effectLst/>
              <a:uLnTx/>
              <a:uFillTx/>
              <a:latin typeface="微软雅黑" panose="020B0503020204020204" charset="-122"/>
              <a:ea typeface="微软雅黑" panose="020B0503020204020204" charset="-122"/>
              <a:cs typeface="Times New Roman"/>
            </a:endParaRPr>
          </a:p>
          <a:p>
            <a:pPr lvl="0" defTabSz="457200">
              <a:lnSpc>
                <a:spcPts val="3600"/>
              </a:lnSpc>
              <a:spcAft>
                <a:spcPts val="600"/>
              </a:spcAft>
            </a:pPr>
            <a:r>
              <a:rPr lang="zh-CN" altLang="en-US" sz="2400" kern="100">
                <a:solidFill>
                  <a:srgbClr val="0070C0"/>
                </a:solidFill>
                <a:latin typeface="微软雅黑" panose="020B0503020204020204" charset="-122"/>
                <a:ea typeface="微软雅黑" panose="020B0503020204020204" charset="-122"/>
                <a:cs typeface="Times New Roman"/>
              </a:rPr>
              <a:t>③波形图：音调高的波形比较密集一些</a:t>
            </a:r>
            <a:r>
              <a:rPr lang="en-US" altLang="zh-CN" sz="2400" kern="100">
                <a:solidFill>
                  <a:srgbClr val="0070C0"/>
                </a:solidFill>
                <a:latin typeface="微软雅黑" panose="020B0503020204020204" charset="-122"/>
                <a:ea typeface="微软雅黑" panose="020B0503020204020204" charset="-122"/>
                <a:cs typeface="Times New Roman"/>
              </a:rPr>
              <a:t>.</a:t>
            </a:r>
          </a:p>
          <a:p>
            <a:pPr lvl="0" defTabSz="457200">
              <a:lnSpc>
                <a:spcPts val="3600"/>
              </a:lnSpc>
              <a:spcBef>
                <a:spcPts val="600"/>
              </a:spcBef>
            </a:pPr>
            <a:r>
              <a:rPr lang="zh-CN" altLang="en-US" sz="2400" kern="100">
                <a:solidFill>
                  <a:prstClr val="black"/>
                </a:solidFill>
                <a:latin typeface="微软雅黑" panose="020B0503020204020204" charset="-122"/>
                <a:ea typeface="微软雅黑" panose="020B0503020204020204" charset="-122"/>
                <a:cs typeface="Times New Roman"/>
              </a:rPr>
              <a:t>①声音的品质叫做音色</a:t>
            </a:r>
            <a:r>
              <a:rPr lang="en-US" altLang="zh-CN" sz="2400" kern="100">
                <a:solidFill>
                  <a:prstClr val="black"/>
                </a:solidFill>
                <a:latin typeface="微软雅黑" panose="020B0503020204020204" charset="-122"/>
                <a:ea typeface="微软雅黑" panose="020B0503020204020204" charset="-122"/>
                <a:cs typeface="Times New Roman"/>
              </a:rPr>
              <a:t>.</a:t>
            </a:r>
          </a:p>
          <a:p>
            <a:pPr defTabSz="457200">
              <a:lnSpc>
                <a:spcPts val="3600"/>
              </a:lnSpc>
            </a:pPr>
            <a:r>
              <a:rPr lang="zh-CN" altLang="en-US" sz="2400" kern="100">
                <a:solidFill>
                  <a:prstClr val="black"/>
                </a:solidFill>
                <a:latin typeface="微软雅黑" panose="020B0503020204020204" charset="-122"/>
                <a:ea typeface="微软雅黑" panose="020B0503020204020204" charset="-122"/>
                <a:cs typeface="Times New Roman"/>
              </a:rPr>
              <a:t>②影响因素：</a:t>
            </a:r>
            <a:r>
              <a:rPr lang="zh-CN" altLang="en-US" sz="240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由发声体的材料、结构等因素决定的</a:t>
            </a:r>
            <a:r>
              <a:rPr kumimoji="0" lang="en-US" altLang="zh-CN" sz="2400" b="0" i="0" u="none" strike="noStrike" kern="100" cap="none" spc="0" normalizeH="0" baseline="0" noProof="0">
                <a:ln>
                  <a:noFill/>
                </a:ln>
                <a:solidFill>
                  <a:prstClr val="black"/>
                </a:solidFill>
                <a:effectLst/>
                <a:uLnTx/>
                <a:uFillTx/>
                <a:latin typeface="微软雅黑" panose="020B0503020204020204" charset="-122"/>
                <a:ea typeface="微软雅黑" panose="020B0503020204020204" charset="-122"/>
                <a:cs typeface="Times New Roman"/>
              </a:rPr>
              <a:t>.</a:t>
            </a:r>
          </a:p>
        </p:txBody>
      </p:sp>
      <p:grpSp>
        <p:nvGrpSpPr>
          <p:cNvPr id="6" name="组合 5">
            <a:extLst>
              <a:ext uri="{FF2B5EF4-FFF2-40B4-BE49-F238E27FC236}">
                <a16:creationId xmlns:a16="http://schemas.microsoft.com/office/drawing/2014/main" id="{CAEC636A-C553-215B-7C01-9F7CB70899A9}"/>
              </a:ext>
            </a:extLst>
          </p:cNvPr>
          <p:cNvGrpSpPr/>
          <p:nvPr>
            <p:custDataLst>
              <p:tags r:id="rId7"/>
            </p:custDataLst>
          </p:nvPr>
        </p:nvGrpSpPr>
        <p:grpSpPr>
          <a:xfrm>
            <a:off x="1116084" y="2357127"/>
            <a:ext cx="498556" cy="2769819"/>
            <a:chOff x="1341695" y="1245491"/>
            <a:chExt cx="954118" cy="2639817"/>
          </a:xfrm>
        </p:grpSpPr>
        <p:cxnSp>
          <p:nvCxnSpPr>
            <p:cNvPr id="28" name="直接连接符 27">
              <a:extLst>
                <a:ext uri="{FF2B5EF4-FFF2-40B4-BE49-F238E27FC236}">
                  <a16:creationId xmlns:a16="http://schemas.microsoft.com/office/drawing/2014/main" id="{F2212214-39B1-E159-06AC-386D418E5423}"/>
                </a:ext>
              </a:extLst>
            </p:cNvPr>
            <p:cNvCxnSpPr/>
            <p:nvPr>
              <p:custDataLst>
                <p:tags r:id="rId29"/>
              </p:custDataLst>
            </p:nvPr>
          </p:nvCxnSpPr>
          <p:spPr>
            <a:xfrm flipH="1">
              <a:off x="1851201" y="1245491"/>
              <a:ext cx="0" cy="2639817"/>
            </a:xfrm>
            <a:prstGeom prst="line">
              <a:avLst/>
            </a:prstGeom>
            <a:noFill/>
            <a:ln w="19050" cap="flat" cmpd="sng" algn="ctr">
              <a:solidFill>
                <a:sysClr val="windowText" lastClr="000000"/>
              </a:solidFill>
              <a:prstDash val="solid"/>
              <a:miter lim="800000"/>
            </a:ln>
            <a:effectLst/>
          </p:spPr>
        </p:cxnSp>
        <p:cxnSp>
          <p:nvCxnSpPr>
            <p:cNvPr id="29" name="直接连接符 28">
              <a:extLst>
                <a:ext uri="{FF2B5EF4-FFF2-40B4-BE49-F238E27FC236}">
                  <a16:creationId xmlns:a16="http://schemas.microsoft.com/office/drawing/2014/main" id="{62176C63-7252-59AF-06CC-3100CEE72E75}"/>
                </a:ext>
              </a:extLst>
            </p:cNvPr>
            <p:cNvCxnSpPr/>
            <p:nvPr>
              <p:custDataLst>
                <p:tags r:id="rId30"/>
              </p:custDataLst>
            </p:nvPr>
          </p:nvCxnSpPr>
          <p:spPr>
            <a:xfrm>
              <a:off x="1840249" y="1245491"/>
              <a:ext cx="406040" cy="0"/>
            </a:xfrm>
            <a:prstGeom prst="line">
              <a:avLst/>
            </a:prstGeom>
            <a:noFill/>
            <a:ln w="19050" cap="flat" cmpd="sng" algn="ctr">
              <a:solidFill>
                <a:sysClr val="windowText" lastClr="000000"/>
              </a:solidFill>
              <a:prstDash val="solid"/>
              <a:miter lim="800000"/>
            </a:ln>
            <a:effectLst/>
          </p:spPr>
        </p:cxnSp>
        <p:cxnSp>
          <p:nvCxnSpPr>
            <p:cNvPr id="26" name="直接连接符 25">
              <a:extLst>
                <a:ext uri="{FF2B5EF4-FFF2-40B4-BE49-F238E27FC236}">
                  <a16:creationId xmlns:a16="http://schemas.microsoft.com/office/drawing/2014/main" id="{39A92057-4268-AEF3-DCE1-5A6E78564A70}"/>
                </a:ext>
              </a:extLst>
            </p:cNvPr>
            <p:cNvCxnSpPr>
              <a:endCxn id="23" idx="1"/>
            </p:cNvCxnSpPr>
            <p:nvPr>
              <p:custDataLst>
                <p:tags r:id="rId31"/>
              </p:custDataLst>
            </p:nvPr>
          </p:nvCxnSpPr>
          <p:spPr>
            <a:xfrm>
              <a:off x="1341695" y="2612925"/>
              <a:ext cx="954118" cy="0"/>
            </a:xfrm>
            <a:prstGeom prst="line">
              <a:avLst/>
            </a:prstGeom>
            <a:noFill/>
            <a:ln w="19050" cap="flat" cmpd="sng" algn="ctr">
              <a:solidFill>
                <a:sysClr val="windowText" lastClr="000000"/>
              </a:solidFill>
              <a:prstDash val="solid"/>
              <a:miter lim="800000"/>
            </a:ln>
            <a:effectLst/>
          </p:spPr>
        </p:cxnSp>
        <p:cxnSp>
          <p:nvCxnSpPr>
            <p:cNvPr id="31" name="直接连接符 30">
              <a:extLst>
                <a:ext uri="{FF2B5EF4-FFF2-40B4-BE49-F238E27FC236}">
                  <a16:creationId xmlns:a16="http://schemas.microsoft.com/office/drawing/2014/main" id="{16F0EC25-CF97-594E-0896-6B9F304C1703}"/>
                </a:ext>
              </a:extLst>
            </p:cNvPr>
            <p:cNvCxnSpPr/>
            <p:nvPr>
              <p:custDataLst>
                <p:tags r:id="rId32"/>
              </p:custDataLst>
            </p:nvPr>
          </p:nvCxnSpPr>
          <p:spPr>
            <a:xfrm>
              <a:off x="1839902" y="3877751"/>
              <a:ext cx="364237" cy="0"/>
            </a:xfrm>
            <a:prstGeom prst="line">
              <a:avLst/>
            </a:prstGeom>
            <a:noFill/>
            <a:ln w="19050" cap="flat" cmpd="sng" algn="ctr">
              <a:solidFill>
                <a:sysClr val="windowText" lastClr="000000"/>
              </a:solidFill>
              <a:prstDash val="solid"/>
              <a:miter lim="800000"/>
            </a:ln>
            <a:effectLst/>
          </p:spPr>
        </p:cxnSp>
      </p:grpSp>
      <p:grpSp>
        <p:nvGrpSpPr>
          <p:cNvPr id="33" name="组合 32">
            <a:extLst>
              <a:ext uri="{FF2B5EF4-FFF2-40B4-BE49-F238E27FC236}">
                <a16:creationId xmlns:a16="http://schemas.microsoft.com/office/drawing/2014/main" id="{9714F219-3703-31B5-5432-6B739F74E2F4}"/>
              </a:ext>
            </a:extLst>
          </p:cNvPr>
          <p:cNvGrpSpPr/>
          <p:nvPr>
            <p:custDataLst>
              <p:tags r:id="rId8"/>
            </p:custDataLst>
          </p:nvPr>
        </p:nvGrpSpPr>
        <p:grpSpPr>
          <a:xfrm>
            <a:off x="2491537" y="4784687"/>
            <a:ext cx="386580" cy="556671"/>
            <a:chOff x="2447597" y="4155282"/>
            <a:chExt cx="637644" cy="2120010"/>
          </a:xfrm>
        </p:grpSpPr>
        <p:grpSp>
          <p:nvGrpSpPr>
            <p:cNvPr id="37" name="组合 36">
              <a:extLst>
                <a:ext uri="{FF2B5EF4-FFF2-40B4-BE49-F238E27FC236}">
                  <a16:creationId xmlns:a16="http://schemas.microsoft.com/office/drawing/2014/main" id="{7BC588AE-CFE6-D0BE-8CDD-B086AFBD914A}"/>
                </a:ext>
              </a:extLst>
            </p:cNvPr>
            <p:cNvGrpSpPr/>
            <p:nvPr>
              <p:custDataLst>
                <p:tags r:id="rId24"/>
              </p:custDataLst>
            </p:nvPr>
          </p:nvGrpSpPr>
          <p:grpSpPr>
            <a:xfrm>
              <a:off x="2827872" y="4155282"/>
              <a:ext cx="257369" cy="2120010"/>
              <a:chOff x="4110340" y="1791339"/>
              <a:chExt cx="407665" cy="1129513"/>
            </a:xfrm>
          </p:grpSpPr>
          <p:cxnSp>
            <p:nvCxnSpPr>
              <p:cNvPr id="43" name="直接连接符 42">
                <a:extLst>
                  <a:ext uri="{FF2B5EF4-FFF2-40B4-BE49-F238E27FC236}">
                    <a16:creationId xmlns:a16="http://schemas.microsoft.com/office/drawing/2014/main" id="{28A5E1A8-0404-B438-E178-817BDF8B049A}"/>
                  </a:ext>
                </a:extLst>
              </p:cNvPr>
              <p:cNvCxnSpPr/>
              <p:nvPr>
                <p:custDataLst>
                  <p:tags r:id="rId26"/>
                </p:custDataLst>
              </p:nvPr>
            </p:nvCxnSpPr>
            <p:spPr>
              <a:xfrm flipH="1">
                <a:off x="4121149" y="1791339"/>
                <a:ext cx="0" cy="1129513"/>
              </a:xfrm>
              <a:prstGeom prst="line">
                <a:avLst/>
              </a:prstGeom>
              <a:noFill/>
              <a:ln w="19050" cap="flat" cmpd="sng" algn="ctr">
                <a:solidFill>
                  <a:sysClr val="windowText" lastClr="000000"/>
                </a:solidFill>
                <a:prstDash val="solid"/>
                <a:miter lim="800000"/>
              </a:ln>
              <a:effectLst/>
            </p:spPr>
          </p:cxnSp>
          <p:cxnSp>
            <p:nvCxnSpPr>
              <p:cNvPr id="44" name="直接连接符 43">
                <a:extLst>
                  <a:ext uri="{FF2B5EF4-FFF2-40B4-BE49-F238E27FC236}">
                    <a16:creationId xmlns:a16="http://schemas.microsoft.com/office/drawing/2014/main" id="{E58A0F43-6E1B-67E8-02D3-C75A1C69D097}"/>
                  </a:ext>
                </a:extLst>
              </p:cNvPr>
              <p:cNvCxnSpPr/>
              <p:nvPr>
                <p:custDataLst>
                  <p:tags r:id="rId27"/>
                </p:custDataLst>
              </p:nvPr>
            </p:nvCxnSpPr>
            <p:spPr>
              <a:xfrm>
                <a:off x="4110340" y="2916200"/>
                <a:ext cx="406040" cy="0"/>
              </a:xfrm>
              <a:prstGeom prst="line">
                <a:avLst/>
              </a:prstGeom>
              <a:noFill/>
              <a:ln w="19050" cap="flat" cmpd="sng" algn="ctr">
                <a:solidFill>
                  <a:sysClr val="windowText" lastClr="000000"/>
                </a:solidFill>
                <a:prstDash val="solid"/>
                <a:miter lim="800000"/>
              </a:ln>
              <a:effectLst/>
            </p:spPr>
          </p:cxnSp>
          <p:cxnSp>
            <p:nvCxnSpPr>
              <p:cNvPr id="46" name="直接连接符 45">
                <a:extLst>
                  <a:ext uri="{FF2B5EF4-FFF2-40B4-BE49-F238E27FC236}">
                    <a16:creationId xmlns:a16="http://schemas.microsoft.com/office/drawing/2014/main" id="{A5E765DD-188A-CC06-F8C7-A229F79B1755}"/>
                  </a:ext>
                </a:extLst>
              </p:cNvPr>
              <p:cNvCxnSpPr/>
              <p:nvPr>
                <p:custDataLst>
                  <p:tags r:id="rId28"/>
                </p:custDataLst>
              </p:nvPr>
            </p:nvCxnSpPr>
            <p:spPr>
              <a:xfrm>
                <a:off x="4111965" y="1791339"/>
                <a:ext cx="406040" cy="0"/>
              </a:xfrm>
              <a:prstGeom prst="line">
                <a:avLst/>
              </a:prstGeom>
              <a:noFill/>
              <a:ln w="19050" cap="flat" cmpd="sng" algn="ctr">
                <a:solidFill>
                  <a:sysClr val="windowText" lastClr="000000"/>
                </a:solidFill>
                <a:prstDash val="solid"/>
                <a:miter lim="800000"/>
              </a:ln>
              <a:effectLst/>
            </p:spPr>
          </p:cxnSp>
        </p:grpSp>
        <p:cxnSp>
          <p:nvCxnSpPr>
            <p:cNvPr id="38" name="直接连接符 37">
              <a:extLst>
                <a:ext uri="{FF2B5EF4-FFF2-40B4-BE49-F238E27FC236}">
                  <a16:creationId xmlns:a16="http://schemas.microsoft.com/office/drawing/2014/main" id="{61CCFA38-892C-1799-D572-D299C75BDA00}"/>
                </a:ext>
              </a:extLst>
            </p:cNvPr>
            <p:cNvCxnSpPr/>
            <p:nvPr>
              <p:custDataLst>
                <p:tags r:id="rId25"/>
              </p:custDataLst>
            </p:nvPr>
          </p:nvCxnSpPr>
          <p:spPr>
            <a:xfrm>
              <a:off x="2447597" y="5208106"/>
              <a:ext cx="404806" cy="0"/>
            </a:xfrm>
            <a:prstGeom prst="line">
              <a:avLst/>
            </a:prstGeom>
            <a:noFill/>
            <a:ln w="19050" cap="flat" cmpd="sng" algn="ctr">
              <a:solidFill>
                <a:sysClr val="windowText" lastClr="000000"/>
              </a:solidFill>
              <a:prstDash val="solid"/>
              <a:miter lim="800000"/>
            </a:ln>
            <a:effectLst/>
          </p:spPr>
        </p:cxnSp>
      </p:grpSp>
      <p:grpSp>
        <p:nvGrpSpPr>
          <p:cNvPr id="48" name="组合 47">
            <a:extLst>
              <a:ext uri="{FF2B5EF4-FFF2-40B4-BE49-F238E27FC236}">
                <a16:creationId xmlns:a16="http://schemas.microsoft.com/office/drawing/2014/main" id="{392F2A54-BF82-555E-DAF8-DAF45F995CB8}"/>
              </a:ext>
            </a:extLst>
          </p:cNvPr>
          <p:cNvGrpSpPr/>
          <p:nvPr>
            <p:custDataLst>
              <p:tags r:id="rId9"/>
            </p:custDataLst>
          </p:nvPr>
        </p:nvGrpSpPr>
        <p:grpSpPr>
          <a:xfrm>
            <a:off x="2528794" y="1887642"/>
            <a:ext cx="345606" cy="974722"/>
            <a:chOff x="2666033" y="4155282"/>
            <a:chExt cx="419208" cy="2120010"/>
          </a:xfrm>
        </p:grpSpPr>
        <p:grpSp>
          <p:nvGrpSpPr>
            <p:cNvPr id="49" name="组合 48">
              <a:extLst>
                <a:ext uri="{FF2B5EF4-FFF2-40B4-BE49-F238E27FC236}">
                  <a16:creationId xmlns:a16="http://schemas.microsoft.com/office/drawing/2014/main" id="{DF1B5834-115C-1188-E633-44AD5FCA1569}"/>
                </a:ext>
              </a:extLst>
            </p:cNvPr>
            <p:cNvGrpSpPr/>
            <p:nvPr>
              <p:custDataLst>
                <p:tags r:id="rId19"/>
              </p:custDataLst>
            </p:nvPr>
          </p:nvGrpSpPr>
          <p:grpSpPr>
            <a:xfrm>
              <a:off x="2827872" y="4155282"/>
              <a:ext cx="257369" cy="2120010"/>
              <a:chOff x="4110340" y="1791339"/>
              <a:chExt cx="407665" cy="1129513"/>
            </a:xfrm>
          </p:grpSpPr>
          <p:cxnSp>
            <p:nvCxnSpPr>
              <p:cNvPr id="51" name="直接连接符 50">
                <a:extLst>
                  <a:ext uri="{FF2B5EF4-FFF2-40B4-BE49-F238E27FC236}">
                    <a16:creationId xmlns:a16="http://schemas.microsoft.com/office/drawing/2014/main" id="{3EA3D566-B105-2B41-B030-8AA4B162E7DF}"/>
                  </a:ext>
                </a:extLst>
              </p:cNvPr>
              <p:cNvCxnSpPr/>
              <p:nvPr>
                <p:custDataLst>
                  <p:tags r:id="rId21"/>
                </p:custDataLst>
              </p:nvPr>
            </p:nvCxnSpPr>
            <p:spPr>
              <a:xfrm flipH="1">
                <a:off x="4121149" y="1791339"/>
                <a:ext cx="0" cy="1129513"/>
              </a:xfrm>
              <a:prstGeom prst="line">
                <a:avLst/>
              </a:prstGeom>
              <a:noFill/>
              <a:ln w="19050" cap="flat" cmpd="sng" algn="ctr">
                <a:solidFill>
                  <a:sysClr val="windowText" lastClr="000000"/>
                </a:solidFill>
                <a:prstDash val="solid"/>
                <a:miter lim="800000"/>
              </a:ln>
              <a:effectLst/>
            </p:spPr>
          </p:cxnSp>
          <p:cxnSp>
            <p:nvCxnSpPr>
              <p:cNvPr id="52" name="直接连接符 51">
                <a:extLst>
                  <a:ext uri="{FF2B5EF4-FFF2-40B4-BE49-F238E27FC236}">
                    <a16:creationId xmlns:a16="http://schemas.microsoft.com/office/drawing/2014/main" id="{03F90D95-A7A7-6451-5CD1-698A0FC17677}"/>
                  </a:ext>
                </a:extLst>
              </p:cNvPr>
              <p:cNvCxnSpPr/>
              <p:nvPr>
                <p:custDataLst>
                  <p:tags r:id="rId22"/>
                </p:custDataLst>
              </p:nvPr>
            </p:nvCxnSpPr>
            <p:spPr>
              <a:xfrm>
                <a:off x="4110340" y="2916200"/>
                <a:ext cx="406040" cy="0"/>
              </a:xfrm>
              <a:prstGeom prst="line">
                <a:avLst/>
              </a:prstGeom>
              <a:noFill/>
              <a:ln w="19050" cap="flat" cmpd="sng" algn="ctr">
                <a:solidFill>
                  <a:sysClr val="windowText" lastClr="000000"/>
                </a:solidFill>
                <a:prstDash val="solid"/>
                <a:miter lim="800000"/>
              </a:ln>
              <a:effectLst/>
            </p:spPr>
          </p:cxnSp>
          <p:cxnSp>
            <p:nvCxnSpPr>
              <p:cNvPr id="53" name="直接连接符 52">
                <a:extLst>
                  <a:ext uri="{FF2B5EF4-FFF2-40B4-BE49-F238E27FC236}">
                    <a16:creationId xmlns:a16="http://schemas.microsoft.com/office/drawing/2014/main" id="{AE6712E2-FD38-6D1B-C05F-C55B61934B5C}"/>
                  </a:ext>
                </a:extLst>
              </p:cNvPr>
              <p:cNvCxnSpPr/>
              <p:nvPr>
                <p:custDataLst>
                  <p:tags r:id="rId23"/>
                </p:custDataLst>
              </p:nvPr>
            </p:nvCxnSpPr>
            <p:spPr>
              <a:xfrm>
                <a:off x="4111965" y="1791339"/>
                <a:ext cx="406040" cy="0"/>
              </a:xfrm>
              <a:prstGeom prst="line">
                <a:avLst/>
              </a:prstGeom>
              <a:noFill/>
              <a:ln w="19050" cap="flat" cmpd="sng" algn="ctr">
                <a:solidFill>
                  <a:sysClr val="windowText" lastClr="000000"/>
                </a:solidFill>
                <a:prstDash val="solid"/>
                <a:miter lim="800000"/>
              </a:ln>
              <a:effectLst/>
            </p:spPr>
          </p:cxnSp>
        </p:grpSp>
        <p:cxnSp>
          <p:nvCxnSpPr>
            <p:cNvPr id="50" name="直接连接符 49">
              <a:extLst>
                <a:ext uri="{FF2B5EF4-FFF2-40B4-BE49-F238E27FC236}">
                  <a16:creationId xmlns:a16="http://schemas.microsoft.com/office/drawing/2014/main" id="{C8479186-B6AF-F911-791D-896F9F11B963}"/>
                </a:ext>
              </a:extLst>
            </p:cNvPr>
            <p:cNvCxnSpPr/>
            <p:nvPr>
              <p:custDataLst>
                <p:tags r:id="rId20"/>
              </p:custDataLst>
            </p:nvPr>
          </p:nvCxnSpPr>
          <p:spPr>
            <a:xfrm>
              <a:off x="2666033" y="5176407"/>
              <a:ext cx="404806" cy="0"/>
            </a:xfrm>
            <a:prstGeom prst="line">
              <a:avLst/>
            </a:prstGeom>
            <a:noFill/>
            <a:ln w="19050" cap="flat" cmpd="sng" algn="ctr">
              <a:solidFill>
                <a:sysClr val="windowText" lastClr="000000"/>
              </a:solidFill>
              <a:prstDash val="solid"/>
              <a:miter lim="800000"/>
            </a:ln>
            <a:effectLst/>
          </p:spPr>
        </p:cxnSp>
      </p:grpSp>
      <p:sp>
        <p:nvSpPr>
          <p:cNvPr id="54" name="矩形 53">
            <a:extLst>
              <a:ext uri="{FF2B5EF4-FFF2-40B4-BE49-F238E27FC236}">
                <a16:creationId xmlns:a16="http://schemas.microsoft.com/office/drawing/2014/main" id="{4AB9AB8C-68EA-4191-BF7A-94990CBA3BE2}"/>
              </a:ext>
            </a:extLst>
          </p:cNvPr>
          <p:cNvSpPr/>
          <p:nvPr>
            <p:custDataLst>
              <p:tags r:id="rId10"/>
            </p:custDataLst>
          </p:nvPr>
        </p:nvSpPr>
        <p:spPr>
          <a:xfrm>
            <a:off x="1614640" y="2152907"/>
            <a:ext cx="896762" cy="446276"/>
          </a:xfrm>
          <a:prstGeom prst="rect">
            <a:avLst/>
          </a:prstGeom>
          <a:solidFill>
            <a:schemeClr val="accent1">
              <a:lumMod val="20000"/>
              <a:lumOff val="80000"/>
            </a:schemeClr>
          </a:solidFill>
          <a:ln w="9525">
            <a:solidFill>
              <a:sysClr val="windowText" lastClr="000000"/>
            </a:solidFill>
          </a:ln>
        </p:spPr>
        <p:txBody>
          <a:bodyPr wrap="square">
            <a:spAutoFit/>
          </a:bodyPr>
          <a:lstStyle/>
          <a:p>
            <a:pPr algn="ctr" defTabSz="457200">
              <a:defRPr/>
            </a:pPr>
            <a:r>
              <a:rPr lang="zh-CN" altLang="en-US" sz="2300" kern="0">
                <a:latin typeface="微软雅黑" panose="020B0503020204020204" charset="-122"/>
                <a:ea typeface="微软雅黑" panose="020B0503020204020204" charset="-122"/>
              </a:rPr>
              <a:t>响度</a:t>
            </a:r>
          </a:p>
        </p:txBody>
      </p:sp>
      <p:sp>
        <p:nvSpPr>
          <p:cNvPr id="55" name="矩形 54">
            <a:extLst>
              <a:ext uri="{FF2B5EF4-FFF2-40B4-BE49-F238E27FC236}">
                <a16:creationId xmlns:a16="http://schemas.microsoft.com/office/drawing/2014/main" id="{51D159B3-ED66-7803-F5B6-F4BF0A2BD4C1}"/>
              </a:ext>
            </a:extLst>
          </p:cNvPr>
          <p:cNvSpPr/>
          <p:nvPr>
            <p:custDataLst>
              <p:tags r:id="rId11"/>
            </p:custDataLst>
          </p:nvPr>
        </p:nvSpPr>
        <p:spPr>
          <a:xfrm>
            <a:off x="1589668" y="4872755"/>
            <a:ext cx="907853" cy="446276"/>
          </a:xfrm>
          <a:prstGeom prst="rect">
            <a:avLst/>
          </a:prstGeom>
          <a:solidFill>
            <a:srgbClr val="A5DCD7"/>
          </a:solidFill>
          <a:ln w="9525">
            <a:solidFill>
              <a:sysClr val="windowText" lastClr="000000"/>
            </a:solidFill>
          </a:ln>
        </p:spPr>
        <p:txBody>
          <a:bodyPr wrap="square">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2300" b="0" i="0" u="none" strike="noStrike" kern="0" cap="none" spc="0" normalizeH="0" baseline="0" noProof="0">
                <a:ln>
                  <a:noFill/>
                </a:ln>
                <a:effectLst/>
                <a:uLnTx/>
                <a:uFillTx/>
                <a:latin typeface="微软雅黑" panose="020B0503020204020204" charset="-122"/>
                <a:ea typeface="微软雅黑" panose="020B0503020204020204" charset="-122"/>
                <a:cs typeface="+mn-cs"/>
              </a:rPr>
              <a:t>音色</a:t>
            </a:r>
          </a:p>
        </p:txBody>
      </p:sp>
      <p:pic>
        <p:nvPicPr>
          <p:cNvPr id="56" name="图片 55">
            <a:extLst>
              <a:ext uri="{FF2B5EF4-FFF2-40B4-BE49-F238E27FC236}">
                <a16:creationId xmlns:a16="http://schemas.microsoft.com/office/drawing/2014/main" id="{8FAA8933-371E-DD4C-C09E-22B2773D35F3}"/>
              </a:ext>
            </a:extLst>
          </p:cNvPr>
          <p:cNvPicPr>
            <a:picLocks noChangeAspect="1"/>
          </p:cNvPicPr>
          <p:nvPr>
            <p:custDataLst>
              <p:tags r:id="rId12"/>
            </p:custDataLst>
          </p:nvPr>
        </p:nvPicPr>
        <p:blipFill>
          <a:blip r:embed="rId36">
            <a:extLst>
              <a:ext uri="{BEBA8EAE-BF5A-486C-A8C5-ECC9F3942E4B}">
                <a14:imgProps xmlns:a14="http://schemas.microsoft.com/office/drawing/2010/main">
                  <a14:imgLayer r:embed="rId37">
                    <a14:imgEffect>
                      <a14:sharpenSoften amount="25000"/>
                    </a14:imgEffect>
                  </a14:imgLayer>
                </a14:imgProps>
              </a:ext>
            </a:extLst>
          </a:blip>
          <a:stretch>
            <a:fillRect/>
          </a:stretch>
        </p:blipFill>
        <p:spPr>
          <a:xfrm>
            <a:off x="8544869" y="3305673"/>
            <a:ext cx="3050259" cy="1214651"/>
          </a:xfrm>
          <a:prstGeom prst="rect">
            <a:avLst/>
          </a:prstGeom>
        </p:spPr>
      </p:pic>
      <p:grpSp>
        <p:nvGrpSpPr>
          <p:cNvPr id="60" name="组合 59">
            <a:extLst>
              <a:ext uri="{FF2B5EF4-FFF2-40B4-BE49-F238E27FC236}">
                <a16:creationId xmlns:a16="http://schemas.microsoft.com/office/drawing/2014/main" id="{6976F193-6D63-8662-E859-98A7A97F1D5D}"/>
              </a:ext>
            </a:extLst>
          </p:cNvPr>
          <p:cNvGrpSpPr/>
          <p:nvPr>
            <p:custDataLst>
              <p:tags r:id="rId13"/>
            </p:custDataLst>
          </p:nvPr>
        </p:nvGrpSpPr>
        <p:grpSpPr>
          <a:xfrm>
            <a:off x="2511402" y="3305673"/>
            <a:ext cx="345606" cy="974722"/>
            <a:chOff x="2666033" y="4155282"/>
            <a:chExt cx="419208" cy="2120010"/>
          </a:xfrm>
        </p:grpSpPr>
        <p:grpSp>
          <p:nvGrpSpPr>
            <p:cNvPr id="61" name="组合 60">
              <a:extLst>
                <a:ext uri="{FF2B5EF4-FFF2-40B4-BE49-F238E27FC236}">
                  <a16:creationId xmlns:a16="http://schemas.microsoft.com/office/drawing/2014/main" id="{9A4A7602-9693-A19E-9513-7810CC374404}"/>
                </a:ext>
              </a:extLst>
            </p:cNvPr>
            <p:cNvGrpSpPr/>
            <p:nvPr>
              <p:custDataLst>
                <p:tags r:id="rId14"/>
              </p:custDataLst>
            </p:nvPr>
          </p:nvGrpSpPr>
          <p:grpSpPr>
            <a:xfrm>
              <a:off x="2827872" y="4155282"/>
              <a:ext cx="257369" cy="2120010"/>
              <a:chOff x="4110340" y="1791339"/>
              <a:chExt cx="407665" cy="1129513"/>
            </a:xfrm>
          </p:grpSpPr>
          <p:cxnSp>
            <p:nvCxnSpPr>
              <p:cNvPr id="63" name="直接连接符 62">
                <a:extLst>
                  <a:ext uri="{FF2B5EF4-FFF2-40B4-BE49-F238E27FC236}">
                    <a16:creationId xmlns:a16="http://schemas.microsoft.com/office/drawing/2014/main" id="{B7247949-B708-8AC6-6D37-BBBBA3013B74}"/>
                  </a:ext>
                </a:extLst>
              </p:cNvPr>
              <p:cNvCxnSpPr/>
              <p:nvPr>
                <p:custDataLst>
                  <p:tags r:id="rId16"/>
                </p:custDataLst>
              </p:nvPr>
            </p:nvCxnSpPr>
            <p:spPr>
              <a:xfrm flipH="1">
                <a:off x="4121149" y="1791339"/>
                <a:ext cx="0" cy="1129513"/>
              </a:xfrm>
              <a:prstGeom prst="line">
                <a:avLst/>
              </a:prstGeom>
              <a:noFill/>
              <a:ln w="19050" cap="flat" cmpd="sng" algn="ctr">
                <a:solidFill>
                  <a:sysClr val="windowText" lastClr="000000"/>
                </a:solidFill>
                <a:prstDash val="solid"/>
                <a:miter lim="800000"/>
              </a:ln>
              <a:effectLst/>
            </p:spPr>
          </p:cxnSp>
          <p:cxnSp>
            <p:nvCxnSpPr>
              <p:cNvPr id="64" name="直接连接符 63">
                <a:extLst>
                  <a:ext uri="{FF2B5EF4-FFF2-40B4-BE49-F238E27FC236}">
                    <a16:creationId xmlns:a16="http://schemas.microsoft.com/office/drawing/2014/main" id="{A8EEA443-D264-2159-5E71-28409893053C}"/>
                  </a:ext>
                </a:extLst>
              </p:cNvPr>
              <p:cNvCxnSpPr/>
              <p:nvPr>
                <p:custDataLst>
                  <p:tags r:id="rId17"/>
                </p:custDataLst>
              </p:nvPr>
            </p:nvCxnSpPr>
            <p:spPr>
              <a:xfrm>
                <a:off x="4110340" y="2916200"/>
                <a:ext cx="406040" cy="0"/>
              </a:xfrm>
              <a:prstGeom prst="line">
                <a:avLst/>
              </a:prstGeom>
              <a:noFill/>
              <a:ln w="19050" cap="flat" cmpd="sng" algn="ctr">
                <a:solidFill>
                  <a:sysClr val="windowText" lastClr="000000"/>
                </a:solidFill>
                <a:prstDash val="solid"/>
                <a:miter lim="800000"/>
              </a:ln>
              <a:effectLst/>
            </p:spPr>
          </p:cxnSp>
          <p:cxnSp>
            <p:nvCxnSpPr>
              <p:cNvPr id="65" name="直接连接符 64">
                <a:extLst>
                  <a:ext uri="{FF2B5EF4-FFF2-40B4-BE49-F238E27FC236}">
                    <a16:creationId xmlns:a16="http://schemas.microsoft.com/office/drawing/2014/main" id="{69A8DD41-6BD2-1A32-FE15-01D53C136608}"/>
                  </a:ext>
                </a:extLst>
              </p:cNvPr>
              <p:cNvCxnSpPr/>
              <p:nvPr>
                <p:custDataLst>
                  <p:tags r:id="rId18"/>
                </p:custDataLst>
              </p:nvPr>
            </p:nvCxnSpPr>
            <p:spPr>
              <a:xfrm>
                <a:off x="4111965" y="1791339"/>
                <a:ext cx="406040" cy="0"/>
              </a:xfrm>
              <a:prstGeom prst="line">
                <a:avLst/>
              </a:prstGeom>
              <a:noFill/>
              <a:ln w="19050" cap="flat" cmpd="sng" algn="ctr">
                <a:solidFill>
                  <a:sysClr val="windowText" lastClr="000000"/>
                </a:solidFill>
                <a:prstDash val="solid"/>
                <a:miter lim="800000"/>
              </a:ln>
              <a:effectLst/>
            </p:spPr>
          </p:cxnSp>
        </p:grpSp>
        <p:cxnSp>
          <p:nvCxnSpPr>
            <p:cNvPr id="62" name="直接连接符 61">
              <a:extLst>
                <a:ext uri="{FF2B5EF4-FFF2-40B4-BE49-F238E27FC236}">
                  <a16:creationId xmlns:a16="http://schemas.microsoft.com/office/drawing/2014/main" id="{34EB5799-5882-80D9-363C-4724CC909371}"/>
                </a:ext>
              </a:extLst>
            </p:cNvPr>
            <p:cNvCxnSpPr/>
            <p:nvPr>
              <p:custDataLst>
                <p:tags r:id="rId15"/>
              </p:custDataLst>
            </p:nvPr>
          </p:nvCxnSpPr>
          <p:spPr>
            <a:xfrm>
              <a:off x="2666033" y="5176407"/>
              <a:ext cx="404806" cy="0"/>
            </a:xfrm>
            <a:prstGeom prst="line">
              <a:avLst/>
            </a:prstGeom>
            <a:noFill/>
            <a:ln w="19050" cap="flat" cmpd="sng" algn="ctr">
              <a:solidFill>
                <a:sysClr val="windowText" lastClr="000000"/>
              </a:solidFill>
              <a:prstDash val="solid"/>
              <a:miter lim="800000"/>
            </a:ln>
            <a:effectLst/>
          </p:spPr>
        </p:cxnSp>
      </p:grpSp>
    </p:spTree>
    <p:extLst>
      <p:ext uri="{BB962C8B-B14F-4D97-AF65-F5344CB8AC3E}">
        <p14:creationId xmlns:p14="http://schemas.microsoft.com/office/powerpoint/2010/main" val="10697308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Horizontal)">
                                      <p:cBhvr>
                                        <p:cTn id="7" dur="500"/>
                                        <p:tgtEl>
                                          <p:spTgt spid="6"/>
                                        </p:tgtEl>
                                      </p:cBhvr>
                                    </p:animEffect>
                                  </p:childTnLst>
                                </p:cTn>
                              </p:par>
                              <p:par>
                                <p:cTn id="8" presetID="16" presetClass="entr" presetSubtype="42"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barn(outHorizontal)">
                                      <p:cBhvr>
                                        <p:cTn id="10" dur="500"/>
                                        <p:tgtEl>
                                          <p:spTgt spid="21"/>
                                        </p:tgtEl>
                                      </p:cBhvr>
                                    </p:animEffect>
                                  </p:childTnLst>
                                </p:cTn>
                              </p:par>
                            </p:childTnLst>
                          </p:cTn>
                        </p:par>
                      </p:childTnLst>
                    </p:cTn>
                  </p:par>
                  <p:par>
                    <p:cTn id="11" fill="hold" nodeType="clickPar">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barn(inVertical)">
                                      <p:cBhvr>
                                        <p:cTn id="15" dur="500"/>
                                        <p:tgtEl>
                                          <p:spTgt spid="54"/>
                                        </p:tgtEl>
                                      </p:cBhvr>
                                    </p:animEffect>
                                  </p:childTnLst>
                                </p:cTn>
                              </p:par>
                            </p:childTnLst>
                          </p:cTn>
                        </p:par>
                        <p:par>
                          <p:cTn id="16" fill="hold" nodeType="afterGroup">
                            <p:stCondLst>
                              <p:cond delay="500"/>
                            </p:stCondLst>
                            <p:childTnLst>
                              <p:par>
                                <p:cTn id="17" presetID="16" presetClass="entr" presetSubtype="42" fill="hold"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barn(outHorizontal)">
                                      <p:cBhvr>
                                        <p:cTn id="19" dur="500"/>
                                        <p:tgtEl>
                                          <p:spTgt spid="48"/>
                                        </p:tgtEl>
                                      </p:cBhvr>
                                    </p:animEffect>
                                  </p:childTnLst>
                                </p:cTn>
                              </p:par>
                            </p:childTnLst>
                          </p:cTn>
                        </p:par>
                      </p:childTnLst>
                    </p:cTn>
                  </p:par>
                  <p:par>
                    <p:cTn id="20" fill="hold" nodeType="clickPar">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4">
                                            <p:txEl>
                                              <p:pRg st="0" end="0"/>
                                            </p:txEl>
                                          </p:spTgt>
                                        </p:tgtEl>
                                        <p:attrNameLst>
                                          <p:attrName>style.visibility</p:attrName>
                                        </p:attrNameLst>
                                      </p:cBhvr>
                                      <p:to>
                                        <p:strVal val="visible"/>
                                      </p:to>
                                    </p:set>
                                    <p:animEffect transition="in" filter="wipe(left)">
                                      <p:cBhvr>
                                        <p:cTn id="24" dur="1250"/>
                                        <p:tgtEl>
                                          <p:spTgt spid="24">
                                            <p:txEl>
                                              <p:pRg st="0" end="0"/>
                                            </p:txEl>
                                          </p:spTgt>
                                        </p:tgtEl>
                                      </p:cBhvr>
                                    </p:animEffect>
                                  </p:childTnLst>
                                </p:cTn>
                              </p:par>
                            </p:childTnLst>
                          </p:cTn>
                        </p:par>
                      </p:childTnLst>
                    </p:cTn>
                  </p:par>
                  <p:par>
                    <p:cTn id="25" fill="hold" nodeType="clickPar">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4">
                                            <p:txEl>
                                              <p:pRg st="1" end="1"/>
                                            </p:txEl>
                                          </p:spTgt>
                                        </p:tgtEl>
                                        <p:attrNameLst>
                                          <p:attrName>style.visibility</p:attrName>
                                        </p:attrNameLst>
                                      </p:cBhvr>
                                      <p:to>
                                        <p:strVal val="visible"/>
                                      </p:to>
                                    </p:set>
                                    <p:animEffect transition="in" filter="wipe(left)">
                                      <p:cBhvr>
                                        <p:cTn id="29" dur="1250"/>
                                        <p:tgtEl>
                                          <p:spTgt spid="24">
                                            <p:txEl>
                                              <p:pRg st="1" end="1"/>
                                            </p:txEl>
                                          </p:spTgt>
                                        </p:tgtEl>
                                      </p:cBhvr>
                                    </p:animEffect>
                                  </p:childTnLst>
                                </p:cTn>
                              </p:par>
                            </p:childTnLst>
                          </p:cTn>
                        </p:par>
                      </p:childTnLst>
                    </p:cTn>
                  </p:par>
                  <p:par>
                    <p:cTn id="30" fill="hold" nodeType="clickPar">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4">
                                            <p:txEl>
                                              <p:pRg st="2" end="2"/>
                                            </p:txEl>
                                          </p:spTgt>
                                        </p:tgtEl>
                                        <p:attrNameLst>
                                          <p:attrName>style.visibility</p:attrName>
                                        </p:attrNameLst>
                                      </p:cBhvr>
                                      <p:to>
                                        <p:strVal val="visible"/>
                                      </p:to>
                                    </p:set>
                                    <p:animEffect transition="in" filter="wipe(left)">
                                      <p:cBhvr>
                                        <p:cTn id="34" dur="1250"/>
                                        <p:tgtEl>
                                          <p:spTgt spid="24">
                                            <p:txEl>
                                              <p:pRg st="2" end="2"/>
                                            </p:txEl>
                                          </p:spTgt>
                                        </p:tgtEl>
                                      </p:cBhvr>
                                    </p:animEffect>
                                  </p:childTnLst>
                                </p:cTn>
                              </p:par>
                            </p:childTnLst>
                          </p:cTn>
                        </p:par>
                        <p:par>
                          <p:cTn id="35" fill="hold" nodeType="afterGroup">
                            <p:stCondLst>
                              <p:cond delay="1250"/>
                            </p:stCondLst>
                            <p:childTnLst>
                              <p:par>
                                <p:cTn id="36" presetID="3" presetClass="entr" presetSubtype="10" fill="hold" nodeType="after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blinds(horizontal)">
                                      <p:cBhvr>
                                        <p:cTn id="38" dur="500"/>
                                        <p:tgtEl>
                                          <p:spTgt spid="19"/>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16" presetClass="entr" presetSubtype="42" fill="hold" nodeType="clickEffect">
                                  <p:stCondLst>
                                    <p:cond delay="0"/>
                                  </p:stCondLst>
                                  <p:childTnLst>
                                    <p:set>
                                      <p:cBhvr>
                                        <p:cTn id="42" dur="1" fill="hold">
                                          <p:stCondLst>
                                            <p:cond delay="0"/>
                                          </p:stCondLst>
                                        </p:cTn>
                                        <p:tgtEl>
                                          <p:spTgt spid="60"/>
                                        </p:tgtEl>
                                        <p:attrNameLst>
                                          <p:attrName>style.visibility</p:attrName>
                                        </p:attrNameLst>
                                      </p:cBhvr>
                                      <p:to>
                                        <p:strVal val="visible"/>
                                      </p:to>
                                    </p:set>
                                    <p:animEffect transition="in" filter="barn(outHorizontal)">
                                      <p:cBhvr>
                                        <p:cTn id="43" dur="500"/>
                                        <p:tgtEl>
                                          <p:spTgt spid="60"/>
                                        </p:tgtEl>
                                      </p:cBhvr>
                                    </p:animEffect>
                                  </p:childTnLst>
                                </p:cTn>
                              </p:par>
                            </p:childTnLst>
                          </p:cTn>
                        </p:par>
                        <p:par>
                          <p:cTn id="44" fill="hold" nodeType="afterGroup">
                            <p:stCondLst>
                              <p:cond delay="500"/>
                            </p:stCondLst>
                            <p:childTnLst>
                              <p:par>
                                <p:cTn id="45" presetID="3" presetClass="entr" presetSubtype="10" fill="hold" grpId="0" nodeType="after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blinds(horizontal)">
                                      <p:cBhvr>
                                        <p:cTn id="47" dur="500"/>
                                        <p:tgtEl>
                                          <p:spTgt spid="23"/>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4">
                                            <p:txEl>
                                              <p:pRg st="3" end="3"/>
                                            </p:txEl>
                                          </p:spTgt>
                                        </p:tgtEl>
                                        <p:attrNameLst>
                                          <p:attrName>style.visibility</p:attrName>
                                        </p:attrNameLst>
                                      </p:cBhvr>
                                      <p:to>
                                        <p:strVal val="visible"/>
                                      </p:to>
                                    </p:set>
                                    <p:animEffect transition="in" filter="wipe(left)">
                                      <p:cBhvr>
                                        <p:cTn id="52" dur="1250"/>
                                        <p:tgtEl>
                                          <p:spTgt spid="24">
                                            <p:txEl>
                                              <p:pRg st="3" end="3"/>
                                            </p:txEl>
                                          </p:spTgt>
                                        </p:tgtEl>
                                      </p:cBhvr>
                                    </p:animEffect>
                                  </p:childTnLst>
                                </p:cTn>
                              </p:par>
                            </p:childTnLst>
                          </p:cTn>
                        </p:par>
                      </p:childTnLst>
                    </p:cTn>
                  </p:par>
                  <p:par>
                    <p:cTn id="53" fill="hold" nodeType="clickPar">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4">
                                            <p:txEl>
                                              <p:pRg st="4" end="4"/>
                                            </p:txEl>
                                          </p:spTgt>
                                        </p:tgtEl>
                                        <p:attrNameLst>
                                          <p:attrName>style.visibility</p:attrName>
                                        </p:attrNameLst>
                                      </p:cBhvr>
                                      <p:to>
                                        <p:strVal val="visible"/>
                                      </p:to>
                                    </p:set>
                                    <p:animEffect transition="in" filter="wipe(left)">
                                      <p:cBhvr>
                                        <p:cTn id="57" dur="1250"/>
                                        <p:tgtEl>
                                          <p:spTgt spid="24">
                                            <p:txEl>
                                              <p:pRg st="4" end="4"/>
                                            </p:txEl>
                                          </p:spTgt>
                                        </p:tgtEl>
                                      </p:cBhvr>
                                    </p:animEffect>
                                  </p:childTnLst>
                                </p:cTn>
                              </p:par>
                            </p:childTnLst>
                          </p:cTn>
                        </p:par>
                      </p:childTnLst>
                    </p:cTn>
                  </p:par>
                  <p:par>
                    <p:cTn id="58" fill="hold" nodeType="clickPar">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4">
                                            <p:txEl>
                                              <p:pRg st="5" end="5"/>
                                            </p:txEl>
                                          </p:spTgt>
                                        </p:tgtEl>
                                        <p:attrNameLst>
                                          <p:attrName>style.visibility</p:attrName>
                                        </p:attrNameLst>
                                      </p:cBhvr>
                                      <p:to>
                                        <p:strVal val="visible"/>
                                      </p:to>
                                    </p:set>
                                    <p:animEffect transition="in" filter="wipe(left)">
                                      <p:cBhvr>
                                        <p:cTn id="62" dur="1250"/>
                                        <p:tgtEl>
                                          <p:spTgt spid="24">
                                            <p:txEl>
                                              <p:pRg st="5" end="5"/>
                                            </p:txEl>
                                          </p:spTgt>
                                        </p:tgtEl>
                                      </p:cBhvr>
                                    </p:animEffect>
                                  </p:childTnLst>
                                </p:cTn>
                              </p:par>
                            </p:childTnLst>
                          </p:cTn>
                        </p:par>
                        <p:par>
                          <p:cTn id="63" fill="hold" nodeType="afterGroup">
                            <p:stCondLst>
                              <p:cond delay="1250"/>
                            </p:stCondLst>
                            <p:childTnLst>
                              <p:par>
                                <p:cTn id="64" presetID="16" presetClass="entr" presetSubtype="37" fill="hold" nodeType="afterEffect">
                                  <p:stCondLst>
                                    <p:cond delay="0"/>
                                  </p:stCondLst>
                                  <p:childTnLst>
                                    <p:set>
                                      <p:cBhvr>
                                        <p:cTn id="65" dur="1" fill="hold">
                                          <p:stCondLst>
                                            <p:cond delay="0"/>
                                          </p:stCondLst>
                                        </p:cTn>
                                        <p:tgtEl>
                                          <p:spTgt spid="56"/>
                                        </p:tgtEl>
                                        <p:attrNameLst>
                                          <p:attrName>style.visibility</p:attrName>
                                        </p:attrNameLst>
                                      </p:cBhvr>
                                      <p:to>
                                        <p:strVal val="visible"/>
                                      </p:to>
                                    </p:set>
                                    <p:animEffect transition="in" filter="barn(outVertical)">
                                      <p:cBhvr>
                                        <p:cTn id="66" dur="1000"/>
                                        <p:tgtEl>
                                          <p:spTgt spid="56"/>
                                        </p:tgtEl>
                                      </p:cBhvr>
                                    </p:animEffect>
                                  </p:childTnLst>
                                </p:cTn>
                              </p:par>
                            </p:childTnLst>
                          </p:cTn>
                        </p:par>
                        <p:par>
                          <p:cTn id="67" fill="hold" nodeType="afterGroup">
                            <p:stCondLst>
                              <p:cond delay="2250"/>
                            </p:stCondLst>
                            <p:childTnLst>
                              <p:par>
                                <p:cTn id="68" presetID="3" presetClass="entr" presetSubtype="10" fill="hold" grpId="0" nodeType="afterEffect">
                                  <p:stCondLst>
                                    <p:cond delay="0"/>
                                  </p:stCondLst>
                                  <p:childTnLst>
                                    <p:set>
                                      <p:cBhvr>
                                        <p:cTn id="69" dur="1" fill="hold">
                                          <p:stCondLst>
                                            <p:cond delay="0"/>
                                          </p:stCondLst>
                                        </p:cTn>
                                        <p:tgtEl>
                                          <p:spTgt spid="55"/>
                                        </p:tgtEl>
                                        <p:attrNameLst>
                                          <p:attrName>style.visibility</p:attrName>
                                        </p:attrNameLst>
                                      </p:cBhvr>
                                      <p:to>
                                        <p:strVal val="visible"/>
                                      </p:to>
                                    </p:set>
                                    <p:animEffect transition="in" filter="blinds(horizontal)">
                                      <p:cBhvr>
                                        <p:cTn id="70" dur="500"/>
                                        <p:tgtEl>
                                          <p:spTgt spid="55"/>
                                        </p:tgtEl>
                                      </p:cBhvr>
                                    </p:animEffect>
                                  </p:childTnLst>
                                </p:cTn>
                              </p:par>
                            </p:childTnLst>
                          </p:cTn>
                        </p:par>
                      </p:childTnLst>
                    </p:cTn>
                  </p:par>
                  <p:par>
                    <p:cTn id="71" fill="hold" nodeType="clickPar">
                      <p:stCondLst>
                        <p:cond delay="indefinite"/>
                      </p:stCondLst>
                      <p:childTnLst>
                        <p:par>
                          <p:cTn id="72" fill="hold">
                            <p:stCondLst>
                              <p:cond delay="0"/>
                            </p:stCondLst>
                            <p:childTnLst>
                              <p:par>
                                <p:cTn id="73" presetID="16" presetClass="entr" presetSubtype="42" fill="hold" nodeType="click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barn(outHorizontal)">
                                      <p:cBhvr>
                                        <p:cTn id="75" dur="500"/>
                                        <p:tgtEl>
                                          <p:spTgt spid="33"/>
                                        </p:tgtEl>
                                      </p:cBhvr>
                                    </p:animEffect>
                                  </p:childTnLst>
                                </p:cTn>
                              </p:par>
                            </p:childTnLst>
                          </p:cTn>
                        </p:par>
                      </p:childTnLst>
                    </p:cTn>
                  </p:par>
                  <p:par>
                    <p:cTn id="76" fill="hold" nodeType="clickPar">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24">
                                            <p:txEl>
                                              <p:pRg st="6" end="6"/>
                                            </p:txEl>
                                          </p:spTgt>
                                        </p:tgtEl>
                                        <p:attrNameLst>
                                          <p:attrName>style.visibility</p:attrName>
                                        </p:attrNameLst>
                                      </p:cBhvr>
                                      <p:to>
                                        <p:strVal val="visible"/>
                                      </p:to>
                                    </p:set>
                                    <p:animEffect transition="in" filter="wipe(left)">
                                      <p:cBhvr>
                                        <p:cTn id="80" dur="1250"/>
                                        <p:tgtEl>
                                          <p:spTgt spid="24">
                                            <p:txEl>
                                              <p:pRg st="6" end="6"/>
                                            </p:txEl>
                                          </p:spTgt>
                                        </p:tgtEl>
                                      </p:cBhvr>
                                    </p:animEffect>
                                  </p:childTnLst>
                                </p:cTn>
                              </p:par>
                            </p:childTnLst>
                          </p:cTn>
                        </p:par>
                      </p:childTnLst>
                    </p:cTn>
                  </p:par>
                  <p:par>
                    <p:cTn id="81" fill="hold" nodeType="clickPar">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24">
                                            <p:txEl>
                                              <p:pRg st="7" end="7"/>
                                            </p:txEl>
                                          </p:spTgt>
                                        </p:tgtEl>
                                        <p:attrNameLst>
                                          <p:attrName>style.visibility</p:attrName>
                                        </p:attrNameLst>
                                      </p:cBhvr>
                                      <p:to>
                                        <p:strVal val="visible"/>
                                      </p:to>
                                    </p:set>
                                    <p:animEffect transition="in" filter="wipe(left)">
                                      <p:cBhvr>
                                        <p:cTn id="85" dur="1250"/>
                                        <p:tgtEl>
                                          <p:spTgt spid="2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54" grpId="0" animBg="1"/>
      <p:bldP spid="5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2">
            <a:extLst>
              <a:ext uri="{FF2B5EF4-FFF2-40B4-BE49-F238E27FC236}">
                <a16:creationId xmlns:a16="http://schemas.microsoft.com/office/drawing/2014/main" id="{566CA7A5-C607-7205-25F8-0CCFB2A647CA}"/>
              </a:ext>
            </a:extLst>
          </p:cNvPr>
          <p:cNvGraphicFramePr>
            <a:graphicFrameLocks noGrp="1"/>
          </p:cNvGraphicFramePr>
          <p:nvPr>
            <p:custDataLst>
              <p:tags r:id="rId1"/>
            </p:custDataLst>
            <p:extLst>
              <p:ext uri="{D42A27DB-BD31-4B8C-83A1-F6EECF244321}">
                <p14:modId xmlns:p14="http://schemas.microsoft.com/office/powerpoint/2010/main" val="3052009272"/>
              </p:ext>
            </p:extLst>
          </p:nvPr>
        </p:nvGraphicFramePr>
        <p:xfrm>
          <a:off x="470488" y="2362582"/>
          <a:ext cx="11251024" cy="4204476"/>
        </p:xfrm>
        <a:graphic>
          <a:graphicData uri="http://schemas.openxmlformats.org/drawingml/2006/table">
            <a:tbl>
              <a:tblPr firstRow="1" bandRow="1"/>
              <a:tblGrid>
                <a:gridCol w="1692501">
                  <a:extLst>
                    <a:ext uri="{9D8B030D-6E8A-4147-A177-3AD203B41FA5}">
                      <a16:colId xmlns:a16="http://schemas.microsoft.com/office/drawing/2014/main" val="599468770"/>
                    </a:ext>
                  </a:extLst>
                </a:gridCol>
                <a:gridCol w="9558523">
                  <a:extLst>
                    <a:ext uri="{9D8B030D-6E8A-4147-A177-3AD203B41FA5}">
                      <a16:colId xmlns:a16="http://schemas.microsoft.com/office/drawing/2014/main" val="3079211790"/>
                    </a:ext>
                  </a:extLst>
                </a:gridCol>
              </a:tblGrid>
              <a:tr h="600506">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r>
                        <a:rPr lang="zh-CN" altLang="en-US" sz="2300" b="0">
                          <a:solidFill>
                            <a:schemeClr val="tx1"/>
                          </a:solidFill>
                          <a:latin typeface="微软雅黑" panose="020B0503020204020204" pitchFamily="34" charset="-122"/>
                          <a:ea typeface="微软雅黑" panose="020B0503020204020204" pitchFamily="34" charset="-122"/>
                        </a:rPr>
                        <a:t>提出问题</a:t>
                      </a:r>
                    </a:p>
                  </a:txBody>
                  <a:tcPr marL="121920" marR="121920" marT="60960" marB="60960" anchor="ctr" anchorCtr="1">
                    <a:lnL w="12700" cap="flat" cmpd="sng" algn="ctr">
                      <a:solidFill>
                        <a:srgbClr val="000000">
                          <a:lumMod val="65000"/>
                          <a:lumOff val="35000"/>
                        </a:srgbClr>
                      </a:solidFill>
                      <a:prstDash val="solid"/>
                      <a:round/>
                      <a:headEnd type="none" w="med" len="med"/>
                      <a:tailEnd type="none" w="med" len="med"/>
                    </a:lnL>
                    <a:lnR w="12700" cap="flat" cmpd="sng" algn="ctr">
                      <a:solidFill>
                        <a:srgbClr val="000000">
                          <a:lumMod val="65000"/>
                          <a:lumOff val="35000"/>
                        </a:srgbClr>
                      </a:solidFill>
                      <a:prstDash val="solid"/>
                      <a:round/>
                      <a:headEnd type="none" w="med" len="med"/>
                      <a:tailEnd type="none" w="med" len="med"/>
                    </a:lnR>
                    <a:lnT w="12700" cap="flat" cmpd="sng" algn="ctr">
                      <a:solidFill>
                        <a:srgbClr val="000000">
                          <a:lumMod val="65000"/>
                          <a:lumOff val="35000"/>
                        </a:srgbClr>
                      </a:solidFill>
                      <a:prstDash val="solid"/>
                      <a:round/>
                      <a:headEnd type="none" w="med" len="med"/>
                      <a:tailEnd type="none" w="med" len="med"/>
                    </a:lnT>
                    <a:lnB w="12700" cap="flat" cmpd="sng" algn="ctr">
                      <a:solidFill>
                        <a:srgbClr val="000000">
                          <a:lumMod val="65000"/>
                          <a:lumOff val="35000"/>
                        </a:srgbClr>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r>
                        <a:rPr lang="zh-CN" altLang="en-US" sz="2300" b="0">
                          <a:solidFill>
                            <a:schemeClr val="tx1"/>
                          </a:solidFill>
                          <a:latin typeface="微软雅黑" panose="020B0503020204020204" pitchFamily="34" charset="-122"/>
                          <a:ea typeface="微软雅黑" panose="020B0503020204020204" pitchFamily="34" charset="-122"/>
                        </a:rPr>
                        <a:t>响度与什么因素有关</a:t>
                      </a:r>
                    </a:p>
                  </a:txBody>
                  <a:tcPr marL="121920" marR="121920" marT="60960" marB="60960" anchor="ctr" anchorCtr="1">
                    <a:lnL w="12700" cap="flat" cmpd="sng" algn="ctr">
                      <a:solidFill>
                        <a:srgbClr val="000000">
                          <a:lumMod val="65000"/>
                          <a:lumOff val="35000"/>
                        </a:srgbClr>
                      </a:solidFill>
                      <a:prstDash val="solid"/>
                      <a:round/>
                      <a:headEnd type="none" w="med" len="med"/>
                      <a:tailEnd type="none" w="med" len="med"/>
                    </a:lnL>
                    <a:lnR w="12700" cap="flat" cmpd="sng" algn="ctr">
                      <a:solidFill>
                        <a:srgbClr val="000000">
                          <a:lumMod val="65000"/>
                          <a:lumOff val="35000"/>
                        </a:srgbClr>
                      </a:solidFill>
                      <a:prstDash val="solid"/>
                      <a:round/>
                      <a:headEnd type="none" w="med" len="med"/>
                      <a:tailEnd type="none" w="med" len="med"/>
                    </a:lnR>
                    <a:lnT w="12700" cap="flat" cmpd="sng" algn="ctr">
                      <a:solidFill>
                        <a:srgbClr val="000000">
                          <a:lumMod val="65000"/>
                          <a:lumOff val="35000"/>
                        </a:srgbClr>
                      </a:solidFill>
                      <a:prstDash val="solid"/>
                      <a:round/>
                      <a:headEnd type="none" w="med" len="med"/>
                      <a:tailEnd type="none" w="med" len="med"/>
                    </a:lnT>
                    <a:lnB w="12700" cap="flat" cmpd="sng" algn="ctr">
                      <a:solidFill>
                        <a:srgbClr val="000000">
                          <a:lumMod val="65000"/>
                          <a:lumOff val="3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74074"/>
                  </a:ext>
                </a:extLst>
              </a:tr>
              <a:tr h="2228629">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设计和</a:t>
                      </a:r>
                      <a:endParaRPr kumimoji="0" lang="en-US" altLang="zh-CN"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进行实验</a:t>
                      </a:r>
                    </a:p>
                  </a:txBody>
                  <a:tcPr marL="121920" marR="121920" marT="60960" marB="60960" anchor="ctr" anchorCtr="1">
                    <a:lnL w="12700" cap="flat" cmpd="sng" algn="ctr">
                      <a:solidFill>
                        <a:srgbClr val="000000">
                          <a:lumMod val="65000"/>
                          <a:lumOff val="35000"/>
                        </a:srgbClr>
                      </a:solidFill>
                      <a:prstDash val="solid"/>
                      <a:round/>
                      <a:headEnd type="none" w="med" len="med"/>
                      <a:tailEnd type="none" w="med" len="med"/>
                    </a:lnL>
                    <a:lnR w="12700" cap="flat" cmpd="sng" algn="ctr">
                      <a:solidFill>
                        <a:srgbClr val="000000">
                          <a:lumMod val="65000"/>
                          <a:lumOff val="35000"/>
                        </a:srgbClr>
                      </a:solidFill>
                      <a:prstDash val="solid"/>
                      <a:round/>
                      <a:headEnd type="none" w="med" len="med"/>
                      <a:tailEnd type="none" w="med" len="med"/>
                    </a:lnR>
                    <a:lnT w="12700" cap="flat" cmpd="sng" algn="ctr">
                      <a:solidFill>
                        <a:srgbClr val="000000">
                          <a:lumMod val="65000"/>
                          <a:lumOff val="35000"/>
                        </a:srgbClr>
                      </a:solidFill>
                      <a:prstDash val="solid"/>
                      <a:round/>
                      <a:headEnd type="none" w="med" len="med"/>
                      <a:tailEnd type="none" w="med" len="med"/>
                    </a:lnT>
                    <a:lnB w="12700" cap="flat" cmpd="sng" algn="ctr">
                      <a:solidFill>
                        <a:srgbClr val="000000">
                          <a:lumMod val="65000"/>
                          <a:lumOff val="35000"/>
                        </a:srgbClr>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endParaRPr lang="zh-CN" altLang="en-US" sz="2300">
                        <a:solidFill>
                          <a:schemeClr val="tx1"/>
                        </a:solidFill>
                        <a:latin typeface="微软雅黑" panose="020B0503020204020204" pitchFamily="34" charset="-122"/>
                        <a:ea typeface="微软雅黑" panose="020B0503020204020204" pitchFamily="34" charset="-122"/>
                      </a:endParaRPr>
                    </a:p>
                  </a:txBody>
                  <a:tcPr marL="121920" marR="121920" marT="60960" marB="60960" anchor="ctr" anchorCtr="1">
                    <a:lnL w="12700" cap="flat" cmpd="sng" algn="ctr">
                      <a:solidFill>
                        <a:srgbClr val="000000">
                          <a:lumMod val="65000"/>
                          <a:lumOff val="35000"/>
                        </a:srgbClr>
                      </a:solidFill>
                      <a:prstDash val="solid"/>
                      <a:round/>
                      <a:headEnd type="none" w="med" len="med"/>
                      <a:tailEnd type="none" w="med" len="med"/>
                    </a:lnL>
                    <a:lnR w="12700" cap="flat" cmpd="sng" algn="ctr">
                      <a:solidFill>
                        <a:srgbClr val="000000">
                          <a:lumMod val="65000"/>
                          <a:lumOff val="35000"/>
                        </a:srgbClr>
                      </a:solidFill>
                      <a:prstDash val="solid"/>
                      <a:round/>
                      <a:headEnd type="none" w="med" len="med"/>
                      <a:tailEnd type="none" w="med" len="med"/>
                    </a:lnR>
                    <a:lnT w="12700" cap="flat" cmpd="sng" algn="ctr">
                      <a:solidFill>
                        <a:srgbClr val="000000">
                          <a:lumMod val="65000"/>
                          <a:lumOff val="35000"/>
                        </a:srgbClr>
                      </a:solidFill>
                      <a:prstDash val="solid"/>
                      <a:round/>
                      <a:headEnd type="none" w="med" len="med"/>
                      <a:tailEnd type="none" w="med" len="med"/>
                    </a:lnT>
                    <a:lnB w="12700" cap="flat" cmpd="sng" algn="ctr">
                      <a:solidFill>
                        <a:srgbClr val="000000">
                          <a:lumMod val="65000"/>
                          <a:lumOff val="3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5870766"/>
                  </a:ext>
                </a:extLst>
              </a:tr>
              <a:tr h="1375341">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分析与</a:t>
                      </a:r>
                      <a:endParaRPr kumimoji="0" lang="en-US" altLang="zh-CN"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论证</a:t>
                      </a:r>
                    </a:p>
                  </a:txBody>
                  <a:tcPr marL="121920" marR="121920" marT="60960" marB="60960" anchor="ctr" anchorCtr="1">
                    <a:lnL w="12700" cap="flat" cmpd="sng" algn="ctr">
                      <a:solidFill>
                        <a:srgbClr val="000000">
                          <a:lumMod val="65000"/>
                          <a:lumOff val="35000"/>
                        </a:srgbClr>
                      </a:solidFill>
                      <a:prstDash val="solid"/>
                      <a:round/>
                      <a:headEnd type="none" w="med" len="med"/>
                      <a:tailEnd type="none" w="med" len="med"/>
                    </a:lnL>
                    <a:lnR w="12700" cap="flat" cmpd="sng" algn="ctr">
                      <a:solidFill>
                        <a:srgbClr val="000000">
                          <a:lumMod val="65000"/>
                          <a:lumOff val="35000"/>
                        </a:srgbClr>
                      </a:solidFill>
                      <a:prstDash val="solid"/>
                      <a:round/>
                      <a:headEnd type="none" w="med" len="med"/>
                      <a:tailEnd type="none" w="med" len="med"/>
                    </a:lnR>
                    <a:lnT w="12700" cap="flat" cmpd="sng" algn="ctr">
                      <a:solidFill>
                        <a:srgbClr val="000000">
                          <a:lumMod val="65000"/>
                          <a:lumOff val="35000"/>
                        </a:srgbClr>
                      </a:solidFill>
                      <a:prstDash val="solid"/>
                      <a:round/>
                      <a:headEnd type="none" w="med" len="med"/>
                      <a:tailEnd type="none" w="med" len="med"/>
                    </a:lnT>
                    <a:lnB w="12700" cap="flat" cmpd="sng" algn="ctr">
                      <a:solidFill>
                        <a:srgbClr val="000000">
                          <a:lumMod val="65000"/>
                          <a:lumOff val="35000"/>
                        </a:srgbClr>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endParaRPr lang="zh-CN" altLang="en-US" sz="2300">
                        <a:solidFill>
                          <a:schemeClr val="tx1"/>
                        </a:solidFill>
                        <a:latin typeface="微软雅黑" panose="020B0503020204020204" pitchFamily="34" charset="-122"/>
                        <a:ea typeface="微软雅黑" panose="020B0503020204020204" pitchFamily="34" charset="-122"/>
                      </a:endParaRPr>
                    </a:p>
                  </a:txBody>
                  <a:tcPr marL="121920" marR="121920" marT="60960" marB="60960" anchor="ctr" anchorCtr="1">
                    <a:lnL w="12700" cap="flat" cmpd="sng" algn="ctr">
                      <a:solidFill>
                        <a:srgbClr val="000000">
                          <a:lumMod val="65000"/>
                          <a:lumOff val="35000"/>
                        </a:srgbClr>
                      </a:solidFill>
                      <a:prstDash val="solid"/>
                      <a:round/>
                      <a:headEnd type="none" w="med" len="med"/>
                      <a:tailEnd type="none" w="med" len="med"/>
                    </a:lnL>
                    <a:lnR w="12700" cap="flat" cmpd="sng" algn="ctr">
                      <a:solidFill>
                        <a:srgbClr val="000000">
                          <a:lumMod val="65000"/>
                          <a:lumOff val="35000"/>
                        </a:srgbClr>
                      </a:solidFill>
                      <a:prstDash val="solid"/>
                      <a:round/>
                      <a:headEnd type="none" w="med" len="med"/>
                      <a:tailEnd type="none" w="med" len="med"/>
                    </a:lnR>
                    <a:lnT w="12700" cap="flat" cmpd="sng" algn="ctr">
                      <a:solidFill>
                        <a:srgbClr val="000000">
                          <a:lumMod val="65000"/>
                          <a:lumOff val="35000"/>
                        </a:srgbClr>
                      </a:solidFill>
                      <a:prstDash val="solid"/>
                      <a:round/>
                      <a:headEnd type="none" w="med" len="med"/>
                      <a:tailEnd type="none" w="med" len="med"/>
                    </a:lnT>
                    <a:lnB w="12700" cap="flat" cmpd="sng" algn="ctr">
                      <a:solidFill>
                        <a:srgbClr val="000000">
                          <a:lumMod val="65000"/>
                          <a:lumOff val="3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3921299"/>
                  </a:ext>
                </a:extLst>
              </a:tr>
            </a:tbl>
          </a:graphicData>
        </a:graphic>
      </p:graphicFrame>
      <p:sp>
        <p:nvSpPr>
          <p:cNvPr id="5" name="文本框 4">
            <a:extLst>
              <a:ext uri="{FF2B5EF4-FFF2-40B4-BE49-F238E27FC236}">
                <a16:creationId xmlns:a16="http://schemas.microsoft.com/office/drawing/2014/main" id="{5F4A80AC-EB29-5FC8-C21A-DCD8B37118EC}"/>
              </a:ext>
            </a:extLst>
          </p:cNvPr>
          <p:cNvSpPr txBox="1"/>
          <p:nvPr>
            <p:custDataLst>
              <p:tags r:id="rId2"/>
            </p:custDataLst>
          </p:nvPr>
        </p:nvSpPr>
        <p:spPr>
          <a:xfrm>
            <a:off x="910779" y="1042906"/>
            <a:ext cx="8222481" cy="1040606"/>
          </a:xfrm>
          <a:prstGeom prst="rect">
            <a:avLst/>
          </a:prstGeom>
          <a:noFill/>
        </p:spPr>
        <p:txBody>
          <a:bodyPr wrap="square">
            <a:spAutoFit/>
          </a:bodyPr>
          <a:lstStyle/>
          <a:p>
            <a:pPr indent="576000">
              <a:lnSpc>
                <a:spcPts val="3900"/>
              </a:lnSpc>
            </a:pPr>
            <a:r>
              <a:rPr lang="en-US" altLang="zh-CN" sz="2400" b="1">
                <a:solidFill>
                  <a:srgbClr val="0070C0"/>
                </a:solidFill>
                <a:latin typeface="Times New Roman" panose="02020603050405020304" pitchFamily="18" charset="0"/>
                <a:cs typeface="Times New Roman" panose="02020603050405020304" pitchFamily="18" charset="0"/>
                <a:sym typeface="庞门正道标题体" panose="02010600030101010101" pitchFamily="2" charset="-122"/>
              </a:rPr>
              <a:t>1. </a:t>
            </a:r>
            <a:r>
              <a:rPr lang="zh-CN" altLang="en-US" sz="2400" b="1">
                <a:solidFill>
                  <a:srgbClr val="0070C0"/>
                </a:solidFill>
                <a:latin typeface="Times New Roman" panose="02020603050405020304" pitchFamily="18" charset="0"/>
                <a:cs typeface="Times New Roman" panose="02020603050405020304" pitchFamily="18" charset="0"/>
                <a:sym typeface="庞门正道标题体" panose="02010600030101010101" pitchFamily="2" charset="-122"/>
              </a:rPr>
              <a:t>响度</a:t>
            </a:r>
            <a:r>
              <a:rPr lang="zh-CN" altLang="en-US" sz="2400">
                <a:solidFill>
                  <a:prstClr val="black"/>
                </a:solidFill>
                <a:latin typeface="Times New Roman" panose="02020603050405020304" pitchFamily="18" charset="0"/>
                <a:cs typeface="Times New Roman" panose="02020603050405020304" pitchFamily="18" charset="0"/>
                <a:sym typeface="庞门正道标题体" panose="02010600030101010101" pitchFamily="2" charset="-122"/>
              </a:rPr>
              <a:t>：物理学中把声音的</a:t>
            </a:r>
            <a:r>
              <a:rPr lang="zh-CN" altLang="en-US" sz="2400">
                <a:solidFill>
                  <a:srgbClr val="FF0000"/>
                </a:solidFill>
                <a:latin typeface="Times New Roman" panose="02020603050405020304" pitchFamily="18" charset="0"/>
                <a:cs typeface="Times New Roman" panose="02020603050405020304" pitchFamily="18" charset="0"/>
                <a:sym typeface="庞门正道标题体" panose="02010600030101010101" pitchFamily="2" charset="-122"/>
              </a:rPr>
              <a:t>强弱</a:t>
            </a:r>
            <a:r>
              <a:rPr lang="zh-CN" altLang="en-US" sz="2400">
                <a:solidFill>
                  <a:prstClr val="black"/>
                </a:solidFill>
                <a:latin typeface="Times New Roman" panose="02020603050405020304" pitchFamily="18" charset="0"/>
                <a:cs typeface="Times New Roman" panose="02020603050405020304" pitchFamily="18" charset="0"/>
                <a:sym typeface="庞门正道标题体" panose="02010600030101010101" pitchFamily="2" charset="-122"/>
              </a:rPr>
              <a:t>叫做响度。</a:t>
            </a:r>
          </a:p>
          <a:p>
            <a:pPr indent="576000">
              <a:lnSpc>
                <a:spcPts val="3900"/>
              </a:lnSpc>
            </a:pPr>
            <a:r>
              <a:rPr lang="en-US" altLang="zh-CN" sz="2400" b="1">
                <a:solidFill>
                  <a:srgbClr val="0070C0"/>
                </a:solidFill>
                <a:latin typeface="Times New Roman" panose="02020603050405020304" pitchFamily="18" charset="0"/>
                <a:cs typeface="Times New Roman" panose="02020603050405020304" pitchFamily="18" charset="0"/>
                <a:sym typeface="庞门正道标题体" panose="02010600030101010101" pitchFamily="2" charset="-122"/>
              </a:rPr>
              <a:t>2. </a:t>
            </a:r>
            <a:r>
              <a:rPr lang="zh-CN" altLang="en-US" sz="2400" b="1">
                <a:solidFill>
                  <a:srgbClr val="0070C0"/>
                </a:solidFill>
                <a:latin typeface="Times New Roman" panose="02020603050405020304" pitchFamily="18" charset="0"/>
                <a:cs typeface="Times New Roman" panose="02020603050405020304" pitchFamily="18" charset="0"/>
                <a:sym typeface="庞门正道标题体" panose="02010600030101010101" pitchFamily="2" charset="-122"/>
              </a:rPr>
              <a:t>实验探究：影响声音强弱的因素。</a:t>
            </a:r>
            <a:endParaRPr lang="en-US" altLang="zh-CN" sz="2400" b="1">
              <a:solidFill>
                <a:srgbClr val="0070C0"/>
              </a:solidFill>
              <a:latin typeface="Times New Roman" panose="02020603050405020304" pitchFamily="18" charset="0"/>
              <a:cs typeface="Times New Roman" panose="02020603050405020304" pitchFamily="18" charset="0"/>
              <a:sym typeface="庞门正道标题体" panose="02010600030101010101" pitchFamily="2" charset="-122"/>
            </a:endParaRPr>
          </a:p>
        </p:txBody>
      </p:sp>
      <p:sp>
        <p:nvSpPr>
          <p:cNvPr id="2" name="文本框 1">
            <a:extLst>
              <a:ext uri="{FF2B5EF4-FFF2-40B4-BE49-F238E27FC236}">
                <a16:creationId xmlns:a16="http://schemas.microsoft.com/office/drawing/2014/main" id="{24A5DF55-54C4-71D7-5C4F-1651857F1C8D}"/>
              </a:ext>
            </a:extLst>
          </p:cNvPr>
          <p:cNvSpPr txBox="1"/>
          <p:nvPr>
            <p:custDataLst>
              <p:tags r:id="rId3"/>
            </p:custDataLst>
          </p:nvPr>
        </p:nvSpPr>
        <p:spPr>
          <a:xfrm>
            <a:off x="1173969" y="290942"/>
            <a:ext cx="4325043" cy="430887"/>
          </a:xfrm>
          <a:prstGeom prst="rect">
            <a:avLst/>
          </a:prstGeom>
          <a:noFill/>
        </p:spPr>
        <p:txBody>
          <a:bodyPr wrap="square" lIns="0" tIns="0" rIns="0" bIns="0" rtlCol="0">
            <a:spAutoFit/>
          </a:bodyPr>
          <a:lstStyle/>
          <a:p>
            <a:pPr fontAlgn="base"/>
            <a:r>
              <a:rPr lang="zh-CN" altLang="en-US" sz="2800" b="1">
                <a:solidFill>
                  <a:srgbClr val="1F497D"/>
                </a:solidFill>
                <a:latin typeface="Times New Roman" panose="02020603050405020304" pitchFamily="18" charset="0"/>
                <a:cs typeface="Times New Roman" panose="02020603050405020304" pitchFamily="18" charset="0"/>
              </a:rPr>
              <a:t>知识一、响度 </a:t>
            </a:r>
          </a:p>
        </p:txBody>
      </p:sp>
      <p:sp>
        <p:nvSpPr>
          <p:cNvPr id="6" name="文本框 5">
            <a:extLst>
              <a:ext uri="{FF2B5EF4-FFF2-40B4-BE49-F238E27FC236}">
                <a16:creationId xmlns:a16="http://schemas.microsoft.com/office/drawing/2014/main" id="{86C68949-D09A-478C-C876-D787149AADB2}"/>
              </a:ext>
            </a:extLst>
          </p:cNvPr>
          <p:cNvSpPr txBox="1"/>
          <p:nvPr>
            <p:custDataLst>
              <p:tags r:id="rId4"/>
            </p:custDataLst>
          </p:nvPr>
        </p:nvSpPr>
        <p:spPr>
          <a:xfrm>
            <a:off x="2407690" y="3076169"/>
            <a:ext cx="4787291" cy="1986698"/>
          </a:xfrm>
          <a:prstGeom prst="rect">
            <a:avLst/>
          </a:prstGeom>
          <a:noFill/>
        </p:spPr>
        <p:txBody>
          <a:bodyPr wrap="square">
            <a:spAutoFit/>
          </a:bodyPr>
          <a:lstStyle/>
          <a:p>
            <a:pPr>
              <a:lnSpc>
                <a:spcPts val="3000"/>
              </a:lnSpc>
            </a:pPr>
            <a:r>
              <a:rPr lang="zh-CN" altLang="en-US" sz="2200" b="1">
                <a:solidFill>
                  <a:srgbClr val="00B0F0"/>
                </a:solidFill>
                <a:latin typeface="Times New Roman" panose="02020603050405020304" pitchFamily="18" charset="0"/>
                <a:cs typeface="Times New Roman" panose="02020603050405020304" pitchFamily="18" charset="0"/>
              </a:rPr>
              <a:t>①</a:t>
            </a:r>
            <a:r>
              <a:rPr lang="zh-CN" altLang="en-US" sz="2200">
                <a:solidFill>
                  <a:prstClr val="black"/>
                </a:solidFill>
                <a:latin typeface="Times New Roman" panose="02020603050405020304" pitchFamily="18" charset="0"/>
                <a:cs typeface="Times New Roman" panose="02020603050405020304" pitchFamily="18" charset="0"/>
              </a:rPr>
              <a:t>如图，用线拴住乒乓球悬挂在铁架台上，让音叉臂的一侧接触乒乓球；</a:t>
            </a:r>
          </a:p>
          <a:p>
            <a:pPr>
              <a:lnSpc>
                <a:spcPts val="3000"/>
              </a:lnSpc>
            </a:pPr>
            <a:r>
              <a:rPr lang="zh-CN" altLang="en-US" sz="2200" b="1">
                <a:solidFill>
                  <a:srgbClr val="00B0F0"/>
                </a:solidFill>
                <a:latin typeface="Times New Roman" panose="02020603050405020304" pitchFamily="18" charset="0"/>
                <a:cs typeface="Times New Roman" panose="02020603050405020304" pitchFamily="18" charset="0"/>
              </a:rPr>
              <a:t>②</a:t>
            </a:r>
            <a:r>
              <a:rPr lang="zh-CN" altLang="en-US" sz="2200">
                <a:solidFill>
                  <a:prstClr val="black"/>
                </a:solidFill>
                <a:latin typeface="Times New Roman" panose="02020603050405020304" pitchFamily="18" charset="0"/>
                <a:cs typeface="Times New Roman" panose="02020603050405020304" pitchFamily="18" charset="0"/>
              </a:rPr>
              <a:t>用橡皮槌轻轻敲击音叉使它振动，听一听音叉发出的声音，观察乒乓球被弹起的幅度；</a:t>
            </a:r>
          </a:p>
        </p:txBody>
      </p:sp>
      <p:sp>
        <p:nvSpPr>
          <p:cNvPr id="10" name="文本框 9">
            <a:extLst>
              <a:ext uri="{FF2B5EF4-FFF2-40B4-BE49-F238E27FC236}">
                <a16:creationId xmlns:a16="http://schemas.microsoft.com/office/drawing/2014/main" id="{CBA40CC8-0397-E3F7-9C85-91C8AEA9BBDB}"/>
              </a:ext>
            </a:extLst>
          </p:cNvPr>
          <p:cNvSpPr txBox="1"/>
          <p:nvPr>
            <p:custDataLst>
              <p:tags r:id="rId5"/>
            </p:custDataLst>
          </p:nvPr>
        </p:nvSpPr>
        <p:spPr>
          <a:xfrm>
            <a:off x="3214802" y="5235762"/>
            <a:ext cx="6430242" cy="1217449"/>
          </a:xfrm>
          <a:prstGeom prst="rect">
            <a:avLst/>
          </a:prstGeom>
          <a:noFill/>
        </p:spPr>
        <p:txBody>
          <a:bodyPr wrap="square">
            <a:spAutoFit/>
          </a:bodyPr>
          <a:lstStyle/>
          <a:p>
            <a:pPr>
              <a:lnSpc>
                <a:spcPts val="3000"/>
              </a:lnSpc>
            </a:pPr>
            <a:r>
              <a:rPr lang="zh-CN" altLang="en-US" sz="2200">
                <a:solidFill>
                  <a:prstClr val="black"/>
                </a:solidFill>
                <a:latin typeface="微软雅黑" panose="020B0503020204020204" pitchFamily="34" charset="-122"/>
              </a:rPr>
              <a:t>分别用不同的力敲击音叉时，乒乓球被弹开的幅度不同，听到的声音响度不同，乒乓球被弹开的幅度越大，音叉振动的幅度越大，声音的响度也越大。</a:t>
            </a:r>
          </a:p>
        </p:txBody>
      </p:sp>
      <p:pic>
        <p:nvPicPr>
          <p:cNvPr id="4" name="图片 3">
            <a:extLst>
              <a:ext uri="{FF2B5EF4-FFF2-40B4-BE49-F238E27FC236}">
                <a16:creationId xmlns:a16="http://schemas.microsoft.com/office/drawing/2014/main" id="{55E45EDF-589D-7A80-AD3E-ACC9EAFA416E}"/>
              </a:ext>
            </a:extLst>
          </p:cNvPr>
          <p:cNvPicPr>
            <a:picLocks noChangeAspect="1"/>
          </p:cNvPicPr>
          <p:nvPr>
            <p:custDataLst>
              <p:tags r:id="rId6"/>
            </p:custDataLst>
          </p:nvPr>
        </p:nvPicPr>
        <p:blipFill>
          <a:blip r:embed="rId9"/>
          <a:stretch>
            <a:fillRect/>
          </a:stretch>
        </p:blipFill>
        <p:spPr>
          <a:xfrm>
            <a:off x="7286421" y="3049347"/>
            <a:ext cx="1786283" cy="1822862"/>
          </a:xfrm>
          <a:prstGeom prst="rect">
            <a:avLst/>
          </a:prstGeom>
        </p:spPr>
      </p:pic>
      <p:sp>
        <p:nvSpPr>
          <p:cNvPr id="13" name="文本框 12">
            <a:extLst>
              <a:ext uri="{FF2B5EF4-FFF2-40B4-BE49-F238E27FC236}">
                <a16:creationId xmlns:a16="http://schemas.microsoft.com/office/drawing/2014/main" id="{AF389498-04D4-EFD8-CAEE-F97AD4D7B339}"/>
              </a:ext>
            </a:extLst>
          </p:cNvPr>
          <p:cNvSpPr txBox="1"/>
          <p:nvPr>
            <p:custDataLst>
              <p:tags r:id="rId7"/>
            </p:custDataLst>
          </p:nvPr>
        </p:nvSpPr>
        <p:spPr>
          <a:xfrm>
            <a:off x="9133260" y="3072463"/>
            <a:ext cx="2420696" cy="1986698"/>
          </a:xfrm>
          <a:prstGeom prst="rect">
            <a:avLst/>
          </a:prstGeom>
          <a:noFill/>
        </p:spPr>
        <p:txBody>
          <a:bodyPr wrap="square">
            <a:spAutoFit/>
          </a:bodyPr>
          <a:lstStyle/>
          <a:p>
            <a:pPr>
              <a:lnSpc>
                <a:spcPts val="3000"/>
              </a:lnSpc>
              <a:defRPr/>
            </a:pPr>
            <a:r>
              <a:rPr lang="zh-CN" altLang="en-US" sz="2200" b="1">
                <a:solidFill>
                  <a:srgbClr val="00B0F0"/>
                </a:solidFill>
                <a:latin typeface="Times New Roman" panose="02020603050405020304" pitchFamily="18" charset="0"/>
                <a:cs typeface="Times New Roman" panose="02020603050405020304" pitchFamily="18" charset="0"/>
              </a:rPr>
              <a:t>③</a:t>
            </a:r>
            <a:r>
              <a:rPr lang="zh-CN" altLang="en-US" sz="2200">
                <a:solidFill>
                  <a:prstClr val="black"/>
                </a:solidFill>
                <a:latin typeface="Times New Roman" panose="02020603050405020304" pitchFamily="18" charset="0"/>
                <a:cs typeface="Times New Roman" panose="02020603050405020304" pitchFamily="18" charset="0"/>
              </a:rPr>
              <a:t>用橡皮槌用力敲击音叉，再次听一听音叉发出的声音，观察乒乓球被弹起的幅度。</a:t>
            </a:r>
          </a:p>
        </p:txBody>
      </p:sp>
      <p:pic>
        <p:nvPicPr>
          <p:cNvPr id="3" name="图片 2" descr="cbe3eb76672406fabbe30586b58813d">
            <a:extLst>
              <a:ext uri="{FF2B5EF4-FFF2-40B4-BE49-F238E27FC236}">
                <a16:creationId xmlns:a16="http://schemas.microsoft.com/office/drawing/2014/main" id="{9A8297AB-E338-8B1B-B297-4075E7F82FC6}"/>
              </a:ext>
            </a:extLst>
          </p:cNvPr>
          <p:cNvPicPr>
            <a:picLocks noChangeAspect="1"/>
          </p:cNvPicPr>
          <p:nvPr/>
        </p:nvPicPr>
        <p:blipFill>
          <a:blip r:embed="rId10"/>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39997009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750"/>
                                        <p:tgtEl>
                                          <p:spTgt spid="2"/>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linds(horizontal)">
                                      <p:cBhvr>
                                        <p:cTn id="12" dur="500"/>
                                        <p:tgtEl>
                                          <p:spTgt spid="5">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linds(horizontal)">
                                      <p:cBhvr>
                                        <p:cTn id="17" dur="500"/>
                                        <p:tgtEl>
                                          <p:spTgt spid="5">
                                            <p:txEl>
                                              <p:pRg st="1" end="1"/>
                                            </p:txEl>
                                          </p:spTgt>
                                        </p:tgtEl>
                                      </p:cBhvr>
                                    </p:animEffect>
                                  </p:childTnLst>
                                </p:cTn>
                              </p:par>
                            </p:childTnLst>
                          </p:cTn>
                        </p:par>
                        <p:par>
                          <p:cTn id="18" fill="hold" nodeType="afterGroup">
                            <p:stCondLst>
                              <p:cond delay="500"/>
                            </p:stCondLst>
                            <p:childTnLst>
                              <p:par>
                                <p:cTn id="19" presetID="9" presetClass="entr" presetSubtype="0"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dissolve">
                                      <p:cBhvr>
                                        <p:cTn id="21" dur="750"/>
                                        <p:tgtEl>
                                          <p:spTgt spid="9"/>
                                        </p:tgtEl>
                                      </p:cBhvr>
                                    </p:animEffect>
                                  </p:childTnLst>
                                </p:cTn>
                              </p:par>
                            </p:childTnLst>
                          </p:cTn>
                        </p:par>
                      </p:childTnLst>
                    </p:cTn>
                  </p:par>
                  <p:par>
                    <p:cTn id="22" fill="hold" nodeType="clickPar">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blinds(horizontal)">
                                      <p:cBhvr>
                                        <p:cTn id="26" dur="500"/>
                                        <p:tgtEl>
                                          <p:spTgt spid="6"/>
                                        </p:tgtEl>
                                      </p:cBhvr>
                                    </p:animEffect>
                                  </p:childTnLst>
                                </p:cTn>
                              </p:par>
                            </p:childTnLst>
                          </p:cTn>
                        </p:par>
                      </p:childTnLst>
                    </p:cTn>
                  </p:par>
                  <p:par>
                    <p:cTn id="27" fill="hold" nodeType="clickPar">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barn(inVertical)">
                                      <p:cBhvr>
                                        <p:cTn id="31" dur="500"/>
                                        <p:tgtEl>
                                          <p:spTgt spid="4"/>
                                        </p:tgtEl>
                                      </p:cBhvr>
                                    </p:animEffect>
                                  </p:childTnLst>
                                </p:cTn>
                              </p:par>
                            </p:childTnLst>
                          </p:cTn>
                        </p:par>
                      </p:childTnLst>
                    </p:cTn>
                  </p:par>
                  <p:par>
                    <p:cTn id="32" fill="hold" nodeType="clickPar">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dissolve">
                                      <p:cBhvr>
                                        <p:cTn id="36" dur="500"/>
                                        <p:tgtEl>
                                          <p:spTgt spid="13"/>
                                        </p:tgtEl>
                                      </p:cBhvr>
                                    </p:animEffect>
                                  </p:childTnLst>
                                </p:cTn>
                              </p:par>
                            </p:childTnLst>
                          </p:cTn>
                        </p:par>
                      </p:childTnLst>
                    </p:cTn>
                  </p:par>
                  <p:par>
                    <p:cTn id="37" fill="hold" nodeType="clickPar">
                      <p:stCondLst>
                        <p:cond delay="indefinite"/>
                      </p:stCondLst>
                      <p:childTnLst>
                        <p:par>
                          <p:cTn id="38" fill="hold">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checkerboard(across)">
                                      <p:cBhvr>
                                        <p:cTn id="4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10"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648B0C1C-048C-CDDF-06D1-A9A33C4BDC40}"/>
              </a:ext>
            </a:extLst>
          </p:cNvPr>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3463222" y="4039462"/>
            <a:ext cx="5265555" cy="2628496"/>
          </a:xfrm>
          <a:prstGeom prst="rect">
            <a:avLst/>
          </a:prstGeom>
        </p:spPr>
      </p:pic>
      <p:sp>
        <p:nvSpPr>
          <p:cNvPr id="5" name="文本框 4">
            <a:extLst>
              <a:ext uri="{FF2B5EF4-FFF2-40B4-BE49-F238E27FC236}">
                <a16:creationId xmlns:a16="http://schemas.microsoft.com/office/drawing/2014/main" id="{4C7FE5C3-941D-8AA5-BE33-771192577881}"/>
              </a:ext>
            </a:extLst>
          </p:cNvPr>
          <p:cNvSpPr txBox="1"/>
          <p:nvPr>
            <p:custDataLst>
              <p:tags r:id="rId2"/>
            </p:custDataLst>
          </p:nvPr>
        </p:nvSpPr>
        <p:spPr>
          <a:xfrm>
            <a:off x="1545197" y="1065935"/>
            <a:ext cx="8942025" cy="3108480"/>
          </a:xfrm>
          <a:prstGeom prst="rect">
            <a:avLst/>
          </a:prstGeom>
          <a:noFill/>
        </p:spPr>
        <p:txBody>
          <a:bodyPr wrap="square">
            <a:spAutoFit/>
          </a:bodyPr>
          <a:lstStyle/>
          <a:p>
            <a:pPr indent="576000">
              <a:lnSpc>
                <a:spcPts val="3400"/>
              </a:lnSpc>
            </a:pPr>
            <a:r>
              <a:rPr lang="en-US" altLang="zh-CN" sz="2500" b="1">
                <a:solidFill>
                  <a:srgbClr val="0070C0"/>
                </a:solidFill>
                <a:latin typeface="Times New Roman" panose="02020603050405020304" pitchFamily="18" charset="0"/>
                <a:cs typeface="Times New Roman" panose="02020603050405020304" pitchFamily="18" charset="0"/>
                <a:sym typeface="庞门正道标题体" panose="02010600030101010101" pitchFamily="2" charset="-122"/>
              </a:rPr>
              <a:t>3. </a:t>
            </a:r>
            <a:r>
              <a:rPr lang="zh-CN" altLang="en-US" sz="2500" b="1">
                <a:solidFill>
                  <a:srgbClr val="0070C0"/>
                </a:solidFill>
                <a:latin typeface="Times New Roman" panose="02020603050405020304" pitchFamily="18" charset="0"/>
                <a:cs typeface="Times New Roman" panose="02020603050405020304" pitchFamily="18" charset="0"/>
                <a:sym typeface="庞门正道标题体" panose="02010600030101010101" pitchFamily="2" charset="-122"/>
              </a:rPr>
              <a:t>用波形图表示不同声音的响度</a:t>
            </a:r>
          </a:p>
          <a:p>
            <a:pPr indent="576000">
              <a:lnSpc>
                <a:spcPts val="3400"/>
              </a:lnSpc>
            </a:pPr>
            <a:r>
              <a:rPr lang="zh-CN" altLang="en-US" sz="2400">
                <a:solidFill>
                  <a:prstClr val="black"/>
                </a:solidFill>
                <a:latin typeface="Times New Roman" panose="02020603050405020304" pitchFamily="18" charset="0"/>
                <a:cs typeface="Times New Roman" panose="02020603050405020304" pitchFamily="18" charset="0"/>
                <a:sym typeface="庞门正道标题体" panose="02010600030101010101" pitchFamily="2" charset="-122"/>
              </a:rPr>
              <a:t>声音的波形可以用示波器显示出来。如图所示是音叉发出不同响度声音时显示出的波形。</a:t>
            </a:r>
            <a:endParaRPr lang="en-US" altLang="zh-CN" sz="2400">
              <a:solidFill>
                <a:prstClr val="black"/>
              </a:solidFill>
              <a:latin typeface="Times New Roman" panose="02020603050405020304" pitchFamily="18" charset="0"/>
              <a:cs typeface="Times New Roman" panose="02020603050405020304" pitchFamily="18" charset="0"/>
              <a:sym typeface="庞门正道标题体" panose="02010600030101010101" pitchFamily="2" charset="-122"/>
            </a:endParaRPr>
          </a:p>
          <a:p>
            <a:pPr indent="576000">
              <a:lnSpc>
                <a:spcPts val="3400"/>
              </a:lnSpc>
            </a:pPr>
            <a:r>
              <a:rPr lang="en-US" altLang="zh-CN" sz="2500" b="1">
                <a:solidFill>
                  <a:srgbClr val="0070C0"/>
                </a:solidFill>
                <a:latin typeface="Times New Roman" panose="02020603050405020304" pitchFamily="18" charset="0"/>
                <a:cs typeface="Times New Roman" panose="02020603050405020304" pitchFamily="18" charset="0"/>
                <a:sym typeface="庞门正道标题体" panose="02010600030101010101" pitchFamily="2" charset="-122"/>
              </a:rPr>
              <a:t>4. </a:t>
            </a:r>
            <a:r>
              <a:rPr lang="zh-CN" altLang="en-US" sz="2500" b="1">
                <a:solidFill>
                  <a:srgbClr val="0070C0"/>
                </a:solidFill>
                <a:latin typeface="Times New Roman" panose="02020603050405020304" pitchFamily="18" charset="0"/>
                <a:cs typeface="Times New Roman" panose="02020603050405020304" pitchFamily="18" charset="0"/>
                <a:sym typeface="庞门正道标题体" panose="02010600030101010101" pitchFamily="2" charset="-122"/>
              </a:rPr>
              <a:t>影响响度的其他因素</a:t>
            </a:r>
          </a:p>
          <a:p>
            <a:pPr indent="576000">
              <a:lnSpc>
                <a:spcPts val="3400"/>
              </a:lnSpc>
            </a:pPr>
            <a:r>
              <a:rPr lang="zh-CN" altLang="en-US" sz="2400">
                <a:solidFill>
                  <a:prstClr val="black"/>
                </a:solidFill>
                <a:latin typeface="Times New Roman" panose="02020603050405020304" pitchFamily="18" charset="0"/>
                <a:cs typeface="Times New Roman" panose="02020603050405020304" pitchFamily="18" charset="0"/>
                <a:sym typeface="庞门正道标题体" panose="02010600030101010101" pitchFamily="2" charset="-122"/>
              </a:rPr>
              <a:t>声音的响度除了与</a:t>
            </a:r>
            <a:r>
              <a:rPr lang="zh-CN" altLang="en-US" sz="2400">
                <a:solidFill>
                  <a:srgbClr val="FF0000"/>
                </a:solidFill>
                <a:latin typeface="Times New Roman" panose="02020603050405020304" pitchFamily="18" charset="0"/>
                <a:cs typeface="Times New Roman" panose="02020603050405020304" pitchFamily="18" charset="0"/>
                <a:sym typeface="庞门正道标题体" panose="02010600030101010101" pitchFamily="2" charset="-122"/>
              </a:rPr>
              <a:t>振幅</a:t>
            </a:r>
            <a:r>
              <a:rPr lang="zh-CN" altLang="en-US" sz="2400">
                <a:solidFill>
                  <a:prstClr val="black"/>
                </a:solidFill>
                <a:latin typeface="Times New Roman" panose="02020603050405020304" pitchFamily="18" charset="0"/>
                <a:cs typeface="Times New Roman" panose="02020603050405020304" pitchFamily="18" charset="0"/>
                <a:sym typeface="庞门正道标题体" panose="02010600030101010101" pitchFamily="2" charset="-122"/>
              </a:rPr>
              <a:t>有关外，还与声音的</a:t>
            </a:r>
            <a:r>
              <a:rPr lang="zh-CN" altLang="en-US" sz="2400">
                <a:solidFill>
                  <a:srgbClr val="FF0000"/>
                </a:solidFill>
                <a:latin typeface="Times New Roman" panose="02020603050405020304" pitchFamily="18" charset="0"/>
                <a:cs typeface="Times New Roman" panose="02020603050405020304" pitchFamily="18" charset="0"/>
                <a:sym typeface="庞门正道标题体" panose="02010600030101010101" pitchFamily="2" charset="-122"/>
              </a:rPr>
              <a:t>传播距离</a:t>
            </a:r>
            <a:r>
              <a:rPr lang="zh-CN" altLang="en-US" sz="2400">
                <a:solidFill>
                  <a:prstClr val="black"/>
                </a:solidFill>
                <a:latin typeface="Times New Roman" panose="02020603050405020304" pitchFamily="18" charset="0"/>
                <a:cs typeface="Times New Roman" panose="02020603050405020304" pitchFamily="18" charset="0"/>
                <a:sym typeface="庞门正道标题体" panose="02010600030101010101" pitchFamily="2" charset="-122"/>
              </a:rPr>
              <a:t>和</a:t>
            </a:r>
            <a:r>
              <a:rPr lang="zh-CN" altLang="en-US" sz="2400">
                <a:solidFill>
                  <a:srgbClr val="FF0000"/>
                </a:solidFill>
                <a:latin typeface="Times New Roman" panose="02020603050405020304" pitchFamily="18" charset="0"/>
                <a:cs typeface="Times New Roman" panose="02020603050405020304" pitchFamily="18" charset="0"/>
                <a:sym typeface="庞门正道标题体" panose="02010600030101010101" pitchFamily="2" charset="-122"/>
              </a:rPr>
              <a:t>分散程度</a:t>
            </a:r>
            <a:r>
              <a:rPr lang="zh-CN" altLang="en-US" sz="2400">
                <a:solidFill>
                  <a:prstClr val="black"/>
                </a:solidFill>
                <a:latin typeface="Times New Roman" panose="02020603050405020304" pitchFamily="18" charset="0"/>
                <a:cs typeface="Times New Roman" panose="02020603050405020304" pitchFamily="18" charset="0"/>
                <a:sym typeface="庞门正道标题体" panose="02010600030101010101" pitchFamily="2" charset="-122"/>
              </a:rPr>
              <a:t>有关。同一声音，传播距离越远，声音传播时越分散，听到的声音就越小；反之，听到的声音就越大。</a:t>
            </a:r>
          </a:p>
        </p:txBody>
      </p:sp>
      <p:sp>
        <p:nvSpPr>
          <p:cNvPr id="3" name="文本框 2">
            <a:extLst>
              <a:ext uri="{FF2B5EF4-FFF2-40B4-BE49-F238E27FC236}">
                <a16:creationId xmlns:a16="http://schemas.microsoft.com/office/drawing/2014/main" id="{E049FFAC-E940-8971-87BA-199B3EDD3DA2}"/>
              </a:ext>
            </a:extLst>
          </p:cNvPr>
          <p:cNvSpPr txBox="1"/>
          <p:nvPr>
            <p:custDataLst>
              <p:tags r:id="rId3"/>
            </p:custDataLst>
          </p:nvPr>
        </p:nvSpPr>
        <p:spPr>
          <a:xfrm>
            <a:off x="1173969" y="290942"/>
            <a:ext cx="4325043" cy="430887"/>
          </a:xfrm>
          <a:prstGeom prst="rect">
            <a:avLst/>
          </a:prstGeom>
          <a:noFill/>
        </p:spPr>
        <p:txBody>
          <a:bodyPr wrap="square" lIns="0" tIns="0" rIns="0" bIns="0" rtlCol="0">
            <a:spAutoFit/>
          </a:bodyPr>
          <a:lstStyle/>
          <a:p>
            <a:pPr fontAlgn="base"/>
            <a:r>
              <a:rPr lang="zh-CN" altLang="en-US" sz="2800" b="1">
                <a:solidFill>
                  <a:srgbClr val="1F497D"/>
                </a:solidFill>
                <a:latin typeface="Times New Roman" panose="02020603050405020304" pitchFamily="18" charset="0"/>
                <a:cs typeface="Times New Roman" panose="02020603050405020304" pitchFamily="18" charset="0"/>
              </a:rPr>
              <a:t>知识一、响度 </a:t>
            </a:r>
          </a:p>
        </p:txBody>
      </p:sp>
      <p:pic>
        <p:nvPicPr>
          <p:cNvPr id="2" name="图片 1" descr="cbe3eb76672406fabbe30586b58813d">
            <a:extLst>
              <a:ext uri="{FF2B5EF4-FFF2-40B4-BE49-F238E27FC236}">
                <a16:creationId xmlns:a16="http://schemas.microsoft.com/office/drawing/2014/main" id="{035EF250-8ABF-B629-4605-7023A15BBFA5}"/>
              </a:ext>
            </a:extLst>
          </p:cNvPr>
          <p:cNvPicPr>
            <a:picLocks noChangeAspect="1"/>
          </p:cNvPicPr>
          <p:nvPr/>
        </p:nvPicPr>
        <p:blipFill>
          <a:blip r:embed="rId6"/>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31468475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arn(inVertical)">
                                      <p:cBhvr>
                                        <p:cTn id="15" dur="750"/>
                                        <p:tgtEl>
                                          <p:spTgt spid="12"/>
                                        </p:tgtEl>
                                      </p:cBhvr>
                                    </p:animEffect>
                                  </p:childTnLst>
                                </p:cTn>
                              </p:par>
                            </p:childTnLst>
                          </p:cTn>
                        </p:par>
                      </p:childTnLst>
                    </p:cTn>
                  </p:par>
                  <p:par>
                    <p:cTn id="16" fill="hold" nodeType="clickPar">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blinds(horizontal)">
                                      <p:cBhvr>
                                        <p:cTn id="20" dur="500"/>
                                        <p:tgtEl>
                                          <p:spTgt spid="5">
                                            <p:txEl>
                                              <p:pRg st="2" end="2"/>
                                            </p:txEl>
                                          </p:spTgt>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Effect transition="in" filter="blinds(horizontal)">
                                      <p:cBhvr>
                                        <p:cTn id="25"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2">
            <a:extLst>
              <a:ext uri="{FF2B5EF4-FFF2-40B4-BE49-F238E27FC236}">
                <a16:creationId xmlns:a16="http://schemas.microsoft.com/office/drawing/2014/main" id="{5303A066-3455-E75A-4DBD-2D749BC6E15B}"/>
              </a:ext>
            </a:extLst>
          </p:cNvPr>
          <p:cNvGraphicFramePr>
            <a:graphicFrameLocks noGrp="1"/>
          </p:cNvGraphicFramePr>
          <p:nvPr>
            <p:custDataLst>
              <p:tags r:id="rId1"/>
            </p:custDataLst>
            <p:extLst>
              <p:ext uri="{D42A27DB-BD31-4B8C-83A1-F6EECF244321}">
                <p14:modId xmlns:p14="http://schemas.microsoft.com/office/powerpoint/2010/main" val="445017281"/>
              </p:ext>
            </p:extLst>
          </p:nvPr>
        </p:nvGraphicFramePr>
        <p:xfrm>
          <a:off x="420560" y="2527148"/>
          <a:ext cx="11251024" cy="3962293"/>
        </p:xfrm>
        <a:graphic>
          <a:graphicData uri="http://schemas.openxmlformats.org/drawingml/2006/table">
            <a:tbl>
              <a:tblPr firstRow="1" bandRow="1"/>
              <a:tblGrid>
                <a:gridCol w="1692501">
                  <a:extLst>
                    <a:ext uri="{9D8B030D-6E8A-4147-A177-3AD203B41FA5}">
                      <a16:colId xmlns:a16="http://schemas.microsoft.com/office/drawing/2014/main" val="599468770"/>
                    </a:ext>
                  </a:extLst>
                </a:gridCol>
                <a:gridCol w="9558523">
                  <a:extLst>
                    <a:ext uri="{9D8B030D-6E8A-4147-A177-3AD203B41FA5}">
                      <a16:colId xmlns:a16="http://schemas.microsoft.com/office/drawing/2014/main" val="3079211790"/>
                    </a:ext>
                  </a:extLst>
                </a:gridCol>
              </a:tblGrid>
              <a:tr h="590702">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r>
                        <a:rPr lang="zh-CN" altLang="en-US" sz="2300" b="0">
                          <a:solidFill>
                            <a:schemeClr val="tx1"/>
                          </a:solidFill>
                          <a:latin typeface="微软雅黑" panose="020B0503020204020204" pitchFamily="34" charset="-122"/>
                          <a:ea typeface="微软雅黑" panose="020B0503020204020204" pitchFamily="34" charset="-122"/>
                        </a:rPr>
                        <a:t>提出问题</a:t>
                      </a:r>
                    </a:p>
                  </a:txBody>
                  <a:tcPr marL="121920" marR="121920" marT="60960" marB="60960" anchor="ctr" anchorCtr="1">
                    <a:lnL w="12700" cap="flat" cmpd="sng" algn="ctr">
                      <a:solidFill>
                        <a:srgbClr val="000000">
                          <a:lumMod val="65000"/>
                          <a:lumOff val="35000"/>
                        </a:srgbClr>
                      </a:solidFill>
                      <a:prstDash val="solid"/>
                      <a:round/>
                      <a:headEnd type="none" w="med" len="med"/>
                      <a:tailEnd type="none" w="med" len="med"/>
                    </a:lnL>
                    <a:lnR w="12700" cap="flat" cmpd="sng" algn="ctr">
                      <a:solidFill>
                        <a:srgbClr val="000000">
                          <a:lumMod val="65000"/>
                          <a:lumOff val="35000"/>
                        </a:srgbClr>
                      </a:solidFill>
                      <a:prstDash val="solid"/>
                      <a:round/>
                      <a:headEnd type="none" w="med" len="med"/>
                      <a:tailEnd type="none" w="med" len="med"/>
                    </a:lnR>
                    <a:lnT w="12700" cap="flat" cmpd="sng" algn="ctr">
                      <a:solidFill>
                        <a:srgbClr val="000000">
                          <a:lumMod val="65000"/>
                          <a:lumOff val="35000"/>
                        </a:srgbClr>
                      </a:solidFill>
                      <a:prstDash val="solid"/>
                      <a:round/>
                      <a:headEnd type="none" w="med" len="med"/>
                      <a:tailEnd type="none" w="med" len="med"/>
                    </a:lnT>
                    <a:lnB w="12700" cap="flat" cmpd="sng" algn="ctr">
                      <a:solidFill>
                        <a:srgbClr val="000000">
                          <a:lumMod val="65000"/>
                          <a:lumOff val="35000"/>
                        </a:srgbClr>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r>
                        <a:rPr lang="zh-CN" altLang="en-US" sz="2300" b="0">
                          <a:solidFill>
                            <a:schemeClr val="tx1"/>
                          </a:solidFill>
                          <a:latin typeface="微软雅黑" panose="020B0503020204020204" pitchFamily="34" charset="-122"/>
                          <a:ea typeface="微软雅黑" panose="020B0503020204020204" pitchFamily="34" charset="-122"/>
                        </a:rPr>
                        <a:t>音调与物体振动的快慢是否有关</a:t>
                      </a:r>
                    </a:p>
                  </a:txBody>
                  <a:tcPr marL="121920" marR="121920" marT="60960" marB="60960" anchor="ctr" anchorCtr="1">
                    <a:lnL w="12700" cap="flat" cmpd="sng" algn="ctr">
                      <a:solidFill>
                        <a:srgbClr val="000000">
                          <a:lumMod val="65000"/>
                          <a:lumOff val="35000"/>
                        </a:srgbClr>
                      </a:solidFill>
                      <a:prstDash val="solid"/>
                      <a:round/>
                      <a:headEnd type="none" w="med" len="med"/>
                      <a:tailEnd type="none" w="med" len="med"/>
                    </a:lnL>
                    <a:lnR w="12700" cap="flat" cmpd="sng" algn="ctr">
                      <a:solidFill>
                        <a:srgbClr val="000000">
                          <a:lumMod val="65000"/>
                          <a:lumOff val="35000"/>
                        </a:srgbClr>
                      </a:solidFill>
                      <a:prstDash val="solid"/>
                      <a:round/>
                      <a:headEnd type="none" w="med" len="med"/>
                      <a:tailEnd type="none" w="med" len="med"/>
                    </a:lnR>
                    <a:lnT w="12700" cap="flat" cmpd="sng" algn="ctr">
                      <a:solidFill>
                        <a:srgbClr val="000000">
                          <a:lumMod val="65000"/>
                          <a:lumOff val="35000"/>
                        </a:srgbClr>
                      </a:solidFill>
                      <a:prstDash val="solid"/>
                      <a:round/>
                      <a:headEnd type="none" w="med" len="med"/>
                      <a:tailEnd type="none" w="med" len="med"/>
                    </a:lnT>
                    <a:lnB w="12700" cap="flat" cmpd="sng" algn="ctr">
                      <a:solidFill>
                        <a:srgbClr val="000000">
                          <a:lumMod val="65000"/>
                          <a:lumOff val="3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74074"/>
                  </a:ext>
                </a:extLst>
              </a:tr>
              <a:tr h="2231578">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设计和</a:t>
                      </a:r>
                      <a:endParaRPr kumimoji="0" lang="en-US" altLang="zh-CN"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进行实验</a:t>
                      </a:r>
                    </a:p>
                  </a:txBody>
                  <a:tcPr marL="121920" marR="121920" marT="60960" marB="60960" anchor="ctr" anchorCtr="1">
                    <a:lnL w="12700" cap="flat" cmpd="sng" algn="ctr">
                      <a:solidFill>
                        <a:srgbClr val="000000">
                          <a:lumMod val="65000"/>
                          <a:lumOff val="35000"/>
                        </a:srgbClr>
                      </a:solidFill>
                      <a:prstDash val="solid"/>
                      <a:round/>
                      <a:headEnd type="none" w="med" len="med"/>
                      <a:tailEnd type="none" w="med" len="med"/>
                    </a:lnL>
                    <a:lnR w="12700" cap="flat" cmpd="sng" algn="ctr">
                      <a:solidFill>
                        <a:srgbClr val="000000">
                          <a:lumMod val="65000"/>
                          <a:lumOff val="35000"/>
                        </a:srgbClr>
                      </a:solidFill>
                      <a:prstDash val="solid"/>
                      <a:round/>
                      <a:headEnd type="none" w="med" len="med"/>
                      <a:tailEnd type="none" w="med" len="med"/>
                    </a:lnR>
                    <a:lnT w="12700" cap="flat" cmpd="sng" algn="ctr">
                      <a:solidFill>
                        <a:srgbClr val="000000">
                          <a:lumMod val="65000"/>
                          <a:lumOff val="35000"/>
                        </a:srgbClr>
                      </a:solidFill>
                      <a:prstDash val="solid"/>
                      <a:round/>
                      <a:headEnd type="none" w="med" len="med"/>
                      <a:tailEnd type="none" w="med" len="med"/>
                    </a:lnT>
                    <a:lnB w="12700" cap="flat" cmpd="sng" algn="ctr">
                      <a:solidFill>
                        <a:srgbClr val="000000">
                          <a:lumMod val="65000"/>
                          <a:lumOff val="35000"/>
                        </a:srgbClr>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endParaRPr lang="zh-CN" altLang="en-US" sz="2300">
                        <a:solidFill>
                          <a:schemeClr val="tx1"/>
                        </a:solidFill>
                        <a:latin typeface="微软雅黑" panose="020B0503020204020204" pitchFamily="34" charset="-122"/>
                        <a:ea typeface="微软雅黑" panose="020B0503020204020204" pitchFamily="34" charset="-122"/>
                      </a:endParaRPr>
                    </a:p>
                  </a:txBody>
                  <a:tcPr marL="121920" marR="121920" marT="60960" marB="60960" anchor="ctr" anchorCtr="1">
                    <a:lnL w="12700" cap="flat" cmpd="sng" algn="ctr">
                      <a:solidFill>
                        <a:srgbClr val="000000">
                          <a:lumMod val="65000"/>
                          <a:lumOff val="35000"/>
                        </a:srgbClr>
                      </a:solidFill>
                      <a:prstDash val="solid"/>
                      <a:round/>
                      <a:headEnd type="none" w="med" len="med"/>
                      <a:tailEnd type="none" w="med" len="med"/>
                    </a:lnL>
                    <a:lnR w="12700" cap="flat" cmpd="sng" algn="ctr">
                      <a:solidFill>
                        <a:srgbClr val="000000">
                          <a:lumMod val="65000"/>
                          <a:lumOff val="35000"/>
                        </a:srgbClr>
                      </a:solidFill>
                      <a:prstDash val="solid"/>
                      <a:round/>
                      <a:headEnd type="none" w="med" len="med"/>
                      <a:tailEnd type="none" w="med" len="med"/>
                    </a:lnR>
                    <a:lnT w="12700" cap="flat" cmpd="sng" algn="ctr">
                      <a:solidFill>
                        <a:srgbClr val="000000">
                          <a:lumMod val="65000"/>
                          <a:lumOff val="35000"/>
                        </a:srgbClr>
                      </a:solidFill>
                      <a:prstDash val="solid"/>
                      <a:round/>
                      <a:headEnd type="none" w="med" len="med"/>
                      <a:tailEnd type="none" w="med" len="med"/>
                    </a:lnT>
                    <a:lnB w="12700" cap="flat" cmpd="sng" algn="ctr">
                      <a:solidFill>
                        <a:srgbClr val="000000">
                          <a:lumMod val="65000"/>
                          <a:lumOff val="3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5870766"/>
                  </a:ext>
                </a:extLst>
              </a:tr>
              <a:tr h="1140013">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分析与</a:t>
                      </a:r>
                      <a:endParaRPr kumimoji="0" lang="en-US" altLang="zh-CN"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论证</a:t>
                      </a:r>
                    </a:p>
                  </a:txBody>
                  <a:tcPr marL="121920" marR="121920" marT="60960" marB="60960" anchor="ctr" anchorCtr="1">
                    <a:lnL w="12700" cap="flat" cmpd="sng" algn="ctr">
                      <a:solidFill>
                        <a:srgbClr val="000000">
                          <a:lumMod val="65000"/>
                          <a:lumOff val="35000"/>
                        </a:srgbClr>
                      </a:solidFill>
                      <a:prstDash val="solid"/>
                      <a:round/>
                      <a:headEnd type="none" w="med" len="med"/>
                      <a:tailEnd type="none" w="med" len="med"/>
                    </a:lnL>
                    <a:lnR w="12700" cap="flat" cmpd="sng" algn="ctr">
                      <a:solidFill>
                        <a:srgbClr val="000000">
                          <a:lumMod val="65000"/>
                          <a:lumOff val="35000"/>
                        </a:srgbClr>
                      </a:solidFill>
                      <a:prstDash val="solid"/>
                      <a:round/>
                      <a:headEnd type="none" w="med" len="med"/>
                      <a:tailEnd type="none" w="med" len="med"/>
                    </a:lnR>
                    <a:lnT w="12700" cap="flat" cmpd="sng" algn="ctr">
                      <a:solidFill>
                        <a:srgbClr val="000000">
                          <a:lumMod val="65000"/>
                          <a:lumOff val="35000"/>
                        </a:srgbClr>
                      </a:solidFill>
                      <a:prstDash val="solid"/>
                      <a:round/>
                      <a:headEnd type="none" w="med" len="med"/>
                      <a:tailEnd type="none" w="med" len="med"/>
                    </a:lnT>
                    <a:lnB w="12700" cap="flat" cmpd="sng" algn="ctr">
                      <a:solidFill>
                        <a:srgbClr val="000000">
                          <a:lumMod val="65000"/>
                          <a:lumOff val="35000"/>
                        </a:srgbClr>
                      </a:solidFill>
                      <a:prstDash val="solid"/>
                      <a:round/>
                      <a:headEnd type="none" w="med" len="med"/>
                      <a:tailEnd type="none" w="med" len="med"/>
                    </a:lnB>
                    <a:lnTlToBr w="12700" cmpd="sng">
                      <a:noFill/>
                      <a:prstDash val="solid"/>
                    </a:lnTlToBr>
                    <a:lnBlToTr w="12700" cmpd="sng">
                      <a:noFill/>
                      <a:prstDash val="solid"/>
                    </a:lnBlToTr>
                    <a:solidFill>
                      <a:srgbClr val="9BBB59">
                        <a:lumMod val="40000"/>
                        <a:lumOff val="6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kumimoji="0" lang="zh-CN" altLang="en-US" sz="23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endParaRPr lang="zh-CN" altLang="en-US" sz="2300">
                        <a:solidFill>
                          <a:schemeClr val="tx1"/>
                        </a:solidFill>
                        <a:latin typeface="微软雅黑" panose="020B0503020204020204" pitchFamily="34" charset="-122"/>
                        <a:ea typeface="微软雅黑" panose="020B0503020204020204" pitchFamily="34" charset="-122"/>
                      </a:endParaRPr>
                    </a:p>
                  </a:txBody>
                  <a:tcPr marL="121920" marR="121920" marT="60960" marB="60960" anchor="ctr" anchorCtr="1">
                    <a:lnL w="12700" cap="flat" cmpd="sng" algn="ctr">
                      <a:solidFill>
                        <a:srgbClr val="000000">
                          <a:lumMod val="65000"/>
                          <a:lumOff val="35000"/>
                        </a:srgbClr>
                      </a:solidFill>
                      <a:prstDash val="solid"/>
                      <a:round/>
                      <a:headEnd type="none" w="med" len="med"/>
                      <a:tailEnd type="none" w="med" len="med"/>
                    </a:lnL>
                    <a:lnR w="12700" cap="flat" cmpd="sng" algn="ctr">
                      <a:solidFill>
                        <a:srgbClr val="000000">
                          <a:lumMod val="65000"/>
                          <a:lumOff val="35000"/>
                        </a:srgbClr>
                      </a:solidFill>
                      <a:prstDash val="solid"/>
                      <a:round/>
                      <a:headEnd type="none" w="med" len="med"/>
                      <a:tailEnd type="none" w="med" len="med"/>
                    </a:lnR>
                    <a:lnT w="12700" cap="flat" cmpd="sng" algn="ctr">
                      <a:solidFill>
                        <a:srgbClr val="000000">
                          <a:lumMod val="65000"/>
                          <a:lumOff val="35000"/>
                        </a:srgbClr>
                      </a:solidFill>
                      <a:prstDash val="solid"/>
                      <a:round/>
                      <a:headEnd type="none" w="med" len="med"/>
                      <a:tailEnd type="none" w="med" len="med"/>
                    </a:lnT>
                    <a:lnB w="12700" cap="flat" cmpd="sng" algn="ctr">
                      <a:solidFill>
                        <a:srgbClr val="000000">
                          <a:lumMod val="65000"/>
                          <a:lumOff val="3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3921299"/>
                  </a:ext>
                </a:extLst>
              </a:tr>
            </a:tbl>
          </a:graphicData>
        </a:graphic>
      </p:graphicFrame>
      <p:sp>
        <p:nvSpPr>
          <p:cNvPr id="5" name="文本框 4">
            <a:extLst>
              <a:ext uri="{FF2B5EF4-FFF2-40B4-BE49-F238E27FC236}">
                <a16:creationId xmlns:a16="http://schemas.microsoft.com/office/drawing/2014/main" id="{719D821C-51B1-EA31-B060-CA3BF31D6443}"/>
              </a:ext>
            </a:extLst>
          </p:cNvPr>
          <p:cNvSpPr txBox="1"/>
          <p:nvPr>
            <p:custDataLst>
              <p:tags r:id="rId2"/>
            </p:custDataLst>
          </p:nvPr>
        </p:nvSpPr>
        <p:spPr>
          <a:xfrm>
            <a:off x="721779" y="1147371"/>
            <a:ext cx="8555089" cy="1130181"/>
          </a:xfrm>
          <a:prstGeom prst="rect">
            <a:avLst/>
          </a:prstGeom>
          <a:noFill/>
        </p:spPr>
        <p:txBody>
          <a:bodyPr wrap="square">
            <a:spAutoFit/>
          </a:bodyPr>
          <a:lstStyle/>
          <a:p>
            <a:pPr indent="576000">
              <a:lnSpc>
                <a:spcPts val="3600"/>
              </a:lnSpc>
              <a:spcBef>
                <a:spcPts val="600"/>
              </a:spcBef>
              <a:spcAft>
                <a:spcPts val="600"/>
              </a:spcAft>
            </a:pPr>
            <a:r>
              <a:rPr lang="en-US" altLang="zh-CN" sz="2500" b="1">
                <a:solidFill>
                  <a:srgbClr val="0070C0"/>
                </a:solidFill>
                <a:latin typeface="Times New Roman" panose="02020603050405020304" pitchFamily="18" charset="0"/>
                <a:cs typeface="Times New Roman" panose="02020603050405020304" pitchFamily="18" charset="0"/>
                <a:sym typeface="庞门正道标题体" panose="02010600030101010101" pitchFamily="2" charset="-122"/>
              </a:rPr>
              <a:t>1. </a:t>
            </a:r>
            <a:r>
              <a:rPr lang="zh-CN" altLang="en-US" sz="2500" b="1">
                <a:solidFill>
                  <a:srgbClr val="0070C0"/>
                </a:solidFill>
                <a:latin typeface="Times New Roman" panose="02020603050405020304" pitchFamily="18" charset="0"/>
                <a:cs typeface="Times New Roman" panose="02020603050405020304" pitchFamily="18" charset="0"/>
                <a:sym typeface="庞门正道标题体" panose="02010600030101010101" pitchFamily="2" charset="-122"/>
              </a:rPr>
              <a:t>音调</a:t>
            </a:r>
            <a:r>
              <a:rPr lang="zh-CN" altLang="en-US" sz="2500">
                <a:solidFill>
                  <a:prstClr val="black"/>
                </a:solidFill>
                <a:latin typeface="Times New Roman" panose="02020603050405020304" pitchFamily="18" charset="0"/>
                <a:cs typeface="Times New Roman" panose="02020603050405020304" pitchFamily="18" charset="0"/>
                <a:sym typeface="庞门正道标题体" panose="02010600030101010101" pitchFamily="2" charset="-122"/>
              </a:rPr>
              <a:t>：把声音的</a:t>
            </a:r>
            <a:r>
              <a:rPr lang="en-US" altLang="zh-CN" sz="2500">
                <a:solidFill>
                  <a:prstClr val="black"/>
                </a:solidFill>
                <a:latin typeface="Times New Roman" panose="02020603050405020304" pitchFamily="18" charset="0"/>
                <a:cs typeface="Times New Roman" panose="02020603050405020304" pitchFamily="18" charset="0"/>
                <a:sym typeface="庞门正道标题体" panose="02010600030101010101" pitchFamily="2" charset="-122"/>
              </a:rPr>
              <a:t>________</a:t>
            </a:r>
            <a:r>
              <a:rPr lang="zh-CN" altLang="en-US" sz="2500">
                <a:solidFill>
                  <a:prstClr val="black"/>
                </a:solidFill>
                <a:latin typeface="Times New Roman" panose="02020603050405020304" pitchFamily="18" charset="0"/>
                <a:cs typeface="Times New Roman" panose="02020603050405020304" pitchFamily="18" charset="0"/>
                <a:sym typeface="庞门正道标题体" panose="02010600030101010101" pitchFamily="2" charset="-122"/>
              </a:rPr>
              <a:t>称为音调。</a:t>
            </a:r>
          </a:p>
          <a:p>
            <a:pPr indent="576000">
              <a:lnSpc>
                <a:spcPts val="3600"/>
              </a:lnSpc>
              <a:spcBef>
                <a:spcPts val="600"/>
              </a:spcBef>
              <a:spcAft>
                <a:spcPts val="600"/>
              </a:spcAft>
            </a:pPr>
            <a:r>
              <a:rPr lang="en-US" altLang="zh-CN" sz="2500" b="1">
                <a:solidFill>
                  <a:srgbClr val="0070C0"/>
                </a:solidFill>
                <a:latin typeface="Times New Roman" panose="02020603050405020304" pitchFamily="18" charset="0"/>
                <a:cs typeface="Times New Roman" panose="02020603050405020304" pitchFamily="18" charset="0"/>
                <a:sym typeface="庞门正道标题体" panose="02010600030101010101" pitchFamily="2" charset="-122"/>
              </a:rPr>
              <a:t>2. </a:t>
            </a:r>
            <a:r>
              <a:rPr lang="zh-CN" altLang="en-US" sz="2500" b="1">
                <a:solidFill>
                  <a:srgbClr val="0070C0"/>
                </a:solidFill>
                <a:latin typeface="Times New Roman" panose="02020603050405020304" pitchFamily="18" charset="0"/>
                <a:cs typeface="Times New Roman" panose="02020603050405020304" pitchFamily="18" charset="0"/>
                <a:sym typeface="庞门正道标题体" panose="02010600030101010101" pitchFamily="2" charset="-122"/>
              </a:rPr>
              <a:t>实验探究：音调与物体振动快慢的关系</a:t>
            </a:r>
          </a:p>
        </p:txBody>
      </p:sp>
      <p:pic>
        <p:nvPicPr>
          <p:cNvPr id="3" name="图片 2">
            <a:extLst>
              <a:ext uri="{FF2B5EF4-FFF2-40B4-BE49-F238E27FC236}">
                <a16:creationId xmlns:a16="http://schemas.microsoft.com/office/drawing/2014/main" id="{CBB5CF8D-F249-7E0F-9CA8-5BE666395B2F}"/>
              </a:ext>
            </a:extLst>
          </p:cNvPr>
          <p:cNvPicPr/>
          <p:nvPr>
            <p:custDataLst>
              <p:tags r:id="rId3"/>
            </p:custDataLst>
          </p:nvPr>
        </p:nvPicPr>
        <p:blipFill>
          <a:blip r:embed="rId10">
            <a:extLst>
              <a:ext uri="{28A0092B-C50C-407E-A947-70E740481C1C}">
                <a14:useLocalDpi xmlns:a14="http://schemas.microsoft.com/office/drawing/2010/main" val="0"/>
              </a:ext>
            </a:extLst>
          </a:blip>
          <a:stretch>
            <a:fillRect/>
          </a:stretch>
        </p:blipFill>
        <p:spPr>
          <a:xfrm>
            <a:off x="9051923" y="3282392"/>
            <a:ext cx="2317751" cy="1986698"/>
          </a:xfrm>
          <a:prstGeom prst="rect">
            <a:avLst/>
          </a:prstGeom>
        </p:spPr>
      </p:pic>
      <p:sp>
        <p:nvSpPr>
          <p:cNvPr id="8" name="文本框 7">
            <a:extLst>
              <a:ext uri="{FF2B5EF4-FFF2-40B4-BE49-F238E27FC236}">
                <a16:creationId xmlns:a16="http://schemas.microsoft.com/office/drawing/2014/main" id="{A9FEFC45-029E-2257-F94A-73E4A8265CEC}"/>
              </a:ext>
            </a:extLst>
          </p:cNvPr>
          <p:cNvSpPr txBox="1"/>
          <p:nvPr>
            <p:custDataLst>
              <p:tags r:id="rId4"/>
            </p:custDataLst>
          </p:nvPr>
        </p:nvSpPr>
        <p:spPr>
          <a:xfrm>
            <a:off x="2486660" y="3282392"/>
            <a:ext cx="6543039" cy="1986698"/>
          </a:xfrm>
          <a:prstGeom prst="rect">
            <a:avLst/>
          </a:prstGeom>
          <a:noFill/>
        </p:spPr>
        <p:txBody>
          <a:bodyPr wrap="square">
            <a:spAutoFit/>
          </a:bodyPr>
          <a:lstStyle/>
          <a:p>
            <a:pPr>
              <a:lnSpc>
                <a:spcPts val="3000"/>
              </a:lnSpc>
            </a:pPr>
            <a:r>
              <a:rPr lang="zh-CN" altLang="en-US" sz="2200">
                <a:solidFill>
                  <a:prstClr val="black"/>
                </a:solidFill>
                <a:latin typeface="Times New Roman" panose="02020603050405020304" pitchFamily="18" charset="0"/>
                <a:cs typeface="Times New Roman" panose="02020603050405020304" pitchFamily="18" charset="0"/>
              </a:rPr>
              <a:t>①如图所示，将齿轮固定在转台的转轴上，摇动转台使齿轮旋转，手持一块硬纸片接触其中一个齿轮，硬纸片随之振动发声；</a:t>
            </a:r>
          </a:p>
          <a:p>
            <a:pPr>
              <a:lnSpc>
                <a:spcPts val="3000"/>
              </a:lnSpc>
            </a:pPr>
            <a:r>
              <a:rPr lang="zh-CN" altLang="en-US" sz="2200">
                <a:solidFill>
                  <a:prstClr val="black"/>
                </a:solidFill>
                <a:latin typeface="Times New Roman" panose="02020603050405020304" pitchFamily="18" charset="0"/>
                <a:cs typeface="Times New Roman" panose="02020603050405020304" pitchFamily="18" charset="0"/>
              </a:rPr>
              <a:t>②使纸片接触不同的齿轮，发现在齿轮转速相同的情况下，齿数越多，纸片振动越快，音调越高。</a:t>
            </a:r>
          </a:p>
        </p:txBody>
      </p:sp>
      <p:sp>
        <p:nvSpPr>
          <p:cNvPr id="9" name="文本框 8">
            <a:extLst>
              <a:ext uri="{FF2B5EF4-FFF2-40B4-BE49-F238E27FC236}">
                <a16:creationId xmlns:a16="http://schemas.microsoft.com/office/drawing/2014/main" id="{E0FB272F-1793-6E55-C954-7CA56F771E89}"/>
              </a:ext>
            </a:extLst>
          </p:cNvPr>
          <p:cNvSpPr txBox="1"/>
          <p:nvPr>
            <p:custDataLst>
              <p:tags r:id="rId5"/>
            </p:custDataLst>
          </p:nvPr>
        </p:nvSpPr>
        <p:spPr>
          <a:xfrm>
            <a:off x="3172089" y="5563768"/>
            <a:ext cx="7352531" cy="832728"/>
          </a:xfrm>
          <a:prstGeom prst="rect">
            <a:avLst/>
          </a:prstGeom>
          <a:noFill/>
        </p:spPr>
        <p:txBody>
          <a:bodyPr wrap="square">
            <a:spAutoFit/>
          </a:bodyPr>
          <a:lstStyle/>
          <a:p>
            <a:pPr>
              <a:lnSpc>
                <a:spcPts val="3000"/>
              </a:lnSpc>
            </a:pPr>
            <a:r>
              <a:rPr lang="zh-CN" altLang="en-US" sz="2200">
                <a:solidFill>
                  <a:prstClr val="black"/>
                </a:solidFill>
                <a:latin typeface="微软雅黑" panose="020B0503020204020204" pitchFamily="34" charset="-122"/>
              </a:rPr>
              <a:t>发声物体振动的</a:t>
            </a:r>
            <a:r>
              <a:rPr lang="en-US" altLang="zh-CN" sz="2200">
                <a:solidFill>
                  <a:prstClr val="black"/>
                </a:solidFill>
                <a:latin typeface="微软雅黑" panose="020B0503020204020204" pitchFamily="34" charset="-122"/>
              </a:rPr>
              <a:t>_______</a:t>
            </a:r>
            <a:r>
              <a:rPr lang="zh-CN" altLang="en-US" sz="2200">
                <a:solidFill>
                  <a:prstClr val="black"/>
                </a:solidFill>
                <a:latin typeface="微软雅黑" panose="020B0503020204020204" pitchFamily="34" charset="-122"/>
              </a:rPr>
              <a:t>决定着音调的高低。物体振动得快，发出声音的音调就高；振动得慢，发出声音的音调就低。</a:t>
            </a:r>
          </a:p>
        </p:txBody>
      </p:sp>
      <p:sp>
        <p:nvSpPr>
          <p:cNvPr id="12" name="文本框 11">
            <a:extLst>
              <a:ext uri="{FF2B5EF4-FFF2-40B4-BE49-F238E27FC236}">
                <a16:creationId xmlns:a16="http://schemas.microsoft.com/office/drawing/2014/main" id="{8923E7C3-06BA-4160-48ED-9265CCDEE8CE}"/>
              </a:ext>
            </a:extLst>
          </p:cNvPr>
          <p:cNvSpPr txBox="1"/>
          <p:nvPr>
            <p:custDataLst>
              <p:tags r:id="rId6"/>
            </p:custDataLst>
          </p:nvPr>
        </p:nvSpPr>
        <p:spPr>
          <a:xfrm>
            <a:off x="1173969" y="290942"/>
            <a:ext cx="4325043" cy="430887"/>
          </a:xfrm>
          <a:prstGeom prst="rect">
            <a:avLst/>
          </a:prstGeom>
          <a:noFill/>
        </p:spPr>
        <p:txBody>
          <a:bodyPr wrap="square" lIns="0" tIns="0" rIns="0" bIns="0" rtlCol="0">
            <a:spAutoFit/>
          </a:bodyPr>
          <a:lstStyle/>
          <a:p>
            <a:pPr fontAlgn="base"/>
            <a:r>
              <a:rPr lang="zh-CN" altLang="en-US" sz="2800" b="1">
                <a:solidFill>
                  <a:srgbClr val="00B050"/>
                </a:solidFill>
                <a:latin typeface="Times New Roman" panose="02020603050405020304" pitchFamily="18" charset="0"/>
                <a:cs typeface="Times New Roman" panose="02020603050405020304" pitchFamily="18" charset="0"/>
              </a:rPr>
              <a:t>知识二、 音调</a:t>
            </a:r>
          </a:p>
        </p:txBody>
      </p:sp>
      <p:sp>
        <p:nvSpPr>
          <p:cNvPr id="4" name="文本框 3">
            <a:extLst>
              <a:ext uri="{FF2B5EF4-FFF2-40B4-BE49-F238E27FC236}">
                <a16:creationId xmlns:a16="http://schemas.microsoft.com/office/drawing/2014/main" id="{0CA9ADBA-89A6-1050-97C0-B0612C13D5FF}"/>
              </a:ext>
            </a:extLst>
          </p:cNvPr>
          <p:cNvSpPr txBox="1"/>
          <p:nvPr>
            <p:custDataLst>
              <p:tags r:id="rId7"/>
            </p:custDataLst>
          </p:nvPr>
        </p:nvSpPr>
        <p:spPr>
          <a:xfrm>
            <a:off x="4132142" y="1147371"/>
            <a:ext cx="1303808" cy="477054"/>
          </a:xfrm>
          <a:prstGeom prst="rect">
            <a:avLst/>
          </a:prstGeom>
          <a:noFill/>
        </p:spPr>
        <p:txBody>
          <a:bodyPr wrap="square">
            <a:spAutoFit/>
          </a:bodyPr>
          <a:lstStyle/>
          <a:p>
            <a:r>
              <a:rPr lang="zh-CN" altLang="en-US" sz="2500">
                <a:solidFill>
                  <a:srgbClr val="FF0000"/>
                </a:solidFill>
                <a:latin typeface="Times New Roman" panose="02020603050405020304" pitchFamily="18" charset="0"/>
                <a:cs typeface="Times New Roman" panose="02020603050405020304" pitchFamily="18" charset="0"/>
                <a:sym typeface="庞门正道标题体" panose="02010600030101010101" pitchFamily="2" charset="-122"/>
              </a:rPr>
              <a:t>高低</a:t>
            </a:r>
            <a:endParaRPr lang="zh-CN" altLang="en-US">
              <a:solidFill>
                <a:prstClr val="black"/>
              </a:solidFill>
              <a:latin typeface="等线" panose="020F0502020204030204"/>
              <a:ea typeface="等线" panose="02010600030101010101" pitchFamily="2" charset="-122"/>
            </a:endParaRPr>
          </a:p>
        </p:txBody>
      </p:sp>
      <p:sp>
        <p:nvSpPr>
          <p:cNvPr id="10" name="文本框 9">
            <a:extLst>
              <a:ext uri="{FF2B5EF4-FFF2-40B4-BE49-F238E27FC236}">
                <a16:creationId xmlns:a16="http://schemas.microsoft.com/office/drawing/2014/main" id="{F8F1AA74-3112-8163-55A1-55D97AD5DCE6}"/>
              </a:ext>
            </a:extLst>
          </p:cNvPr>
          <p:cNvSpPr txBox="1"/>
          <p:nvPr>
            <p:custDataLst>
              <p:tags r:id="rId8"/>
            </p:custDataLst>
          </p:nvPr>
        </p:nvSpPr>
        <p:spPr>
          <a:xfrm>
            <a:off x="5260777" y="5549245"/>
            <a:ext cx="994804" cy="430887"/>
          </a:xfrm>
          <a:prstGeom prst="rect">
            <a:avLst/>
          </a:prstGeom>
          <a:noFill/>
        </p:spPr>
        <p:txBody>
          <a:bodyPr wrap="square">
            <a:spAutoFit/>
          </a:bodyPr>
          <a:lstStyle/>
          <a:p>
            <a:r>
              <a:rPr lang="zh-CN" altLang="en-US" sz="2200">
                <a:solidFill>
                  <a:srgbClr val="FF0000"/>
                </a:solidFill>
                <a:latin typeface="微软雅黑" panose="020B0503020204020204" pitchFamily="34" charset="-122"/>
              </a:rPr>
              <a:t>快慢</a:t>
            </a:r>
            <a:endParaRPr lang="zh-CN" altLang="en-US">
              <a:solidFill>
                <a:srgbClr val="FF0000"/>
              </a:solidFill>
              <a:latin typeface="等线" panose="020F0502020204030204"/>
              <a:ea typeface="等线" panose="02010600030101010101" pitchFamily="2" charset="-122"/>
            </a:endParaRPr>
          </a:p>
        </p:txBody>
      </p:sp>
      <p:pic>
        <p:nvPicPr>
          <p:cNvPr id="2" name="图片 1" descr="cbe3eb76672406fabbe30586b58813d">
            <a:extLst>
              <a:ext uri="{FF2B5EF4-FFF2-40B4-BE49-F238E27FC236}">
                <a16:creationId xmlns:a16="http://schemas.microsoft.com/office/drawing/2014/main" id="{0A43952D-728F-35E6-EB17-F9AB4FA6CA67}"/>
              </a:ext>
            </a:extLst>
          </p:cNvPr>
          <p:cNvPicPr>
            <a:picLocks noChangeAspect="1"/>
          </p:cNvPicPr>
          <p:nvPr/>
        </p:nvPicPr>
        <p:blipFill>
          <a:blip r:embed="rId11"/>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0399934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arn(outVertical)">
                                      <p:cBhvr>
                                        <p:cTn id="17" dur="750"/>
                                        <p:tgtEl>
                                          <p:spTgt spid="5">
                                            <p:txEl>
                                              <p:pRg st="1" end="1"/>
                                            </p:txEl>
                                          </p:spTgt>
                                        </p:tgtEl>
                                      </p:cBhvr>
                                    </p:animEffect>
                                  </p:childTnLst>
                                </p:cTn>
                              </p:par>
                            </p:childTnLst>
                          </p:cTn>
                        </p:par>
                        <p:par>
                          <p:cTn id="18" fill="hold" nodeType="afterGroup">
                            <p:stCondLst>
                              <p:cond delay="750"/>
                            </p:stCondLst>
                            <p:childTnLst>
                              <p:par>
                                <p:cTn id="19" presetID="9" presetClass="entr" presetSubtype="0"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dissolve">
                                      <p:cBhvr>
                                        <p:cTn id="21" dur="750"/>
                                        <p:tgtEl>
                                          <p:spTgt spid="7"/>
                                        </p:tgtEl>
                                      </p:cBhvr>
                                    </p:animEffect>
                                  </p:childTnLst>
                                </p:cTn>
                              </p:par>
                            </p:childTnLst>
                          </p:cTn>
                        </p:par>
                      </p:childTnLst>
                    </p:cTn>
                  </p:par>
                  <p:par>
                    <p:cTn id="22" fill="hold" nodeType="clickPar">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8">
                                            <p:txEl>
                                              <p:pRg st="0" end="0"/>
                                            </p:txEl>
                                          </p:spTgt>
                                        </p:tgtEl>
                                        <p:attrNameLst>
                                          <p:attrName>style.visibility</p:attrName>
                                        </p:attrNameLst>
                                      </p:cBhvr>
                                      <p:to>
                                        <p:strVal val="visible"/>
                                      </p:to>
                                    </p:set>
                                    <p:animEffect transition="in" filter="blinds(horizontal)">
                                      <p:cBhvr>
                                        <p:cTn id="26" dur="500"/>
                                        <p:tgtEl>
                                          <p:spTgt spid="8">
                                            <p:txEl>
                                              <p:pRg st="0" end="0"/>
                                            </p:txEl>
                                          </p:spTgt>
                                        </p:tgtEl>
                                      </p:cBhvr>
                                    </p:animEffect>
                                  </p:childTnLst>
                                </p:cTn>
                              </p:par>
                              <p:par>
                                <p:cTn id="27" presetID="16" presetClass="entr" presetSubtype="42" fill="hold" nodeType="with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barn(outHorizontal)">
                                      <p:cBhvr>
                                        <p:cTn id="29" dur="500"/>
                                        <p:tgtEl>
                                          <p:spTgt spid="3"/>
                                        </p:tgtEl>
                                      </p:cBhvr>
                                    </p:animEffect>
                                  </p:childTnLst>
                                </p:cTn>
                              </p:par>
                            </p:childTnLst>
                          </p:cTn>
                        </p:par>
                      </p:childTnLst>
                    </p:cTn>
                  </p:par>
                  <p:par>
                    <p:cTn id="30" fill="hold" nodeType="clickPar">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8">
                                            <p:txEl>
                                              <p:pRg st="1" end="1"/>
                                            </p:txEl>
                                          </p:spTgt>
                                        </p:tgtEl>
                                        <p:attrNameLst>
                                          <p:attrName>style.visibility</p:attrName>
                                        </p:attrNameLst>
                                      </p:cBhvr>
                                      <p:to>
                                        <p:strVal val="visible"/>
                                      </p:to>
                                    </p:set>
                                    <p:animEffect transition="in" filter="blinds(horizontal)">
                                      <p:cBhvr>
                                        <p:cTn id="34" dur="500"/>
                                        <p:tgtEl>
                                          <p:spTgt spid="8">
                                            <p:txEl>
                                              <p:pRg st="1" end="1"/>
                                            </p:txEl>
                                          </p:spTgt>
                                        </p:tgtEl>
                                      </p:cBhvr>
                                    </p:animEffect>
                                  </p:childTnLst>
                                </p:cTn>
                              </p:par>
                            </p:childTnLst>
                          </p:cTn>
                        </p:par>
                      </p:childTnLst>
                    </p:cTn>
                  </p:par>
                  <p:par>
                    <p:cTn id="35" fill="hold" nodeType="clickPar">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dissolve">
                                      <p:cBhvr>
                                        <p:cTn id="39" dur="500"/>
                                        <p:tgtEl>
                                          <p:spTgt spid="9"/>
                                        </p:tgtEl>
                                      </p:cBhvr>
                                    </p:animEffect>
                                  </p:childTnLst>
                                </p:cTn>
                              </p:par>
                            </p:childTnLst>
                          </p:cTn>
                        </p:par>
                      </p:childTnLst>
                    </p:cTn>
                  </p:par>
                  <p:par>
                    <p:cTn id="40" fill="hold" nodeType="clickPar">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barn(inVertical)">
                                      <p:cBhvr>
                                        <p:cTn id="4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5DE50166-5500-0049-9F34-DB805618F10A}"/>
              </a:ext>
            </a:extLst>
          </p:cNvPr>
          <p:cNvSpPr/>
          <p:nvPr>
            <p:custDataLst>
              <p:tags r:id="rId1"/>
            </p:custDataLst>
          </p:nvPr>
        </p:nvSpPr>
        <p:spPr>
          <a:xfrm>
            <a:off x="1584417" y="1192787"/>
            <a:ext cx="8877582" cy="4185698"/>
          </a:xfrm>
          <a:prstGeom prst="rect">
            <a:avLst/>
          </a:prstGeom>
          <a:ln>
            <a:noFill/>
          </a:ln>
        </p:spPr>
        <p:txBody>
          <a:bodyPr wrap="square">
            <a:spAutoFit/>
          </a:bodyPr>
          <a:lstStyle/>
          <a:p>
            <a:pPr indent="576000">
              <a:lnSpc>
                <a:spcPts val="3600"/>
              </a:lnSpc>
              <a:spcAft>
                <a:spcPts val="600"/>
              </a:spcAft>
              <a:defRPr/>
            </a:pPr>
            <a:r>
              <a:rPr lang="en-US" altLang="zh-CN" sz="2600" b="1">
                <a:solidFill>
                  <a:srgbClr val="0070C0"/>
                </a:solidFill>
                <a:latin typeface="Times New Roman" panose="02020603050405020304" pitchFamily="18" charset="0"/>
                <a:cs typeface="Times New Roman" panose="02020603050405020304" pitchFamily="18" charset="0"/>
              </a:rPr>
              <a:t>3. </a:t>
            </a:r>
            <a:r>
              <a:rPr lang="zh-CN" altLang="en-US" sz="2600" b="1">
                <a:solidFill>
                  <a:srgbClr val="0070C0"/>
                </a:solidFill>
                <a:latin typeface="Times New Roman" panose="02020603050405020304" pitchFamily="18" charset="0"/>
                <a:cs typeface="Times New Roman" panose="02020603050405020304" pitchFamily="18" charset="0"/>
              </a:rPr>
              <a:t>频率</a:t>
            </a:r>
            <a:endParaRPr lang="en-US" altLang="zh-CN" sz="2600" b="1">
              <a:solidFill>
                <a:srgbClr val="0070C0"/>
              </a:solidFill>
              <a:latin typeface="Times New Roman" panose="02020603050405020304" pitchFamily="18" charset="0"/>
              <a:cs typeface="Times New Roman" panose="02020603050405020304" pitchFamily="18" charset="0"/>
            </a:endParaRPr>
          </a:p>
          <a:p>
            <a:pPr indent="576000" defTabSz="457200" eaLnBrk="0" fontAlgn="base" hangingPunct="0">
              <a:lnSpc>
                <a:spcPts val="3400"/>
              </a:lnSpc>
              <a:buClr>
                <a:srgbClr val="FF0000"/>
              </a:buClr>
            </a:pPr>
            <a:r>
              <a:rPr lang="zh-CN" altLang="en-US" sz="2400">
                <a:solidFill>
                  <a:prstClr val="black"/>
                </a:solidFill>
                <a:latin typeface="Times New Roman" panose="02020603050405020304" pitchFamily="18" charset="0"/>
                <a:cs typeface="Times New Roman" panose="02020603050405020304" pitchFamily="18" charset="0"/>
              </a:rPr>
              <a:t>（</a:t>
            </a:r>
            <a:r>
              <a:rPr lang="en-US" altLang="zh-CN" sz="2400">
                <a:solidFill>
                  <a:prstClr val="black"/>
                </a:solidFill>
                <a:latin typeface="Times New Roman" panose="02020603050405020304" pitchFamily="18" charset="0"/>
                <a:cs typeface="Times New Roman" panose="02020603050405020304" pitchFamily="18" charset="0"/>
              </a:rPr>
              <a:t>1</a:t>
            </a:r>
            <a:r>
              <a:rPr lang="zh-CN" altLang="en-US" sz="2400">
                <a:solidFill>
                  <a:prstClr val="black"/>
                </a:solidFill>
                <a:latin typeface="Times New Roman" panose="02020603050405020304" pitchFamily="18" charset="0"/>
                <a:cs typeface="Times New Roman" panose="02020603050405020304" pitchFamily="18" charset="0"/>
              </a:rPr>
              <a:t>）物理意义：用来描述物体</a:t>
            </a:r>
            <a:r>
              <a:rPr lang="zh-CN" altLang="en-US" sz="2400">
                <a:solidFill>
                  <a:srgbClr val="FF0000"/>
                </a:solidFill>
                <a:latin typeface="Times New Roman" panose="02020603050405020304" pitchFamily="18" charset="0"/>
                <a:cs typeface="Times New Roman" panose="02020603050405020304" pitchFamily="18" charset="0"/>
              </a:rPr>
              <a:t>振动快慢</a:t>
            </a:r>
            <a:r>
              <a:rPr lang="zh-CN" altLang="en-US" sz="2400">
                <a:solidFill>
                  <a:prstClr val="black"/>
                </a:solidFill>
                <a:latin typeface="Times New Roman" panose="02020603050405020304" pitchFamily="18" charset="0"/>
                <a:cs typeface="Times New Roman" panose="02020603050405020304" pitchFamily="18" charset="0"/>
              </a:rPr>
              <a:t>的物理量。物体振动快，则频率高；振动慢，则频率低。</a:t>
            </a:r>
            <a:endParaRPr lang="en-US" altLang="zh-CN" sz="2400">
              <a:solidFill>
                <a:prstClr val="black"/>
              </a:solidFill>
              <a:latin typeface="Times New Roman" panose="02020603050405020304" pitchFamily="18" charset="0"/>
              <a:cs typeface="Times New Roman" panose="02020603050405020304" pitchFamily="18" charset="0"/>
            </a:endParaRPr>
          </a:p>
          <a:p>
            <a:pPr indent="576000" defTabSz="457200" eaLnBrk="0" fontAlgn="base" hangingPunct="0">
              <a:lnSpc>
                <a:spcPts val="3400"/>
              </a:lnSpc>
              <a:buClr>
                <a:srgbClr val="FF0000"/>
              </a:buClr>
            </a:pPr>
            <a:r>
              <a:rPr lang="zh-CN" altLang="en-US" sz="2400">
                <a:solidFill>
                  <a:prstClr val="black"/>
                </a:solidFill>
                <a:latin typeface="Times New Roman" panose="02020603050405020304" pitchFamily="18" charset="0"/>
                <a:cs typeface="Times New Roman" panose="02020603050405020304" pitchFamily="18" charset="0"/>
              </a:rPr>
              <a:t>（</a:t>
            </a:r>
            <a:r>
              <a:rPr lang="en-US" altLang="zh-CN" sz="2400">
                <a:solidFill>
                  <a:prstClr val="black"/>
                </a:solidFill>
                <a:latin typeface="Times New Roman" panose="02020603050405020304" pitchFamily="18" charset="0"/>
                <a:cs typeface="Times New Roman" panose="02020603050405020304" pitchFamily="18" charset="0"/>
              </a:rPr>
              <a:t>2</a:t>
            </a:r>
            <a:r>
              <a:rPr lang="zh-CN" altLang="en-US" sz="2400">
                <a:solidFill>
                  <a:prstClr val="black"/>
                </a:solidFill>
                <a:latin typeface="Times New Roman" panose="02020603050405020304" pitchFamily="18" charset="0"/>
                <a:cs typeface="Times New Roman" panose="02020603050405020304" pitchFamily="18" charset="0"/>
              </a:rPr>
              <a:t>）定义：物体在</a:t>
            </a:r>
            <a:r>
              <a:rPr lang="en-US" altLang="zh-CN" sz="2400">
                <a:solidFill>
                  <a:prstClr val="black"/>
                </a:solidFill>
                <a:latin typeface="Times New Roman" panose="02020603050405020304" pitchFamily="18" charset="0"/>
                <a:cs typeface="Times New Roman" panose="02020603050405020304" pitchFamily="18" charset="0"/>
              </a:rPr>
              <a:t>1s</a:t>
            </a:r>
            <a:r>
              <a:rPr lang="zh-CN" altLang="en-US" sz="2400">
                <a:solidFill>
                  <a:prstClr val="black"/>
                </a:solidFill>
                <a:latin typeface="Times New Roman" panose="02020603050405020304" pitchFamily="18" charset="0"/>
                <a:cs typeface="Times New Roman" panose="02020603050405020304" pitchFamily="18" charset="0"/>
              </a:rPr>
              <a:t>振动的次数叫频率。用</a:t>
            </a:r>
            <a:r>
              <a:rPr lang="zh-CN" altLang="en-US" sz="2400">
                <a:solidFill>
                  <a:prstClr val="black"/>
                </a:solidFill>
                <a:latin typeface="Times New Roman" panose="02020603050405020304" pitchFamily="18" charset="0"/>
                <a:cs typeface="Times New Roman" panose="02020603050405020304" pitchFamily="18" charset="0"/>
                <a:sym typeface="Arial" panose="020B0604020202020204" pitchFamily="34" charset="0"/>
              </a:rPr>
              <a:t>符号 </a:t>
            </a:r>
            <a:r>
              <a:rPr lang="en-US" altLang="zh-CN" sz="2400" i="1">
                <a:solidFill>
                  <a:prstClr val="black"/>
                </a:solidFill>
                <a:latin typeface="Times New Roman" panose="02020603050405020304" pitchFamily="18" charset="0"/>
                <a:cs typeface="Times New Roman" panose="02020603050405020304" pitchFamily="18" charset="0"/>
              </a:rPr>
              <a:t>f  </a:t>
            </a:r>
            <a:r>
              <a:rPr lang="zh-CN" altLang="en-US" sz="2400">
                <a:solidFill>
                  <a:prstClr val="black"/>
                </a:solidFill>
                <a:latin typeface="Times New Roman" panose="02020603050405020304" pitchFamily="18" charset="0"/>
                <a:cs typeface="Times New Roman" panose="02020603050405020304" pitchFamily="18" charset="0"/>
                <a:sym typeface="Arial" panose="020B0604020202020204" pitchFamily="34" charset="0"/>
              </a:rPr>
              <a:t>表示。</a:t>
            </a:r>
            <a:endParaRPr lang="en-US" altLang="zh-CN" sz="2400">
              <a:solidFill>
                <a:prstClr val="black"/>
              </a:solidFill>
              <a:latin typeface="Times New Roman" panose="02020603050405020304" pitchFamily="18" charset="0"/>
              <a:cs typeface="Times New Roman" panose="02020603050405020304" pitchFamily="18" charset="0"/>
              <a:sym typeface="Arial" panose="020B0604020202020204" pitchFamily="34" charset="0"/>
            </a:endParaRPr>
          </a:p>
          <a:p>
            <a:pPr indent="576000" defTabSz="457200" eaLnBrk="0" fontAlgn="base" hangingPunct="0">
              <a:lnSpc>
                <a:spcPts val="3400"/>
              </a:lnSpc>
              <a:buClr>
                <a:srgbClr val="FF0000"/>
              </a:buClr>
            </a:pPr>
            <a:r>
              <a:rPr lang="zh-CN" altLang="en-US" sz="2400">
                <a:solidFill>
                  <a:prstClr val="black"/>
                </a:solidFill>
                <a:latin typeface="Times New Roman" panose="02020603050405020304" pitchFamily="18" charset="0"/>
                <a:cs typeface="Times New Roman" panose="02020603050405020304" pitchFamily="18" charset="0"/>
              </a:rPr>
              <a:t>（</a:t>
            </a:r>
            <a:r>
              <a:rPr lang="en-US" altLang="zh-CN" sz="2400">
                <a:solidFill>
                  <a:prstClr val="black"/>
                </a:solidFill>
                <a:latin typeface="Times New Roman" panose="02020603050405020304" pitchFamily="18" charset="0"/>
                <a:cs typeface="Times New Roman" panose="02020603050405020304" pitchFamily="18" charset="0"/>
              </a:rPr>
              <a:t>3</a:t>
            </a:r>
            <a:r>
              <a:rPr lang="zh-CN" altLang="en-US" sz="2400">
                <a:solidFill>
                  <a:prstClr val="black"/>
                </a:solidFill>
                <a:latin typeface="Times New Roman" panose="02020603050405020304" pitchFamily="18" charset="0"/>
                <a:cs typeface="Times New Roman" panose="02020603050405020304" pitchFamily="18" charset="0"/>
              </a:rPr>
              <a:t>）单位：</a:t>
            </a:r>
            <a:r>
              <a:rPr lang="zh-CN" altLang="en-US" sz="2400">
                <a:solidFill>
                  <a:srgbClr val="FF0000"/>
                </a:solidFill>
                <a:latin typeface="Times New Roman" panose="02020603050405020304" pitchFamily="18" charset="0"/>
                <a:cs typeface="Times New Roman" panose="02020603050405020304" pitchFamily="18" charset="0"/>
              </a:rPr>
              <a:t>赫兹</a:t>
            </a:r>
            <a:r>
              <a:rPr lang="zh-CN" altLang="en-US" sz="2400">
                <a:solidFill>
                  <a:prstClr val="black"/>
                </a:solidFill>
                <a:latin typeface="Times New Roman" panose="02020603050405020304" pitchFamily="18" charset="0"/>
                <a:cs typeface="Times New Roman" panose="02020603050405020304" pitchFamily="18" charset="0"/>
              </a:rPr>
              <a:t>，符号是</a:t>
            </a:r>
            <a:r>
              <a:rPr lang="en-US" altLang="zh-CN" sz="2400">
                <a:solidFill>
                  <a:prstClr val="black"/>
                </a:solidFill>
                <a:latin typeface="Times New Roman" panose="02020603050405020304" pitchFamily="18" charset="0"/>
                <a:cs typeface="Times New Roman" panose="02020603050405020304" pitchFamily="18" charset="0"/>
              </a:rPr>
              <a:t>Hz</a:t>
            </a:r>
            <a:r>
              <a:rPr lang="zh-CN" altLang="en-US" sz="2400">
                <a:solidFill>
                  <a:prstClr val="black"/>
                </a:solidFill>
                <a:latin typeface="Times New Roman" panose="02020603050405020304" pitchFamily="18" charset="0"/>
                <a:cs typeface="Times New Roman" panose="02020603050405020304" pitchFamily="18" charset="0"/>
              </a:rPr>
              <a:t>。如物体</a:t>
            </a:r>
            <a:r>
              <a:rPr lang="en-US" altLang="zh-CN" sz="2400">
                <a:solidFill>
                  <a:prstClr val="black"/>
                </a:solidFill>
                <a:latin typeface="Times New Roman" panose="02020603050405020304" pitchFamily="18" charset="0"/>
                <a:cs typeface="Times New Roman" panose="02020603050405020304" pitchFamily="18" charset="0"/>
              </a:rPr>
              <a:t>1s</a:t>
            </a:r>
            <a:r>
              <a:rPr lang="zh-CN" altLang="en-US" sz="2400">
                <a:solidFill>
                  <a:prstClr val="black"/>
                </a:solidFill>
                <a:latin typeface="Times New Roman" panose="02020603050405020304" pitchFamily="18" charset="0"/>
                <a:cs typeface="Times New Roman" panose="02020603050405020304" pitchFamily="18" charset="0"/>
              </a:rPr>
              <a:t>内振动了</a:t>
            </a:r>
            <a:r>
              <a:rPr lang="en-US" altLang="zh-CN" sz="2400">
                <a:solidFill>
                  <a:prstClr val="black"/>
                </a:solidFill>
                <a:latin typeface="Times New Roman" panose="02020603050405020304" pitchFamily="18" charset="0"/>
                <a:cs typeface="Times New Roman" panose="02020603050405020304" pitchFamily="18" charset="0"/>
              </a:rPr>
              <a:t>50</a:t>
            </a:r>
            <a:r>
              <a:rPr lang="zh-CN" altLang="en-US" sz="2400">
                <a:solidFill>
                  <a:prstClr val="black"/>
                </a:solidFill>
                <a:latin typeface="Times New Roman" panose="02020603050405020304" pitchFamily="18" charset="0"/>
                <a:cs typeface="Times New Roman" panose="02020603050405020304" pitchFamily="18" charset="0"/>
              </a:rPr>
              <a:t>次，则这个物体振动的频率</a:t>
            </a:r>
            <a:r>
              <a:rPr lang="en-US" altLang="zh-CN" sz="2400" i="1">
                <a:solidFill>
                  <a:prstClr val="black"/>
                </a:solidFill>
                <a:latin typeface="Times New Roman" panose="02020603050405020304" pitchFamily="18" charset="0"/>
                <a:cs typeface="Times New Roman" panose="02020603050405020304" pitchFamily="18" charset="0"/>
              </a:rPr>
              <a:t>f</a:t>
            </a:r>
            <a:r>
              <a:rPr lang="en-US" altLang="zh-CN" sz="2400">
                <a:solidFill>
                  <a:prstClr val="black"/>
                </a:solidFill>
                <a:latin typeface="Times New Roman" panose="02020603050405020304" pitchFamily="18" charset="0"/>
                <a:cs typeface="Times New Roman" panose="02020603050405020304" pitchFamily="18" charset="0"/>
              </a:rPr>
              <a:t>=50 Hz</a:t>
            </a:r>
            <a:r>
              <a:rPr lang="zh-CN" altLang="en-US" sz="2400">
                <a:solidFill>
                  <a:prstClr val="black"/>
                </a:solidFill>
                <a:latin typeface="Times New Roman" panose="02020603050405020304" pitchFamily="18" charset="0"/>
                <a:cs typeface="Times New Roman" panose="02020603050405020304" pitchFamily="18" charset="0"/>
              </a:rPr>
              <a:t>。</a:t>
            </a:r>
            <a:endParaRPr lang="en-US" altLang="zh-CN" sz="2400">
              <a:solidFill>
                <a:prstClr val="black"/>
              </a:solidFill>
              <a:latin typeface="Times New Roman" panose="02020603050405020304" pitchFamily="18" charset="0"/>
              <a:cs typeface="Times New Roman" panose="02020603050405020304" pitchFamily="18" charset="0"/>
            </a:endParaRPr>
          </a:p>
          <a:p>
            <a:pPr indent="576000" fontAlgn="base">
              <a:lnSpc>
                <a:spcPts val="3600"/>
              </a:lnSpc>
              <a:spcAft>
                <a:spcPts val="600"/>
              </a:spcAft>
              <a:buClr>
                <a:srgbClr val="FF0000"/>
              </a:buClr>
              <a:defRPr/>
            </a:pPr>
            <a:r>
              <a:rPr lang="en-US" altLang="zh-CN" sz="2600" b="1">
                <a:solidFill>
                  <a:srgbClr val="0070C0"/>
                </a:solidFill>
                <a:latin typeface="Times New Roman" panose="02020603050405020304" pitchFamily="18" charset="0"/>
                <a:cs typeface="Times New Roman" panose="02020603050405020304" pitchFamily="18" charset="0"/>
              </a:rPr>
              <a:t>4. </a:t>
            </a:r>
            <a:r>
              <a:rPr lang="zh-CN" altLang="en-US" sz="2600" b="1">
                <a:solidFill>
                  <a:srgbClr val="0070C0"/>
                </a:solidFill>
                <a:latin typeface="Times New Roman" panose="02020603050405020304" pitchFamily="18" charset="0"/>
                <a:cs typeface="Times New Roman" panose="02020603050405020304" pitchFamily="18" charset="0"/>
              </a:rPr>
              <a:t>音调和频率的关系</a:t>
            </a:r>
          </a:p>
          <a:p>
            <a:pPr indent="576000" defTabSz="457200" eaLnBrk="0" fontAlgn="base" hangingPunct="0">
              <a:lnSpc>
                <a:spcPts val="3400"/>
              </a:lnSpc>
              <a:buClr>
                <a:srgbClr val="FF0000"/>
              </a:buClr>
            </a:pPr>
            <a:r>
              <a:rPr lang="zh-CN" altLang="en-US" sz="2400">
                <a:solidFill>
                  <a:prstClr val="black"/>
                </a:solidFill>
                <a:latin typeface="Times New Roman" panose="02020603050405020304" pitchFamily="18" charset="0"/>
                <a:cs typeface="Times New Roman" panose="02020603050405020304" pitchFamily="18" charset="0"/>
              </a:rPr>
              <a:t>频率决定声音的音调。频率越高、音调越高；频率越低、音调越低。</a:t>
            </a:r>
          </a:p>
        </p:txBody>
      </p:sp>
      <p:sp>
        <p:nvSpPr>
          <p:cNvPr id="2" name="文本框 1">
            <a:extLst>
              <a:ext uri="{FF2B5EF4-FFF2-40B4-BE49-F238E27FC236}">
                <a16:creationId xmlns:a16="http://schemas.microsoft.com/office/drawing/2014/main" id="{074B0692-BC20-CD83-3F16-4DE0ABD66A5D}"/>
              </a:ext>
            </a:extLst>
          </p:cNvPr>
          <p:cNvSpPr txBox="1"/>
          <p:nvPr>
            <p:custDataLst>
              <p:tags r:id="rId2"/>
            </p:custDataLst>
          </p:nvPr>
        </p:nvSpPr>
        <p:spPr>
          <a:xfrm>
            <a:off x="1173969" y="290942"/>
            <a:ext cx="4325043" cy="430887"/>
          </a:xfrm>
          <a:prstGeom prst="rect">
            <a:avLst/>
          </a:prstGeom>
          <a:noFill/>
        </p:spPr>
        <p:txBody>
          <a:bodyPr wrap="square" lIns="0" tIns="0" rIns="0" bIns="0" rtlCol="0">
            <a:spAutoFit/>
          </a:bodyPr>
          <a:lstStyle/>
          <a:p>
            <a:pPr fontAlgn="base"/>
            <a:r>
              <a:rPr lang="zh-CN" altLang="en-US" sz="2800" b="1">
                <a:solidFill>
                  <a:srgbClr val="00B050"/>
                </a:solidFill>
                <a:latin typeface="Times New Roman" panose="02020603050405020304" pitchFamily="18" charset="0"/>
                <a:cs typeface="Times New Roman" panose="02020603050405020304" pitchFamily="18" charset="0"/>
              </a:rPr>
              <a:t>知识二、 音调</a:t>
            </a:r>
          </a:p>
        </p:txBody>
      </p:sp>
      <p:pic>
        <p:nvPicPr>
          <p:cNvPr id="3" name="图片 2" descr="cbe3eb76672406fabbe30586b58813d">
            <a:extLst>
              <a:ext uri="{FF2B5EF4-FFF2-40B4-BE49-F238E27FC236}">
                <a16:creationId xmlns:a16="http://schemas.microsoft.com/office/drawing/2014/main" id="{0B78F9A2-BAD2-9BF9-BCCD-6F0345BD5A1B}"/>
              </a:ext>
            </a:extLst>
          </p:cNvPr>
          <p:cNvPicPr>
            <a:picLocks noChangeAspect="1"/>
          </p:cNvPicPr>
          <p:nvPr/>
        </p:nvPicPr>
        <p:blipFill>
          <a:blip r:embed="rId4"/>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43114904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Vertical)">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1250"/>
                                        <p:tgtEl>
                                          <p:spTgt spid="6">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1250"/>
                                        <p:tgtEl>
                                          <p:spTgt spid="6">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left)">
                                      <p:cBhvr>
                                        <p:cTn id="27" dur="1250"/>
                                        <p:tgtEl>
                                          <p:spTgt spid="6">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left)">
                                      <p:cBhvr>
                                        <p:cTn id="32" dur="125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A2ECACC-7CD8-20BF-438C-32677A2BE61B}"/>
              </a:ext>
            </a:extLst>
          </p:cNvPr>
          <p:cNvSpPr/>
          <p:nvPr>
            <p:custDataLst>
              <p:tags r:id="rId1"/>
            </p:custDataLst>
          </p:nvPr>
        </p:nvSpPr>
        <p:spPr>
          <a:xfrm>
            <a:off x="872292" y="1038649"/>
            <a:ext cx="9766280" cy="2361287"/>
          </a:xfrm>
          <a:prstGeom prst="rect">
            <a:avLst/>
          </a:prstGeom>
          <a:ln>
            <a:noFill/>
          </a:ln>
        </p:spPr>
        <p:txBody>
          <a:bodyPr wrap="square">
            <a:spAutoFit/>
          </a:bodyPr>
          <a:lstStyle/>
          <a:p>
            <a:pPr indent="540000">
              <a:lnSpc>
                <a:spcPts val="3600"/>
              </a:lnSpc>
              <a:defRPr/>
            </a:pPr>
            <a:r>
              <a:rPr lang="en-US" altLang="zh-CN" sz="2500" b="1">
                <a:solidFill>
                  <a:srgbClr val="0070C0"/>
                </a:solidFill>
                <a:latin typeface="Times New Roman" panose="02020603050405020304" pitchFamily="18" charset="0"/>
                <a:cs typeface="Times New Roman" panose="02020603050405020304" pitchFamily="18" charset="0"/>
              </a:rPr>
              <a:t>5. </a:t>
            </a:r>
            <a:r>
              <a:rPr lang="zh-CN" altLang="en-US" sz="2500" b="1">
                <a:solidFill>
                  <a:srgbClr val="0070C0"/>
                </a:solidFill>
                <a:latin typeface="Times New Roman" panose="02020603050405020304" pitchFamily="18" charset="0"/>
                <a:cs typeface="Times New Roman" panose="02020603050405020304" pitchFamily="18" charset="0"/>
              </a:rPr>
              <a:t>不同音调声音的波形</a:t>
            </a:r>
          </a:p>
          <a:p>
            <a:pPr indent="540000">
              <a:lnSpc>
                <a:spcPts val="3600"/>
              </a:lnSpc>
              <a:defRPr/>
            </a:pPr>
            <a:r>
              <a:rPr lang="zh-CN" altLang="en-US" sz="2400">
                <a:solidFill>
                  <a:prstClr val="black"/>
                </a:solidFill>
                <a:latin typeface="Times New Roman" panose="02020603050405020304" pitchFamily="18" charset="0"/>
                <a:cs typeface="Times New Roman" panose="02020603050405020304" pitchFamily="18" charset="0"/>
              </a:rPr>
              <a:t>如图所示，是甲、乙两个振动频率不同的音叉的声音波形图。</a:t>
            </a:r>
            <a:endParaRPr lang="en-US" altLang="zh-CN" sz="2400">
              <a:solidFill>
                <a:prstClr val="black"/>
              </a:solidFill>
              <a:latin typeface="Times New Roman" panose="02020603050405020304" pitchFamily="18" charset="0"/>
              <a:cs typeface="Times New Roman" panose="02020603050405020304" pitchFamily="18" charset="0"/>
            </a:endParaRPr>
          </a:p>
          <a:p>
            <a:pPr indent="540000">
              <a:lnSpc>
                <a:spcPts val="3600"/>
              </a:lnSpc>
              <a:defRPr/>
            </a:pPr>
            <a:r>
              <a:rPr lang="en-US" altLang="zh-CN" sz="2500" b="1">
                <a:solidFill>
                  <a:srgbClr val="0070C0"/>
                </a:solidFill>
                <a:latin typeface="Times New Roman" panose="02020603050405020304" pitchFamily="18" charset="0"/>
                <a:cs typeface="Times New Roman" panose="02020603050405020304" pitchFamily="18" charset="0"/>
              </a:rPr>
              <a:t>6. </a:t>
            </a:r>
            <a:r>
              <a:rPr lang="zh-CN" altLang="en-US" sz="2500" b="1">
                <a:solidFill>
                  <a:srgbClr val="0070C0"/>
                </a:solidFill>
                <a:latin typeface="Times New Roman" panose="02020603050405020304" pitchFamily="18" charset="0"/>
                <a:cs typeface="Times New Roman" panose="02020603050405020304" pitchFamily="18" charset="0"/>
              </a:rPr>
              <a:t>对音调的理解</a:t>
            </a:r>
          </a:p>
          <a:p>
            <a:pPr indent="540000">
              <a:lnSpc>
                <a:spcPts val="3600"/>
              </a:lnSpc>
              <a:defRPr/>
            </a:pPr>
            <a:r>
              <a:rPr lang="zh-CN" altLang="en-US" sz="2400">
                <a:solidFill>
                  <a:prstClr val="black"/>
                </a:solidFill>
                <a:latin typeface="Times New Roman" panose="02020603050405020304" pitchFamily="18" charset="0"/>
                <a:cs typeface="Times New Roman" panose="02020603050405020304" pitchFamily="18" charset="0"/>
              </a:rPr>
              <a:t>①音调的高低指声音的粗细，如“女高音”“男低音”中的高低是指音调。一般来说，儿童发声的音调比成人的高，女声比男声音调高。</a:t>
            </a:r>
          </a:p>
        </p:txBody>
      </p:sp>
      <p:sp>
        <p:nvSpPr>
          <p:cNvPr id="9" name="文本框 8">
            <a:extLst>
              <a:ext uri="{FF2B5EF4-FFF2-40B4-BE49-F238E27FC236}">
                <a16:creationId xmlns:a16="http://schemas.microsoft.com/office/drawing/2014/main" id="{23555524-628A-9A4B-0CE2-F4E8FD9BBB88}"/>
              </a:ext>
            </a:extLst>
          </p:cNvPr>
          <p:cNvSpPr txBox="1"/>
          <p:nvPr>
            <p:custDataLst>
              <p:tags r:id="rId2"/>
            </p:custDataLst>
          </p:nvPr>
        </p:nvSpPr>
        <p:spPr>
          <a:xfrm>
            <a:off x="872291" y="3652837"/>
            <a:ext cx="4679950" cy="1800429"/>
          </a:xfrm>
          <a:prstGeom prst="rect">
            <a:avLst/>
          </a:prstGeom>
          <a:noFill/>
        </p:spPr>
        <p:txBody>
          <a:bodyPr wrap="square">
            <a:spAutoFit/>
          </a:bodyPr>
          <a:lstStyle/>
          <a:p>
            <a:pPr indent="540000">
              <a:lnSpc>
                <a:spcPts val="3400"/>
              </a:lnSpc>
              <a:defRPr/>
            </a:pPr>
            <a:r>
              <a:rPr lang="zh-CN" altLang="en-US" sz="2400">
                <a:solidFill>
                  <a:prstClr val="black"/>
                </a:solidFill>
                <a:latin typeface="Times New Roman" panose="02020603050405020304" pitchFamily="18" charset="0"/>
                <a:cs typeface="Times New Roman" panose="02020603050405020304" pitchFamily="18" charset="0"/>
              </a:rPr>
              <a:t>②振动频率的高低跟发声体的形状、尺寸和材料有关。一般情况下，发声体的长度越长，频率越低；长度越短，频率越高。</a:t>
            </a:r>
          </a:p>
        </p:txBody>
      </p:sp>
      <p:pic>
        <p:nvPicPr>
          <p:cNvPr id="11" name="图片 10">
            <a:extLst>
              <a:ext uri="{FF2B5EF4-FFF2-40B4-BE49-F238E27FC236}">
                <a16:creationId xmlns:a16="http://schemas.microsoft.com/office/drawing/2014/main" id="{0C5084A0-F375-AF38-DB2A-BD2572627814}"/>
              </a:ext>
            </a:extLst>
          </p:cNvPr>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5626541" y="3593681"/>
            <a:ext cx="6120913" cy="2535251"/>
          </a:xfrm>
          <a:prstGeom prst="rect">
            <a:avLst/>
          </a:prstGeom>
        </p:spPr>
      </p:pic>
      <p:sp>
        <p:nvSpPr>
          <p:cNvPr id="2" name="文本框 1">
            <a:extLst>
              <a:ext uri="{FF2B5EF4-FFF2-40B4-BE49-F238E27FC236}">
                <a16:creationId xmlns:a16="http://schemas.microsoft.com/office/drawing/2014/main" id="{66061E4D-776B-8C22-2C83-2F7969162E69}"/>
              </a:ext>
            </a:extLst>
          </p:cNvPr>
          <p:cNvSpPr txBox="1"/>
          <p:nvPr>
            <p:custDataLst>
              <p:tags r:id="rId4"/>
            </p:custDataLst>
          </p:nvPr>
        </p:nvSpPr>
        <p:spPr>
          <a:xfrm>
            <a:off x="1173969" y="290942"/>
            <a:ext cx="4325043" cy="430887"/>
          </a:xfrm>
          <a:prstGeom prst="rect">
            <a:avLst/>
          </a:prstGeom>
          <a:noFill/>
        </p:spPr>
        <p:txBody>
          <a:bodyPr wrap="square" lIns="0" tIns="0" rIns="0" bIns="0" rtlCol="0">
            <a:spAutoFit/>
          </a:bodyPr>
          <a:lstStyle/>
          <a:p>
            <a:pPr fontAlgn="base"/>
            <a:r>
              <a:rPr lang="zh-CN" altLang="en-US" sz="2800" b="1">
                <a:solidFill>
                  <a:srgbClr val="00B050"/>
                </a:solidFill>
                <a:latin typeface="Times New Roman" panose="02020603050405020304" pitchFamily="18" charset="0"/>
                <a:cs typeface="Times New Roman" panose="02020603050405020304" pitchFamily="18" charset="0"/>
              </a:rPr>
              <a:t>知识二、 音调</a:t>
            </a:r>
          </a:p>
        </p:txBody>
      </p:sp>
      <p:pic>
        <p:nvPicPr>
          <p:cNvPr id="3" name="图片 2" descr="cbe3eb76672406fabbe30586b58813d">
            <a:extLst>
              <a:ext uri="{FF2B5EF4-FFF2-40B4-BE49-F238E27FC236}">
                <a16:creationId xmlns:a16="http://schemas.microsoft.com/office/drawing/2014/main" id="{30E408D6-E6F0-4F9C-48C2-A7B23F3F0D54}"/>
              </a:ext>
            </a:extLst>
          </p:cNvPr>
          <p:cNvPicPr>
            <a:picLocks noChangeAspect="1"/>
          </p:cNvPicPr>
          <p:nvPr/>
        </p:nvPicPr>
        <p:blipFill>
          <a:blip r:embed="rId7"/>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296798454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Vertical)">
                                      <p:cBhvr>
                                        <p:cTn id="7" dur="750"/>
                                        <p:tgtEl>
                                          <p:spTgt spid="6">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arn(inVertical)">
                                      <p:cBhvr>
                                        <p:cTn id="12" dur="1000"/>
                                        <p:tgtEl>
                                          <p:spTgt spid="6">
                                            <p:txEl>
                                              <p:pRg st="1" end="1"/>
                                            </p:txEl>
                                          </p:spTgt>
                                        </p:tgtEl>
                                      </p:cBhvr>
                                    </p:animEffect>
                                  </p:childTnLst>
                                </p:cTn>
                              </p:par>
                              <p:par>
                                <p:cTn id="13" presetID="16" presetClass="entr" presetSubtype="37"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outVertical)">
                                      <p:cBhvr>
                                        <p:cTn id="15" dur="1000"/>
                                        <p:tgtEl>
                                          <p:spTgt spid="11"/>
                                        </p:tgtEl>
                                      </p:cBhvr>
                                    </p:animEffect>
                                  </p:childTnLst>
                                </p:cTn>
                              </p:par>
                            </p:childTnLst>
                          </p:cTn>
                        </p:par>
                      </p:childTnLst>
                    </p:cTn>
                  </p:par>
                  <p:par>
                    <p:cTn id="16" fill="hold" nodeType="clickPar">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barn(inVertical)">
                                      <p:cBhvr>
                                        <p:cTn id="20" dur="500"/>
                                        <p:tgtEl>
                                          <p:spTgt spid="6">
                                            <p:txEl>
                                              <p:pRg st="2" end="2"/>
                                            </p:txEl>
                                          </p:spTgt>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Effect transition="in" filter="blinds(horizontal)">
                                      <p:cBhvr>
                                        <p:cTn id="25" dur="500"/>
                                        <p:tgtEl>
                                          <p:spTgt spid="6">
                                            <p:txEl>
                                              <p:pRg st="3" end="3"/>
                                            </p:txEl>
                                          </p:spTgt>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checkerboard(across)">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a:extLst>
              <a:ext uri="{FF2B5EF4-FFF2-40B4-BE49-F238E27FC236}">
                <a16:creationId xmlns:a16="http://schemas.microsoft.com/office/drawing/2014/main" id="{A068EC97-B21A-92CB-08B9-BEFF61E70297}"/>
              </a:ext>
            </a:extLst>
          </p:cNvPr>
          <p:cNvSpPr>
            <a:spLocks noChangeArrowheads="1"/>
          </p:cNvSpPr>
          <p:nvPr>
            <p:custDataLst>
              <p:tags r:id="rId1"/>
            </p:custDataLst>
          </p:nvPr>
        </p:nvSpPr>
        <p:spPr bwMode="auto">
          <a:xfrm>
            <a:off x="956986" y="999892"/>
            <a:ext cx="10072570" cy="5131276"/>
          </a:xfrm>
          <a:prstGeom prst="rect">
            <a:avLst/>
          </a:prstGeom>
          <a:noFill/>
          <a:ln w="9525" algn="ctr">
            <a:noFill/>
            <a:miter lim="800000"/>
          </a:ln>
          <a:effectLst/>
        </p:spPr>
        <p:txBody>
          <a:bodyPr wrap="square" anchor="ctr">
            <a:spAutoFit/>
          </a:bodyPr>
          <a:lstStyle/>
          <a:p>
            <a:pPr indent="576000" defTabSz="457200" eaLnBrk="0" fontAlgn="base" hangingPunct="0">
              <a:lnSpc>
                <a:spcPts val="3600"/>
              </a:lnSpc>
              <a:buClr>
                <a:srgbClr val="FF0000"/>
              </a:buClr>
            </a:pPr>
            <a:r>
              <a:rPr lang="en-US" altLang="zh-CN" sz="2600" b="1">
                <a:solidFill>
                  <a:srgbClr val="0070C0"/>
                </a:solidFill>
                <a:latin typeface="Times New Roman" panose="02020603050405020304" pitchFamily="18" charset="0"/>
                <a:cs typeface="Times New Roman" panose="02020603050405020304" pitchFamily="18" charset="0"/>
              </a:rPr>
              <a:t>1. </a:t>
            </a:r>
            <a:r>
              <a:rPr lang="zh-CN" altLang="en-US" sz="2600" b="1">
                <a:solidFill>
                  <a:srgbClr val="0070C0"/>
                </a:solidFill>
                <a:latin typeface="Times New Roman" panose="02020603050405020304" pitchFamily="18" charset="0"/>
                <a:cs typeface="Times New Roman" panose="02020603050405020304" pitchFamily="18" charset="0"/>
              </a:rPr>
              <a:t>音色</a:t>
            </a:r>
            <a:endParaRPr lang="en-US" altLang="zh-CN" sz="2600" b="1">
              <a:solidFill>
                <a:srgbClr val="0070C0"/>
              </a:solidFill>
              <a:latin typeface="Times New Roman" panose="02020603050405020304" pitchFamily="18" charset="0"/>
              <a:cs typeface="Times New Roman" panose="02020603050405020304" pitchFamily="18" charset="0"/>
            </a:endParaRPr>
          </a:p>
          <a:p>
            <a:pPr indent="432000" defTabSz="457200" eaLnBrk="0" fontAlgn="base" hangingPunct="0">
              <a:lnSpc>
                <a:spcPts val="3600"/>
              </a:lnSpc>
              <a:buClr>
                <a:srgbClr val="FF0000"/>
              </a:buClr>
            </a:pPr>
            <a:r>
              <a:rPr lang="zh-CN" altLang="en-US" sz="2400">
                <a:solidFill>
                  <a:prstClr val="black"/>
                </a:solidFill>
                <a:latin typeface="Times New Roman" panose="02020603050405020304" pitchFamily="18" charset="0"/>
                <a:cs typeface="Times New Roman" panose="02020603050405020304" pitchFamily="18" charset="0"/>
              </a:rPr>
              <a:t>声音的</a:t>
            </a:r>
            <a:r>
              <a:rPr lang="zh-CN" altLang="en-US" sz="2400">
                <a:solidFill>
                  <a:srgbClr val="FF0000"/>
                </a:solidFill>
                <a:latin typeface="Times New Roman" panose="02020603050405020304" pitchFamily="18" charset="0"/>
                <a:cs typeface="Times New Roman" panose="02020603050405020304" pitchFamily="18" charset="0"/>
              </a:rPr>
              <a:t>品质</a:t>
            </a:r>
            <a:r>
              <a:rPr lang="zh-CN" altLang="en-US" sz="2400">
                <a:solidFill>
                  <a:prstClr val="black"/>
                </a:solidFill>
                <a:latin typeface="Times New Roman" panose="02020603050405020304" pitchFamily="18" charset="0"/>
                <a:cs typeface="Times New Roman" panose="02020603050405020304" pitchFamily="18" charset="0"/>
              </a:rPr>
              <a:t>叫做音色，又叫音品，它反映了声音的品质与特色。不同物体发出的声音，其音色是不同的。</a:t>
            </a:r>
            <a:endParaRPr lang="en-US" altLang="zh-CN" sz="2400">
              <a:solidFill>
                <a:prstClr val="black"/>
              </a:solidFill>
              <a:latin typeface="Times New Roman" panose="02020603050405020304" pitchFamily="18" charset="0"/>
              <a:cs typeface="Times New Roman" panose="02020603050405020304" pitchFamily="18" charset="0"/>
            </a:endParaRPr>
          </a:p>
          <a:p>
            <a:pPr indent="576000" defTabSz="457200" eaLnBrk="0" fontAlgn="base" hangingPunct="0">
              <a:lnSpc>
                <a:spcPts val="3600"/>
              </a:lnSpc>
              <a:buClr>
                <a:srgbClr val="FF0000"/>
              </a:buClr>
            </a:pPr>
            <a:r>
              <a:rPr lang="en-US" altLang="zh-CN" sz="2600" b="1">
                <a:solidFill>
                  <a:srgbClr val="0070C0"/>
                </a:solidFill>
                <a:latin typeface="Times New Roman" panose="02020603050405020304" pitchFamily="18" charset="0"/>
                <a:cs typeface="Times New Roman" panose="02020603050405020304" pitchFamily="18" charset="0"/>
              </a:rPr>
              <a:t>2. </a:t>
            </a:r>
            <a:r>
              <a:rPr lang="zh-CN" altLang="en-US" sz="2600" b="1">
                <a:solidFill>
                  <a:srgbClr val="0070C0"/>
                </a:solidFill>
                <a:latin typeface="Times New Roman" panose="02020603050405020304" pitchFamily="18" charset="0"/>
                <a:cs typeface="Times New Roman" panose="02020603050405020304" pitchFamily="18" charset="0"/>
              </a:rPr>
              <a:t>音色的决定因素</a:t>
            </a:r>
            <a:endParaRPr lang="en-US" altLang="zh-CN" sz="2600" b="1">
              <a:solidFill>
                <a:srgbClr val="0070C0"/>
              </a:solidFill>
              <a:latin typeface="Times New Roman" panose="02020603050405020304" pitchFamily="18" charset="0"/>
              <a:cs typeface="Times New Roman" panose="02020603050405020304" pitchFamily="18" charset="0"/>
            </a:endParaRPr>
          </a:p>
          <a:p>
            <a:pPr indent="432000" defTabSz="457200" eaLnBrk="0" fontAlgn="base" hangingPunct="0">
              <a:lnSpc>
                <a:spcPts val="3600"/>
              </a:lnSpc>
              <a:buClr>
                <a:srgbClr val="FF0000"/>
              </a:buClr>
            </a:pPr>
            <a:r>
              <a:rPr lang="zh-CN" altLang="en-US" sz="2400">
                <a:solidFill>
                  <a:prstClr val="black"/>
                </a:solidFill>
                <a:latin typeface="Times New Roman" panose="02020603050405020304" pitchFamily="18" charset="0"/>
                <a:cs typeface="Times New Roman" panose="02020603050405020304" pitchFamily="18" charset="0"/>
              </a:rPr>
              <a:t>音色是由发声体的</a:t>
            </a:r>
            <a:r>
              <a:rPr lang="en-US" altLang="zh-CN" sz="2400">
                <a:solidFill>
                  <a:prstClr val="black"/>
                </a:solidFill>
                <a:latin typeface="Times New Roman" panose="02020603050405020304" pitchFamily="18" charset="0"/>
                <a:cs typeface="Times New Roman" panose="02020603050405020304" pitchFamily="18" charset="0"/>
              </a:rPr>
              <a:t>________</a:t>
            </a:r>
            <a:r>
              <a:rPr lang="zh-CN" altLang="en-US" sz="2400">
                <a:solidFill>
                  <a:prstClr val="black"/>
                </a:solidFill>
                <a:latin typeface="Times New Roman" panose="02020603050405020304" pitchFamily="18" charset="0"/>
                <a:cs typeface="Times New Roman" panose="02020603050405020304" pitchFamily="18" charset="0"/>
              </a:rPr>
              <a:t>、</a:t>
            </a:r>
            <a:r>
              <a:rPr lang="en-US" altLang="zh-CN" sz="2400">
                <a:solidFill>
                  <a:prstClr val="black"/>
                </a:solidFill>
                <a:latin typeface="Times New Roman" panose="02020603050405020304" pitchFamily="18" charset="0"/>
                <a:cs typeface="Times New Roman" panose="02020603050405020304" pitchFamily="18" charset="0"/>
              </a:rPr>
              <a:t>_______</a:t>
            </a:r>
            <a:r>
              <a:rPr lang="zh-CN" altLang="en-US" sz="2400">
                <a:solidFill>
                  <a:prstClr val="black"/>
                </a:solidFill>
                <a:latin typeface="Times New Roman" panose="02020603050405020304" pitchFamily="18" charset="0"/>
                <a:cs typeface="Times New Roman" panose="02020603050405020304" pitchFamily="18" charset="0"/>
              </a:rPr>
              <a:t>等因素决定的。不同发声体的材料、结构不同，发出声音的音色就不同。</a:t>
            </a:r>
            <a:endParaRPr lang="en-US" altLang="zh-CN" sz="2400">
              <a:solidFill>
                <a:prstClr val="black"/>
              </a:solidFill>
              <a:latin typeface="Times New Roman" panose="02020603050405020304" pitchFamily="18" charset="0"/>
              <a:cs typeface="Times New Roman" panose="02020603050405020304" pitchFamily="18" charset="0"/>
            </a:endParaRPr>
          </a:p>
          <a:p>
            <a:pPr indent="576000" defTabSz="457200" eaLnBrk="0" fontAlgn="base" hangingPunct="0">
              <a:lnSpc>
                <a:spcPts val="3600"/>
              </a:lnSpc>
              <a:buClr>
                <a:srgbClr val="FF0000"/>
              </a:buClr>
            </a:pPr>
            <a:r>
              <a:rPr lang="en-US" altLang="zh-CN" sz="2600" b="1">
                <a:solidFill>
                  <a:srgbClr val="0070C0"/>
                </a:solidFill>
                <a:latin typeface="Times New Roman" panose="02020603050405020304" pitchFamily="18" charset="0"/>
                <a:cs typeface="Times New Roman" panose="02020603050405020304" pitchFamily="18" charset="0"/>
              </a:rPr>
              <a:t>3. </a:t>
            </a:r>
            <a:r>
              <a:rPr lang="zh-CN" altLang="en-US" sz="2600" b="1">
                <a:solidFill>
                  <a:srgbClr val="0070C0"/>
                </a:solidFill>
                <a:latin typeface="Times New Roman" panose="02020603050405020304" pitchFamily="18" charset="0"/>
                <a:cs typeface="Times New Roman" panose="02020603050405020304" pitchFamily="18" charset="0"/>
              </a:rPr>
              <a:t>应用 </a:t>
            </a:r>
            <a:endParaRPr lang="en-US" altLang="zh-CN" sz="2600" b="1">
              <a:solidFill>
                <a:srgbClr val="0070C0"/>
              </a:solidFill>
              <a:latin typeface="Times New Roman" panose="02020603050405020304" pitchFamily="18" charset="0"/>
              <a:cs typeface="Times New Roman" panose="02020603050405020304" pitchFamily="18" charset="0"/>
            </a:endParaRPr>
          </a:p>
          <a:p>
            <a:pPr indent="576000" defTabSz="457200" eaLnBrk="0" fontAlgn="base" hangingPunct="0">
              <a:lnSpc>
                <a:spcPts val="3400"/>
              </a:lnSpc>
              <a:buClr>
                <a:srgbClr val="FF0000"/>
              </a:buClr>
            </a:pPr>
            <a:r>
              <a:rPr lang="zh-CN" altLang="en-US" sz="2400">
                <a:solidFill>
                  <a:prstClr val="black"/>
                </a:solidFill>
                <a:latin typeface="Times New Roman" panose="02020603050405020304" pitchFamily="18" charset="0"/>
                <a:cs typeface="Times New Roman" panose="02020603050405020304" pitchFamily="18" charset="0"/>
              </a:rPr>
              <a:t>① “闻</a:t>
            </a:r>
            <a:r>
              <a:rPr lang="zh-CN" altLang="en-US" sz="2400" spc="-130">
                <a:solidFill>
                  <a:prstClr val="black"/>
                </a:solidFill>
                <a:latin typeface="Times New Roman" panose="02020603050405020304" pitchFamily="18" charset="0"/>
                <a:cs typeface="Times New Roman" panose="02020603050405020304" pitchFamily="18" charset="0"/>
              </a:rPr>
              <a:t>其声而知其人”就是利用每个人发出声音的</a:t>
            </a:r>
            <a:r>
              <a:rPr lang="zh-CN" altLang="en-US" sz="2400" spc="-130">
                <a:solidFill>
                  <a:srgbClr val="FF0000"/>
                </a:solidFill>
                <a:latin typeface="Times New Roman" panose="02020603050405020304" pitchFamily="18" charset="0"/>
                <a:cs typeface="Times New Roman" panose="02020603050405020304" pitchFamily="18" charset="0"/>
              </a:rPr>
              <a:t>音色</a:t>
            </a:r>
            <a:r>
              <a:rPr lang="zh-CN" altLang="en-US" sz="2400" spc="-130">
                <a:solidFill>
                  <a:prstClr val="black"/>
                </a:solidFill>
                <a:latin typeface="Times New Roman" panose="02020603050405020304" pitchFamily="18" charset="0"/>
                <a:cs typeface="Times New Roman" panose="02020603050405020304" pitchFamily="18" charset="0"/>
              </a:rPr>
              <a:t>不同来辨别的。</a:t>
            </a:r>
          </a:p>
          <a:p>
            <a:pPr indent="576000" defTabSz="457200" eaLnBrk="0" fontAlgn="base" hangingPunct="0">
              <a:lnSpc>
                <a:spcPts val="3400"/>
              </a:lnSpc>
              <a:buClr>
                <a:srgbClr val="FF0000"/>
              </a:buClr>
            </a:pPr>
            <a:r>
              <a:rPr lang="zh-CN" altLang="en-US" sz="2400">
                <a:solidFill>
                  <a:prstClr val="black"/>
                </a:solidFill>
                <a:latin typeface="Times New Roman" panose="02020603050405020304" pitchFamily="18" charset="0"/>
                <a:cs typeface="Times New Roman" panose="02020603050405020304" pitchFamily="18" charset="0"/>
              </a:rPr>
              <a:t>②音色是由发声体本身决定的，发声体有变化，音色也将变化。例如，有经验的铁路工人师傅，可以通过用铁锤敲击钢轨发出的声音的音色而得知钢轨上的螺丝是否松动。</a:t>
            </a:r>
          </a:p>
        </p:txBody>
      </p:sp>
      <p:sp>
        <p:nvSpPr>
          <p:cNvPr id="7" name="文本框 6">
            <a:extLst>
              <a:ext uri="{FF2B5EF4-FFF2-40B4-BE49-F238E27FC236}">
                <a16:creationId xmlns:a16="http://schemas.microsoft.com/office/drawing/2014/main" id="{BE4C9B2B-42F1-1D41-5CF0-C775A6B68EFC}"/>
              </a:ext>
            </a:extLst>
          </p:cNvPr>
          <p:cNvSpPr txBox="1"/>
          <p:nvPr>
            <p:custDataLst>
              <p:tags r:id="rId2"/>
            </p:custDataLst>
          </p:nvPr>
        </p:nvSpPr>
        <p:spPr>
          <a:xfrm>
            <a:off x="1173969" y="290942"/>
            <a:ext cx="4325043" cy="430887"/>
          </a:xfrm>
          <a:prstGeom prst="rect">
            <a:avLst/>
          </a:prstGeom>
          <a:noFill/>
        </p:spPr>
        <p:txBody>
          <a:bodyPr wrap="square" lIns="0" tIns="0" rIns="0" bIns="0" rtlCol="0">
            <a:spAutoFit/>
          </a:bodyPr>
          <a:lstStyle/>
          <a:p>
            <a:pPr fontAlgn="base"/>
            <a:r>
              <a:rPr lang="zh-CN" altLang="en-US" sz="2800" b="1">
                <a:solidFill>
                  <a:srgbClr val="F79646">
                    <a:lumMod val="75000"/>
                  </a:srgbClr>
                </a:solidFill>
                <a:latin typeface="Times New Roman" panose="02020603050405020304" pitchFamily="18" charset="0"/>
                <a:cs typeface="Times New Roman" panose="02020603050405020304" pitchFamily="18" charset="0"/>
              </a:rPr>
              <a:t>知识三、音色</a:t>
            </a:r>
          </a:p>
        </p:txBody>
      </p:sp>
      <p:sp>
        <p:nvSpPr>
          <p:cNvPr id="4" name="文本框 3">
            <a:extLst>
              <a:ext uri="{FF2B5EF4-FFF2-40B4-BE49-F238E27FC236}">
                <a16:creationId xmlns:a16="http://schemas.microsoft.com/office/drawing/2014/main" id="{8532F9CC-9A7D-7907-CF22-E726162AE958}"/>
              </a:ext>
            </a:extLst>
          </p:cNvPr>
          <p:cNvSpPr txBox="1"/>
          <p:nvPr>
            <p:custDataLst>
              <p:tags r:id="rId3"/>
            </p:custDataLst>
          </p:nvPr>
        </p:nvSpPr>
        <p:spPr>
          <a:xfrm>
            <a:off x="4151061" y="2951946"/>
            <a:ext cx="1240746" cy="477054"/>
          </a:xfrm>
          <a:prstGeom prst="rect">
            <a:avLst/>
          </a:prstGeom>
          <a:noFill/>
        </p:spPr>
        <p:txBody>
          <a:bodyPr wrap="square">
            <a:spAutoFit/>
          </a:bodyPr>
          <a:lstStyle/>
          <a:p>
            <a:r>
              <a:rPr lang="zh-CN" altLang="en-US" sz="2400">
                <a:solidFill>
                  <a:srgbClr val="FF0000"/>
                </a:solidFill>
                <a:latin typeface="Times New Roman" panose="02020603050405020304" pitchFamily="18" charset="0"/>
                <a:cs typeface="Times New Roman" panose="02020603050405020304" pitchFamily="18" charset="0"/>
              </a:rPr>
              <a:t>材料</a:t>
            </a:r>
            <a:endParaRPr lang="zh-CN" altLang="en-US" sz="1600">
              <a:solidFill>
                <a:prstClr val="black"/>
              </a:solidFill>
              <a:latin typeface="等线" panose="020F0502020204030204"/>
              <a:ea typeface="等线" panose="02010600030101010101" pitchFamily="2" charset="-122"/>
            </a:endParaRPr>
          </a:p>
        </p:txBody>
      </p:sp>
      <p:sp>
        <p:nvSpPr>
          <p:cNvPr id="6" name="文本框 5">
            <a:extLst>
              <a:ext uri="{FF2B5EF4-FFF2-40B4-BE49-F238E27FC236}">
                <a16:creationId xmlns:a16="http://schemas.microsoft.com/office/drawing/2014/main" id="{415D29E8-7C31-5187-C02C-6A461FFA0791}"/>
              </a:ext>
            </a:extLst>
          </p:cNvPr>
          <p:cNvSpPr txBox="1"/>
          <p:nvPr>
            <p:custDataLst>
              <p:tags r:id="rId4"/>
            </p:custDataLst>
          </p:nvPr>
        </p:nvSpPr>
        <p:spPr>
          <a:xfrm>
            <a:off x="5622511" y="2921989"/>
            <a:ext cx="1196602" cy="477054"/>
          </a:xfrm>
          <a:prstGeom prst="rect">
            <a:avLst/>
          </a:prstGeom>
          <a:noFill/>
        </p:spPr>
        <p:txBody>
          <a:bodyPr wrap="square">
            <a:spAutoFit/>
          </a:bodyPr>
          <a:lstStyle/>
          <a:p>
            <a:r>
              <a:rPr lang="zh-CN" altLang="en-US" sz="2400">
                <a:solidFill>
                  <a:srgbClr val="FF0000"/>
                </a:solidFill>
                <a:latin typeface="Times New Roman" panose="02020603050405020304" pitchFamily="18" charset="0"/>
                <a:cs typeface="Times New Roman" panose="02020603050405020304" pitchFamily="18" charset="0"/>
              </a:rPr>
              <a:t>结构</a:t>
            </a:r>
            <a:endParaRPr lang="zh-CN" altLang="en-US" sz="1600">
              <a:solidFill>
                <a:prstClr val="black"/>
              </a:solidFill>
              <a:latin typeface="等线" panose="020F0502020204030204"/>
              <a:ea typeface="等线" panose="02010600030101010101" pitchFamily="2" charset="-122"/>
            </a:endParaRPr>
          </a:p>
        </p:txBody>
      </p:sp>
      <p:pic>
        <p:nvPicPr>
          <p:cNvPr id="2" name="图片 1" descr="cbe3eb76672406fabbe30586b58813d">
            <a:extLst>
              <a:ext uri="{FF2B5EF4-FFF2-40B4-BE49-F238E27FC236}">
                <a16:creationId xmlns:a16="http://schemas.microsoft.com/office/drawing/2014/main" id="{E04378FA-51DF-B609-E359-213CE4165F88}"/>
              </a:ext>
            </a:extLst>
          </p:cNvPr>
          <p:cNvPicPr>
            <a:picLocks noChangeAspect="1"/>
          </p:cNvPicPr>
          <p:nvPr/>
        </p:nvPicPr>
        <p:blipFill>
          <a:blip r:embed="rId6"/>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38428801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nodeType="clickPar">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par>
                    <p:cTn id="17" fill="hold" nodeType="clickPar">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2" end="2"/>
                                            </p:txEl>
                                          </p:spTgt>
                                        </p:tgtEl>
                                      </p:cBhvr>
                                    </p:animEffect>
                                  </p:childTnLst>
                                </p:cTn>
                              </p:par>
                            </p:childTnLst>
                          </p:cTn>
                        </p:par>
                      </p:childTnLst>
                    </p:cTn>
                  </p:par>
                  <p:par>
                    <p:cTn id="24" fill="hold" nodeType="clickPar">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3">
                                            <p:txEl>
                                              <p:pRg st="3" end="3"/>
                                            </p:txEl>
                                          </p:spTgt>
                                        </p:tgtEl>
                                      </p:cBhvr>
                                    </p:animEffect>
                                  </p:childTnLst>
                                </p:cTn>
                              </p:par>
                            </p:childTnLst>
                          </p:cTn>
                        </p:par>
                      </p:childTnLst>
                    </p:cTn>
                  </p:par>
                  <p:par>
                    <p:cTn id="31" fill="hold" nodeType="clickPar">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barn(inVertical)">
                                      <p:cBhvr>
                                        <p:cTn id="35" dur="500"/>
                                        <p:tgtEl>
                                          <p:spTgt spid="4"/>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barn(inVertical)">
                                      <p:cBhvr>
                                        <p:cTn id="38" dur="500"/>
                                        <p:tgtEl>
                                          <p:spTgt spid="6"/>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55" presetClass="entr" presetSubtype="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 calcmode="lin" valueType="num">
                                      <p:cBhvr>
                                        <p:cTn id="43" dur="1000" fill="hold"/>
                                        <p:tgtEl>
                                          <p:spTgt spid="3">
                                            <p:txEl>
                                              <p:pRg st="4" end="4"/>
                                            </p:txEl>
                                          </p:spTgt>
                                        </p:tgtEl>
                                        <p:attrNameLst>
                                          <p:attrName>ppt_w</p:attrName>
                                        </p:attrNameLst>
                                      </p:cBhvr>
                                      <p:tavLst>
                                        <p:tav tm="0">
                                          <p:val>
                                            <p:strVal val="#ppt_w*0.70"/>
                                          </p:val>
                                        </p:tav>
                                        <p:tav tm="100000">
                                          <p:val>
                                            <p:strVal val="#ppt_w"/>
                                          </p:val>
                                        </p:tav>
                                      </p:tavLst>
                                    </p:anim>
                                    <p:anim calcmode="lin" valueType="num">
                                      <p:cBhvr>
                                        <p:cTn id="44"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45" dur="1000"/>
                                        <p:tgtEl>
                                          <p:spTgt spid="3">
                                            <p:txEl>
                                              <p:pRg st="4" end="4"/>
                                            </p:txEl>
                                          </p:spTgt>
                                        </p:tgtEl>
                                      </p:cBhvr>
                                    </p:animEffect>
                                  </p:childTnLst>
                                </p:cTn>
                              </p:par>
                            </p:childTnLst>
                          </p:cTn>
                        </p:par>
                      </p:childTnLst>
                    </p:cTn>
                  </p:par>
                  <p:par>
                    <p:cTn id="46" fill="hold" nodeType="clickPar">
                      <p:stCondLst>
                        <p:cond delay="indefinite"/>
                      </p:stCondLst>
                      <p:childTnLst>
                        <p:par>
                          <p:cTn id="47" fill="hold">
                            <p:stCondLst>
                              <p:cond delay="0"/>
                            </p:stCondLst>
                            <p:childTnLst>
                              <p:par>
                                <p:cTn id="48" presetID="55" presetClass="entr" presetSubtype="0" fill="hold" nodeType="clickEffect">
                                  <p:stCondLst>
                                    <p:cond delay="0"/>
                                  </p:stCondLst>
                                  <p:childTnLst>
                                    <p:set>
                                      <p:cBhvr>
                                        <p:cTn id="49" dur="1" fill="hold">
                                          <p:stCondLst>
                                            <p:cond delay="0"/>
                                          </p:stCondLst>
                                        </p:cTn>
                                        <p:tgtEl>
                                          <p:spTgt spid="3">
                                            <p:txEl>
                                              <p:pRg st="5" end="5"/>
                                            </p:txEl>
                                          </p:spTgt>
                                        </p:tgtEl>
                                        <p:attrNameLst>
                                          <p:attrName>style.visibility</p:attrName>
                                        </p:attrNameLst>
                                      </p:cBhvr>
                                      <p:to>
                                        <p:strVal val="visible"/>
                                      </p:to>
                                    </p:set>
                                    <p:anim calcmode="lin" valueType="num">
                                      <p:cBhvr>
                                        <p:cTn id="50" dur="1000" fill="hold"/>
                                        <p:tgtEl>
                                          <p:spTgt spid="3">
                                            <p:txEl>
                                              <p:pRg st="5" end="5"/>
                                            </p:txEl>
                                          </p:spTgt>
                                        </p:tgtEl>
                                        <p:attrNameLst>
                                          <p:attrName>ppt_w</p:attrName>
                                        </p:attrNameLst>
                                      </p:cBhvr>
                                      <p:tavLst>
                                        <p:tav tm="0">
                                          <p:val>
                                            <p:strVal val="#ppt_w*0.70"/>
                                          </p:val>
                                        </p:tav>
                                        <p:tav tm="100000">
                                          <p:val>
                                            <p:strVal val="#ppt_w"/>
                                          </p:val>
                                        </p:tav>
                                      </p:tavLst>
                                    </p:anim>
                                    <p:anim calcmode="lin" valueType="num">
                                      <p:cBhvr>
                                        <p:cTn id="51"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52" dur="1000"/>
                                        <p:tgtEl>
                                          <p:spTgt spid="3">
                                            <p:txEl>
                                              <p:pRg st="5" end="5"/>
                                            </p:txEl>
                                          </p:spTgt>
                                        </p:tgtEl>
                                      </p:cBhvr>
                                    </p:animEffect>
                                  </p:childTnLst>
                                </p:cTn>
                              </p:par>
                            </p:childTnLst>
                          </p:cTn>
                        </p:par>
                      </p:childTnLst>
                    </p:cTn>
                  </p:par>
                  <p:par>
                    <p:cTn id="53" fill="hold" nodeType="clickPar">
                      <p:stCondLst>
                        <p:cond delay="indefinite"/>
                      </p:stCondLst>
                      <p:childTnLst>
                        <p:par>
                          <p:cTn id="54" fill="hold">
                            <p:stCondLst>
                              <p:cond delay="0"/>
                            </p:stCondLst>
                            <p:childTnLst>
                              <p:par>
                                <p:cTn id="55" presetID="55" presetClass="entr" presetSubtype="0" fill="hold" nodeType="clickEffect">
                                  <p:stCondLst>
                                    <p:cond delay="0"/>
                                  </p:stCondLst>
                                  <p:childTnLst>
                                    <p:set>
                                      <p:cBhvr>
                                        <p:cTn id="56" dur="1" fill="hold">
                                          <p:stCondLst>
                                            <p:cond delay="0"/>
                                          </p:stCondLst>
                                        </p:cTn>
                                        <p:tgtEl>
                                          <p:spTgt spid="3">
                                            <p:txEl>
                                              <p:pRg st="6" end="6"/>
                                            </p:txEl>
                                          </p:spTgt>
                                        </p:tgtEl>
                                        <p:attrNameLst>
                                          <p:attrName>style.visibility</p:attrName>
                                        </p:attrNameLst>
                                      </p:cBhvr>
                                      <p:to>
                                        <p:strVal val="visible"/>
                                      </p:to>
                                    </p:set>
                                    <p:anim calcmode="lin" valueType="num">
                                      <p:cBhvr>
                                        <p:cTn id="57" dur="1000" fill="hold"/>
                                        <p:tgtEl>
                                          <p:spTgt spid="3">
                                            <p:txEl>
                                              <p:pRg st="6" end="6"/>
                                            </p:txEl>
                                          </p:spTgt>
                                        </p:tgtEl>
                                        <p:attrNameLst>
                                          <p:attrName>ppt_w</p:attrName>
                                        </p:attrNameLst>
                                      </p:cBhvr>
                                      <p:tavLst>
                                        <p:tav tm="0">
                                          <p:val>
                                            <p:strVal val="#ppt_w*0.70"/>
                                          </p:val>
                                        </p:tav>
                                        <p:tav tm="100000">
                                          <p:val>
                                            <p:strVal val="#ppt_w"/>
                                          </p:val>
                                        </p:tav>
                                      </p:tavLst>
                                    </p:anim>
                                    <p:anim calcmode="lin" valueType="num">
                                      <p:cBhvr>
                                        <p:cTn id="58" dur="1000" fill="hold"/>
                                        <p:tgtEl>
                                          <p:spTgt spid="3">
                                            <p:txEl>
                                              <p:pRg st="6" end="6"/>
                                            </p:txEl>
                                          </p:spTgt>
                                        </p:tgtEl>
                                        <p:attrNameLst>
                                          <p:attrName>ppt_h</p:attrName>
                                        </p:attrNameLst>
                                      </p:cBhvr>
                                      <p:tavLst>
                                        <p:tav tm="0">
                                          <p:val>
                                            <p:strVal val="#ppt_h"/>
                                          </p:val>
                                        </p:tav>
                                        <p:tav tm="100000">
                                          <p:val>
                                            <p:strVal val="#ppt_h"/>
                                          </p:val>
                                        </p:tav>
                                      </p:tavLst>
                                    </p:anim>
                                    <p:animEffect transition="in" filter="fade">
                                      <p:cBhvr>
                                        <p:cTn id="59"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a:extLst>
              <a:ext uri="{FF2B5EF4-FFF2-40B4-BE49-F238E27FC236}">
                <a16:creationId xmlns:a16="http://schemas.microsoft.com/office/drawing/2014/main" id="{30AEB9C8-9170-470B-FE6D-BC8FA366B1D8}"/>
              </a:ext>
            </a:extLst>
          </p:cNvPr>
          <p:cNvSpPr>
            <a:spLocks noChangeArrowheads="1"/>
          </p:cNvSpPr>
          <p:nvPr>
            <p:custDataLst>
              <p:tags r:id="rId1"/>
            </p:custDataLst>
          </p:nvPr>
        </p:nvSpPr>
        <p:spPr bwMode="auto">
          <a:xfrm>
            <a:off x="1329540" y="1195567"/>
            <a:ext cx="9646431" cy="1726050"/>
          </a:xfrm>
          <a:prstGeom prst="rect">
            <a:avLst/>
          </a:prstGeom>
          <a:noFill/>
          <a:ln w="9525" algn="ctr">
            <a:noFill/>
            <a:miter lim="800000"/>
          </a:ln>
          <a:effectLst/>
        </p:spPr>
        <p:txBody>
          <a:bodyPr wrap="square" anchor="ctr">
            <a:spAutoFit/>
          </a:bodyPr>
          <a:lstStyle/>
          <a:p>
            <a:pPr indent="527987" defTabSz="457200" eaLnBrk="0" fontAlgn="base" hangingPunct="0">
              <a:lnSpc>
                <a:spcPts val="4100"/>
              </a:lnSpc>
              <a:spcAft>
                <a:spcPts val="800"/>
              </a:spcAft>
              <a:buClr>
                <a:srgbClr val="FF0000"/>
              </a:buClr>
            </a:pPr>
            <a:r>
              <a:rPr lang="en-US" altLang="zh-CN" sz="2800" b="1">
                <a:solidFill>
                  <a:srgbClr val="0070C0"/>
                </a:solidFill>
                <a:latin typeface="Times New Roman"/>
                <a:ea typeface="微软雅黑" panose="020B0503020204020204" pitchFamily="34" charset="-122"/>
                <a:cs typeface="微软雅黑" panose="020B0503020204020204" pitchFamily="34" charset="-122"/>
              </a:rPr>
              <a:t>4. </a:t>
            </a:r>
            <a:r>
              <a:rPr lang="zh-CN" altLang="en-US" sz="2800" b="1">
                <a:solidFill>
                  <a:srgbClr val="0070C0"/>
                </a:solidFill>
                <a:latin typeface="Times New Roman"/>
                <a:ea typeface="微软雅黑" panose="020B0503020204020204" pitchFamily="34" charset="-122"/>
                <a:cs typeface="微软雅黑" panose="020B0503020204020204" pitchFamily="34" charset="-122"/>
              </a:rPr>
              <a:t>音色与波形</a:t>
            </a:r>
          </a:p>
          <a:p>
            <a:pPr indent="527987" defTabSz="457200" eaLnBrk="0" fontAlgn="base" hangingPunct="0">
              <a:lnSpc>
                <a:spcPts val="4100"/>
              </a:lnSpc>
              <a:spcAft>
                <a:spcPts val="800"/>
              </a:spcAft>
              <a:buClr>
                <a:srgbClr val="FF0000"/>
              </a:buClr>
            </a:pPr>
            <a:r>
              <a:rPr lang="zh-CN" altLang="en-US" sz="2600">
                <a:latin typeface="Times New Roman"/>
                <a:ea typeface="微软雅黑" panose="020B0503020204020204" pitchFamily="34" charset="-122"/>
                <a:cs typeface="微软雅黑" panose="020B0503020204020204" pitchFamily="34" charset="-122"/>
              </a:rPr>
              <a:t>不同的声音音色不同，其波形也不同。下图是同一音调、相同响度的不同发声体的声音波形。</a:t>
            </a:r>
          </a:p>
        </p:txBody>
      </p:sp>
      <p:pic>
        <p:nvPicPr>
          <p:cNvPr id="9" name="图片 8">
            <a:extLst>
              <a:ext uri="{FF2B5EF4-FFF2-40B4-BE49-F238E27FC236}">
                <a16:creationId xmlns:a16="http://schemas.microsoft.com/office/drawing/2014/main" id="{619B4230-5ADA-70B2-7704-AEA0D1467B8A}"/>
              </a:ext>
            </a:extLst>
          </p:cNvPr>
          <p:cNvPicPr/>
          <p:nvPr>
            <p:custDataLst>
              <p:tags r:id="rId2"/>
            </p:custDataLst>
          </p:nvPr>
        </p:nvPicPr>
        <p:blipFill>
          <a:blip r:embed="rId5">
            <a:extLst>
              <a:ext uri="{BEBA8EAE-BF5A-486C-A8C5-ECC9F3942E4B}">
                <a14:imgProps xmlns:a14="http://schemas.microsoft.com/office/drawing/2010/main">
                  <a14:imgLayer r:embed="rId6">
                    <a14:imgEffect>
                      <a14:saturation sat="20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681045" y="3395355"/>
            <a:ext cx="8943420" cy="2594264"/>
          </a:xfrm>
          <a:prstGeom prst="rect">
            <a:avLst/>
          </a:prstGeom>
        </p:spPr>
      </p:pic>
      <p:sp>
        <p:nvSpPr>
          <p:cNvPr id="2" name="文本框 1">
            <a:extLst>
              <a:ext uri="{FF2B5EF4-FFF2-40B4-BE49-F238E27FC236}">
                <a16:creationId xmlns:a16="http://schemas.microsoft.com/office/drawing/2014/main" id="{0512DAAA-85C7-C113-9F12-C94A0484D2C0}"/>
              </a:ext>
            </a:extLst>
          </p:cNvPr>
          <p:cNvSpPr txBox="1"/>
          <p:nvPr>
            <p:custDataLst>
              <p:tags r:id="rId3"/>
            </p:custDataLst>
          </p:nvPr>
        </p:nvSpPr>
        <p:spPr>
          <a:xfrm>
            <a:off x="1173969" y="290942"/>
            <a:ext cx="4325043" cy="430887"/>
          </a:xfrm>
          <a:prstGeom prst="rect">
            <a:avLst/>
          </a:prstGeom>
          <a:noFill/>
        </p:spPr>
        <p:txBody>
          <a:bodyPr wrap="square" lIns="0" tIns="0" rIns="0" bIns="0" rtlCol="0">
            <a:spAutoFit/>
          </a:bodyPr>
          <a:lstStyle/>
          <a:p>
            <a:pPr fontAlgn="base"/>
            <a:r>
              <a:rPr lang="zh-CN" altLang="en-US" sz="2800" b="1">
                <a:solidFill>
                  <a:schemeClr val="accent6">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知识三、音色</a:t>
            </a:r>
          </a:p>
        </p:txBody>
      </p:sp>
      <p:pic>
        <p:nvPicPr>
          <p:cNvPr id="4" name="图片 3" descr="cbe3eb76672406fabbe30586b58813d">
            <a:extLst>
              <a:ext uri="{FF2B5EF4-FFF2-40B4-BE49-F238E27FC236}">
                <a16:creationId xmlns:a16="http://schemas.microsoft.com/office/drawing/2014/main" id="{EAAF0D85-04FF-8630-CC8F-32A1FEEC736A}"/>
              </a:ext>
            </a:extLst>
          </p:cNvPr>
          <p:cNvPicPr>
            <a:picLocks noChangeAspect="1"/>
          </p:cNvPicPr>
          <p:nvPr/>
        </p:nvPicPr>
        <p:blipFill>
          <a:blip r:embed="rId7"/>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18404645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nodeType="clickPar">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par>
                          <p:cTn id="17" fill="hold" nodeType="afterGroup">
                            <p:stCondLst>
                              <p:cond delay="1000"/>
                            </p:stCondLst>
                            <p:childTnLst>
                              <p:par>
                                <p:cTn id="18" presetID="16" presetClass="entr" presetSubtype="37"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arn(outVertical)">
                                      <p:cBhvr>
                                        <p:cTn id="20" dur="1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124">
            <a:extLst>
              <a:ext uri="{FF2B5EF4-FFF2-40B4-BE49-F238E27FC236}">
                <a16:creationId xmlns:a16="http://schemas.microsoft.com/office/drawing/2014/main" id="{F904C272-4785-0B41-617F-6C911A9009B3}"/>
              </a:ext>
            </a:extLst>
          </p:cNvPr>
          <p:cNvGraphicFramePr>
            <a:graphicFrameLocks noGrp="1"/>
          </p:cNvGraphicFramePr>
          <p:nvPr>
            <p:custDataLst>
              <p:tags r:id="rId1"/>
            </p:custDataLst>
            <p:extLst>
              <p:ext uri="{D42A27DB-BD31-4B8C-83A1-F6EECF244321}">
                <p14:modId xmlns:p14="http://schemas.microsoft.com/office/powerpoint/2010/main" val="2406491472"/>
              </p:ext>
            </p:extLst>
          </p:nvPr>
        </p:nvGraphicFramePr>
        <p:xfrm>
          <a:off x="651530" y="1670983"/>
          <a:ext cx="10888940" cy="4750469"/>
        </p:xfrm>
        <a:graphic>
          <a:graphicData uri="http://schemas.openxmlformats.org/drawingml/2006/table">
            <a:tbl>
              <a:tblPr/>
              <a:tblGrid>
                <a:gridCol w="940383">
                  <a:extLst>
                    <a:ext uri="{9D8B030D-6E8A-4147-A177-3AD203B41FA5}">
                      <a16:colId xmlns:a16="http://schemas.microsoft.com/office/drawing/2014/main" val="20000"/>
                    </a:ext>
                  </a:extLst>
                </a:gridCol>
                <a:gridCol w="3077818">
                  <a:extLst>
                    <a:ext uri="{9D8B030D-6E8A-4147-A177-3AD203B41FA5}">
                      <a16:colId xmlns:a16="http://schemas.microsoft.com/office/drawing/2014/main" val="20001"/>
                    </a:ext>
                  </a:extLst>
                </a:gridCol>
                <a:gridCol w="3909508">
                  <a:extLst>
                    <a:ext uri="{9D8B030D-6E8A-4147-A177-3AD203B41FA5}">
                      <a16:colId xmlns:a16="http://schemas.microsoft.com/office/drawing/2014/main" val="20002"/>
                    </a:ext>
                  </a:extLst>
                </a:gridCol>
                <a:gridCol w="2961231">
                  <a:extLst>
                    <a:ext uri="{9D8B030D-6E8A-4147-A177-3AD203B41FA5}">
                      <a16:colId xmlns:a16="http://schemas.microsoft.com/office/drawing/2014/main" val="20003"/>
                    </a:ext>
                  </a:extLst>
                </a:gridCol>
              </a:tblGrid>
              <a:tr h="673059">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marL="0" marR="0" lvl="0" indent="0" algn="ctr" defTabSz="914400" rtl="0" eaLnBrk="1" fontAlgn="base" latinLnBrk="0" hangingPunct="1">
                        <a:lnSpc>
                          <a:spcPct val="13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21920" marR="121920" marT="45607" marB="4560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marL="0" marR="0" lvl="0" indent="0" algn="ctr" defTabSz="914400" rtl="0" eaLnBrk="1" fontAlgn="base" latinLnBrk="0" hangingPunct="1">
                        <a:lnSpc>
                          <a:spcPts val="3240"/>
                        </a:lnSpc>
                        <a:spcBef>
                          <a:spcPct val="0"/>
                        </a:spcBef>
                        <a:spcAft>
                          <a:spcPct val="0"/>
                        </a:spcAft>
                        <a:buClrTx/>
                        <a:buSzTx/>
                        <a:buFontTx/>
                        <a:buNone/>
                      </a:pPr>
                      <a:r>
                        <a:rPr kumimoji="0" lang="zh-CN" altLang="en-US" sz="2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音调</a:t>
                      </a:r>
                    </a:p>
                  </a:txBody>
                  <a:tcPr marL="121920" marR="121920" marT="45607" marB="4560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marL="0" marR="0" lvl="0" indent="0" algn="ctr" defTabSz="914400" rtl="0" eaLnBrk="1" fontAlgn="base" latinLnBrk="0" hangingPunct="1">
                        <a:lnSpc>
                          <a:spcPts val="3240"/>
                        </a:lnSpc>
                        <a:spcBef>
                          <a:spcPct val="0"/>
                        </a:spcBef>
                        <a:spcAft>
                          <a:spcPct val="0"/>
                        </a:spcAft>
                        <a:buClrTx/>
                        <a:buSzTx/>
                        <a:buFontTx/>
                        <a:buNone/>
                      </a:pPr>
                      <a:r>
                        <a:rPr kumimoji="0" lang="zh-CN" altLang="en-US" sz="2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响度</a:t>
                      </a:r>
                    </a:p>
                  </a:txBody>
                  <a:tcPr marL="121920" marR="121920" marT="45607" marB="4560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9BBB59">
                        <a:lumMod val="40000"/>
                        <a:lumOff val="60000"/>
                      </a:srgbClr>
                    </a:solid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marL="0" marR="0" lvl="0" indent="0" algn="ctr" defTabSz="914400" rtl="0" eaLnBrk="1" fontAlgn="base" latinLnBrk="0" hangingPunct="1">
                        <a:lnSpc>
                          <a:spcPts val="3240"/>
                        </a:lnSpc>
                        <a:spcBef>
                          <a:spcPct val="0"/>
                        </a:spcBef>
                        <a:spcAft>
                          <a:spcPct val="0"/>
                        </a:spcAft>
                        <a:buClrTx/>
                        <a:buSzTx/>
                        <a:buFontTx/>
                        <a:buNone/>
                      </a:pPr>
                      <a:r>
                        <a:rPr kumimoji="0" lang="zh-CN" altLang="en-US" sz="2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音色</a:t>
                      </a:r>
                    </a:p>
                  </a:txBody>
                  <a:tcPr marL="121920" marR="121920" marT="45607" marB="4560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9BBB59">
                        <a:lumMod val="40000"/>
                        <a:lumOff val="60000"/>
                      </a:srgbClr>
                    </a:solidFill>
                  </a:tcPr>
                </a:tc>
                <a:extLst>
                  <a:ext uri="{0D108BD9-81ED-4DB2-BD59-A6C34878D82A}">
                    <a16:rowId xmlns:a16="http://schemas.microsoft.com/office/drawing/2014/main" val="10000"/>
                  </a:ext>
                </a:extLst>
              </a:tr>
              <a:tr h="1186683">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cap="none" normalizeH="0" baseline="0">
                          <a:ln>
                            <a:noFill/>
                          </a:ln>
                          <a:solidFill>
                            <a:srgbClr val="002060"/>
                          </a:solidFill>
                          <a:effectLst/>
                          <a:latin typeface="微软雅黑" panose="020B0503020204020204" pitchFamily="34" charset="-122"/>
                          <a:ea typeface="微软雅黑" panose="020B0503020204020204" pitchFamily="34" charset="-122"/>
                        </a:rPr>
                        <a:t>物理意义</a:t>
                      </a:r>
                    </a:p>
                  </a:txBody>
                  <a:tcPr marL="121920" marR="121920" marT="45607" marB="4560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marL="0" marR="0" lvl="0" indent="0" algn="ctr" defTabSz="914400" rtl="0" eaLnBrk="1" fontAlgn="base" latinLnBrk="0" hangingPunct="1">
                        <a:lnSpc>
                          <a:spcPts val="2800"/>
                        </a:lnSpc>
                        <a:spcBef>
                          <a:spcPct val="0"/>
                        </a:spcBef>
                        <a:spcAft>
                          <a:spcPct val="0"/>
                        </a:spcAft>
                        <a:buClrTx/>
                        <a:buSzTx/>
                        <a:buFontTx/>
                        <a:buNone/>
                      </a:pPr>
                      <a:endParaRPr kumimoji="0" lang="zh-CN" altLang="en-US" sz="2700" b="0" i="0" u="none" strike="noStrike" cap="none" normalizeH="0" baseline="0">
                        <a:ln>
                          <a:noFill/>
                        </a:ln>
                        <a:solidFill>
                          <a:srgbClr val="002060"/>
                        </a:solidFill>
                        <a:effectLst/>
                        <a:latin typeface="微软雅黑" panose="020B0503020204020204" pitchFamily="34" charset="-122"/>
                        <a:ea typeface="微软雅黑" panose="020B0503020204020204" pitchFamily="34" charset="-122"/>
                      </a:endParaRPr>
                    </a:p>
                  </a:txBody>
                  <a:tcPr marL="121920" marR="121920" marT="45607" marB="4560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marL="0" marR="0" lvl="0" indent="0" algn="ctr" defTabSz="914400" rtl="0" eaLnBrk="1" fontAlgn="base" latinLnBrk="0" hangingPunct="1">
                        <a:lnSpc>
                          <a:spcPts val="2800"/>
                        </a:lnSpc>
                        <a:spcBef>
                          <a:spcPct val="0"/>
                        </a:spcBef>
                        <a:spcAft>
                          <a:spcPct val="0"/>
                        </a:spcAft>
                        <a:buClrTx/>
                        <a:buSzTx/>
                        <a:buFontTx/>
                        <a:buNone/>
                      </a:pPr>
                      <a:endParaRPr kumimoji="0" lang="zh-CN" altLang="en-US" sz="2700" b="0" i="0" u="none" strike="noStrike" cap="none" normalizeH="0" baseline="0">
                        <a:ln>
                          <a:noFill/>
                        </a:ln>
                        <a:solidFill>
                          <a:srgbClr val="002060"/>
                        </a:solidFill>
                        <a:effectLst/>
                        <a:latin typeface="微软雅黑" panose="020B0503020204020204" pitchFamily="34" charset="-122"/>
                        <a:ea typeface="微软雅黑" panose="020B0503020204020204" pitchFamily="34" charset="-122"/>
                      </a:endParaRPr>
                    </a:p>
                  </a:txBody>
                  <a:tcPr marL="121920" marR="121920" marT="45607" marB="4560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marL="0" marR="0" lvl="0" indent="0" algn="ctr" defTabSz="914400" rtl="0" eaLnBrk="1" fontAlgn="base" latinLnBrk="0" hangingPunct="1">
                        <a:lnSpc>
                          <a:spcPts val="2800"/>
                        </a:lnSpc>
                        <a:spcBef>
                          <a:spcPct val="0"/>
                        </a:spcBef>
                        <a:spcAft>
                          <a:spcPct val="0"/>
                        </a:spcAft>
                        <a:buClrTx/>
                        <a:buSzTx/>
                        <a:buFontTx/>
                        <a:buNone/>
                      </a:pPr>
                      <a:endParaRPr kumimoji="0" lang="zh-CN" altLang="en-US" sz="2700" b="0" i="0" u="none" strike="noStrike" cap="none" normalizeH="0" baseline="0">
                        <a:ln>
                          <a:noFill/>
                        </a:ln>
                        <a:solidFill>
                          <a:srgbClr val="002060"/>
                        </a:solidFill>
                        <a:effectLst/>
                        <a:latin typeface="微软雅黑" panose="020B0503020204020204" pitchFamily="34" charset="-122"/>
                        <a:ea typeface="微软雅黑" panose="020B0503020204020204" pitchFamily="34" charset="-122"/>
                      </a:endParaRPr>
                    </a:p>
                  </a:txBody>
                  <a:tcPr marL="121920" marR="121920" marT="45607" marB="4560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08305">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a:ln>
                            <a:noFill/>
                          </a:ln>
                          <a:solidFill>
                            <a:srgbClr val="002060"/>
                          </a:solidFill>
                          <a:effectLst/>
                          <a:latin typeface="微软雅黑" panose="020B0503020204020204" pitchFamily="34" charset="-122"/>
                          <a:ea typeface="微软雅黑" panose="020B0503020204020204" pitchFamily="34" charset="-122"/>
                        </a:rPr>
                        <a:t>影响因素</a:t>
                      </a:r>
                    </a:p>
                  </a:txBody>
                  <a:tcPr marL="121920" marR="121920" marT="45607" marB="4560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marL="0" marR="0" lvl="0" indent="252000" algn="l" defTabSz="914400" rtl="0" eaLnBrk="1" fontAlgn="base" latinLnBrk="0" hangingPunct="1">
                        <a:lnSpc>
                          <a:spcPts val="2600"/>
                        </a:lnSpc>
                        <a:spcBef>
                          <a:spcPct val="0"/>
                        </a:spcBef>
                        <a:spcAft>
                          <a:spcPct val="0"/>
                        </a:spcAft>
                        <a:buClrTx/>
                        <a:buSzTx/>
                        <a:buFontTx/>
                        <a:buNone/>
                      </a:pPr>
                      <a:endParaRPr kumimoji="0" lang="zh-CN" altLang="en-US" sz="2400" b="0" i="0" u="none" strike="noStrike" cap="none" normalizeH="0" baseline="0">
                        <a:ln>
                          <a:noFill/>
                        </a:ln>
                        <a:solidFill>
                          <a:srgbClr val="002060"/>
                        </a:solidFill>
                        <a:effectLst/>
                        <a:latin typeface="微软雅黑" panose="020B0503020204020204" pitchFamily="34" charset="-122"/>
                        <a:ea typeface="微软雅黑" panose="020B0503020204020204" pitchFamily="34" charset="-122"/>
                      </a:endParaRPr>
                    </a:p>
                  </a:txBody>
                  <a:tcPr marL="121920" marR="121920" marT="45607" marB="4560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marL="0" marR="0" lvl="0" indent="252000" algn="l" defTabSz="914400" rtl="0" eaLnBrk="1" fontAlgn="base" latinLnBrk="0" hangingPunct="1">
                        <a:lnSpc>
                          <a:spcPts val="2600"/>
                        </a:lnSpc>
                        <a:spcBef>
                          <a:spcPct val="0"/>
                        </a:spcBef>
                        <a:spcAft>
                          <a:spcPct val="0"/>
                        </a:spcAft>
                        <a:buClrTx/>
                        <a:buSzTx/>
                        <a:buFontTx/>
                        <a:buNone/>
                      </a:pPr>
                      <a:endParaRPr kumimoji="0" lang="zh-CN" altLang="en-US" sz="2400" b="0" i="0" u="none" strike="noStrike" cap="none" normalizeH="0" baseline="0">
                        <a:ln>
                          <a:noFill/>
                        </a:ln>
                        <a:solidFill>
                          <a:srgbClr val="002060"/>
                        </a:solidFill>
                        <a:effectLst/>
                        <a:latin typeface="微软雅黑" panose="020B0503020204020204" pitchFamily="34" charset="-122"/>
                        <a:ea typeface="微软雅黑" panose="020B0503020204020204" pitchFamily="34" charset="-122"/>
                      </a:endParaRPr>
                    </a:p>
                  </a:txBody>
                  <a:tcPr marL="121920" marR="121920" marT="45607" marB="4560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marL="0" marR="0" lvl="0" indent="252000" algn="l" defTabSz="914400" rtl="0" eaLnBrk="1" fontAlgn="base" latinLnBrk="0" hangingPunct="1">
                        <a:lnSpc>
                          <a:spcPts val="2600"/>
                        </a:lnSpc>
                        <a:spcBef>
                          <a:spcPct val="0"/>
                        </a:spcBef>
                        <a:spcAft>
                          <a:spcPct val="0"/>
                        </a:spcAft>
                        <a:buClrTx/>
                        <a:buSzTx/>
                        <a:buFontTx/>
                        <a:buNone/>
                      </a:pPr>
                      <a:endParaRPr kumimoji="0" lang="zh-CN" altLang="en-US" sz="2400" b="0" i="0" u="none" strike="noStrike" cap="none" normalizeH="0" baseline="0">
                        <a:ln>
                          <a:noFill/>
                        </a:ln>
                        <a:solidFill>
                          <a:srgbClr val="002060"/>
                        </a:solidFill>
                        <a:effectLst/>
                        <a:latin typeface="微软雅黑" panose="020B0503020204020204" pitchFamily="34" charset="-122"/>
                        <a:ea typeface="微软雅黑" panose="020B0503020204020204" pitchFamily="34" charset="-122"/>
                      </a:endParaRPr>
                    </a:p>
                  </a:txBody>
                  <a:tcPr marL="121920" marR="121920" marT="45607" marB="4560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82422">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a:ln>
                            <a:noFill/>
                          </a:ln>
                          <a:solidFill>
                            <a:srgbClr val="002060"/>
                          </a:solidFill>
                          <a:effectLst/>
                          <a:latin typeface="微软雅黑" panose="020B0503020204020204" pitchFamily="34" charset="-122"/>
                          <a:ea typeface="微软雅黑" panose="020B0503020204020204" pitchFamily="34" charset="-122"/>
                        </a:rPr>
                        <a:t>相关知识</a:t>
                      </a:r>
                    </a:p>
                  </a:txBody>
                  <a:tcPr marL="121920" marR="121920" marT="45607" marB="4560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marL="0" marR="0" lvl="0" indent="252000" algn="l" defTabSz="914400" rtl="0" eaLnBrk="1" fontAlgn="base" latinLnBrk="0" hangingPunct="1">
                        <a:lnSpc>
                          <a:spcPts val="2600"/>
                        </a:lnSpc>
                        <a:spcBef>
                          <a:spcPct val="0"/>
                        </a:spcBef>
                        <a:spcAft>
                          <a:spcPct val="0"/>
                        </a:spcAft>
                        <a:buClrTx/>
                        <a:buSzTx/>
                        <a:buFontTx/>
                        <a:buNone/>
                      </a:pPr>
                      <a:endParaRPr kumimoji="0" lang="zh-CN" altLang="en-US" sz="2400" b="0" i="0" u="none" strike="noStrike" cap="none" normalizeH="0" baseline="0">
                        <a:ln>
                          <a:noFill/>
                        </a:ln>
                        <a:solidFill>
                          <a:srgbClr val="002060"/>
                        </a:solidFill>
                        <a:effectLst/>
                        <a:latin typeface="微软雅黑" panose="020B0503020204020204" pitchFamily="34" charset="-122"/>
                        <a:ea typeface="微软雅黑" panose="020B0503020204020204" pitchFamily="34" charset="-122"/>
                      </a:endParaRPr>
                    </a:p>
                  </a:txBody>
                  <a:tcPr marL="121920" marR="121920" marT="45607" marB="4560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marL="0" marR="0" lvl="0" indent="252000" algn="l" defTabSz="914400" rtl="0" eaLnBrk="1" fontAlgn="base" latinLnBrk="0" hangingPunct="1">
                        <a:lnSpc>
                          <a:spcPts val="2600"/>
                        </a:lnSpc>
                        <a:spcBef>
                          <a:spcPct val="0"/>
                        </a:spcBef>
                        <a:spcAft>
                          <a:spcPct val="0"/>
                        </a:spcAft>
                        <a:buClrTx/>
                        <a:buSzTx/>
                        <a:buFontTx/>
                        <a:buNone/>
                      </a:pPr>
                      <a:endParaRPr kumimoji="0" lang="zh-CN" altLang="en-US" sz="2400" b="0" i="0" u="none" strike="noStrike" cap="none" normalizeH="0" baseline="0">
                        <a:ln>
                          <a:noFill/>
                        </a:ln>
                        <a:solidFill>
                          <a:srgbClr val="002060"/>
                        </a:solidFill>
                        <a:effectLst/>
                        <a:latin typeface="微软雅黑" panose="020B0503020204020204" pitchFamily="34" charset="-122"/>
                        <a:ea typeface="微软雅黑" panose="020B0503020204020204" pitchFamily="34" charset="-122"/>
                      </a:endParaRPr>
                    </a:p>
                  </a:txBody>
                  <a:tcPr marL="121920" marR="121920" marT="45607" marB="4560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微软雅黑" panose="020B0503020204020204" charset="-122"/>
                        </a:defRPr>
                      </a:lvl1pPr>
                      <a:lvl2pPr marL="457200" algn="l" defTabSz="914400" rtl="0" eaLnBrk="1" latinLnBrk="0" hangingPunct="1">
                        <a:defRPr sz="1800" kern="1200">
                          <a:solidFill>
                            <a:schemeClr val="tx1"/>
                          </a:solidFill>
                          <a:latin typeface="Times New Roman"/>
                          <a:ea typeface="微软雅黑" panose="020B0503020204020204" charset="-122"/>
                        </a:defRPr>
                      </a:lvl2pPr>
                      <a:lvl3pPr marL="914400" algn="l" defTabSz="914400" rtl="0" eaLnBrk="1" latinLnBrk="0" hangingPunct="1">
                        <a:defRPr sz="1800" kern="1200">
                          <a:solidFill>
                            <a:schemeClr val="tx1"/>
                          </a:solidFill>
                          <a:latin typeface="Times New Roman"/>
                          <a:ea typeface="微软雅黑" panose="020B0503020204020204" charset="-122"/>
                        </a:defRPr>
                      </a:lvl3pPr>
                      <a:lvl4pPr marL="1371600" algn="l" defTabSz="914400" rtl="0" eaLnBrk="1" latinLnBrk="0" hangingPunct="1">
                        <a:defRPr sz="1800" kern="1200">
                          <a:solidFill>
                            <a:schemeClr val="tx1"/>
                          </a:solidFill>
                          <a:latin typeface="Times New Roman"/>
                          <a:ea typeface="微软雅黑" panose="020B0503020204020204" charset="-122"/>
                        </a:defRPr>
                      </a:lvl4pPr>
                      <a:lvl5pPr marL="1828800" algn="l" defTabSz="914400" rtl="0" eaLnBrk="1" latinLnBrk="0" hangingPunct="1">
                        <a:defRPr sz="1800" kern="1200">
                          <a:solidFill>
                            <a:schemeClr val="tx1"/>
                          </a:solidFill>
                          <a:latin typeface="Times New Roman"/>
                          <a:ea typeface="微软雅黑" panose="020B0503020204020204" charset="-122"/>
                        </a:defRPr>
                      </a:lvl5pPr>
                      <a:lvl6pPr marL="2286000" algn="l" defTabSz="914400" rtl="0" eaLnBrk="1" latinLnBrk="0" hangingPunct="1">
                        <a:defRPr sz="1800" kern="1200">
                          <a:solidFill>
                            <a:schemeClr val="tx1"/>
                          </a:solidFill>
                          <a:latin typeface="Times New Roman"/>
                          <a:ea typeface="微软雅黑" panose="020B0503020204020204" charset="-122"/>
                        </a:defRPr>
                      </a:lvl6pPr>
                      <a:lvl7pPr marL="2743200" algn="l" defTabSz="914400" rtl="0" eaLnBrk="1" latinLnBrk="0" hangingPunct="1">
                        <a:defRPr sz="1800" kern="1200">
                          <a:solidFill>
                            <a:schemeClr val="tx1"/>
                          </a:solidFill>
                          <a:latin typeface="Times New Roman"/>
                          <a:ea typeface="微软雅黑" panose="020B0503020204020204" charset="-122"/>
                        </a:defRPr>
                      </a:lvl7pPr>
                      <a:lvl8pPr marL="3200400" algn="l" defTabSz="914400" rtl="0" eaLnBrk="1" latinLnBrk="0" hangingPunct="1">
                        <a:defRPr sz="1800" kern="1200">
                          <a:solidFill>
                            <a:schemeClr val="tx1"/>
                          </a:solidFill>
                          <a:latin typeface="Times New Roman"/>
                          <a:ea typeface="微软雅黑" panose="020B0503020204020204" charset="-122"/>
                        </a:defRPr>
                      </a:lvl8pPr>
                      <a:lvl9pPr marL="3657600" algn="l" defTabSz="914400" rtl="0" eaLnBrk="1" latinLnBrk="0" hangingPunct="1">
                        <a:defRPr sz="1800" kern="1200">
                          <a:solidFill>
                            <a:schemeClr val="tx1"/>
                          </a:solidFill>
                          <a:latin typeface="Times New Roman"/>
                          <a:ea typeface="微软雅黑" panose="020B0503020204020204" charset="-122"/>
                        </a:defRPr>
                      </a:lvl9pPr>
                    </a:lstStyle>
                    <a:p>
                      <a:pPr marL="0" marR="0" lvl="0" indent="252000" algn="l" defTabSz="914400" rtl="0" eaLnBrk="1" fontAlgn="base" latinLnBrk="0" hangingPunct="1">
                        <a:lnSpc>
                          <a:spcPts val="2600"/>
                        </a:lnSpc>
                        <a:spcBef>
                          <a:spcPct val="0"/>
                        </a:spcBef>
                        <a:spcAft>
                          <a:spcPct val="0"/>
                        </a:spcAft>
                        <a:buClrTx/>
                        <a:buSzTx/>
                        <a:buFontTx/>
                        <a:buNone/>
                      </a:pPr>
                      <a:endParaRPr kumimoji="0" lang="zh-CN" altLang="en-US" sz="2400" b="0" i="0" u="none" strike="noStrike" cap="none" normalizeH="0" baseline="0">
                        <a:ln>
                          <a:noFill/>
                        </a:ln>
                        <a:solidFill>
                          <a:srgbClr val="002060"/>
                        </a:solidFill>
                        <a:effectLst/>
                        <a:latin typeface="微软雅黑" panose="020B0503020204020204" pitchFamily="34" charset="-122"/>
                        <a:ea typeface="微软雅黑" panose="020B0503020204020204" pitchFamily="34" charset="-122"/>
                      </a:endParaRPr>
                    </a:p>
                  </a:txBody>
                  <a:tcPr marL="121920" marR="121920" marT="45607" marB="4560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46031372"/>
                  </a:ext>
                </a:extLst>
              </a:tr>
            </a:tbl>
          </a:graphicData>
        </a:graphic>
      </p:graphicFrame>
      <p:sp>
        <p:nvSpPr>
          <p:cNvPr id="3" name="Text Box 5">
            <a:extLst>
              <a:ext uri="{FF2B5EF4-FFF2-40B4-BE49-F238E27FC236}">
                <a16:creationId xmlns:a16="http://schemas.microsoft.com/office/drawing/2014/main" id="{A679A565-70E0-5538-7A90-C7B288F0003A}"/>
              </a:ext>
            </a:extLst>
          </p:cNvPr>
          <p:cNvSpPr txBox="1">
            <a:spLocks noChangeArrowheads="1"/>
          </p:cNvSpPr>
          <p:nvPr>
            <p:custDataLst>
              <p:tags r:id="rId2"/>
            </p:custDataLst>
          </p:nvPr>
        </p:nvSpPr>
        <p:spPr bwMode="auto">
          <a:xfrm>
            <a:off x="992747" y="1020165"/>
            <a:ext cx="5981231" cy="492443"/>
          </a:xfrm>
          <a:prstGeom prst="rect">
            <a:avLst/>
          </a:prstGeom>
          <a:noFill/>
          <a:ln w="9525">
            <a:noFill/>
            <a:miter lim="800000"/>
          </a:ln>
        </p:spPr>
        <p:txBody>
          <a:bodyPr wrap="square">
            <a:spAutoFit/>
          </a:bodyPr>
          <a:lstStyle/>
          <a:p>
            <a:pPr defTabSz="457200">
              <a:spcBef>
                <a:spcPct val="50000"/>
              </a:spcBef>
              <a:buFont typeface="Arial"/>
              <a:buNone/>
            </a:pPr>
            <a:r>
              <a:rPr lang="en-US" altLang="zh-CN" sz="2600" b="1">
                <a:solidFill>
                  <a:srgbClr val="0070C0"/>
                </a:solidFill>
                <a:latin typeface="Times New Roman" panose="02020603050405020304" pitchFamily="18" charset="0"/>
                <a:cs typeface="Times New Roman" panose="02020603050405020304" pitchFamily="18" charset="0"/>
              </a:rPr>
              <a:t>5. </a:t>
            </a:r>
            <a:r>
              <a:rPr lang="zh-CN" altLang="en-US" sz="2600" b="1">
                <a:solidFill>
                  <a:srgbClr val="0070C0"/>
                </a:solidFill>
                <a:latin typeface="Times New Roman" panose="02020603050405020304" pitchFamily="18" charset="0"/>
                <a:cs typeface="Times New Roman" panose="02020603050405020304" pitchFamily="18" charset="0"/>
              </a:rPr>
              <a:t>音调、响度、音色的比较 </a:t>
            </a:r>
          </a:p>
        </p:txBody>
      </p:sp>
      <p:sp>
        <p:nvSpPr>
          <p:cNvPr id="4" name="Text Box 10">
            <a:extLst>
              <a:ext uri="{FF2B5EF4-FFF2-40B4-BE49-F238E27FC236}">
                <a16:creationId xmlns:a16="http://schemas.microsoft.com/office/drawing/2014/main" id="{7C8AF4A5-F2BF-56D2-0AB3-BE8FBC7D3243}"/>
              </a:ext>
            </a:extLst>
          </p:cNvPr>
          <p:cNvSpPr txBox="1">
            <a:spLocks noChangeArrowheads="1"/>
          </p:cNvSpPr>
          <p:nvPr>
            <p:custDataLst>
              <p:tags r:id="rId3"/>
            </p:custDataLst>
          </p:nvPr>
        </p:nvSpPr>
        <p:spPr bwMode="auto">
          <a:xfrm>
            <a:off x="5164335" y="5673223"/>
            <a:ext cx="3619286" cy="461665"/>
          </a:xfrm>
          <a:prstGeom prst="rect">
            <a:avLst/>
          </a:prstGeom>
          <a:noFill/>
          <a:ln w="9525">
            <a:noFill/>
            <a:miter lim="800000"/>
          </a:ln>
        </p:spPr>
        <p:txBody>
          <a:bodyPr wrap="square">
            <a:spAutoFit/>
          </a:bodyPr>
          <a:lstStyle>
            <a:defPPr>
              <a:defRPr lang="zh-CN"/>
            </a:defPPr>
            <a:lvl1pPr>
              <a:spcBef>
                <a:spcPct val="20000"/>
              </a:spcBef>
              <a:defRPr sz="2000">
                <a:solidFill>
                  <a:srgbClr val="002060"/>
                </a:solidFill>
                <a:latin typeface="微软雅黑" panose="020B0503020204020204" pitchFamily="34" charset="-122"/>
                <a:ea typeface="微软雅黑" panose="020B0503020204020204" pitchFamily="34" charset="-122"/>
                <a:cs typeface="+mj-cs"/>
              </a:defRPr>
            </a:lvl1pPr>
          </a:lstStyle>
          <a:p>
            <a:pPr marL="0" marR="0" lvl="0" indent="0" defTabSz="457200" eaLnBrk="1" fontAlgn="auto" latinLnBrk="0" hangingPunct="1">
              <a:lnSpc>
                <a:spcPct val="100000"/>
              </a:lnSpc>
              <a:spcBef>
                <a:spcPct val="0"/>
              </a:spcBef>
              <a:spcAft>
                <a:spcPct val="0"/>
              </a:spcAft>
              <a:buClrTx/>
              <a:buSzTx/>
              <a:buFontTx/>
              <a:buNone/>
              <a:defRPr/>
            </a:pPr>
            <a:r>
              <a:rPr kumimoji="0" lang="zh-CN" altLang="en-US" sz="2400" b="0" i="0" u="none" strike="noStrike" kern="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j-cs"/>
              </a:rPr>
              <a:t>振幅：物体振动的幅度。</a:t>
            </a:r>
          </a:p>
        </p:txBody>
      </p:sp>
      <p:sp>
        <p:nvSpPr>
          <p:cNvPr id="5" name="Text Box 13">
            <a:extLst>
              <a:ext uri="{FF2B5EF4-FFF2-40B4-BE49-F238E27FC236}">
                <a16:creationId xmlns:a16="http://schemas.microsoft.com/office/drawing/2014/main" id="{0BD71417-FC23-5D8A-9D3A-9BBDCDE619F0}"/>
              </a:ext>
            </a:extLst>
          </p:cNvPr>
          <p:cNvSpPr txBox="1">
            <a:spLocks noChangeArrowheads="1"/>
          </p:cNvSpPr>
          <p:nvPr>
            <p:custDataLst>
              <p:tags r:id="rId4"/>
            </p:custDataLst>
          </p:nvPr>
        </p:nvSpPr>
        <p:spPr bwMode="auto">
          <a:xfrm>
            <a:off x="1693368" y="5509227"/>
            <a:ext cx="3266233" cy="830997"/>
          </a:xfrm>
          <a:prstGeom prst="rect">
            <a:avLst/>
          </a:prstGeom>
          <a:noFill/>
          <a:ln w="9525">
            <a:noFill/>
            <a:miter lim="800000"/>
          </a:ln>
        </p:spPr>
        <p:txBody>
          <a:bodyPr wrap="square">
            <a:spAutoFit/>
          </a:bodyPr>
          <a:lstStyle>
            <a:defPPr>
              <a:defRPr lang="zh-CN"/>
            </a:defPPr>
            <a:lvl1pPr>
              <a:spcBef>
                <a:spcPct val="20000"/>
              </a:spcBef>
              <a:defRPr sz="2000">
                <a:solidFill>
                  <a:srgbClr val="002060"/>
                </a:solidFill>
                <a:latin typeface="微软雅黑" panose="020B0503020204020204" pitchFamily="34" charset="-122"/>
                <a:ea typeface="微软雅黑" panose="020B0503020204020204" pitchFamily="34" charset="-122"/>
                <a:cs typeface="+mj-cs"/>
              </a:defRPr>
            </a:lvl1pPr>
          </a:lstStyle>
          <a:p>
            <a:pPr defTabSz="457200">
              <a:spcBef>
                <a:spcPct val="0"/>
              </a:spcBef>
            </a:pPr>
            <a:r>
              <a:rPr lang="zh-CN" altLang="en-US" sz="2400">
                <a:latin typeface="Times New Roman"/>
              </a:rPr>
              <a:t>频率：物体</a:t>
            </a:r>
            <a:r>
              <a:rPr lang="en-US" altLang="zh-CN" sz="2400">
                <a:latin typeface="Times New Roman"/>
              </a:rPr>
              <a:t>1s</a:t>
            </a:r>
            <a:r>
              <a:rPr lang="zh-CN" altLang="en-US" sz="2400">
                <a:latin typeface="Times New Roman"/>
              </a:rPr>
              <a:t>内振动</a:t>
            </a:r>
            <a:endParaRPr lang="en-US" altLang="zh-CN" sz="2400">
              <a:latin typeface="Times New Roman"/>
            </a:endParaRPr>
          </a:p>
          <a:p>
            <a:pPr defTabSz="457200">
              <a:spcBef>
                <a:spcPct val="0"/>
              </a:spcBef>
            </a:pPr>
            <a:r>
              <a:rPr lang="zh-CN" altLang="en-US" sz="2400">
                <a:latin typeface="Times New Roman"/>
              </a:rPr>
              <a:t>的次数。单位：</a:t>
            </a:r>
            <a:r>
              <a:rPr lang="en-US" altLang="zh-CN" sz="2400">
                <a:latin typeface="Times New Roman"/>
              </a:rPr>
              <a:t>Hz.</a:t>
            </a:r>
            <a:endParaRPr lang="zh-CN" altLang="en-US" sz="2400">
              <a:latin typeface="Times New Roman"/>
            </a:endParaRPr>
          </a:p>
        </p:txBody>
      </p:sp>
      <p:sp>
        <p:nvSpPr>
          <p:cNvPr id="6" name="文本框 5">
            <a:extLst>
              <a:ext uri="{FF2B5EF4-FFF2-40B4-BE49-F238E27FC236}">
                <a16:creationId xmlns:a16="http://schemas.microsoft.com/office/drawing/2014/main" id="{D38732FC-5867-D4D8-80B0-3E685B61F2D9}"/>
              </a:ext>
            </a:extLst>
          </p:cNvPr>
          <p:cNvSpPr txBox="1"/>
          <p:nvPr>
            <p:custDataLst>
              <p:tags r:id="rId5"/>
            </p:custDataLst>
          </p:nvPr>
        </p:nvSpPr>
        <p:spPr>
          <a:xfrm>
            <a:off x="1431274" y="2562243"/>
            <a:ext cx="3348251" cy="830997"/>
          </a:xfrm>
          <a:prstGeom prst="rect">
            <a:avLst/>
          </a:prstGeom>
          <a:noFill/>
        </p:spPr>
        <p:txBody>
          <a:bodyPr wrap="square">
            <a:spAutoFit/>
          </a:bodyPr>
          <a:lstStyle/>
          <a:p>
            <a:pPr algn="ctr" defTabSz="1219170" fontAlgn="base">
              <a:defRPr/>
            </a:pPr>
            <a:r>
              <a:rPr lang="zh-CN" altLang="en-US" sz="2400">
                <a:solidFill>
                  <a:srgbClr val="002060"/>
                </a:solidFill>
                <a:latin typeface="微软雅黑" panose="020B0503020204020204" pitchFamily="34" charset="-122"/>
              </a:rPr>
              <a:t>指声音的高低</a:t>
            </a:r>
            <a:endParaRPr lang="en-US" altLang="zh-CN" sz="2400">
              <a:solidFill>
                <a:srgbClr val="002060"/>
              </a:solidFill>
              <a:latin typeface="微软雅黑" panose="020B0503020204020204" pitchFamily="34" charset="-122"/>
            </a:endParaRPr>
          </a:p>
          <a:p>
            <a:pPr algn="ctr" defTabSz="1219170" fontAlgn="base">
              <a:defRPr/>
            </a:pPr>
            <a:r>
              <a:rPr lang="zh-CN" altLang="en-US" sz="2400">
                <a:solidFill>
                  <a:srgbClr val="002060"/>
                </a:solidFill>
                <a:latin typeface="微软雅黑" panose="020B0503020204020204" pitchFamily="34" charset="-122"/>
              </a:rPr>
              <a:t>（声音的粗细）</a:t>
            </a:r>
          </a:p>
        </p:txBody>
      </p:sp>
      <p:sp>
        <p:nvSpPr>
          <p:cNvPr id="7" name="文本框 6">
            <a:extLst>
              <a:ext uri="{FF2B5EF4-FFF2-40B4-BE49-F238E27FC236}">
                <a16:creationId xmlns:a16="http://schemas.microsoft.com/office/drawing/2014/main" id="{87A01409-BC42-C9A3-2D6E-6246BE5C5C2D}"/>
              </a:ext>
            </a:extLst>
          </p:cNvPr>
          <p:cNvSpPr txBox="1"/>
          <p:nvPr>
            <p:custDataLst>
              <p:tags r:id="rId6"/>
            </p:custDataLst>
          </p:nvPr>
        </p:nvSpPr>
        <p:spPr>
          <a:xfrm>
            <a:off x="4959897" y="2562242"/>
            <a:ext cx="3348251" cy="830997"/>
          </a:xfrm>
          <a:prstGeom prst="rect">
            <a:avLst/>
          </a:prstGeom>
          <a:noFill/>
        </p:spPr>
        <p:txBody>
          <a:bodyPr wrap="square">
            <a:spAutoFit/>
          </a:bodyPr>
          <a:lstStyle/>
          <a:p>
            <a:pPr algn="ctr" defTabSz="1219170" fontAlgn="base">
              <a:defRPr/>
            </a:pPr>
            <a:r>
              <a:rPr lang="zh-CN" altLang="en-US" sz="2400">
                <a:solidFill>
                  <a:srgbClr val="002060"/>
                </a:solidFill>
                <a:latin typeface="微软雅黑" panose="020B0503020204020204" pitchFamily="34" charset="-122"/>
              </a:rPr>
              <a:t>指声音的强弱</a:t>
            </a:r>
            <a:endParaRPr lang="en-US" altLang="zh-CN" sz="2400">
              <a:solidFill>
                <a:srgbClr val="002060"/>
              </a:solidFill>
              <a:latin typeface="微软雅黑" panose="020B0503020204020204" pitchFamily="34" charset="-122"/>
            </a:endParaRPr>
          </a:p>
          <a:p>
            <a:pPr algn="ctr" defTabSz="1219170" fontAlgn="base">
              <a:defRPr/>
            </a:pPr>
            <a:r>
              <a:rPr lang="zh-CN" altLang="en-US" sz="2400">
                <a:solidFill>
                  <a:srgbClr val="002060"/>
                </a:solidFill>
                <a:latin typeface="微软雅黑" panose="020B0503020204020204" pitchFamily="34" charset="-122"/>
              </a:rPr>
              <a:t>（声音的大小）</a:t>
            </a:r>
          </a:p>
        </p:txBody>
      </p:sp>
      <p:sp>
        <p:nvSpPr>
          <p:cNvPr id="8" name="文本框 7">
            <a:extLst>
              <a:ext uri="{FF2B5EF4-FFF2-40B4-BE49-F238E27FC236}">
                <a16:creationId xmlns:a16="http://schemas.microsoft.com/office/drawing/2014/main" id="{E4AB055E-8DE8-961E-C7A2-6DF312A165D4}"/>
              </a:ext>
            </a:extLst>
          </p:cNvPr>
          <p:cNvSpPr txBox="1"/>
          <p:nvPr>
            <p:custDataLst>
              <p:tags r:id="rId7"/>
            </p:custDataLst>
          </p:nvPr>
        </p:nvSpPr>
        <p:spPr>
          <a:xfrm>
            <a:off x="8588129" y="2562243"/>
            <a:ext cx="2756848" cy="830997"/>
          </a:xfrm>
          <a:prstGeom prst="rect">
            <a:avLst/>
          </a:prstGeom>
          <a:noFill/>
        </p:spPr>
        <p:txBody>
          <a:bodyPr wrap="square">
            <a:spAutoFit/>
          </a:bodyPr>
          <a:lstStyle/>
          <a:p>
            <a:pPr algn="ctr" defTabSz="1219170" fontAlgn="base">
              <a:defRPr/>
            </a:pPr>
            <a:r>
              <a:rPr lang="zh-CN" altLang="en-US" sz="2400">
                <a:solidFill>
                  <a:srgbClr val="002060"/>
                </a:solidFill>
                <a:latin typeface="微软雅黑" panose="020B0503020204020204" pitchFamily="34" charset="-122"/>
              </a:rPr>
              <a:t>指声音的</a:t>
            </a:r>
            <a:endParaRPr lang="en-US" altLang="zh-CN" sz="2400">
              <a:solidFill>
                <a:srgbClr val="002060"/>
              </a:solidFill>
              <a:latin typeface="微软雅黑" panose="020B0503020204020204" pitchFamily="34" charset="-122"/>
            </a:endParaRPr>
          </a:p>
          <a:p>
            <a:pPr algn="ctr" defTabSz="1219170" fontAlgn="base">
              <a:defRPr/>
            </a:pPr>
            <a:r>
              <a:rPr lang="zh-CN" altLang="en-US" sz="2400">
                <a:solidFill>
                  <a:srgbClr val="002060"/>
                </a:solidFill>
                <a:latin typeface="微软雅黑" panose="020B0503020204020204" pitchFamily="34" charset="-122"/>
              </a:rPr>
              <a:t>特色、品质</a:t>
            </a:r>
          </a:p>
        </p:txBody>
      </p:sp>
      <p:sp>
        <p:nvSpPr>
          <p:cNvPr id="9" name="文本框 8">
            <a:extLst>
              <a:ext uri="{FF2B5EF4-FFF2-40B4-BE49-F238E27FC236}">
                <a16:creationId xmlns:a16="http://schemas.microsoft.com/office/drawing/2014/main" id="{4F4EB262-0854-888B-FD24-C678D63AFE8F}"/>
              </a:ext>
            </a:extLst>
          </p:cNvPr>
          <p:cNvSpPr txBox="1"/>
          <p:nvPr>
            <p:custDataLst>
              <p:tags r:id="rId8"/>
            </p:custDataLst>
          </p:nvPr>
        </p:nvSpPr>
        <p:spPr>
          <a:xfrm>
            <a:off x="1759431" y="3684370"/>
            <a:ext cx="2899817" cy="1569660"/>
          </a:xfrm>
          <a:prstGeom prst="rect">
            <a:avLst/>
          </a:prstGeom>
          <a:noFill/>
        </p:spPr>
        <p:txBody>
          <a:bodyPr wrap="square">
            <a:spAutoFit/>
          </a:bodyPr>
          <a:lstStyle/>
          <a:p>
            <a:pPr indent="288000" defTabSz="1219170" fontAlgn="base">
              <a:defRPr/>
            </a:pPr>
            <a:r>
              <a:rPr lang="zh-CN" altLang="en-US" sz="2400">
                <a:solidFill>
                  <a:srgbClr val="002060"/>
                </a:solidFill>
                <a:latin typeface="微软雅黑" panose="020B0503020204020204" pitchFamily="34" charset="-122"/>
              </a:rPr>
              <a:t>由发声体振动的频率决定</a:t>
            </a:r>
            <a:r>
              <a:rPr lang="en-US" altLang="zh-CN" sz="2400">
                <a:solidFill>
                  <a:srgbClr val="002060"/>
                </a:solidFill>
                <a:latin typeface="微软雅黑" panose="020B0503020204020204" pitchFamily="34" charset="-122"/>
              </a:rPr>
              <a:t>,</a:t>
            </a:r>
            <a:r>
              <a:rPr lang="zh-CN" altLang="en-US" sz="2400">
                <a:solidFill>
                  <a:srgbClr val="002060"/>
                </a:solidFill>
                <a:latin typeface="微软雅黑" panose="020B0503020204020204" pitchFamily="34" charset="-122"/>
              </a:rPr>
              <a:t> 振动频率越高，音调就越高，频率低则音调低。</a:t>
            </a:r>
          </a:p>
        </p:txBody>
      </p:sp>
      <p:sp>
        <p:nvSpPr>
          <p:cNvPr id="10" name="文本框 9">
            <a:extLst>
              <a:ext uri="{FF2B5EF4-FFF2-40B4-BE49-F238E27FC236}">
                <a16:creationId xmlns:a16="http://schemas.microsoft.com/office/drawing/2014/main" id="{8F22DFC6-D6C0-065C-FDE1-2EE5BFD3E87C}"/>
              </a:ext>
            </a:extLst>
          </p:cNvPr>
          <p:cNvSpPr txBox="1"/>
          <p:nvPr>
            <p:custDataLst>
              <p:tags r:id="rId9"/>
            </p:custDataLst>
          </p:nvPr>
        </p:nvSpPr>
        <p:spPr>
          <a:xfrm>
            <a:off x="4975698" y="3617356"/>
            <a:ext cx="3619286" cy="1569660"/>
          </a:xfrm>
          <a:prstGeom prst="rect">
            <a:avLst/>
          </a:prstGeom>
          <a:noFill/>
        </p:spPr>
        <p:txBody>
          <a:bodyPr wrap="square">
            <a:spAutoFit/>
          </a:bodyPr>
          <a:lstStyle/>
          <a:p>
            <a:pPr indent="288000" defTabSz="1219170" fontAlgn="base">
              <a:defRPr/>
            </a:pPr>
            <a:r>
              <a:rPr lang="zh-CN" altLang="en-US" sz="2400">
                <a:solidFill>
                  <a:srgbClr val="002060"/>
                </a:solidFill>
                <a:latin typeface="微软雅黑" panose="020B0503020204020204" pitchFamily="34" charset="-122"/>
              </a:rPr>
              <a:t>由发声体振动的振幅和距发声体的远近决定。振幅越大，响度越大；离发声体越远，响度越小。</a:t>
            </a:r>
          </a:p>
        </p:txBody>
      </p:sp>
      <p:sp>
        <p:nvSpPr>
          <p:cNvPr id="11" name="文本框 10">
            <a:extLst>
              <a:ext uri="{FF2B5EF4-FFF2-40B4-BE49-F238E27FC236}">
                <a16:creationId xmlns:a16="http://schemas.microsoft.com/office/drawing/2014/main" id="{F0029490-7E0F-1769-D68C-B60648811400}"/>
              </a:ext>
            </a:extLst>
          </p:cNvPr>
          <p:cNvSpPr txBox="1"/>
          <p:nvPr>
            <p:custDataLst>
              <p:tags r:id="rId10"/>
            </p:custDataLst>
          </p:nvPr>
        </p:nvSpPr>
        <p:spPr>
          <a:xfrm>
            <a:off x="8779357" y="3636211"/>
            <a:ext cx="2749860" cy="1569660"/>
          </a:xfrm>
          <a:prstGeom prst="rect">
            <a:avLst/>
          </a:prstGeom>
          <a:noFill/>
        </p:spPr>
        <p:txBody>
          <a:bodyPr wrap="square">
            <a:spAutoFit/>
          </a:bodyPr>
          <a:lstStyle/>
          <a:p>
            <a:pPr indent="288000" defTabSz="1219170" fontAlgn="base">
              <a:defRPr/>
            </a:pPr>
            <a:r>
              <a:rPr lang="zh-CN" altLang="en-US" sz="2400">
                <a:solidFill>
                  <a:srgbClr val="002060"/>
                </a:solidFill>
                <a:latin typeface="微软雅黑" panose="020B0503020204020204" pitchFamily="34" charset="-122"/>
              </a:rPr>
              <a:t>不同发声体的材料、结构不同，发出声音的音色也就不同。</a:t>
            </a:r>
          </a:p>
        </p:txBody>
      </p:sp>
      <p:sp>
        <p:nvSpPr>
          <p:cNvPr id="12" name="Text Box 10">
            <a:extLst>
              <a:ext uri="{FF2B5EF4-FFF2-40B4-BE49-F238E27FC236}">
                <a16:creationId xmlns:a16="http://schemas.microsoft.com/office/drawing/2014/main" id="{586467DB-4BBC-563E-5704-2A757D856079}"/>
              </a:ext>
            </a:extLst>
          </p:cNvPr>
          <p:cNvSpPr txBox="1">
            <a:spLocks noChangeArrowheads="1"/>
          </p:cNvSpPr>
          <p:nvPr>
            <p:custDataLst>
              <p:tags r:id="rId11"/>
            </p:custDataLst>
          </p:nvPr>
        </p:nvSpPr>
        <p:spPr bwMode="auto">
          <a:xfrm>
            <a:off x="9008190" y="5480006"/>
            <a:ext cx="2589899" cy="830997"/>
          </a:xfrm>
          <a:prstGeom prst="rect">
            <a:avLst/>
          </a:prstGeom>
          <a:noFill/>
          <a:ln w="9525">
            <a:noFill/>
            <a:miter lim="800000"/>
          </a:ln>
        </p:spPr>
        <p:txBody>
          <a:bodyPr wrap="square">
            <a:spAutoFit/>
          </a:bodyPr>
          <a:lstStyle>
            <a:defPPr>
              <a:defRPr lang="zh-CN"/>
            </a:defPPr>
            <a:lvl1pPr>
              <a:spcBef>
                <a:spcPct val="20000"/>
              </a:spcBef>
              <a:defRPr sz="2000">
                <a:solidFill>
                  <a:srgbClr val="002060"/>
                </a:solidFill>
                <a:latin typeface="微软雅黑" panose="020B0503020204020204" pitchFamily="34" charset="-122"/>
                <a:ea typeface="微软雅黑" panose="020B0503020204020204" pitchFamily="34" charset="-122"/>
                <a:cs typeface="+mj-cs"/>
              </a:defRPr>
            </a:lvl1pPr>
          </a:lstStyle>
          <a:p>
            <a:pPr marL="0" marR="0" lvl="0" indent="0" defTabSz="457200" eaLnBrk="1" fontAlgn="auto" latinLnBrk="0" hangingPunct="1">
              <a:lnSpc>
                <a:spcPct val="100000"/>
              </a:lnSpc>
              <a:spcBef>
                <a:spcPct val="0"/>
              </a:spcBef>
              <a:spcAft>
                <a:spcPct val="0"/>
              </a:spcAft>
              <a:buClrTx/>
              <a:buSzTx/>
              <a:buFontTx/>
              <a:buNone/>
              <a:defRPr/>
            </a:pPr>
            <a:r>
              <a:rPr kumimoji="0" lang="zh-CN" altLang="en-US" sz="2400" b="0" i="0" u="none" strike="noStrike" kern="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j-cs"/>
              </a:rPr>
              <a:t>音色与振动的幅度、快慢无关。</a:t>
            </a:r>
          </a:p>
        </p:txBody>
      </p:sp>
      <p:sp>
        <p:nvSpPr>
          <p:cNvPr id="15" name="文本框 14">
            <a:extLst>
              <a:ext uri="{FF2B5EF4-FFF2-40B4-BE49-F238E27FC236}">
                <a16:creationId xmlns:a16="http://schemas.microsoft.com/office/drawing/2014/main" id="{E5DA4C84-6340-018C-0787-7ADBAF8B3C27}"/>
              </a:ext>
            </a:extLst>
          </p:cNvPr>
          <p:cNvSpPr txBox="1"/>
          <p:nvPr>
            <p:custDataLst>
              <p:tags r:id="rId12"/>
            </p:custDataLst>
          </p:nvPr>
        </p:nvSpPr>
        <p:spPr>
          <a:xfrm>
            <a:off x="1173969" y="290942"/>
            <a:ext cx="4325043" cy="430887"/>
          </a:xfrm>
          <a:prstGeom prst="rect">
            <a:avLst/>
          </a:prstGeom>
          <a:noFill/>
        </p:spPr>
        <p:txBody>
          <a:bodyPr wrap="square" lIns="0" tIns="0" rIns="0" bIns="0" rtlCol="0">
            <a:spAutoFit/>
          </a:bodyPr>
          <a:lstStyle/>
          <a:p>
            <a:pPr fontAlgn="base"/>
            <a:r>
              <a:rPr lang="zh-CN" altLang="en-US" sz="2800" b="1">
                <a:solidFill>
                  <a:srgbClr val="F79646">
                    <a:lumMod val="75000"/>
                  </a:srgbClr>
                </a:solidFill>
                <a:latin typeface="Times New Roman" panose="02020603050405020304" pitchFamily="18" charset="0"/>
                <a:cs typeface="Times New Roman" panose="02020603050405020304" pitchFamily="18" charset="0"/>
              </a:rPr>
              <a:t>知识三、音色</a:t>
            </a:r>
          </a:p>
        </p:txBody>
      </p:sp>
      <p:pic>
        <p:nvPicPr>
          <p:cNvPr id="13" name="图片 12" descr="cbe3eb76672406fabbe30586b58813d">
            <a:extLst>
              <a:ext uri="{FF2B5EF4-FFF2-40B4-BE49-F238E27FC236}">
                <a16:creationId xmlns:a16="http://schemas.microsoft.com/office/drawing/2014/main" id="{721EBF4B-2643-5FA0-4A0C-A7B52678CCF2}"/>
              </a:ext>
            </a:extLst>
          </p:cNvPr>
          <p:cNvPicPr>
            <a:picLocks noChangeAspect="1"/>
          </p:cNvPicPr>
          <p:nvPr/>
        </p:nvPicPr>
        <p:blipFill>
          <a:blip r:embed="rId14"/>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20896787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p:cTn id="13" dur="500" fill="hold"/>
                                        <p:tgtEl>
                                          <p:spTgt spid="6"/>
                                        </p:tgtEl>
                                        <p:attrNameLst>
                                          <p:attrName>ppt_x</p:attrName>
                                        </p:attrNameLst>
                                      </p:cBhvr>
                                      <p:tavLst>
                                        <p:tav tm="0">
                                          <p:val>
                                            <p:strVal val="#ppt_x"/>
                                          </p:val>
                                        </p:tav>
                                        <p:tav tm="100000">
                                          <p:val>
                                            <p:strVal val="#ppt_x"/>
                                          </p:val>
                                        </p:tav>
                                      </p:tavLst>
                                    </p:anim>
                                    <p:anim calcmode="lin" valueType="num">
                                      <p:cBhvr>
                                        <p:cTn id="14"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anim calcmode="lin" valueType="num">
                                      <p:cBhvr>
                                        <p:cTn id="20" dur="500" fill="hold"/>
                                        <p:tgtEl>
                                          <p:spTgt spid="7"/>
                                        </p:tgtEl>
                                        <p:attrNameLst>
                                          <p:attrName>ppt_x</p:attrName>
                                        </p:attrNameLst>
                                      </p:cBhvr>
                                      <p:tavLst>
                                        <p:tav tm="0">
                                          <p:val>
                                            <p:strVal val="#ppt_x"/>
                                          </p:val>
                                        </p:tav>
                                        <p:tav tm="100000">
                                          <p:val>
                                            <p:strVal val="#ppt_x"/>
                                          </p:val>
                                        </p:tav>
                                      </p:tavLst>
                                    </p:anim>
                                    <p:anim calcmode="lin" valueType="num">
                                      <p:cBhvr>
                                        <p:cTn id="21"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anim calcmode="lin" valueType="num">
                                      <p:cBhvr>
                                        <p:cTn id="27" dur="500" fill="hold"/>
                                        <p:tgtEl>
                                          <p:spTgt spid="8"/>
                                        </p:tgtEl>
                                        <p:attrNameLst>
                                          <p:attrName>ppt_x</p:attrName>
                                        </p:attrNameLst>
                                      </p:cBhvr>
                                      <p:tavLst>
                                        <p:tav tm="0">
                                          <p:val>
                                            <p:strVal val="#ppt_x"/>
                                          </p:val>
                                        </p:tav>
                                        <p:tav tm="100000">
                                          <p:val>
                                            <p:strVal val="#ppt_x"/>
                                          </p:val>
                                        </p:tav>
                                      </p:tavLst>
                                    </p:anim>
                                    <p:anim calcmode="lin" valueType="num">
                                      <p:cBhvr>
                                        <p:cTn id="28"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anim calcmode="lin" valueType="num">
                                      <p:cBhvr>
                                        <p:cTn id="34" dur="500" fill="hold"/>
                                        <p:tgtEl>
                                          <p:spTgt spid="9"/>
                                        </p:tgtEl>
                                        <p:attrNameLst>
                                          <p:attrName>ppt_x</p:attrName>
                                        </p:attrNameLst>
                                      </p:cBhvr>
                                      <p:tavLst>
                                        <p:tav tm="0">
                                          <p:val>
                                            <p:strVal val="#ppt_x"/>
                                          </p:val>
                                        </p:tav>
                                        <p:tav tm="100000">
                                          <p:val>
                                            <p:strVal val="#ppt_x"/>
                                          </p:val>
                                        </p:tav>
                                      </p:tavLst>
                                    </p:anim>
                                    <p:anim calcmode="lin" valueType="num">
                                      <p:cBhvr>
                                        <p:cTn id="35"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6" fill="hold" nodeType="clickPar">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anim calcmode="lin" valueType="num">
                                      <p:cBhvr>
                                        <p:cTn id="41" dur="500" fill="hold"/>
                                        <p:tgtEl>
                                          <p:spTgt spid="10"/>
                                        </p:tgtEl>
                                        <p:attrNameLst>
                                          <p:attrName>ppt_x</p:attrName>
                                        </p:attrNameLst>
                                      </p:cBhvr>
                                      <p:tavLst>
                                        <p:tav tm="0">
                                          <p:val>
                                            <p:strVal val="#ppt_x"/>
                                          </p:val>
                                        </p:tav>
                                        <p:tav tm="100000">
                                          <p:val>
                                            <p:strVal val="#ppt_x"/>
                                          </p:val>
                                        </p:tav>
                                      </p:tavLst>
                                    </p:anim>
                                    <p:anim calcmode="lin" valueType="num">
                                      <p:cBhvr>
                                        <p:cTn id="42"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3" fill="hold" nodeType="clickPar">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anim calcmode="lin" valueType="num">
                                      <p:cBhvr>
                                        <p:cTn id="48" dur="500" fill="hold"/>
                                        <p:tgtEl>
                                          <p:spTgt spid="11"/>
                                        </p:tgtEl>
                                        <p:attrNameLst>
                                          <p:attrName>ppt_x</p:attrName>
                                        </p:attrNameLst>
                                      </p:cBhvr>
                                      <p:tavLst>
                                        <p:tav tm="0">
                                          <p:val>
                                            <p:strVal val="#ppt_x"/>
                                          </p:val>
                                        </p:tav>
                                        <p:tav tm="100000">
                                          <p:val>
                                            <p:strVal val="#ppt_x"/>
                                          </p:val>
                                        </p:tav>
                                      </p:tavLst>
                                    </p:anim>
                                    <p:anim calcmode="lin" valueType="num">
                                      <p:cBhvr>
                                        <p:cTn id="49"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0" fill="hold" nodeType="clickPar">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blinds(horizontal)">
                                      <p:cBhvr>
                                        <p:cTn id="54" dur="500"/>
                                        <p:tgtEl>
                                          <p:spTgt spid="5"/>
                                        </p:tgtEl>
                                      </p:cBhvr>
                                    </p:animEffect>
                                  </p:childTnLst>
                                </p:cTn>
                              </p:par>
                            </p:childTnLst>
                          </p:cTn>
                        </p:par>
                      </p:childTnLst>
                    </p:cTn>
                  </p:par>
                  <p:par>
                    <p:cTn id="55" fill="hold" nodeType="clickPar">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animEffect transition="in" filter="blinds(horizontal)">
                                      <p:cBhvr>
                                        <p:cTn id="59" dur="500"/>
                                        <p:tgtEl>
                                          <p:spTgt spid="4"/>
                                        </p:tgtEl>
                                      </p:cBhvr>
                                    </p:animEffect>
                                  </p:childTnLst>
                                </p:cTn>
                              </p:par>
                            </p:childTnLst>
                          </p:cTn>
                        </p:par>
                      </p:childTnLst>
                    </p:cTn>
                  </p:par>
                  <p:par>
                    <p:cTn id="60" fill="hold" nodeType="clickPar">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blinds(horizontal)">
                                      <p:cBhvr>
                                        <p:cTn id="6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7D5F668-54A5-169F-FCF2-4A2E98871D81}"/>
              </a:ext>
            </a:extLst>
          </p:cNvPr>
          <p:cNvSpPr txBox="1"/>
          <p:nvPr>
            <p:custDataLst>
              <p:tags r:id="rId1"/>
            </p:custDataLst>
          </p:nvPr>
        </p:nvSpPr>
        <p:spPr>
          <a:xfrm>
            <a:off x="1008846" y="391060"/>
            <a:ext cx="5657767" cy="359073"/>
          </a:xfrm>
          <a:prstGeom prst="rect">
            <a:avLst/>
          </a:prstGeom>
          <a:noFill/>
        </p:spPr>
        <p:txBody>
          <a:bodyPr wrap="square" lIns="0" tIns="0" rIns="0" bIns="0" rtlCol="0">
            <a:spAutoFit/>
          </a:bodyPr>
          <a:lstStyle/>
          <a:p>
            <a:pPr>
              <a:lnSpc>
                <a:spcPts val="2800"/>
              </a:lnSpc>
              <a:defRPr/>
            </a:pPr>
            <a:r>
              <a:rPr lang="zh-CN" altLang="en-US" sz="2800" b="1" kern="0">
                <a:solidFill>
                  <a:srgbClr val="0070C0"/>
                </a:solidFill>
                <a:latin typeface="Times New Roman" panose="02020603050405020304" pitchFamily="18" charset="0"/>
                <a:ea typeface="思源黑体 CN Bold"/>
                <a:cs typeface="Times New Roman" panose="02020603050405020304" pitchFamily="18" charset="0"/>
              </a:rPr>
              <a:t>题型一、声音特性的实验探究</a:t>
            </a:r>
          </a:p>
        </p:txBody>
      </p:sp>
      <p:grpSp>
        <p:nvGrpSpPr>
          <p:cNvPr id="10" name="组合 9">
            <a:extLst>
              <a:ext uri="{FF2B5EF4-FFF2-40B4-BE49-F238E27FC236}">
                <a16:creationId xmlns:a16="http://schemas.microsoft.com/office/drawing/2014/main" id="{DAE3066D-7B65-A1EC-5CCE-7B68A9EA685E}"/>
              </a:ext>
            </a:extLst>
          </p:cNvPr>
          <p:cNvGrpSpPr/>
          <p:nvPr>
            <p:custDataLst>
              <p:tags r:id="rId2"/>
            </p:custDataLst>
          </p:nvPr>
        </p:nvGrpSpPr>
        <p:grpSpPr>
          <a:xfrm>
            <a:off x="-21341" y="4019764"/>
            <a:ext cx="12213341" cy="2794694"/>
            <a:chOff x="1790270" y="2722671"/>
            <a:chExt cx="6774803" cy="2194352"/>
          </a:xfrm>
        </p:grpSpPr>
        <p:sp>
          <p:nvSpPr>
            <p:cNvPr id="12" name="矩形 37">
              <a:extLst>
                <a:ext uri="{FF2B5EF4-FFF2-40B4-BE49-F238E27FC236}">
                  <a16:creationId xmlns:a16="http://schemas.microsoft.com/office/drawing/2014/main" id="{F1596B7E-4099-BFE8-18E7-A8D9CCEEDC92}"/>
                </a:ext>
              </a:extLst>
            </p:cNvPr>
            <p:cNvSpPr>
              <a:spLocks noChangeArrowheads="1"/>
            </p:cNvSpPr>
            <p:nvPr>
              <p:custDataLst>
                <p:tags r:id="rId8"/>
              </p:custDataLst>
            </p:nvPr>
          </p:nvSpPr>
          <p:spPr bwMode="auto">
            <a:xfrm>
              <a:off x="1802108" y="2722671"/>
              <a:ext cx="6762965" cy="219435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defTabSz="1218002">
                <a:defRPr/>
              </a:pPr>
              <a:endParaRPr lang="zh-CN" altLang="en-US" sz="2399">
                <a:solidFill>
                  <a:prstClr val="white"/>
                </a:solidFill>
                <a:latin typeface="Times New Roman"/>
                <a:cs typeface="+mn-ea"/>
                <a:sym typeface="+mn-lt"/>
              </a:endParaRPr>
            </a:p>
          </p:txBody>
        </p:sp>
        <p:pic>
          <p:nvPicPr>
            <p:cNvPr id="13" name="图片 12">
              <a:extLst>
                <a:ext uri="{FF2B5EF4-FFF2-40B4-BE49-F238E27FC236}">
                  <a16:creationId xmlns:a16="http://schemas.microsoft.com/office/drawing/2014/main" id="{141330AE-DE9F-DABF-7A84-D0641F81C245}"/>
                </a:ext>
              </a:extLst>
            </p:cNvPr>
            <p:cNvPicPr>
              <a:picLocks noChangeAspect="1"/>
            </p:cNvPicPr>
            <p:nvPr>
              <p:custDataLst>
                <p:tags r:id="rId9"/>
              </p:custDataLst>
            </p:nvPr>
          </p:nvPicPr>
          <p:blipFill>
            <a:blip r:embed="rId11"/>
            <a:srcRect l="16093" t="19040" r="16095" b="25092"/>
            <a:stretch>
              <a:fillRect/>
            </a:stretch>
          </p:blipFill>
          <p:spPr>
            <a:xfrm>
              <a:off x="1790270" y="2727714"/>
              <a:ext cx="560851" cy="480640"/>
            </a:xfrm>
            <a:prstGeom prst="rect">
              <a:avLst/>
            </a:prstGeom>
          </p:spPr>
        </p:pic>
      </p:grpSp>
      <p:sp>
        <p:nvSpPr>
          <p:cNvPr id="8" name="矩形 7">
            <a:extLst>
              <a:ext uri="{FF2B5EF4-FFF2-40B4-BE49-F238E27FC236}">
                <a16:creationId xmlns:a16="http://schemas.microsoft.com/office/drawing/2014/main" id="{F924DAC7-F22A-4366-8305-BD201C077729}"/>
              </a:ext>
            </a:extLst>
          </p:cNvPr>
          <p:cNvSpPr/>
          <p:nvPr>
            <p:custDataLst>
              <p:tags r:id="rId3"/>
            </p:custDataLst>
          </p:nvPr>
        </p:nvSpPr>
        <p:spPr>
          <a:xfrm>
            <a:off x="575138" y="1049166"/>
            <a:ext cx="6878799" cy="2671565"/>
          </a:xfrm>
          <a:prstGeom prst="rect">
            <a:avLst/>
          </a:prstGeom>
        </p:spPr>
        <p:txBody>
          <a:bodyPr wrap="square">
            <a:spAutoFit/>
          </a:bodyPr>
          <a:lstStyle/>
          <a:p>
            <a:pPr indent="609585" defTabSz="457200">
              <a:lnSpc>
                <a:spcPts val="3400"/>
              </a:lnSpc>
            </a:pPr>
            <a:r>
              <a:rPr lang="en-US" altLang="zh-CN" sz="2400" b="1">
                <a:solidFill>
                  <a:srgbClr val="002060"/>
                </a:solidFill>
                <a:latin typeface="Times New Roman" panose="02020603050405020304" pitchFamily="18" charset="0"/>
                <a:cs typeface="Times New Roman" panose="02020603050405020304" pitchFamily="18" charset="0"/>
              </a:rPr>
              <a:t>【</a:t>
            </a:r>
            <a:r>
              <a:rPr lang="zh-CN" altLang="en-US" sz="2400" b="1">
                <a:solidFill>
                  <a:srgbClr val="002060"/>
                </a:solidFill>
                <a:latin typeface="Times New Roman" panose="02020603050405020304" pitchFamily="18" charset="0"/>
                <a:cs typeface="Times New Roman" panose="02020603050405020304" pitchFamily="18" charset="0"/>
              </a:rPr>
              <a:t>例题</a:t>
            </a:r>
            <a:r>
              <a:rPr lang="en-US" altLang="zh-CN" sz="2400" b="1">
                <a:solidFill>
                  <a:srgbClr val="002060"/>
                </a:solidFill>
                <a:latin typeface="Times New Roman" panose="02020603050405020304" pitchFamily="18" charset="0"/>
                <a:cs typeface="Times New Roman" panose="02020603050405020304" pitchFamily="18" charset="0"/>
              </a:rPr>
              <a:t>1】</a:t>
            </a:r>
            <a:r>
              <a:rPr lang="zh-CN" altLang="en-US" sz="2400">
                <a:solidFill>
                  <a:srgbClr val="002060"/>
                </a:solidFill>
                <a:latin typeface="Times New Roman" panose="02020603050405020304" pitchFamily="18" charset="0"/>
                <a:cs typeface="Times New Roman" panose="02020603050405020304" pitchFamily="18" charset="0"/>
              </a:rPr>
              <a:t>如图所示用音又和示波器研究声音的响度的实验，某同学分别重击和轻击音叉使它发声，观察示波器屏上波形的变化．</a:t>
            </a:r>
          </a:p>
          <a:p>
            <a:pPr indent="396000" defTabSz="457200">
              <a:lnSpc>
                <a:spcPts val="3400"/>
              </a:lnSpc>
            </a:pPr>
            <a:r>
              <a:rPr lang="zh-CN" altLang="en-US" sz="2400">
                <a:solidFill>
                  <a:srgbClr val="002060"/>
                </a:solidFill>
                <a:latin typeface="Times New Roman" panose="02020603050405020304" pitchFamily="18" charset="0"/>
                <a:cs typeface="Times New Roman" panose="02020603050405020304" pitchFamily="18" charset="0"/>
              </a:rPr>
              <a:t>（</a:t>
            </a:r>
            <a:r>
              <a:rPr lang="en-US" altLang="zh-CN" sz="2400">
                <a:solidFill>
                  <a:srgbClr val="002060"/>
                </a:solidFill>
                <a:latin typeface="Times New Roman" panose="02020603050405020304" pitchFamily="18" charset="0"/>
                <a:cs typeface="Times New Roman" panose="02020603050405020304" pitchFamily="18" charset="0"/>
              </a:rPr>
              <a:t>1</a:t>
            </a:r>
            <a:r>
              <a:rPr lang="zh-CN" altLang="en-US" sz="2400">
                <a:solidFill>
                  <a:srgbClr val="002060"/>
                </a:solidFill>
                <a:latin typeface="Times New Roman" panose="02020603050405020304" pitchFamily="18" charset="0"/>
                <a:cs typeface="Times New Roman" panose="02020603050405020304" pitchFamily="18" charset="0"/>
              </a:rPr>
              <a:t>）请在图（</a:t>
            </a:r>
            <a:r>
              <a:rPr lang="en-US" altLang="zh-CN" sz="2400">
                <a:solidFill>
                  <a:srgbClr val="002060"/>
                </a:solidFill>
                <a:latin typeface="Times New Roman" panose="02020603050405020304" pitchFamily="18" charset="0"/>
                <a:cs typeface="Times New Roman" panose="02020603050405020304" pitchFamily="18" charset="0"/>
              </a:rPr>
              <a:t>b</a:t>
            </a:r>
            <a:r>
              <a:rPr lang="zh-CN" altLang="en-US" sz="2400">
                <a:solidFill>
                  <a:srgbClr val="002060"/>
                </a:solidFill>
                <a:latin typeface="Times New Roman" panose="02020603050405020304" pitchFamily="18" charset="0"/>
                <a:cs typeface="Times New Roman" panose="02020603050405020304" pitchFamily="18" charset="0"/>
              </a:rPr>
              <a:t>）中画出大致的波形图． </a:t>
            </a:r>
          </a:p>
          <a:p>
            <a:pPr indent="396000" defTabSz="457200">
              <a:lnSpc>
                <a:spcPts val="3400"/>
              </a:lnSpc>
            </a:pPr>
            <a:r>
              <a:rPr lang="zh-CN" altLang="en-US" sz="2400">
                <a:solidFill>
                  <a:srgbClr val="002060"/>
                </a:solidFill>
                <a:latin typeface="Times New Roman" panose="02020603050405020304" pitchFamily="18" charset="0"/>
                <a:cs typeface="Times New Roman" panose="02020603050405020304" pitchFamily="18" charset="0"/>
              </a:rPr>
              <a:t>（</a:t>
            </a:r>
            <a:r>
              <a:rPr lang="en-US" altLang="zh-CN" sz="2400">
                <a:solidFill>
                  <a:srgbClr val="002060"/>
                </a:solidFill>
                <a:latin typeface="Times New Roman" panose="02020603050405020304" pitchFamily="18" charset="0"/>
                <a:cs typeface="Times New Roman" panose="02020603050405020304" pitchFamily="18" charset="0"/>
              </a:rPr>
              <a:t>2</a:t>
            </a:r>
            <a:r>
              <a:rPr lang="zh-CN" altLang="en-US" sz="2400">
                <a:solidFill>
                  <a:srgbClr val="002060"/>
                </a:solidFill>
                <a:latin typeface="Times New Roman" panose="02020603050405020304" pitchFamily="18" charset="0"/>
                <a:cs typeface="Times New Roman" panose="02020603050405020304" pitchFamily="18" charset="0"/>
              </a:rPr>
              <a:t>）可归纳出的结论：  </a:t>
            </a:r>
            <a:endParaRPr lang="en-US" altLang="zh-CN" sz="2400">
              <a:solidFill>
                <a:srgbClr val="002060"/>
              </a:solidFill>
              <a:latin typeface="Times New Roman" panose="02020603050405020304" pitchFamily="18" charset="0"/>
              <a:cs typeface="Times New Roman" panose="02020603050405020304" pitchFamily="18" charset="0"/>
            </a:endParaRPr>
          </a:p>
          <a:p>
            <a:pPr indent="396000" defTabSz="457200">
              <a:lnSpc>
                <a:spcPts val="3400"/>
              </a:lnSpc>
            </a:pPr>
            <a:r>
              <a:rPr lang="en-US" altLang="zh-CN" sz="2400">
                <a:solidFill>
                  <a:srgbClr val="002060"/>
                </a:solidFill>
                <a:latin typeface="Times New Roman" panose="02020603050405020304" pitchFamily="18" charset="0"/>
                <a:cs typeface="Times New Roman" panose="02020603050405020304" pitchFamily="18" charset="0"/>
              </a:rPr>
              <a:t>__________________</a:t>
            </a:r>
            <a:r>
              <a:rPr lang="zh-CN" altLang="en-US" sz="2400">
                <a:solidFill>
                  <a:srgbClr val="002060"/>
                </a:solidFill>
                <a:latin typeface="Times New Roman" panose="02020603050405020304" pitchFamily="18" charset="0"/>
                <a:cs typeface="Times New Roman" panose="02020603050405020304" pitchFamily="18" charset="0"/>
              </a:rPr>
              <a:t> </a:t>
            </a:r>
            <a:r>
              <a:rPr lang="en-US" altLang="zh-CN" sz="2400">
                <a:solidFill>
                  <a:srgbClr val="002060"/>
                </a:solidFill>
                <a:latin typeface="Times New Roman" panose="02020603050405020304" pitchFamily="18" charset="0"/>
                <a:cs typeface="Times New Roman" panose="02020603050405020304" pitchFamily="18" charset="0"/>
              </a:rPr>
              <a:t>.</a:t>
            </a:r>
          </a:p>
        </p:txBody>
      </p:sp>
      <p:sp>
        <p:nvSpPr>
          <p:cNvPr id="9" name="矩形 8">
            <a:extLst>
              <a:ext uri="{FF2B5EF4-FFF2-40B4-BE49-F238E27FC236}">
                <a16:creationId xmlns:a16="http://schemas.microsoft.com/office/drawing/2014/main" id="{4D02EE20-2AF8-40F5-8948-384EEDF4A61C}"/>
              </a:ext>
            </a:extLst>
          </p:cNvPr>
          <p:cNvSpPr/>
          <p:nvPr>
            <p:custDataLst>
              <p:tags r:id="rId4"/>
            </p:custDataLst>
          </p:nvPr>
        </p:nvSpPr>
        <p:spPr>
          <a:xfrm>
            <a:off x="718908" y="4391788"/>
            <a:ext cx="11129371" cy="2047612"/>
          </a:xfrm>
          <a:prstGeom prst="rect">
            <a:avLst/>
          </a:prstGeom>
        </p:spPr>
        <p:txBody>
          <a:bodyPr wrap="square">
            <a:spAutoFit/>
          </a:bodyPr>
          <a:lstStyle/>
          <a:p>
            <a:pPr indent="457200" defTabSz="457200">
              <a:lnSpc>
                <a:spcPts val="3100"/>
              </a:lnSpc>
            </a:pPr>
            <a:r>
              <a:rPr lang="zh-CN" altLang="en-US" sz="2200">
                <a:solidFill>
                  <a:prstClr val="white"/>
                </a:solidFill>
                <a:latin typeface="Times New Roman"/>
              </a:rPr>
              <a:t>（</a:t>
            </a:r>
            <a:r>
              <a:rPr lang="en-US" altLang="zh-CN" sz="2200">
                <a:solidFill>
                  <a:prstClr val="white"/>
                </a:solidFill>
                <a:latin typeface="Times New Roman"/>
              </a:rPr>
              <a:t>1</a:t>
            </a:r>
            <a:r>
              <a:rPr lang="zh-CN" altLang="en-US" sz="2200">
                <a:solidFill>
                  <a:prstClr val="white"/>
                </a:solidFill>
                <a:latin typeface="Times New Roman"/>
              </a:rPr>
              <a:t>）由图可知，</a:t>
            </a:r>
            <a:r>
              <a:rPr lang="en-US" altLang="zh-CN" sz="2200">
                <a:solidFill>
                  <a:prstClr val="white"/>
                </a:solidFill>
                <a:latin typeface="Times New Roman"/>
              </a:rPr>
              <a:t>a</a:t>
            </a:r>
            <a:r>
              <a:rPr lang="zh-CN" altLang="en-US" sz="2200">
                <a:solidFill>
                  <a:prstClr val="white"/>
                </a:solidFill>
                <a:latin typeface="Times New Roman"/>
              </a:rPr>
              <a:t>图中小球弹开的幅度大，说明是重击，</a:t>
            </a:r>
            <a:endParaRPr lang="en-US" altLang="zh-CN" sz="2200">
              <a:solidFill>
                <a:prstClr val="white"/>
              </a:solidFill>
              <a:latin typeface="Times New Roman"/>
            </a:endParaRPr>
          </a:p>
          <a:p>
            <a:pPr defTabSz="457200">
              <a:lnSpc>
                <a:spcPts val="3100"/>
              </a:lnSpc>
            </a:pPr>
            <a:r>
              <a:rPr lang="en-US" altLang="zh-CN" sz="2200">
                <a:solidFill>
                  <a:prstClr val="white"/>
                </a:solidFill>
                <a:latin typeface="Times New Roman"/>
              </a:rPr>
              <a:t>b</a:t>
            </a:r>
            <a:r>
              <a:rPr lang="zh-CN" altLang="en-US" sz="2200">
                <a:solidFill>
                  <a:prstClr val="white"/>
                </a:solidFill>
                <a:latin typeface="Times New Roman"/>
              </a:rPr>
              <a:t>图中小球弹开的幅度小，说明是轻击。音叉的振动频率不变，所以</a:t>
            </a:r>
            <a:r>
              <a:rPr lang="en-US" altLang="zh-CN" sz="2200">
                <a:solidFill>
                  <a:prstClr val="white"/>
                </a:solidFill>
                <a:latin typeface="Times New Roman"/>
              </a:rPr>
              <a:t>b</a:t>
            </a:r>
            <a:r>
              <a:rPr lang="zh-CN" altLang="en-US" sz="2200">
                <a:solidFill>
                  <a:prstClr val="white"/>
                </a:solidFill>
                <a:latin typeface="Times New Roman"/>
              </a:rPr>
              <a:t>图中的波形个数与</a:t>
            </a:r>
            <a:r>
              <a:rPr lang="en-US" altLang="zh-CN" sz="2200">
                <a:solidFill>
                  <a:prstClr val="white"/>
                </a:solidFill>
                <a:latin typeface="Times New Roman"/>
              </a:rPr>
              <a:t>a</a:t>
            </a:r>
            <a:r>
              <a:rPr lang="zh-CN" altLang="en-US" sz="2200">
                <a:solidFill>
                  <a:prstClr val="white"/>
                </a:solidFill>
                <a:latin typeface="Times New Roman"/>
              </a:rPr>
              <a:t>图中的波形个数相同，但振幅较小。如图所示。</a:t>
            </a:r>
          </a:p>
          <a:p>
            <a:pPr indent="457200" defTabSz="457200">
              <a:lnSpc>
                <a:spcPts val="3100"/>
              </a:lnSpc>
            </a:pPr>
            <a:r>
              <a:rPr lang="zh-CN" altLang="en-US" sz="2200">
                <a:solidFill>
                  <a:prstClr val="white"/>
                </a:solidFill>
                <a:latin typeface="Times New Roman"/>
              </a:rPr>
              <a:t>（</a:t>
            </a:r>
            <a:r>
              <a:rPr lang="en-US" altLang="zh-CN" sz="2200">
                <a:solidFill>
                  <a:prstClr val="white"/>
                </a:solidFill>
                <a:latin typeface="Times New Roman"/>
              </a:rPr>
              <a:t>2</a:t>
            </a:r>
            <a:r>
              <a:rPr lang="zh-CN" altLang="en-US" sz="2200">
                <a:solidFill>
                  <a:prstClr val="white"/>
                </a:solidFill>
                <a:latin typeface="Times New Roman"/>
              </a:rPr>
              <a:t>）重击音叉时，音叉振幅大，发出的声音响度大；轻击音叉时，音叉振幅小，发出声音的响度小。可得结论：</a:t>
            </a:r>
            <a:r>
              <a:rPr lang="zh-CN" altLang="en-US" sz="2200" b="1">
                <a:solidFill>
                  <a:srgbClr val="FFC000"/>
                </a:solidFill>
                <a:latin typeface="Times New Roman"/>
              </a:rPr>
              <a:t>声音的响度与振幅有关，发声体振幅越大，响度越大．</a:t>
            </a:r>
          </a:p>
        </p:txBody>
      </p:sp>
      <p:sp>
        <p:nvSpPr>
          <p:cNvPr id="11" name="矩形 10">
            <a:extLst>
              <a:ext uri="{FF2B5EF4-FFF2-40B4-BE49-F238E27FC236}">
                <a16:creationId xmlns:a16="http://schemas.microsoft.com/office/drawing/2014/main" id="{D648F202-B1B3-EDF3-0406-9A791466ACC4}"/>
              </a:ext>
            </a:extLst>
          </p:cNvPr>
          <p:cNvSpPr/>
          <p:nvPr>
            <p:custDataLst>
              <p:tags r:id="rId5"/>
            </p:custDataLst>
          </p:nvPr>
        </p:nvSpPr>
        <p:spPr>
          <a:xfrm>
            <a:off x="575138" y="3180841"/>
            <a:ext cx="7961709" cy="477054"/>
          </a:xfrm>
          <a:prstGeom prst="rect">
            <a:avLst/>
          </a:prstGeom>
        </p:spPr>
        <p:txBody>
          <a:bodyPr wrap="square">
            <a:spAutoFit/>
          </a:bodyPr>
          <a:lstStyle/>
          <a:p>
            <a:pPr defTabSz="457200"/>
            <a:r>
              <a:rPr lang="zh-CN" altLang="en-US" sz="2400">
                <a:solidFill>
                  <a:srgbClr val="C00000"/>
                </a:solidFill>
                <a:latin typeface="Times New Roman" panose="02020603050405020304" pitchFamily="18" charset="0"/>
              </a:rPr>
              <a:t>声音的响度与振幅有关，发声体振幅越大，响度越大。</a:t>
            </a:r>
            <a:endParaRPr lang="zh-CN" altLang="en-US" sz="2400">
              <a:solidFill>
                <a:srgbClr val="C00000"/>
              </a:solidFill>
              <a:latin typeface="Times New Roman"/>
            </a:endParaRPr>
          </a:p>
        </p:txBody>
      </p:sp>
      <p:pic>
        <p:nvPicPr>
          <p:cNvPr id="6" name="图片 5">
            <a:extLst>
              <a:ext uri="{FF2B5EF4-FFF2-40B4-BE49-F238E27FC236}">
                <a16:creationId xmlns:a16="http://schemas.microsoft.com/office/drawing/2014/main" id="{D0E4CE5C-5A73-37F1-1CA6-AFFA18F2435E}"/>
              </a:ext>
            </a:extLst>
          </p:cNvPr>
          <p:cNvPicPr>
            <a:picLocks noChangeAspect="1"/>
          </p:cNvPicPr>
          <p:nvPr>
            <p:custDataLst>
              <p:tags r:id="rId6"/>
            </p:custDataLst>
          </p:nvPr>
        </p:nvPicPr>
        <p:blipFill>
          <a:blip r:embed="rId12"/>
          <a:stretch>
            <a:fillRect/>
          </a:stretch>
        </p:blipFill>
        <p:spPr>
          <a:xfrm>
            <a:off x="7629397" y="1179825"/>
            <a:ext cx="4185554" cy="1550763"/>
          </a:xfrm>
          <a:prstGeom prst="rect">
            <a:avLst/>
          </a:prstGeom>
        </p:spPr>
      </p:pic>
      <p:pic>
        <p:nvPicPr>
          <p:cNvPr id="4" name="图片 3">
            <a:extLst>
              <a:ext uri="{FF2B5EF4-FFF2-40B4-BE49-F238E27FC236}">
                <a16:creationId xmlns:a16="http://schemas.microsoft.com/office/drawing/2014/main" id="{BDE8BF0E-1236-BB8D-07C1-53C0686439C8}"/>
              </a:ext>
            </a:extLst>
          </p:cNvPr>
          <p:cNvPicPr>
            <a:picLocks noChangeAspect="1"/>
          </p:cNvPicPr>
          <p:nvPr>
            <p:custDataLst>
              <p:tags r:id="rId7"/>
            </p:custDataLst>
          </p:nvPr>
        </p:nvPicPr>
        <p:blipFill>
          <a:blip r:embed="rId13"/>
          <a:stretch>
            <a:fillRect/>
          </a:stretch>
        </p:blipFill>
        <p:spPr>
          <a:xfrm>
            <a:off x="9214782" y="2872542"/>
            <a:ext cx="2149722" cy="1696379"/>
          </a:xfrm>
          <a:prstGeom prst="rect">
            <a:avLst/>
          </a:prstGeom>
        </p:spPr>
      </p:pic>
      <p:pic>
        <p:nvPicPr>
          <p:cNvPr id="3" name="图片 2" descr="cbe3eb76672406fabbe30586b58813d">
            <a:extLst>
              <a:ext uri="{FF2B5EF4-FFF2-40B4-BE49-F238E27FC236}">
                <a16:creationId xmlns:a16="http://schemas.microsoft.com/office/drawing/2014/main" id="{D134104D-1C17-811A-EC28-209B7C7857D8}"/>
              </a:ext>
            </a:extLst>
          </p:cNvPr>
          <p:cNvPicPr>
            <a:picLocks noChangeAspect="1"/>
          </p:cNvPicPr>
          <p:nvPr/>
        </p:nvPicPr>
        <p:blipFill>
          <a:blip r:embed="rId14"/>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8634182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blinds(horizontal)">
                                      <p:cBhvr>
                                        <p:cTn id="12" dur="500"/>
                                        <p:tgtEl>
                                          <p:spTgt spid="9">
                                            <p:txEl>
                                              <p:pRg st="0" end="0"/>
                                            </p:txEl>
                                          </p:spTgt>
                                        </p:tgtEl>
                                      </p:cBhvr>
                                    </p:animEffect>
                                  </p:childTnLst>
                                </p:cTn>
                              </p:par>
                            </p:childTnLst>
                          </p:cTn>
                        </p:par>
                        <p:par>
                          <p:cTn id="13" fill="hold" nodeType="afterGroup">
                            <p:stCondLst>
                              <p:cond delay="500"/>
                            </p:stCondLst>
                            <p:childTnLst>
                              <p:par>
                                <p:cTn id="14" presetID="3" presetClass="entr" presetSubtype="10" fill="hold" nodeType="afterEffect">
                                  <p:stCondLst>
                                    <p:cond delay="0"/>
                                  </p:stCondLst>
                                  <p:childTnLst>
                                    <p:set>
                                      <p:cBhvr>
                                        <p:cTn id="15" dur="1" fill="hold">
                                          <p:stCondLst>
                                            <p:cond delay="0"/>
                                          </p:stCondLst>
                                        </p:cTn>
                                        <p:tgtEl>
                                          <p:spTgt spid="9">
                                            <p:txEl>
                                              <p:pRg st="1" end="1"/>
                                            </p:txEl>
                                          </p:spTgt>
                                        </p:tgtEl>
                                        <p:attrNameLst>
                                          <p:attrName>style.visibility</p:attrName>
                                        </p:attrNameLst>
                                      </p:cBhvr>
                                      <p:to>
                                        <p:strVal val="visible"/>
                                      </p:to>
                                    </p:set>
                                    <p:animEffect transition="in" filter="blinds(horizontal)">
                                      <p:cBhvr>
                                        <p:cTn id="16" dur="500"/>
                                        <p:tgtEl>
                                          <p:spTgt spid="9">
                                            <p:txEl>
                                              <p:pRg st="1" end="1"/>
                                            </p:txEl>
                                          </p:spTgt>
                                        </p:tgtEl>
                                      </p:cBhvr>
                                    </p:animEffect>
                                  </p:childTnLst>
                                </p:cTn>
                              </p:par>
                            </p:childTnLst>
                          </p:cTn>
                        </p:par>
                      </p:childTnLst>
                    </p:cTn>
                  </p:par>
                  <p:par>
                    <p:cTn id="17" fill="hold" nodeType="clickPar">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animEffect transition="in" filter="blinds(horizontal)">
                                      <p:cBhvr>
                                        <p:cTn id="21" dur="500"/>
                                        <p:tgtEl>
                                          <p:spTgt spid="9">
                                            <p:txEl>
                                              <p:pRg st="2" end="2"/>
                                            </p:txEl>
                                          </p:spTgt>
                                        </p:tgtEl>
                                      </p:cBhvr>
                                    </p:animEffect>
                                  </p:childTnLst>
                                </p:cTn>
                              </p:par>
                            </p:childTnLst>
                          </p:cTn>
                        </p:par>
                      </p:childTnLst>
                    </p:cTn>
                  </p:par>
                  <p:par>
                    <p:cTn id="22" fill="hold" nodeType="clickPar">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down)">
                                      <p:cBhvr>
                                        <p:cTn id="26" dur="500"/>
                                        <p:tgtEl>
                                          <p:spTgt spid="4"/>
                                        </p:tgtEl>
                                      </p:cBhvr>
                                    </p:animEffect>
                                  </p:childTnLst>
                                </p:cTn>
                              </p:par>
                            </p:childTnLst>
                          </p:cTn>
                        </p:par>
                      </p:childTnLst>
                    </p:cTn>
                  </p:par>
                  <p:par>
                    <p:cTn id="27" fill="hold" nodeType="clickPar">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up)">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F9BED69-5D47-5E6E-A863-CBF26B418F3A}"/>
              </a:ext>
            </a:extLst>
          </p:cNvPr>
          <p:cNvSpPr txBox="1"/>
          <p:nvPr>
            <p:custDataLst>
              <p:tags r:id="rId1"/>
            </p:custDataLst>
          </p:nvPr>
        </p:nvSpPr>
        <p:spPr>
          <a:xfrm>
            <a:off x="1008846" y="391060"/>
            <a:ext cx="5657767" cy="359073"/>
          </a:xfrm>
          <a:prstGeom prst="rect">
            <a:avLst/>
          </a:prstGeom>
          <a:noFill/>
        </p:spPr>
        <p:txBody>
          <a:bodyPr wrap="square" lIns="0" tIns="0" rIns="0" bIns="0" rtlCol="0">
            <a:spAutoFit/>
          </a:bodyPr>
          <a:lstStyle/>
          <a:p>
            <a:pPr>
              <a:lnSpc>
                <a:spcPts val="2800"/>
              </a:lnSpc>
              <a:defRPr/>
            </a:pPr>
            <a:r>
              <a:rPr lang="zh-CN" altLang="en-US" sz="2800" b="1" kern="0">
                <a:solidFill>
                  <a:srgbClr val="0070C0"/>
                </a:solidFill>
                <a:latin typeface="Times New Roman" panose="02020603050405020304" pitchFamily="18" charset="0"/>
                <a:ea typeface="思源黑体 CN Bold"/>
                <a:cs typeface="Times New Roman" panose="02020603050405020304" pitchFamily="18" charset="0"/>
              </a:rPr>
              <a:t>题型一、声音特性的实验探究</a:t>
            </a:r>
          </a:p>
        </p:txBody>
      </p:sp>
      <p:sp>
        <p:nvSpPr>
          <p:cNvPr id="3" name="矩形 2">
            <a:extLst>
              <a:ext uri="{FF2B5EF4-FFF2-40B4-BE49-F238E27FC236}">
                <a16:creationId xmlns:a16="http://schemas.microsoft.com/office/drawing/2014/main" id="{AC5BBD04-4B0E-B58D-9F0B-63DDB7D4C13C}"/>
              </a:ext>
            </a:extLst>
          </p:cNvPr>
          <p:cNvSpPr/>
          <p:nvPr>
            <p:custDataLst>
              <p:tags r:id="rId2"/>
            </p:custDataLst>
          </p:nvPr>
        </p:nvSpPr>
        <p:spPr>
          <a:xfrm>
            <a:off x="808055" y="1013396"/>
            <a:ext cx="10341319" cy="4452501"/>
          </a:xfrm>
          <a:prstGeom prst="rect">
            <a:avLst/>
          </a:prstGeom>
        </p:spPr>
        <p:txBody>
          <a:bodyPr wrap="square">
            <a:spAutoFit/>
          </a:bodyPr>
          <a:lstStyle/>
          <a:p>
            <a:pPr indent="540000" defTabSz="913524" fontAlgn="ctr">
              <a:lnSpc>
                <a:spcPts val="3400"/>
              </a:lnSpc>
              <a:defRPr/>
            </a:pPr>
            <a:r>
              <a:rPr lang="en-US" altLang="zh-CN" sz="2400">
                <a:solidFill>
                  <a:srgbClr val="002060"/>
                </a:solidFill>
                <a:latin typeface="Times New Roman"/>
              </a:rPr>
              <a:t> </a:t>
            </a:r>
            <a:r>
              <a:rPr lang="en-US" altLang="zh-CN" sz="2400" b="1">
                <a:solidFill>
                  <a:srgbClr val="002060"/>
                </a:solidFill>
                <a:latin typeface="Times New Roman"/>
              </a:rPr>
              <a:t>【</a:t>
            </a:r>
            <a:r>
              <a:rPr lang="zh-CN" altLang="en-US" sz="2400" b="1">
                <a:solidFill>
                  <a:srgbClr val="002060"/>
                </a:solidFill>
                <a:latin typeface="Times New Roman"/>
              </a:rPr>
              <a:t>例题</a:t>
            </a:r>
            <a:r>
              <a:rPr lang="en-US" altLang="zh-CN" sz="2400" b="1">
                <a:solidFill>
                  <a:srgbClr val="002060"/>
                </a:solidFill>
                <a:latin typeface="Times New Roman"/>
              </a:rPr>
              <a:t>2】</a:t>
            </a:r>
            <a:r>
              <a:rPr lang="zh-CN" altLang="en-US" sz="2400">
                <a:solidFill>
                  <a:srgbClr val="002060"/>
                </a:solidFill>
                <a:latin typeface="Times New Roman"/>
              </a:rPr>
              <a:t>如图所示，将塑料刻度尺的一端紧压在桌面上，另一端伸出桌面，拨动刻度尺使之振动，听塑料尺振动时发出的声音．</a:t>
            </a:r>
          </a:p>
          <a:p>
            <a:pPr indent="540000" defTabSz="913524" fontAlgn="ctr">
              <a:lnSpc>
                <a:spcPts val="3400"/>
              </a:lnSpc>
              <a:defRPr/>
            </a:pPr>
            <a:r>
              <a:rPr lang="zh-CN" altLang="en-US" sz="2400">
                <a:solidFill>
                  <a:srgbClr val="002060"/>
                </a:solidFill>
                <a:latin typeface="Times New Roman"/>
              </a:rPr>
              <a:t>（</a:t>
            </a:r>
            <a:r>
              <a:rPr lang="en-US" altLang="zh-CN" sz="2400">
                <a:solidFill>
                  <a:srgbClr val="002060"/>
                </a:solidFill>
                <a:latin typeface="Times New Roman"/>
              </a:rPr>
              <a:t>1</a:t>
            </a:r>
            <a:r>
              <a:rPr lang="zh-CN" altLang="en-US" sz="2400">
                <a:solidFill>
                  <a:srgbClr val="002060"/>
                </a:solidFill>
                <a:latin typeface="Times New Roman"/>
              </a:rPr>
              <a:t>）实验通过改变</a:t>
            </a:r>
            <a:r>
              <a:rPr lang="en-US" altLang="zh-CN" sz="2400">
                <a:solidFill>
                  <a:srgbClr val="002060"/>
                </a:solidFill>
                <a:latin typeface="Times New Roman"/>
              </a:rPr>
              <a:t>_________________</a:t>
            </a:r>
            <a:r>
              <a:rPr lang="zh-CN" altLang="en-US" sz="2400">
                <a:solidFill>
                  <a:srgbClr val="002060"/>
                </a:solidFill>
                <a:latin typeface="Times New Roman"/>
              </a:rPr>
              <a:t>来改变声音的响度，通过改变</a:t>
            </a:r>
            <a:r>
              <a:rPr lang="en-US" altLang="zh-CN" sz="2400">
                <a:solidFill>
                  <a:srgbClr val="002060"/>
                </a:solidFill>
                <a:latin typeface="Times New Roman"/>
              </a:rPr>
              <a:t>______________________</a:t>
            </a:r>
            <a:r>
              <a:rPr lang="zh-CN" altLang="en-US" sz="2400">
                <a:solidFill>
                  <a:srgbClr val="002060"/>
                </a:solidFill>
                <a:latin typeface="Times New Roman"/>
              </a:rPr>
              <a:t>来改变声音的音调．</a:t>
            </a:r>
          </a:p>
          <a:p>
            <a:pPr indent="540000" defTabSz="913524" fontAlgn="ctr">
              <a:lnSpc>
                <a:spcPts val="3400"/>
              </a:lnSpc>
              <a:defRPr/>
            </a:pPr>
            <a:r>
              <a:rPr lang="zh-CN" altLang="en-US" sz="2400">
                <a:solidFill>
                  <a:srgbClr val="002060"/>
                </a:solidFill>
                <a:latin typeface="Times New Roman"/>
              </a:rPr>
              <a:t>（</a:t>
            </a:r>
            <a:r>
              <a:rPr lang="en-US" altLang="zh-CN" sz="2400">
                <a:solidFill>
                  <a:srgbClr val="002060"/>
                </a:solidFill>
                <a:latin typeface="Times New Roman"/>
              </a:rPr>
              <a:t>2</a:t>
            </a:r>
            <a:r>
              <a:rPr lang="zh-CN" altLang="en-US" sz="2400">
                <a:solidFill>
                  <a:srgbClr val="002060"/>
                </a:solidFill>
                <a:latin typeface="Times New Roman"/>
              </a:rPr>
              <a:t>）换用钢尺做此实验，钢尺伸出桌面的长度、振动幅度和频率与塑料尺均相同时，听到声音的主要差异是</a:t>
            </a:r>
            <a:r>
              <a:rPr lang="en-US" altLang="zh-CN" sz="2400">
                <a:solidFill>
                  <a:srgbClr val="002060"/>
                </a:solidFill>
                <a:latin typeface="Times New Roman"/>
              </a:rPr>
              <a:t>______</a:t>
            </a:r>
            <a:r>
              <a:rPr lang="zh-CN" altLang="en-US" sz="2400">
                <a:solidFill>
                  <a:srgbClr val="002060"/>
                </a:solidFill>
                <a:latin typeface="Times New Roman"/>
              </a:rPr>
              <a:t>  （选填“响度”“音调”或“音色”）不同．</a:t>
            </a:r>
          </a:p>
          <a:p>
            <a:pPr indent="540000" defTabSz="913524" fontAlgn="ctr">
              <a:lnSpc>
                <a:spcPts val="3400"/>
              </a:lnSpc>
              <a:defRPr/>
            </a:pPr>
            <a:r>
              <a:rPr lang="zh-CN" altLang="en-US" sz="2400">
                <a:solidFill>
                  <a:srgbClr val="002060"/>
                </a:solidFill>
                <a:latin typeface="Times New Roman"/>
              </a:rPr>
              <a:t>（</a:t>
            </a:r>
            <a:r>
              <a:rPr lang="en-US" altLang="zh-CN" sz="2400">
                <a:solidFill>
                  <a:srgbClr val="002060"/>
                </a:solidFill>
                <a:latin typeface="Times New Roman"/>
              </a:rPr>
              <a:t>3</a:t>
            </a:r>
            <a:r>
              <a:rPr lang="zh-CN" altLang="en-US" sz="2400">
                <a:solidFill>
                  <a:srgbClr val="002060"/>
                </a:solidFill>
                <a:latin typeface="Times New Roman"/>
              </a:rPr>
              <a:t>）实验设计隐含的物理方法是比较法和</a:t>
            </a:r>
            <a:r>
              <a:rPr lang="en-US" altLang="zh-CN" sz="2400">
                <a:solidFill>
                  <a:srgbClr val="002060"/>
                </a:solidFill>
                <a:latin typeface="Times New Roman"/>
              </a:rPr>
              <a:t>______</a:t>
            </a:r>
            <a:r>
              <a:rPr lang="zh-CN" altLang="en-US" sz="2400">
                <a:solidFill>
                  <a:srgbClr val="002060"/>
                </a:solidFill>
                <a:latin typeface="Times New Roman"/>
              </a:rPr>
              <a:t>法．</a:t>
            </a:r>
          </a:p>
          <a:p>
            <a:pPr indent="540000" defTabSz="913524" fontAlgn="ctr">
              <a:lnSpc>
                <a:spcPts val="3400"/>
              </a:lnSpc>
              <a:defRPr/>
            </a:pPr>
            <a:r>
              <a:rPr lang="zh-CN" altLang="en-US" sz="2400">
                <a:solidFill>
                  <a:srgbClr val="002060"/>
                </a:solidFill>
                <a:latin typeface="Times New Roman"/>
              </a:rPr>
              <a:t>（</a:t>
            </a:r>
            <a:r>
              <a:rPr lang="en-US" altLang="zh-CN" sz="2400">
                <a:solidFill>
                  <a:srgbClr val="002060"/>
                </a:solidFill>
                <a:latin typeface="Times New Roman"/>
              </a:rPr>
              <a:t>4</a:t>
            </a:r>
            <a:r>
              <a:rPr lang="zh-CN" altLang="en-US" sz="2400">
                <a:solidFill>
                  <a:srgbClr val="002060"/>
                </a:solidFill>
                <a:latin typeface="Times New Roman"/>
              </a:rPr>
              <a:t>）实验中当刻度尺伸出桌面的部分超过一定长度时，</a:t>
            </a:r>
            <a:endParaRPr lang="en-US" altLang="zh-CN" sz="2400">
              <a:solidFill>
                <a:srgbClr val="002060"/>
              </a:solidFill>
              <a:latin typeface="Times New Roman"/>
            </a:endParaRPr>
          </a:p>
          <a:p>
            <a:pPr defTabSz="913524" fontAlgn="ctr">
              <a:lnSpc>
                <a:spcPts val="3400"/>
              </a:lnSpc>
              <a:defRPr/>
            </a:pPr>
            <a:r>
              <a:rPr lang="zh-CN" altLang="en-US" sz="2400">
                <a:solidFill>
                  <a:srgbClr val="002060"/>
                </a:solidFill>
                <a:latin typeface="Times New Roman"/>
              </a:rPr>
              <a:t>无论如何用力拨动也听不到声音．原因是</a:t>
            </a:r>
            <a:r>
              <a:rPr lang="en-US" altLang="zh-CN" sz="2400">
                <a:solidFill>
                  <a:srgbClr val="002060"/>
                </a:solidFill>
                <a:latin typeface="Times New Roman"/>
              </a:rPr>
              <a:t>_________</a:t>
            </a:r>
            <a:r>
              <a:rPr lang="zh-CN" altLang="en-US" sz="2400">
                <a:solidFill>
                  <a:srgbClr val="002060"/>
                </a:solidFill>
                <a:latin typeface="Times New Roman"/>
              </a:rPr>
              <a:t>．</a:t>
            </a:r>
          </a:p>
        </p:txBody>
      </p:sp>
      <p:pic>
        <p:nvPicPr>
          <p:cNvPr id="4" name="图片 3">
            <a:extLst>
              <a:ext uri="{FF2B5EF4-FFF2-40B4-BE49-F238E27FC236}">
                <a16:creationId xmlns:a16="http://schemas.microsoft.com/office/drawing/2014/main" id="{FA4CCDBF-3A04-6B49-DB51-7B1BDD0D7C3E}"/>
              </a:ext>
            </a:extLst>
          </p:cNvPr>
          <p:cNvPicPr>
            <a:picLocks noChangeAspect="1"/>
          </p:cNvPicPr>
          <p:nvPr>
            <p:custDataLst>
              <p:tags r:id="rId3"/>
            </p:custDataLst>
          </p:nvPr>
        </p:nvPicPr>
        <p:blipFill>
          <a:blip r:embed="rId10"/>
          <a:stretch>
            <a:fillRect/>
          </a:stretch>
        </p:blipFill>
        <p:spPr>
          <a:xfrm>
            <a:off x="9078913" y="4190758"/>
            <a:ext cx="2857507" cy="1490279"/>
          </a:xfrm>
          <a:prstGeom prst="rect">
            <a:avLst/>
          </a:prstGeom>
        </p:spPr>
      </p:pic>
      <p:sp>
        <p:nvSpPr>
          <p:cNvPr id="5" name="文本框 4">
            <a:extLst>
              <a:ext uri="{FF2B5EF4-FFF2-40B4-BE49-F238E27FC236}">
                <a16:creationId xmlns:a16="http://schemas.microsoft.com/office/drawing/2014/main" id="{20604B05-5653-6C11-C615-3295E9C45043}"/>
              </a:ext>
            </a:extLst>
          </p:cNvPr>
          <p:cNvSpPr txBox="1"/>
          <p:nvPr>
            <p:custDataLst>
              <p:tags r:id="rId4"/>
            </p:custDataLst>
          </p:nvPr>
        </p:nvSpPr>
        <p:spPr>
          <a:xfrm>
            <a:off x="4029907" y="1891441"/>
            <a:ext cx="3466362" cy="461665"/>
          </a:xfrm>
          <a:prstGeom prst="rect">
            <a:avLst/>
          </a:prstGeom>
          <a:noFill/>
        </p:spPr>
        <p:txBody>
          <a:bodyPr wrap="square">
            <a:spAutoFit/>
          </a:bodyPr>
          <a:lstStyle/>
          <a:p>
            <a:pPr defTabSz="457200">
              <a:defRPr/>
            </a:pPr>
            <a:r>
              <a:rPr lang="zh-CN" altLang="en-US" sz="2400">
                <a:solidFill>
                  <a:srgbClr val="C00000"/>
                </a:solidFill>
                <a:latin typeface="微软雅黑" panose="020B0503020204020204" charset="-122"/>
              </a:rPr>
              <a:t>拨动塑料尺的力度 </a:t>
            </a:r>
            <a:endParaRPr lang="zh-CN" altLang="en-US" sz="2400">
              <a:solidFill>
                <a:srgbClr val="C00000"/>
              </a:solidFill>
              <a:latin typeface="Times New Roman"/>
            </a:endParaRPr>
          </a:p>
        </p:txBody>
      </p:sp>
      <p:sp>
        <p:nvSpPr>
          <p:cNvPr id="6" name="文本框 5">
            <a:extLst>
              <a:ext uri="{FF2B5EF4-FFF2-40B4-BE49-F238E27FC236}">
                <a16:creationId xmlns:a16="http://schemas.microsoft.com/office/drawing/2014/main" id="{041A4B61-648A-0A37-142A-2CB1B2D7A6F0}"/>
              </a:ext>
            </a:extLst>
          </p:cNvPr>
          <p:cNvSpPr txBox="1"/>
          <p:nvPr>
            <p:custDataLst>
              <p:tags r:id="rId5"/>
            </p:custDataLst>
          </p:nvPr>
        </p:nvSpPr>
        <p:spPr>
          <a:xfrm>
            <a:off x="1774511" y="5471459"/>
            <a:ext cx="4126435" cy="830997"/>
          </a:xfrm>
          <a:prstGeom prst="rect">
            <a:avLst/>
          </a:prstGeom>
          <a:noFill/>
        </p:spPr>
        <p:txBody>
          <a:bodyPr wrap="square">
            <a:spAutoFit/>
          </a:bodyPr>
          <a:lstStyle/>
          <a:p>
            <a:pPr defTabSz="457200" fontAlgn="ctr">
              <a:defRPr/>
            </a:pPr>
            <a:r>
              <a:rPr lang="zh-CN" altLang="zh-CN" sz="2400">
                <a:solidFill>
                  <a:srgbClr val="C00000"/>
                </a:solidFill>
                <a:latin typeface="微软雅黑" panose="020B0503020204020204" charset="-122"/>
              </a:rPr>
              <a:t>刻度尺振动得太慢，产生的是次声波，人耳无法听到</a:t>
            </a:r>
            <a:r>
              <a:rPr lang="en-US" altLang="zh-CN" sz="2400">
                <a:solidFill>
                  <a:srgbClr val="C00000"/>
                </a:solidFill>
                <a:latin typeface="微软雅黑" panose="020B0503020204020204" charset="-122"/>
              </a:rPr>
              <a:t>.</a:t>
            </a:r>
            <a:endParaRPr lang="zh-CN" altLang="zh-CN" sz="2400">
              <a:solidFill>
                <a:srgbClr val="C00000"/>
              </a:solidFill>
              <a:latin typeface="微软雅黑" panose="020B0503020204020204" charset="-122"/>
            </a:endParaRPr>
          </a:p>
        </p:txBody>
      </p:sp>
      <p:sp>
        <p:nvSpPr>
          <p:cNvPr id="7" name="文本框 6">
            <a:extLst>
              <a:ext uri="{FF2B5EF4-FFF2-40B4-BE49-F238E27FC236}">
                <a16:creationId xmlns:a16="http://schemas.microsoft.com/office/drawing/2014/main" id="{EB283C95-5589-91B5-AF2A-58BB1CAA8FDD}"/>
              </a:ext>
            </a:extLst>
          </p:cNvPr>
          <p:cNvSpPr txBox="1"/>
          <p:nvPr>
            <p:custDataLst>
              <p:tags r:id="rId6"/>
            </p:custDataLst>
          </p:nvPr>
        </p:nvSpPr>
        <p:spPr>
          <a:xfrm>
            <a:off x="751299" y="2353106"/>
            <a:ext cx="3929534" cy="461665"/>
          </a:xfrm>
          <a:prstGeom prst="rect">
            <a:avLst/>
          </a:prstGeom>
          <a:noFill/>
        </p:spPr>
        <p:txBody>
          <a:bodyPr wrap="square">
            <a:spAutoFit/>
          </a:bodyPr>
          <a:lstStyle/>
          <a:p>
            <a:pPr defTabSz="457200">
              <a:defRPr/>
            </a:pPr>
            <a:r>
              <a:rPr lang="zh-CN" altLang="en-US" sz="2400">
                <a:solidFill>
                  <a:srgbClr val="C00000"/>
                </a:solidFill>
                <a:latin typeface="微软雅黑" panose="020B0503020204020204" charset="-122"/>
              </a:rPr>
              <a:t>塑料尺伸出桌面的长度 </a:t>
            </a:r>
            <a:endParaRPr lang="zh-CN" altLang="en-US" sz="2400">
              <a:solidFill>
                <a:srgbClr val="C00000"/>
              </a:solidFill>
              <a:latin typeface="Times New Roman"/>
            </a:endParaRPr>
          </a:p>
        </p:txBody>
      </p:sp>
      <p:sp>
        <p:nvSpPr>
          <p:cNvPr id="8" name="文本框 7">
            <a:extLst>
              <a:ext uri="{FF2B5EF4-FFF2-40B4-BE49-F238E27FC236}">
                <a16:creationId xmlns:a16="http://schemas.microsoft.com/office/drawing/2014/main" id="{4030CEDE-E73B-6113-FFF3-3FE1EF06FD95}"/>
              </a:ext>
            </a:extLst>
          </p:cNvPr>
          <p:cNvSpPr txBox="1"/>
          <p:nvPr>
            <p:custDataLst>
              <p:tags r:id="rId7"/>
            </p:custDataLst>
          </p:nvPr>
        </p:nvSpPr>
        <p:spPr>
          <a:xfrm>
            <a:off x="6006045" y="3227019"/>
            <a:ext cx="1114615" cy="461665"/>
          </a:xfrm>
          <a:prstGeom prst="rect">
            <a:avLst/>
          </a:prstGeom>
          <a:noFill/>
        </p:spPr>
        <p:txBody>
          <a:bodyPr wrap="square">
            <a:spAutoFit/>
          </a:bodyPr>
          <a:lstStyle/>
          <a:p>
            <a:pPr defTabSz="457200">
              <a:defRPr/>
            </a:pPr>
            <a:r>
              <a:rPr lang="zh-CN" altLang="en-US" sz="2400">
                <a:solidFill>
                  <a:srgbClr val="C00000"/>
                </a:solidFill>
                <a:latin typeface="微软雅黑" panose="020B0503020204020204" charset="-122"/>
              </a:rPr>
              <a:t>音色</a:t>
            </a:r>
            <a:endParaRPr lang="zh-CN" altLang="en-US" sz="2400">
              <a:solidFill>
                <a:srgbClr val="C00000"/>
              </a:solidFill>
              <a:latin typeface="Times New Roman"/>
            </a:endParaRPr>
          </a:p>
        </p:txBody>
      </p:sp>
      <p:sp>
        <p:nvSpPr>
          <p:cNvPr id="9" name="文本框 8">
            <a:extLst>
              <a:ext uri="{FF2B5EF4-FFF2-40B4-BE49-F238E27FC236}">
                <a16:creationId xmlns:a16="http://schemas.microsoft.com/office/drawing/2014/main" id="{1404E90C-9D2C-C8BE-11A4-E636DEFC470C}"/>
              </a:ext>
            </a:extLst>
          </p:cNvPr>
          <p:cNvSpPr txBox="1"/>
          <p:nvPr>
            <p:custDataLst>
              <p:tags r:id="rId8"/>
            </p:custDataLst>
          </p:nvPr>
        </p:nvSpPr>
        <p:spPr>
          <a:xfrm>
            <a:off x="6905296" y="4056347"/>
            <a:ext cx="1587619" cy="477054"/>
          </a:xfrm>
          <a:prstGeom prst="rect">
            <a:avLst/>
          </a:prstGeom>
          <a:noFill/>
        </p:spPr>
        <p:txBody>
          <a:bodyPr wrap="square">
            <a:spAutoFit/>
          </a:bodyPr>
          <a:lstStyle/>
          <a:p>
            <a:pPr defTabSz="457200">
              <a:defRPr/>
            </a:pPr>
            <a:r>
              <a:rPr lang="zh-CN" altLang="en-US" sz="2400">
                <a:solidFill>
                  <a:srgbClr val="C00000"/>
                </a:solidFill>
                <a:latin typeface="微软雅黑" panose="020B0503020204020204" charset="-122"/>
              </a:rPr>
              <a:t>控制变量</a:t>
            </a:r>
            <a:endParaRPr lang="zh-CN" altLang="en-US" sz="2400">
              <a:solidFill>
                <a:srgbClr val="C00000"/>
              </a:solidFill>
              <a:latin typeface="Times New Roman"/>
            </a:endParaRPr>
          </a:p>
        </p:txBody>
      </p:sp>
      <p:pic>
        <p:nvPicPr>
          <p:cNvPr id="10" name="图片 9" descr="cbe3eb76672406fabbe30586b58813d">
            <a:extLst>
              <a:ext uri="{FF2B5EF4-FFF2-40B4-BE49-F238E27FC236}">
                <a16:creationId xmlns:a16="http://schemas.microsoft.com/office/drawing/2014/main" id="{94CF7EEE-2342-0EE5-D1BB-AE76F62B0417}"/>
              </a:ext>
            </a:extLst>
          </p:cNvPr>
          <p:cNvPicPr>
            <a:picLocks noChangeAspect="1"/>
          </p:cNvPicPr>
          <p:nvPr/>
        </p:nvPicPr>
        <p:blipFill>
          <a:blip r:embed="rId11"/>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230618845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outVertical)">
                                      <p:cBhvr>
                                        <p:cTn id="12" dur="500"/>
                                        <p:tgtEl>
                                          <p:spTgt spid="7"/>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A6A22FF-378C-DE2C-079B-94CD52956747}"/>
              </a:ext>
            </a:extLst>
          </p:cNvPr>
          <p:cNvSpPr txBox="1"/>
          <p:nvPr>
            <p:custDataLst>
              <p:tags r:id="rId1"/>
            </p:custDataLst>
          </p:nvPr>
        </p:nvSpPr>
        <p:spPr>
          <a:xfrm>
            <a:off x="1008847" y="391060"/>
            <a:ext cx="6635962" cy="359073"/>
          </a:xfrm>
          <a:prstGeom prst="rect">
            <a:avLst/>
          </a:prstGeom>
          <a:noFill/>
        </p:spPr>
        <p:txBody>
          <a:bodyPr wrap="square" lIns="0" tIns="0" rIns="0" bIns="0" rtlCol="0">
            <a:spAutoFit/>
          </a:bodyPr>
          <a:lstStyle/>
          <a:p>
            <a:pPr marL="0" marR="0" lvl="0" indent="0" algn="l" defTabSz="914400" rtl="0" eaLnBrk="1" fontAlgn="auto" latinLnBrk="0" hangingPunct="1">
              <a:lnSpc>
                <a:spcPts val="2800"/>
              </a:lnSpc>
              <a:spcBef>
                <a:spcPct val="0"/>
              </a:spcBef>
              <a:spcAft>
                <a:spcPct val="0"/>
              </a:spcAft>
              <a:buClrTx/>
              <a:buSzTx/>
              <a:buFontTx/>
              <a:buNone/>
              <a:defRPr/>
            </a:pPr>
            <a:r>
              <a:rPr kumimoji="0" lang="zh-CN" altLang="en-US" sz="2800" b="1" i="0" u="none" strike="noStrike" kern="0" cap="none" spc="0" normalizeH="0" baseline="0" noProof="0">
                <a:ln>
                  <a:noFill/>
                </a:ln>
                <a:solidFill>
                  <a:srgbClr val="7030A0"/>
                </a:solidFill>
                <a:effectLst/>
                <a:uLnTx/>
                <a:uFillTx/>
                <a:latin typeface="Times New Roman" panose="02020603050405020304" pitchFamily="18" charset="0"/>
                <a:ea typeface="思源黑体 CN Bold"/>
                <a:cs typeface="Times New Roman" panose="02020603050405020304" pitchFamily="18" charset="0"/>
              </a:rPr>
              <a:t>题型二、</a:t>
            </a:r>
            <a:r>
              <a:rPr lang="zh-CN" altLang="en-US" sz="2800" b="1" kern="0">
                <a:solidFill>
                  <a:srgbClr val="7030A0"/>
                </a:solidFill>
                <a:latin typeface="Times New Roman" panose="02020603050405020304" pitchFamily="18" charset="0"/>
                <a:ea typeface="思源黑体 CN Bold"/>
                <a:cs typeface="Times New Roman" panose="02020603050405020304" pitchFamily="18" charset="0"/>
              </a:rPr>
              <a:t>声音三个特性的综合辨析</a:t>
            </a:r>
          </a:p>
        </p:txBody>
      </p:sp>
      <p:grpSp>
        <p:nvGrpSpPr>
          <p:cNvPr id="10" name="组合 9">
            <a:extLst>
              <a:ext uri="{FF2B5EF4-FFF2-40B4-BE49-F238E27FC236}">
                <a16:creationId xmlns:a16="http://schemas.microsoft.com/office/drawing/2014/main" id="{3AC79FA6-51C8-09D3-92FE-47404D8F39A4}"/>
              </a:ext>
            </a:extLst>
          </p:cNvPr>
          <p:cNvGrpSpPr/>
          <p:nvPr>
            <p:custDataLst>
              <p:tags r:id="rId2"/>
            </p:custDataLst>
          </p:nvPr>
        </p:nvGrpSpPr>
        <p:grpSpPr>
          <a:xfrm>
            <a:off x="0" y="4344977"/>
            <a:ext cx="12192000" cy="2469480"/>
            <a:chOff x="1802108" y="2722671"/>
            <a:chExt cx="6762965" cy="2194352"/>
          </a:xfrm>
        </p:grpSpPr>
        <p:sp>
          <p:nvSpPr>
            <p:cNvPr id="12" name="矩形 37">
              <a:extLst>
                <a:ext uri="{FF2B5EF4-FFF2-40B4-BE49-F238E27FC236}">
                  <a16:creationId xmlns:a16="http://schemas.microsoft.com/office/drawing/2014/main" id="{3FD97780-AB51-AEC1-2A08-EE4FB3A31691}"/>
                </a:ext>
              </a:extLst>
            </p:cNvPr>
            <p:cNvSpPr>
              <a:spLocks noChangeArrowheads="1"/>
            </p:cNvSpPr>
            <p:nvPr>
              <p:custDataLst>
                <p:tags r:id="rId9"/>
              </p:custDataLst>
            </p:nvPr>
          </p:nvSpPr>
          <p:spPr bwMode="auto">
            <a:xfrm>
              <a:off x="1802108" y="2722671"/>
              <a:ext cx="6762965" cy="219435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1218002" rtl="0" eaLnBrk="1" fontAlgn="auto" latinLnBrk="0" hangingPunct="1">
                <a:lnSpc>
                  <a:spcPct val="100000"/>
                </a:lnSpc>
                <a:spcBef>
                  <a:spcPct val="0"/>
                </a:spcBef>
                <a:spcAft>
                  <a:spcPct val="0"/>
                </a:spcAft>
                <a:buClrTx/>
                <a:buSzTx/>
                <a:buFontTx/>
                <a:buNone/>
                <a:defRPr/>
              </a:pPr>
              <a:endParaRPr kumimoji="0" lang="zh-CN" altLang="en-US" sz="2399" b="0" i="0" u="none" strike="noStrike" kern="1200" cap="none" spc="0" normalizeH="0" baseline="0" noProof="0">
                <a:ln>
                  <a:noFill/>
                </a:ln>
                <a:solidFill>
                  <a:prstClr val="white"/>
                </a:solidFill>
                <a:effectLst/>
                <a:uLnTx/>
                <a:uFillTx/>
                <a:latin typeface="Times New Roman"/>
                <a:ea typeface="微软雅黑" panose="020B0503020204020204" charset="-122"/>
                <a:cs typeface="+mn-ea"/>
                <a:sym typeface="+mn-lt"/>
              </a:endParaRPr>
            </a:p>
          </p:txBody>
        </p:sp>
        <p:pic>
          <p:nvPicPr>
            <p:cNvPr id="13" name="图片 12">
              <a:extLst>
                <a:ext uri="{FF2B5EF4-FFF2-40B4-BE49-F238E27FC236}">
                  <a16:creationId xmlns:a16="http://schemas.microsoft.com/office/drawing/2014/main" id="{1226D16F-9C5B-01EC-92D4-BF38FED758A9}"/>
                </a:ext>
              </a:extLst>
            </p:cNvPr>
            <p:cNvPicPr>
              <a:picLocks noChangeAspect="1"/>
            </p:cNvPicPr>
            <p:nvPr>
              <p:custDataLst>
                <p:tags r:id="rId10"/>
              </p:custDataLst>
            </p:nvPr>
          </p:nvPicPr>
          <p:blipFill>
            <a:blip r:embed="rId12"/>
            <a:srcRect l="16093" t="19040" r="16095" b="25092"/>
            <a:stretch>
              <a:fillRect/>
            </a:stretch>
          </p:blipFill>
          <p:spPr>
            <a:xfrm>
              <a:off x="1837449" y="2787876"/>
              <a:ext cx="649101" cy="527627"/>
            </a:xfrm>
            <a:prstGeom prst="rect">
              <a:avLst/>
            </a:prstGeom>
          </p:spPr>
        </p:pic>
      </p:grpSp>
      <p:sp>
        <p:nvSpPr>
          <p:cNvPr id="4" name="文本框 3">
            <a:extLst>
              <a:ext uri="{FF2B5EF4-FFF2-40B4-BE49-F238E27FC236}">
                <a16:creationId xmlns:a16="http://schemas.microsoft.com/office/drawing/2014/main" id="{75C636FF-8AA7-4484-9FED-0BBF72376A91}"/>
              </a:ext>
            </a:extLst>
          </p:cNvPr>
          <p:cNvSpPr txBox="1"/>
          <p:nvPr>
            <p:custDataLst>
              <p:tags r:id="rId3"/>
            </p:custDataLst>
          </p:nvPr>
        </p:nvSpPr>
        <p:spPr>
          <a:xfrm>
            <a:off x="761987" y="1081862"/>
            <a:ext cx="10236364" cy="2862322"/>
          </a:xfrm>
          <a:prstGeom prst="rect">
            <a:avLst/>
          </a:prstGeom>
          <a:noFill/>
        </p:spPr>
        <p:txBody>
          <a:bodyPr wrap="square">
            <a:spAutoFit/>
          </a:bodyPr>
          <a:lstStyle/>
          <a:p>
            <a:pPr indent="432000" defTabSz="457200" fontAlgn="ctr">
              <a:lnSpc>
                <a:spcPts val="3600"/>
              </a:lnSpc>
            </a:pPr>
            <a:r>
              <a:rPr lang="en-US" altLang="zh-CN" sz="2500" kern="100">
                <a:solidFill>
                  <a:srgbClr val="002060"/>
                </a:solidFill>
                <a:latin typeface="Times New Roman"/>
                <a:ea typeface="微软雅黑" panose="020B0503020204020204" charset="-122"/>
                <a:cs typeface="Times New Roman" panose="02020603050405020304" pitchFamily="18" charset="0"/>
              </a:rPr>
              <a:t>  </a:t>
            </a:r>
            <a:r>
              <a:rPr lang="en-US" altLang="zh-CN" sz="2500" b="1" kern="100">
                <a:solidFill>
                  <a:srgbClr val="002060"/>
                </a:solidFill>
                <a:latin typeface="Times New Roman"/>
                <a:ea typeface="微软雅黑" panose="020B0503020204020204" charset="-122"/>
                <a:cs typeface="Times New Roman" panose="02020603050405020304" pitchFamily="18" charset="0"/>
              </a:rPr>
              <a:t>【</a:t>
            </a:r>
            <a:r>
              <a:rPr lang="zh-CN" altLang="en-US" sz="2500" b="1" kern="100">
                <a:solidFill>
                  <a:srgbClr val="002060"/>
                </a:solidFill>
                <a:latin typeface="Times New Roman"/>
                <a:ea typeface="微软雅黑" panose="020B0503020204020204" charset="-122"/>
                <a:cs typeface="Times New Roman" panose="02020603050405020304" pitchFamily="18" charset="0"/>
              </a:rPr>
              <a:t>例题</a:t>
            </a:r>
            <a:r>
              <a:rPr lang="en-US" altLang="zh-CN" sz="2500" b="1" kern="100">
                <a:solidFill>
                  <a:srgbClr val="002060"/>
                </a:solidFill>
                <a:latin typeface="Times New Roman"/>
                <a:ea typeface="微软雅黑" panose="020B0503020204020204" charset="-122"/>
                <a:cs typeface="Times New Roman" panose="02020603050405020304" pitchFamily="18" charset="0"/>
              </a:rPr>
              <a:t>3】</a:t>
            </a:r>
            <a:r>
              <a:rPr lang="en-US" altLang="zh-CN" sz="2500" kern="100">
                <a:solidFill>
                  <a:srgbClr val="002060"/>
                </a:solidFill>
                <a:latin typeface="Times New Roman"/>
                <a:ea typeface="微软雅黑" panose="020B0503020204020204" charset="-122"/>
                <a:cs typeface="Times New Roman" panose="02020603050405020304" pitchFamily="18" charset="0"/>
              </a:rPr>
              <a:t>2022</a:t>
            </a:r>
            <a:r>
              <a:rPr lang="zh-CN" altLang="en-US" sz="2500" kern="100">
                <a:solidFill>
                  <a:srgbClr val="002060"/>
                </a:solidFill>
                <a:latin typeface="Times New Roman"/>
                <a:ea typeface="微软雅黑" panose="020B0503020204020204" charset="-122"/>
                <a:cs typeface="Times New Roman" panose="02020603050405020304" pitchFamily="18" charset="0"/>
              </a:rPr>
              <a:t>年元宵晚会我国航天员王亚平在中国空间站用古筝弹奏</a:t>
            </a:r>
            <a:r>
              <a:rPr lang="en-US" altLang="zh-CN" sz="2500" kern="100">
                <a:solidFill>
                  <a:srgbClr val="002060"/>
                </a:solidFill>
                <a:latin typeface="Times New Roman"/>
                <a:ea typeface="微软雅黑" panose="020B0503020204020204" charset="-122"/>
                <a:cs typeface="Times New Roman" panose="02020603050405020304" pitchFamily="18" charset="0"/>
              </a:rPr>
              <a:t>《</a:t>
            </a:r>
            <a:r>
              <a:rPr lang="zh-CN" altLang="en-US" sz="2500" kern="100">
                <a:solidFill>
                  <a:srgbClr val="002060"/>
                </a:solidFill>
                <a:latin typeface="Times New Roman"/>
                <a:ea typeface="微软雅黑" panose="020B0503020204020204" charset="-122"/>
                <a:cs typeface="Times New Roman" panose="02020603050405020304" pitchFamily="18" charset="0"/>
              </a:rPr>
              <a:t>茉莉花</a:t>
            </a:r>
            <a:r>
              <a:rPr lang="en-US" altLang="zh-CN" sz="2500" kern="100">
                <a:solidFill>
                  <a:srgbClr val="002060"/>
                </a:solidFill>
                <a:latin typeface="Times New Roman"/>
                <a:ea typeface="微软雅黑" panose="020B0503020204020204" charset="-122"/>
                <a:cs typeface="Times New Roman" panose="02020603050405020304" pitchFamily="18" charset="0"/>
              </a:rPr>
              <a:t>》</a:t>
            </a:r>
            <a:r>
              <a:rPr lang="zh-CN" altLang="en-US" sz="2500" kern="100">
                <a:solidFill>
                  <a:srgbClr val="002060"/>
                </a:solidFill>
                <a:latin typeface="Times New Roman"/>
                <a:ea typeface="微软雅黑" panose="020B0503020204020204" charset="-122"/>
                <a:cs typeface="Times New Roman" panose="02020603050405020304" pitchFamily="18" charset="0"/>
              </a:rPr>
              <a:t>，为全国人民送上太空音乐祝福，“此曲只应天上有，人间能得几回闻”。完成以下问题：</a:t>
            </a:r>
          </a:p>
          <a:p>
            <a:pPr indent="432000" defTabSz="457200" fontAlgn="ctr">
              <a:lnSpc>
                <a:spcPts val="3600"/>
              </a:lnSpc>
            </a:pPr>
            <a:r>
              <a:rPr lang="zh-CN" altLang="en-US" sz="2500" kern="100">
                <a:solidFill>
                  <a:srgbClr val="002060"/>
                </a:solidFill>
                <a:latin typeface="Times New Roman"/>
                <a:ea typeface="微软雅黑" panose="020B0503020204020204" charset="-122"/>
                <a:cs typeface="Times New Roman" panose="02020603050405020304" pitchFamily="18" charset="0"/>
              </a:rPr>
              <a:t>（</a:t>
            </a:r>
            <a:r>
              <a:rPr lang="en-US" altLang="zh-CN" sz="2500" kern="100">
                <a:solidFill>
                  <a:srgbClr val="002060"/>
                </a:solidFill>
                <a:latin typeface="Times New Roman"/>
                <a:ea typeface="微软雅黑" panose="020B0503020204020204" charset="-122"/>
                <a:cs typeface="Times New Roman" panose="02020603050405020304" pitchFamily="18" charset="0"/>
              </a:rPr>
              <a:t>1</a:t>
            </a:r>
            <a:r>
              <a:rPr lang="zh-CN" altLang="en-US" sz="2500" kern="100">
                <a:solidFill>
                  <a:srgbClr val="002060"/>
                </a:solidFill>
                <a:latin typeface="Times New Roman"/>
                <a:ea typeface="微软雅黑" panose="020B0503020204020204" charset="-122"/>
                <a:cs typeface="Times New Roman" panose="02020603050405020304" pitchFamily="18" charset="0"/>
              </a:rPr>
              <a:t>）琴弦的长短不同，发出声音的</a:t>
            </a:r>
            <a:r>
              <a:rPr lang="en-US" altLang="zh-CN" sz="2500" kern="100">
                <a:solidFill>
                  <a:srgbClr val="002060"/>
                </a:solidFill>
                <a:latin typeface="Times New Roman"/>
                <a:ea typeface="微软雅黑" panose="020B0503020204020204" charset="-122"/>
                <a:cs typeface="Times New Roman" panose="02020603050405020304" pitchFamily="18" charset="0"/>
              </a:rPr>
              <a:t>_______</a:t>
            </a:r>
            <a:r>
              <a:rPr lang="zh-CN" altLang="en-US" sz="2500" kern="100">
                <a:solidFill>
                  <a:srgbClr val="002060"/>
                </a:solidFill>
                <a:latin typeface="Times New Roman"/>
                <a:ea typeface="微软雅黑" panose="020B0503020204020204" charset="-122"/>
                <a:cs typeface="Times New Roman" panose="02020603050405020304" pitchFamily="18" charset="0"/>
              </a:rPr>
              <a:t>不同；</a:t>
            </a:r>
          </a:p>
          <a:p>
            <a:pPr indent="432000" defTabSz="457200" fontAlgn="ctr">
              <a:lnSpc>
                <a:spcPts val="3600"/>
              </a:lnSpc>
            </a:pPr>
            <a:r>
              <a:rPr lang="zh-CN" altLang="en-US" sz="2500" kern="100">
                <a:solidFill>
                  <a:srgbClr val="002060"/>
                </a:solidFill>
                <a:latin typeface="Times New Roman"/>
                <a:ea typeface="微软雅黑" panose="020B0503020204020204" charset="-122"/>
                <a:cs typeface="Times New Roman" panose="02020603050405020304" pitchFamily="18" charset="0"/>
              </a:rPr>
              <a:t>（</a:t>
            </a:r>
            <a:r>
              <a:rPr lang="en-US" altLang="zh-CN" sz="2500" kern="100">
                <a:solidFill>
                  <a:srgbClr val="002060"/>
                </a:solidFill>
                <a:latin typeface="Times New Roman"/>
                <a:ea typeface="微软雅黑" panose="020B0503020204020204" charset="-122"/>
                <a:cs typeface="Times New Roman" panose="02020603050405020304" pitchFamily="18" charset="0"/>
              </a:rPr>
              <a:t>2</a:t>
            </a:r>
            <a:r>
              <a:rPr lang="zh-CN" altLang="en-US" sz="2500" kern="100">
                <a:solidFill>
                  <a:srgbClr val="002060"/>
                </a:solidFill>
                <a:latin typeface="Times New Roman"/>
                <a:ea typeface="微软雅黑" panose="020B0503020204020204" charset="-122"/>
                <a:cs typeface="Times New Roman" panose="02020603050405020304" pitchFamily="18" charset="0"/>
              </a:rPr>
              <a:t>）演奏古筝时通过弦的</a:t>
            </a:r>
            <a:r>
              <a:rPr lang="en-US" altLang="zh-CN" sz="2500" kern="100">
                <a:solidFill>
                  <a:srgbClr val="002060"/>
                </a:solidFill>
                <a:latin typeface="Times New Roman"/>
                <a:ea typeface="微软雅黑" panose="020B0503020204020204" charset="-122"/>
                <a:cs typeface="Times New Roman" panose="02020603050405020304" pitchFamily="18" charset="0"/>
              </a:rPr>
              <a:t>_______</a:t>
            </a:r>
            <a:r>
              <a:rPr lang="zh-CN" altLang="en-US" sz="2500" kern="100">
                <a:solidFill>
                  <a:srgbClr val="002060"/>
                </a:solidFill>
                <a:latin typeface="Times New Roman"/>
                <a:ea typeface="微软雅黑" panose="020B0503020204020204" charset="-122"/>
                <a:cs typeface="Times New Roman" panose="02020603050405020304" pitchFamily="18" charset="0"/>
              </a:rPr>
              <a:t>发声；</a:t>
            </a:r>
          </a:p>
          <a:p>
            <a:pPr indent="432000" defTabSz="457200" fontAlgn="ctr">
              <a:lnSpc>
                <a:spcPts val="3600"/>
              </a:lnSpc>
            </a:pPr>
            <a:r>
              <a:rPr lang="zh-CN" altLang="en-US" sz="2500" kern="100">
                <a:solidFill>
                  <a:srgbClr val="002060"/>
                </a:solidFill>
                <a:latin typeface="Times New Roman"/>
                <a:ea typeface="微软雅黑" panose="020B0503020204020204" charset="-122"/>
                <a:cs typeface="Times New Roman" panose="02020603050405020304" pitchFamily="18" charset="0"/>
              </a:rPr>
              <a:t>（</a:t>
            </a:r>
            <a:r>
              <a:rPr lang="en-US" altLang="zh-CN" sz="2500" kern="100">
                <a:solidFill>
                  <a:srgbClr val="002060"/>
                </a:solidFill>
                <a:latin typeface="Times New Roman"/>
                <a:ea typeface="微软雅黑" panose="020B0503020204020204" charset="-122"/>
                <a:cs typeface="Times New Roman" panose="02020603050405020304" pitchFamily="18" charset="0"/>
              </a:rPr>
              <a:t>3</a:t>
            </a:r>
            <a:r>
              <a:rPr lang="zh-CN" altLang="en-US" sz="2500" kern="100">
                <a:solidFill>
                  <a:srgbClr val="002060"/>
                </a:solidFill>
                <a:latin typeface="Times New Roman"/>
                <a:ea typeface="微软雅黑" panose="020B0503020204020204" charset="-122"/>
                <a:cs typeface="Times New Roman" panose="02020603050405020304" pitchFamily="18" charset="0"/>
              </a:rPr>
              <a:t>）拨动同一琴弦的力越大，发声的</a:t>
            </a:r>
            <a:r>
              <a:rPr lang="en-US" altLang="zh-CN" sz="2500" kern="100">
                <a:solidFill>
                  <a:srgbClr val="002060"/>
                </a:solidFill>
                <a:latin typeface="Times New Roman"/>
                <a:ea typeface="微软雅黑" panose="020B0503020204020204" charset="-122"/>
                <a:cs typeface="Times New Roman" panose="02020603050405020304" pitchFamily="18" charset="0"/>
              </a:rPr>
              <a:t>_______</a:t>
            </a:r>
            <a:r>
              <a:rPr lang="zh-CN" altLang="en-US" sz="2500" kern="100">
                <a:solidFill>
                  <a:srgbClr val="002060"/>
                </a:solidFill>
                <a:latin typeface="Times New Roman"/>
                <a:ea typeface="微软雅黑" panose="020B0503020204020204" charset="-122"/>
                <a:cs typeface="Times New Roman" panose="02020603050405020304" pitchFamily="18" charset="0"/>
              </a:rPr>
              <a:t>越大。</a:t>
            </a:r>
          </a:p>
        </p:txBody>
      </p:sp>
      <p:sp>
        <p:nvSpPr>
          <p:cNvPr id="7" name="文本框 6">
            <a:extLst>
              <a:ext uri="{FF2B5EF4-FFF2-40B4-BE49-F238E27FC236}">
                <a16:creationId xmlns:a16="http://schemas.microsoft.com/office/drawing/2014/main" id="{51F6BDBB-E392-30D7-D3F9-E58A460063EC}"/>
              </a:ext>
            </a:extLst>
          </p:cNvPr>
          <p:cNvSpPr txBox="1"/>
          <p:nvPr>
            <p:custDataLst>
              <p:tags r:id="rId4"/>
            </p:custDataLst>
          </p:nvPr>
        </p:nvSpPr>
        <p:spPr>
          <a:xfrm>
            <a:off x="5005191" y="2971730"/>
            <a:ext cx="1242508" cy="492443"/>
          </a:xfrm>
          <a:prstGeom prst="rect">
            <a:avLst/>
          </a:prstGeom>
          <a:noFill/>
        </p:spPr>
        <p:txBody>
          <a:bodyPr wrap="square">
            <a:spAutoFit/>
          </a:bodyPr>
          <a:lstStyle/>
          <a:p>
            <a:pPr defTabSz="457200"/>
            <a:r>
              <a:rPr lang="zh-CN" altLang="en-US" sz="2500" kern="100">
                <a:solidFill>
                  <a:srgbClr val="C00000"/>
                </a:solidFill>
                <a:latin typeface="微软雅黑" panose="020B0503020204020204" pitchFamily="34" charset="-122"/>
                <a:ea typeface="微软雅黑" panose="020B0503020204020204" pitchFamily="34" charset="-122"/>
              </a:rPr>
              <a:t>振动</a:t>
            </a:r>
            <a:endParaRPr lang="zh-CN" altLang="en-US" sz="2500">
              <a:solidFill>
                <a:srgbClr val="C0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A9A5C38F-E050-C0F8-E106-BDEB5EA56B06}"/>
              </a:ext>
            </a:extLst>
          </p:cNvPr>
          <p:cNvSpPr txBox="1"/>
          <p:nvPr>
            <p:custDataLst>
              <p:tags r:id="rId5"/>
            </p:custDataLst>
          </p:nvPr>
        </p:nvSpPr>
        <p:spPr>
          <a:xfrm>
            <a:off x="6452101" y="2566947"/>
            <a:ext cx="1050884" cy="492443"/>
          </a:xfrm>
          <a:prstGeom prst="rect">
            <a:avLst/>
          </a:prstGeom>
          <a:noFill/>
        </p:spPr>
        <p:txBody>
          <a:bodyPr wrap="square">
            <a:spAutoFit/>
          </a:bodyPr>
          <a:lstStyle/>
          <a:p>
            <a:pPr defTabSz="457200"/>
            <a:r>
              <a:rPr lang="zh-CN" altLang="en-US" sz="2500" kern="100">
                <a:solidFill>
                  <a:srgbClr val="C00000"/>
                </a:solidFill>
                <a:latin typeface="微软雅黑" panose="020B0503020204020204" pitchFamily="34" charset="-122"/>
                <a:ea typeface="微软雅黑" panose="020B0503020204020204" pitchFamily="34" charset="-122"/>
              </a:rPr>
              <a:t>音调</a:t>
            </a:r>
            <a:endParaRPr lang="zh-CN" altLang="en-US" sz="2500">
              <a:solidFill>
                <a:srgbClr val="C00000"/>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D5E9F005-5322-028B-1737-30E50648C441}"/>
              </a:ext>
            </a:extLst>
          </p:cNvPr>
          <p:cNvSpPr txBox="1"/>
          <p:nvPr>
            <p:custDataLst>
              <p:tags r:id="rId6"/>
            </p:custDataLst>
          </p:nvPr>
        </p:nvSpPr>
        <p:spPr>
          <a:xfrm>
            <a:off x="6670916" y="3405916"/>
            <a:ext cx="1348103" cy="492443"/>
          </a:xfrm>
          <a:prstGeom prst="rect">
            <a:avLst/>
          </a:prstGeom>
          <a:noFill/>
        </p:spPr>
        <p:txBody>
          <a:bodyPr wrap="square">
            <a:spAutoFit/>
          </a:bodyPr>
          <a:lstStyle/>
          <a:p>
            <a:pPr defTabSz="457200"/>
            <a:r>
              <a:rPr lang="zh-CN" altLang="en-US" sz="2500" kern="100">
                <a:solidFill>
                  <a:srgbClr val="C00000"/>
                </a:solidFill>
                <a:latin typeface="微软雅黑" panose="020B0503020204020204" pitchFamily="34" charset="-122"/>
                <a:ea typeface="微软雅黑" panose="020B0503020204020204" pitchFamily="34" charset="-122"/>
              </a:rPr>
              <a:t>响度</a:t>
            </a:r>
            <a:endParaRPr lang="zh-CN" altLang="en-US" sz="2500">
              <a:solidFill>
                <a:srgbClr val="C0000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2812223C-BBE1-8094-A040-9B2E92D26FBE}"/>
              </a:ext>
            </a:extLst>
          </p:cNvPr>
          <p:cNvSpPr txBox="1"/>
          <p:nvPr>
            <p:custDataLst>
              <p:tags r:id="rId7"/>
            </p:custDataLst>
          </p:nvPr>
        </p:nvSpPr>
        <p:spPr>
          <a:xfrm>
            <a:off x="1444122" y="4470659"/>
            <a:ext cx="9692640" cy="1990288"/>
          </a:xfrm>
          <a:prstGeom prst="rect">
            <a:avLst/>
          </a:prstGeom>
          <a:noFill/>
        </p:spPr>
        <p:txBody>
          <a:bodyPr wrap="square">
            <a:spAutoFit/>
          </a:bodyPr>
          <a:lstStyle/>
          <a:p>
            <a:pPr indent="457200" defTabSz="457200" fontAlgn="ctr">
              <a:lnSpc>
                <a:spcPts val="3700"/>
              </a:lnSpc>
            </a:pPr>
            <a:r>
              <a:rPr lang="zh-CN" altLang="en-US" sz="2400" kern="10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琴弦的长短不同，振动快慢不同，即振动频率不同，则发出的声音音调不同。</a:t>
            </a:r>
          </a:p>
          <a:p>
            <a:pPr indent="457200" defTabSz="457200" fontAlgn="ctr">
              <a:lnSpc>
                <a:spcPts val="3700"/>
              </a:lnSpc>
            </a:pPr>
            <a:r>
              <a:rPr lang="zh-CN" altLang="en-US" sz="2400" kern="10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声音是由物体的振动产生的，演奏古筝是弦的振动而发声的。</a:t>
            </a:r>
          </a:p>
          <a:p>
            <a:pPr indent="457200" defTabSz="457200" fontAlgn="ctr">
              <a:lnSpc>
                <a:spcPts val="3700"/>
              </a:lnSpc>
            </a:pPr>
            <a:r>
              <a:rPr lang="zh-CN" altLang="en-US" sz="2400" kern="10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拨动琴弦的力越大，琴弦的振动幅度越大，发声的响度越大。</a:t>
            </a:r>
          </a:p>
        </p:txBody>
      </p:sp>
      <p:pic>
        <p:nvPicPr>
          <p:cNvPr id="17" name="图片 16">
            <a:extLst>
              <a:ext uri="{FF2B5EF4-FFF2-40B4-BE49-F238E27FC236}">
                <a16:creationId xmlns:a16="http://schemas.microsoft.com/office/drawing/2014/main" id="{0E7EB741-0BEB-BB66-688A-27DCD14EF984}"/>
              </a:ext>
            </a:extLst>
          </p:cNvPr>
          <p:cNvPicPr>
            <a:picLocks noChangeAspect="1"/>
          </p:cNvPicPr>
          <p:nvPr>
            <p:custDataLst>
              <p:tags r:id="rId8"/>
            </p:custDataLst>
          </p:nvPr>
        </p:nvPicPr>
        <p:blipFill>
          <a:blip r:embed="rId13"/>
          <a:stretch>
            <a:fillRect/>
          </a:stretch>
        </p:blipFill>
        <p:spPr>
          <a:xfrm>
            <a:off x="9063843" y="2273939"/>
            <a:ext cx="2504907" cy="1888027"/>
          </a:xfrm>
          <a:prstGeom prst="rect">
            <a:avLst/>
          </a:prstGeom>
          <a:effectLst>
            <a:softEdge rad="12700"/>
          </a:effectLst>
        </p:spPr>
      </p:pic>
      <p:pic>
        <p:nvPicPr>
          <p:cNvPr id="3" name="图片 2" descr="cbe3eb76672406fabbe30586b58813d">
            <a:extLst>
              <a:ext uri="{FF2B5EF4-FFF2-40B4-BE49-F238E27FC236}">
                <a16:creationId xmlns:a16="http://schemas.microsoft.com/office/drawing/2014/main" id="{93776A0E-6F70-F6F7-F9F1-CB6269F28375}"/>
              </a:ext>
            </a:extLst>
          </p:cNvPr>
          <p:cNvPicPr>
            <a:picLocks noChangeAspect="1"/>
          </p:cNvPicPr>
          <p:nvPr/>
        </p:nvPicPr>
        <p:blipFill>
          <a:blip r:embed="rId14"/>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3144525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checkerboard(across)">
                                      <p:cBhvr>
                                        <p:cTn id="12" dur="500"/>
                                        <p:tgtEl>
                                          <p:spTgt spid="16">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6">
                                            <p:txEl>
                                              <p:pRg st="1" end="1"/>
                                            </p:txEl>
                                          </p:spTgt>
                                        </p:tgtEl>
                                        <p:attrNameLst>
                                          <p:attrName>style.visibility</p:attrName>
                                        </p:attrNameLst>
                                      </p:cBhvr>
                                      <p:to>
                                        <p:strVal val="visible"/>
                                      </p:to>
                                    </p:set>
                                    <p:animEffect transition="in" filter="wipe(down)">
                                      <p:cBhvr>
                                        <p:cTn id="17" dur="500"/>
                                        <p:tgtEl>
                                          <p:spTgt spid="16">
                                            <p:txEl>
                                              <p:pRg st="1" end="1"/>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6">
                                            <p:txEl>
                                              <p:pRg st="2" end="2"/>
                                            </p:txEl>
                                          </p:spTgt>
                                        </p:tgtEl>
                                        <p:attrNameLst>
                                          <p:attrName>style.visibility</p:attrName>
                                        </p:attrNameLst>
                                      </p:cBhvr>
                                      <p:to>
                                        <p:strVal val="visible"/>
                                      </p:to>
                                    </p:set>
                                    <p:animEffect transition="in" filter="wipe(down)">
                                      <p:cBhvr>
                                        <p:cTn id="22" dur="500"/>
                                        <p:tgtEl>
                                          <p:spTgt spid="16">
                                            <p:txEl>
                                              <p:pRg st="2" end="2"/>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arn(inVertical)">
                                      <p:cBhvr>
                                        <p:cTn id="30" dur="500"/>
                                        <p:tgtEl>
                                          <p:spTgt spid="8"/>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barn(inVertical)">
                                      <p:cBhvr>
                                        <p:cTn id="3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2">
            <a:extLst>
              <a:ext uri="{FF2B5EF4-FFF2-40B4-BE49-F238E27FC236}">
                <a16:creationId xmlns:a16="http://schemas.microsoft.com/office/drawing/2014/main" id="{6AA7386F-76CF-44C0-BB23-31EEBD79504A}"/>
              </a:ext>
            </a:extLst>
          </p:cNvPr>
          <p:cNvSpPr/>
          <p:nvPr>
            <p:custDataLst>
              <p:tags r:id="rId1"/>
            </p:custDataLst>
          </p:nvPr>
        </p:nvSpPr>
        <p:spPr>
          <a:xfrm>
            <a:off x="1392842" y="1120531"/>
            <a:ext cx="9649327" cy="3108480"/>
          </a:xfrm>
          <a:prstGeom prst="rect">
            <a:avLst/>
          </a:prstGeom>
          <a:noFill/>
          <a:ln w="9525">
            <a:noFill/>
          </a:ln>
        </p:spPr>
        <p:txBody>
          <a:bodyPr wrap="square">
            <a:spAutoFit/>
          </a:bodyPr>
          <a:lstStyle/>
          <a:p>
            <a:pPr indent="576000" defTabSz="457200">
              <a:lnSpc>
                <a:spcPts val="3400"/>
              </a:lnSpc>
            </a:pPr>
            <a:r>
              <a:rPr lang="en-US" altLang="zh-CN" sz="2400" b="1">
                <a:solidFill>
                  <a:srgbClr val="002060"/>
                </a:solidFill>
                <a:latin typeface="Times New Roman"/>
              </a:rPr>
              <a:t>【</a:t>
            </a:r>
            <a:r>
              <a:rPr lang="zh-CN" altLang="en-US" sz="2400" b="1">
                <a:solidFill>
                  <a:srgbClr val="002060"/>
                </a:solidFill>
                <a:latin typeface="Times New Roman"/>
              </a:rPr>
              <a:t>例题</a:t>
            </a:r>
            <a:r>
              <a:rPr lang="en-US" altLang="zh-CN" sz="2400" b="1">
                <a:solidFill>
                  <a:srgbClr val="002060"/>
                </a:solidFill>
                <a:latin typeface="Times New Roman"/>
              </a:rPr>
              <a:t>4】</a:t>
            </a:r>
            <a:r>
              <a:rPr lang="zh-CN" altLang="en-US" sz="2400">
                <a:solidFill>
                  <a:srgbClr val="002060"/>
                </a:solidFill>
                <a:latin typeface="Times New Roman"/>
              </a:rPr>
              <a:t>下列有关声现象的说法正确的是（　　）</a:t>
            </a:r>
          </a:p>
          <a:p>
            <a:pPr indent="576000" defTabSz="457200">
              <a:lnSpc>
                <a:spcPts val="3400"/>
              </a:lnSpc>
            </a:pPr>
            <a:r>
              <a:rPr lang="en-US" altLang="zh-CN" sz="2400">
                <a:solidFill>
                  <a:srgbClr val="002060"/>
                </a:solidFill>
                <a:latin typeface="Times New Roman"/>
              </a:rPr>
              <a:t>A</a:t>
            </a:r>
            <a:r>
              <a:rPr lang="zh-CN" altLang="en-US" sz="2400">
                <a:solidFill>
                  <a:srgbClr val="002060"/>
                </a:solidFill>
                <a:latin typeface="Times New Roman"/>
              </a:rPr>
              <a:t>．甲：声纹锁是通过音调辨别不同的声音</a:t>
            </a:r>
          </a:p>
          <a:p>
            <a:pPr indent="576000" defTabSz="457200">
              <a:lnSpc>
                <a:spcPts val="3400"/>
              </a:lnSpc>
            </a:pPr>
            <a:r>
              <a:rPr lang="en-US" altLang="zh-CN" sz="2400">
                <a:solidFill>
                  <a:srgbClr val="002060"/>
                </a:solidFill>
                <a:latin typeface="Times New Roman"/>
              </a:rPr>
              <a:t>B</a:t>
            </a:r>
            <a:r>
              <a:rPr lang="zh-CN" altLang="en-US" sz="2400">
                <a:solidFill>
                  <a:srgbClr val="002060"/>
                </a:solidFill>
                <a:latin typeface="Times New Roman"/>
              </a:rPr>
              <a:t>．乙：拍打薄膜发出声音，烛焰晃动，说明声音可以传递能量</a:t>
            </a:r>
          </a:p>
          <a:p>
            <a:pPr indent="576000" defTabSz="457200">
              <a:lnSpc>
                <a:spcPts val="3400"/>
              </a:lnSpc>
            </a:pPr>
            <a:r>
              <a:rPr lang="en-US" altLang="zh-CN" sz="2400">
                <a:solidFill>
                  <a:srgbClr val="002060"/>
                </a:solidFill>
                <a:latin typeface="Times New Roman"/>
              </a:rPr>
              <a:t>C</a:t>
            </a:r>
            <a:r>
              <a:rPr lang="zh-CN" altLang="en-US" sz="2400">
                <a:solidFill>
                  <a:srgbClr val="002060"/>
                </a:solidFill>
                <a:latin typeface="Times New Roman"/>
              </a:rPr>
              <a:t>．丙；用筷子敲击装有高度不同水的玻璃瓶时，发出的声音主要是由瓶内空气振动产生的</a:t>
            </a:r>
          </a:p>
          <a:p>
            <a:pPr indent="576000" defTabSz="457200">
              <a:lnSpc>
                <a:spcPts val="3400"/>
              </a:lnSpc>
            </a:pPr>
            <a:r>
              <a:rPr lang="en-US" altLang="zh-CN" sz="2400">
                <a:solidFill>
                  <a:srgbClr val="002060"/>
                </a:solidFill>
                <a:latin typeface="Times New Roman"/>
              </a:rPr>
              <a:t>D</a:t>
            </a:r>
            <a:r>
              <a:rPr lang="zh-CN" altLang="en-US" sz="2400">
                <a:solidFill>
                  <a:srgbClr val="002060"/>
                </a:solidFill>
                <a:latin typeface="Times New Roman"/>
              </a:rPr>
              <a:t>．丁：排箫又叫“参差”，由长短不一的竹管组成，竹管长度参差不齐的目的是改变声音的响度</a:t>
            </a:r>
          </a:p>
        </p:txBody>
      </p:sp>
      <p:sp>
        <p:nvSpPr>
          <p:cNvPr id="11" name="Text Box 3">
            <a:extLst>
              <a:ext uri="{FF2B5EF4-FFF2-40B4-BE49-F238E27FC236}">
                <a16:creationId xmlns:a16="http://schemas.microsoft.com/office/drawing/2014/main" id="{6DEE7287-BEBA-4D13-9F78-00AA8EE64C20}"/>
              </a:ext>
            </a:extLst>
          </p:cNvPr>
          <p:cNvSpPr/>
          <p:nvPr>
            <p:custDataLst>
              <p:tags r:id="rId2"/>
            </p:custDataLst>
          </p:nvPr>
        </p:nvSpPr>
        <p:spPr>
          <a:xfrm>
            <a:off x="8046894" y="1120531"/>
            <a:ext cx="734060" cy="492443"/>
          </a:xfrm>
          <a:prstGeom prst="rect">
            <a:avLst/>
          </a:prstGeom>
          <a:noFill/>
          <a:ln w="9525">
            <a:noFill/>
          </a:ln>
        </p:spPr>
        <p:txBody>
          <a:bodyPr wrap="square">
            <a:spAutoFit/>
          </a:bodyPr>
          <a:lstStyle/>
          <a:p>
            <a:pPr defTabSz="457200">
              <a:buFont typeface="Arial"/>
              <a:buNone/>
            </a:pPr>
            <a:r>
              <a:rPr lang="en-US" altLang="zh-CN" sz="2600">
                <a:solidFill>
                  <a:srgbClr val="FF0066"/>
                </a:solidFill>
                <a:latin typeface="Times New Roman"/>
                <a:ea typeface="黑体" panose="02010609060101010101" charset="-122"/>
              </a:rPr>
              <a:t>B</a:t>
            </a:r>
          </a:p>
        </p:txBody>
      </p:sp>
      <p:sp>
        <p:nvSpPr>
          <p:cNvPr id="3" name="文本框 2">
            <a:extLst>
              <a:ext uri="{FF2B5EF4-FFF2-40B4-BE49-F238E27FC236}">
                <a16:creationId xmlns:a16="http://schemas.microsoft.com/office/drawing/2014/main" id="{6DC9E3C1-90BF-E9F2-D9D6-4B9BB7D8E935}"/>
              </a:ext>
            </a:extLst>
          </p:cNvPr>
          <p:cNvSpPr txBox="1"/>
          <p:nvPr>
            <p:custDataLst>
              <p:tags r:id="rId3"/>
            </p:custDataLst>
          </p:nvPr>
        </p:nvSpPr>
        <p:spPr>
          <a:xfrm>
            <a:off x="1008847" y="391060"/>
            <a:ext cx="6635962" cy="359073"/>
          </a:xfrm>
          <a:prstGeom prst="rect">
            <a:avLst/>
          </a:prstGeom>
          <a:noFill/>
        </p:spPr>
        <p:txBody>
          <a:bodyPr wrap="square" lIns="0" tIns="0" rIns="0" bIns="0" rtlCol="0">
            <a:spAutoFit/>
          </a:bodyPr>
          <a:lstStyle/>
          <a:p>
            <a:pPr marL="0" marR="0" lvl="0" indent="0" algn="l" defTabSz="914400" rtl="0" eaLnBrk="1" fontAlgn="auto" latinLnBrk="0" hangingPunct="1">
              <a:lnSpc>
                <a:spcPts val="2800"/>
              </a:lnSpc>
              <a:spcBef>
                <a:spcPct val="0"/>
              </a:spcBef>
              <a:spcAft>
                <a:spcPct val="0"/>
              </a:spcAft>
              <a:buClrTx/>
              <a:buSzTx/>
              <a:buFontTx/>
              <a:buNone/>
              <a:defRPr/>
            </a:pPr>
            <a:r>
              <a:rPr kumimoji="0" lang="zh-CN" altLang="en-US" sz="2800" b="1" i="0" u="none" strike="noStrike" kern="0" cap="none" spc="0" normalizeH="0" baseline="0" noProof="0">
                <a:ln>
                  <a:noFill/>
                </a:ln>
                <a:solidFill>
                  <a:srgbClr val="7030A0"/>
                </a:solidFill>
                <a:effectLst/>
                <a:uLnTx/>
                <a:uFillTx/>
                <a:latin typeface="Times New Roman" panose="02020603050405020304" pitchFamily="18" charset="0"/>
                <a:ea typeface="思源黑体 CN Bold"/>
                <a:cs typeface="Times New Roman" panose="02020603050405020304" pitchFamily="18" charset="0"/>
              </a:rPr>
              <a:t>题型二、</a:t>
            </a:r>
            <a:r>
              <a:rPr lang="zh-CN" altLang="en-US" sz="2800" b="1" kern="0">
                <a:solidFill>
                  <a:srgbClr val="7030A0"/>
                </a:solidFill>
                <a:latin typeface="Times New Roman" panose="02020603050405020304" pitchFamily="18" charset="0"/>
                <a:ea typeface="思源黑体 CN Bold"/>
                <a:cs typeface="Times New Roman" panose="02020603050405020304" pitchFamily="18" charset="0"/>
              </a:rPr>
              <a:t>声音三个特性的综合辨析</a:t>
            </a:r>
          </a:p>
        </p:txBody>
      </p:sp>
      <p:pic>
        <p:nvPicPr>
          <p:cNvPr id="4" name="图片 3">
            <a:extLst>
              <a:ext uri="{FF2B5EF4-FFF2-40B4-BE49-F238E27FC236}">
                <a16:creationId xmlns:a16="http://schemas.microsoft.com/office/drawing/2014/main" id="{785FB54D-FE06-3D4C-18F7-5EE015D54FDE}"/>
              </a:ext>
            </a:extLst>
          </p:cNvPr>
          <p:cNvPicPr>
            <a:picLocks noChangeAspect="1"/>
          </p:cNvPicPr>
          <p:nvPr>
            <p:custDataLst>
              <p:tags r:id="rId4"/>
            </p:custDataLst>
          </p:nvPr>
        </p:nvPicPr>
        <p:blipFill>
          <a:blip r:embed="rId6"/>
          <a:stretch>
            <a:fillRect/>
          </a:stretch>
        </p:blipFill>
        <p:spPr>
          <a:xfrm>
            <a:off x="2449522" y="4599409"/>
            <a:ext cx="7661666" cy="1867531"/>
          </a:xfrm>
          <a:prstGeom prst="rect">
            <a:avLst/>
          </a:prstGeom>
        </p:spPr>
      </p:pic>
      <p:pic>
        <p:nvPicPr>
          <p:cNvPr id="2" name="图片 1" descr="cbe3eb76672406fabbe30586b58813d">
            <a:extLst>
              <a:ext uri="{FF2B5EF4-FFF2-40B4-BE49-F238E27FC236}">
                <a16:creationId xmlns:a16="http://schemas.microsoft.com/office/drawing/2014/main" id="{D49FE93D-9B45-DF70-43E0-80D826F62719}"/>
              </a:ext>
            </a:extLst>
          </p:cNvPr>
          <p:cNvPicPr>
            <a:picLocks noChangeAspect="1"/>
          </p:cNvPicPr>
          <p:nvPr/>
        </p:nvPicPr>
        <p:blipFill>
          <a:blip r:embed="rId7"/>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20479736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down)">
                                      <p:cBhvr>
                                        <p:cTn id="7" dur="435">
                                          <p:stCondLst>
                                            <p:cond delay="0"/>
                                          </p:stCondLst>
                                        </p:cTn>
                                        <p:tgtEl>
                                          <p:spTgt spid="11">
                                            <p:txEl>
                                              <p:pRg st="0" end="0"/>
                                            </p:txEl>
                                          </p:spTgt>
                                        </p:tgtEl>
                                      </p:cBhvr>
                                    </p:animEffect>
                                    <p:anim calcmode="lin" valueType="num">
                                      <p:cBhvr>
                                        <p:cTn id="8" dur="1366" tmFilter="0,0; 0.14,0.36; 0.43,0.73; 0.71,0.91; 1.0,1.0">
                                          <p:stCondLst>
                                            <p:cond delay="0"/>
                                          </p:stCondLst>
                                        </p:cTn>
                                        <p:tgtEl>
                                          <p:spTgt spid="11">
                                            <p:txEl>
                                              <p:pRg st="0" end="0"/>
                                            </p:txEl>
                                          </p:spTgt>
                                        </p:tgtEl>
                                        <p:attrNameLst>
                                          <p:attrName>ppt_x</p:attrName>
                                        </p:attrNameLst>
                                      </p:cBhvr>
                                      <p:tavLst>
                                        <p:tav tm="0">
                                          <p:val>
                                            <p:strVal val="#ppt_x-0.25"/>
                                          </p:val>
                                        </p:tav>
                                        <p:tav tm="100000">
                                          <p:val>
                                            <p:strVal val="#ppt_x"/>
                                          </p:val>
                                        </p:tav>
                                      </p:tavLst>
                                    </p:anim>
                                    <p:anim calcmode="lin" valueType="num">
                                      <p:cBhvr>
                                        <p:cTn id="9" dur="498" tmFilter="0.0,0.0; 0.25,0.07; 0.50,0.2; 0.75,0.467; 1.0,1.0">
                                          <p:stCondLst>
                                            <p:cond delay="0"/>
                                          </p:stCondLst>
                                        </p:cTn>
                                        <p:tgtEl>
                                          <p:spTgt spid="11">
                                            <p:txEl>
                                              <p:pRg st="0" end="0"/>
                                            </p:txEl>
                                          </p:spTgt>
                                        </p:tgtEl>
                                        <p:attrNameLst>
                                          <p:attrName>ppt_y</p:attrName>
                                        </p:attrNameLst>
                                      </p:cBhvr>
                                      <p:tavLst>
                                        <p:tav tm="0" fmla="#ppt_y-sin(pi*$)/3">
                                          <p:val>
                                            <p:fltVal val="0.5"/>
                                          </p:val>
                                        </p:tav>
                                        <p:tav tm="100000">
                                          <p:val>
                                            <p:fltVal val="1"/>
                                          </p:val>
                                        </p:tav>
                                      </p:tavLst>
                                    </p:anim>
                                    <p:anim calcmode="lin" valueType="num">
                                      <p:cBhvr>
                                        <p:cTn id="10" dur="498" tmFilter="0, 0; 0.125,0.2665; 0.25,0.4; 0.375,0.465; 0.5,0.5;  0.625,0.535; 0.75,0.6; 0.875,0.7335; 1,1">
                                          <p:stCondLst>
                                            <p:cond delay="498"/>
                                          </p:stCondLst>
                                        </p:cTn>
                                        <p:tgtEl>
                                          <p:spTgt spid="11">
                                            <p:txEl>
                                              <p:pRg st="0" end="0"/>
                                            </p:txEl>
                                          </p:spTgt>
                                        </p:tgtEl>
                                        <p:attrNameLst>
                                          <p:attrName>ppt_y</p:attrName>
                                        </p:attrNameLst>
                                      </p:cBhvr>
                                      <p:tavLst>
                                        <p:tav tm="0" fmla="#ppt_y-sin(pi*$)/9">
                                          <p:val>
                                            <p:fltVal val="0"/>
                                          </p:val>
                                        </p:tav>
                                        <p:tav tm="100000">
                                          <p:val>
                                            <p:fltVal val="1"/>
                                          </p:val>
                                        </p:tav>
                                      </p:tavLst>
                                    </p:anim>
                                    <p:anim calcmode="lin" valueType="num">
                                      <p:cBhvr>
                                        <p:cTn id="11" dur="249" tmFilter="0, 0; 0.125,0.2665; 0.25,0.4; 0.375,0.465; 0.5,0.5;  0.625,0.535; 0.75,0.6; 0.875,0.7335; 1,1">
                                          <p:stCondLst>
                                            <p:cond delay="993"/>
                                          </p:stCondLst>
                                        </p:cTn>
                                        <p:tgtEl>
                                          <p:spTgt spid="11">
                                            <p:txEl>
                                              <p:pRg st="0" end="0"/>
                                            </p:txEl>
                                          </p:spTgt>
                                        </p:tgtEl>
                                        <p:attrNameLst>
                                          <p:attrName>ppt_y</p:attrName>
                                        </p:attrNameLst>
                                      </p:cBhvr>
                                      <p:tavLst>
                                        <p:tav tm="0" fmla="#ppt_y-sin(pi*$)/27">
                                          <p:val>
                                            <p:fltVal val="0"/>
                                          </p:val>
                                        </p:tav>
                                        <p:tav tm="100000">
                                          <p:val>
                                            <p:fltVal val="1"/>
                                          </p:val>
                                        </p:tav>
                                      </p:tavLst>
                                    </p:anim>
                                    <p:anim calcmode="lin" valueType="num">
                                      <p:cBhvr>
                                        <p:cTn id="12" dur="123" tmFilter="0, 0; 0.125,0.2665; 0.25,0.4; 0.375,0.465; 0.5,0.5;  0.625,0.535; 0.75,0.6; 0.875,0.7335; 1,1">
                                          <p:stCondLst>
                                            <p:cond delay="1242"/>
                                          </p:stCondLst>
                                        </p:cTn>
                                        <p:tgtEl>
                                          <p:spTgt spid="11">
                                            <p:txEl>
                                              <p:pRg st="0" end="0"/>
                                            </p:txEl>
                                          </p:spTgt>
                                        </p:tgtEl>
                                        <p:attrNameLst>
                                          <p:attrName>ppt_y</p:attrName>
                                        </p:attrNameLst>
                                      </p:cBhvr>
                                      <p:tavLst>
                                        <p:tav tm="0" fmla="#ppt_y-sin(pi*$)/81">
                                          <p:val>
                                            <p:fltVal val="0"/>
                                          </p:val>
                                        </p:tav>
                                        <p:tav tm="100000">
                                          <p:val>
                                            <p:fltVal val="1"/>
                                          </p:val>
                                        </p:tav>
                                      </p:tavLst>
                                    </p:anim>
                                    <p:animScale>
                                      <p:cBhvr>
                                        <p:cTn id="13" dur="20">
                                          <p:stCondLst>
                                            <p:cond delay="488"/>
                                          </p:stCondLst>
                                        </p:cTn>
                                        <p:tgtEl>
                                          <p:spTgt spid="11">
                                            <p:txEl>
                                              <p:pRg st="0" end="0"/>
                                            </p:txEl>
                                          </p:spTgt>
                                        </p:tgtEl>
                                      </p:cBhvr>
                                      <p:to x="100000" y="60000"/>
                                    </p:animScale>
                                    <p:animScale>
                                      <p:cBhvr>
                                        <p:cTn id="14" dur="124" decel="50000">
                                          <p:stCondLst>
                                            <p:cond delay="507"/>
                                          </p:stCondLst>
                                        </p:cTn>
                                        <p:tgtEl>
                                          <p:spTgt spid="11">
                                            <p:txEl>
                                              <p:pRg st="0" end="0"/>
                                            </p:txEl>
                                          </p:spTgt>
                                        </p:tgtEl>
                                      </p:cBhvr>
                                      <p:to x="100000" y="100000"/>
                                    </p:animScale>
                                    <p:animScale>
                                      <p:cBhvr>
                                        <p:cTn id="15" dur="20">
                                          <p:stCondLst>
                                            <p:cond delay="984"/>
                                          </p:stCondLst>
                                        </p:cTn>
                                        <p:tgtEl>
                                          <p:spTgt spid="11">
                                            <p:txEl>
                                              <p:pRg st="0" end="0"/>
                                            </p:txEl>
                                          </p:spTgt>
                                        </p:tgtEl>
                                      </p:cBhvr>
                                      <p:to x="100000" y="80000"/>
                                    </p:animScale>
                                    <p:animScale>
                                      <p:cBhvr>
                                        <p:cTn id="16" dur="124" decel="50000">
                                          <p:stCondLst>
                                            <p:cond delay="1004"/>
                                          </p:stCondLst>
                                        </p:cTn>
                                        <p:tgtEl>
                                          <p:spTgt spid="11">
                                            <p:txEl>
                                              <p:pRg st="0" end="0"/>
                                            </p:txEl>
                                          </p:spTgt>
                                        </p:tgtEl>
                                      </p:cBhvr>
                                      <p:to x="100000" y="100000"/>
                                    </p:animScale>
                                    <p:animScale>
                                      <p:cBhvr>
                                        <p:cTn id="17" dur="20">
                                          <p:stCondLst>
                                            <p:cond delay="1232"/>
                                          </p:stCondLst>
                                        </p:cTn>
                                        <p:tgtEl>
                                          <p:spTgt spid="11">
                                            <p:txEl>
                                              <p:pRg st="0" end="0"/>
                                            </p:txEl>
                                          </p:spTgt>
                                        </p:tgtEl>
                                      </p:cBhvr>
                                      <p:to x="100000" y="90000"/>
                                    </p:animScale>
                                    <p:animScale>
                                      <p:cBhvr>
                                        <p:cTn id="18" dur="124" decel="50000">
                                          <p:stCondLst>
                                            <p:cond delay="1251"/>
                                          </p:stCondLst>
                                        </p:cTn>
                                        <p:tgtEl>
                                          <p:spTgt spid="11">
                                            <p:txEl>
                                              <p:pRg st="0" end="0"/>
                                            </p:txEl>
                                          </p:spTgt>
                                        </p:tgtEl>
                                      </p:cBhvr>
                                      <p:to x="100000" y="100000"/>
                                    </p:animScale>
                                    <p:animScale>
                                      <p:cBhvr>
                                        <p:cTn id="19" dur="20">
                                          <p:stCondLst>
                                            <p:cond delay="1356"/>
                                          </p:stCondLst>
                                        </p:cTn>
                                        <p:tgtEl>
                                          <p:spTgt spid="11">
                                            <p:txEl>
                                              <p:pRg st="0" end="0"/>
                                            </p:txEl>
                                          </p:spTgt>
                                        </p:tgtEl>
                                      </p:cBhvr>
                                      <p:to x="100000" y="95000"/>
                                    </p:animScale>
                                    <p:animScale>
                                      <p:cBhvr>
                                        <p:cTn id="20" dur="124" decel="50000">
                                          <p:stCondLst>
                                            <p:cond delay="1376"/>
                                          </p:stCondLst>
                                        </p:cTn>
                                        <p:tgtEl>
                                          <p:spTgt spid="11">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BFEA8F-47CF-1F69-2CEF-787BB4A26AAC}"/>
              </a:ext>
            </a:extLst>
          </p:cNvPr>
          <p:cNvSpPr txBox="1"/>
          <p:nvPr>
            <p:custDataLst>
              <p:tags r:id="rId1"/>
            </p:custDataLst>
          </p:nvPr>
        </p:nvSpPr>
        <p:spPr>
          <a:xfrm>
            <a:off x="1008846" y="391060"/>
            <a:ext cx="7273917" cy="359073"/>
          </a:xfrm>
          <a:prstGeom prst="rect">
            <a:avLst/>
          </a:prstGeom>
          <a:noFill/>
        </p:spPr>
        <p:txBody>
          <a:bodyPr wrap="square" lIns="0" tIns="0" rIns="0" bIns="0" rtlCol="0">
            <a:spAutoFit/>
          </a:bodyPr>
          <a:lstStyle/>
          <a:p>
            <a:pPr>
              <a:lnSpc>
                <a:spcPts val="2800"/>
              </a:lnSpc>
              <a:defRPr/>
            </a:pPr>
            <a:r>
              <a:rPr lang="zh-CN" altLang="en-US" sz="2800" b="1" kern="0">
                <a:solidFill>
                  <a:srgbClr val="9BBB59">
                    <a:lumMod val="75000"/>
                  </a:srgbClr>
                </a:solidFill>
                <a:latin typeface="Times New Roman" panose="02020603050405020304" pitchFamily="18" charset="0"/>
                <a:ea typeface="思源黑体 CN Bold"/>
                <a:cs typeface="Times New Roman" panose="02020603050405020304" pitchFamily="18" charset="0"/>
              </a:rPr>
              <a:t>题型三、声音三个特性在生活中的应用</a:t>
            </a:r>
          </a:p>
        </p:txBody>
      </p:sp>
      <p:grpSp>
        <p:nvGrpSpPr>
          <p:cNvPr id="10" name="组合 9">
            <a:extLst>
              <a:ext uri="{FF2B5EF4-FFF2-40B4-BE49-F238E27FC236}">
                <a16:creationId xmlns:a16="http://schemas.microsoft.com/office/drawing/2014/main" id="{21936BAD-2330-9B54-0837-A6B992CD9C4D}"/>
              </a:ext>
            </a:extLst>
          </p:cNvPr>
          <p:cNvGrpSpPr/>
          <p:nvPr>
            <p:custDataLst>
              <p:tags r:id="rId2"/>
            </p:custDataLst>
          </p:nvPr>
        </p:nvGrpSpPr>
        <p:grpSpPr>
          <a:xfrm>
            <a:off x="0" y="4255414"/>
            <a:ext cx="12192000" cy="2559044"/>
            <a:chOff x="1802108" y="2722671"/>
            <a:chExt cx="6762965" cy="2194352"/>
          </a:xfrm>
        </p:grpSpPr>
        <p:sp>
          <p:nvSpPr>
            <p:cNvPr id="12" name="矩形 37">
              <a:extLst>
                <a:ext uri="{FF2B5EF4-FFF2-40B4-BE49-F238E27FC236}">
                  <a16:creationId xmlns:a16="http://schemas.microsoft.com/office/drawing/2014/main" id="{D11D07B5-CD90-4979-C341-442CB779A48C}"/>
                </a:ext>
              </a:extLst>
            </p:cNvPr>
            <p:cNvSpPr>
              <a:spLocks noChangeArrowheads="1"/>
            </p:cNvSpPr>
            <p:nvPr>
              <p:custDataLst>
                <p:tags r:id="rId6"/>
              </p:custDataLst>
            </p:nvPr>
          </p:nvSpPr>
          <p:spPr bwMode="auto">
            <a:xfrm>
              <a:off x="1802108" y="2722671"/>
              <a:ext cx="6762965" cy="219435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defTabSz="1218002">
                <a:defRPr/>
              </a:pPr>
              <a:endParaRPr lang="zh-CN" altLang="en-US" sz="2399">
                <a:solidFill>
                  <a:prstClr val="white"/>
                </a:solidFill>
                <a:latin typeface="Times New Roman"/>
                <a:cs typeface="+mn-ea"/>
                <a:sym typeface="+mn-lt"/>
              </a:endParaRPr>
            </a:p>
          </p:txBody>
        </p:sp>
        <p:pic>
          <p:nvPicPr>
            <p:cNvPr id="13" name="图片 12">
              <a:extLst>
                <a:ext uri="{FF2B5EF4-FFF2-40B4-BE49-F238E27FC236}">
                  <a16:creationId xmlns:a16="http://schemas.microsoft.com/office/drawing/2014/main" id="{B618EA7B-03FB-6BA2-02F0-98B983485666}"/>
                </a:ext>
              </a:extLst>
            </p:cNvPr>
            <p:cNvPicPr>
              <a:picLocks noChangeAspect="1"/>
            </p:cNvPicPr>
            <p:nvPr>
              <p:custDataLst>
                <p:tags r:id="rId7"/>
              </p:custDataLst>
            </p:nvPr>
          </p:nvPicPr>
          <p:blipFill>
            <a:blip r:embed="rId9"/>
            <a:srcRect l="16093" t="19040" r="16095" b="25092"/>
            <a:stretch>
              <a:fillRect/>
            </a:stretch>
          </p:blipFill>
          <p:spPr>
            <a:xfrm>
              <a:off x="1837449" y="2787876"/>
              <a:ext cx="548840" cy="599996"/>
            </a:xfrm>
            <a:prstGeom prst="rect">
              <a:avLst/>
            </a:prstGeom>
          </p:spPr>
        </p:pic>
      </p:grpSp>
      <p:sp>
        <p:nvSpPr>
          <p:cNvPr id="8" name="Text Box 2">
            <a:extLst>
              <a:ext uri="{FF2B5EF4-FFF2-40B4-BE49-F238E27FC236}">
                <a16:creationId xmlns:a16="http://schemas.microsoft.com/office/drawing/2014/main" id="{6AA7386F-76CF-44C0-BB23-31EEBD79504A}"/>
              </a:ext>
            </a:extLst>
          </p:cNvPr>
          <p:cNvSpPr/>
          <p:nvPr>
            <p:custDataLst>
              <p:tags r:id="rId3"/>
            </p:custDataLst>
          </p:nvPr>
        </p:nvSpPr>
        <p:spPr>
          <a:xfrm>
            <a:off x="630620" y="1229060"/>
            <a:ext cx="10670507" cy="2486130"/>
          </a:xfrm>
          <a:prstGeom prst="rect">
            <a:avLst/>
          </a:prstGeom>
          <a:noFill/>
          <a:ln w="9525">
            <a:noFill/>
          </a:ln>
        </p:spPr>
        <p:txBody>
          <a:bodyPr wrap="square">
            <a:spAutoFit/>
          </a:bodyPr>
          <a:lstStyle/>
          <a:p>
            <a:pPr indent="609585" defTabSz="457200">
              <a:lnSpc>
                <a:spcPts val="3800"/>
              </a:lnSpc>
            </a:pPr>
            <a:r>
              <a:rPr lang="en-US" altLang="zh-CN" sz="2600" b="1">
                <a:solidFill>
                  <a:srgbClr val="002060"/>
                </a:solidFill>
                <a:latin typeface="Times New Roman"/>
              </a:rPr>
              <a:t>【</a:t>
            </a:r>
            <a:r>
              <a:rPr lang="zh-CN" altLang="en-US" sz="2600" b="1">
                <a:solidFill>
                  <a:srgbClr val="002060"/>
                </a:solidFill>
                <a:latin typeface="Times New Roman"/>
              </a:rPr>
              <a:t>例题</a:t>
            </a:r>
            <a:r>
              <a:rPr lang="en-US" altLang="zh-CN" sz="2600" b="1">
                <a:solidFill>
                  <a:srgbClr val="002060"/>
                </a:solidFill>
                <a:latin typeface="Times New Roman"/>
              </a:rPr>
              <a:t>5】</a:t>
            </a:r>
            <a:r>
              <a:rPr lang="zh-CN" altLang="en-US" sz="2600">
                <a:solidFill>
                  <a:srgbClr val="002060"/>
                </a:solidFill>
                <a:latin typeface="Times New Roman"/>
              </a:rPr>
              <a:t>医生用听诊器诊病是因为（　　）</a:t>
            </a:r>
          </a:p>
          <a:p>
            <a:pPr indent="671983" defTabSz="457200">
              <a:lnSpc>
                <a:spcPts val="3800"/>
              </a:lnSpc>
            </a:pPr>
            <a:r>
              <a:rPr lang="en-US" altLang="zh-CN" sz="2600">
                <a:solidFill>
                  <a:srgbClr val="002060"/>
                </a:solidFill>
                <a:latin typeface="Times New Roman"/>
              </a:rPr>
              <a:t>A</a:t>
            </a:r>
            <a:r>
              <a:rPr lang="zh-CN" altLang="en-US" sz="2600">
                <a:solidFill>
                  <a:srgbClr val="002060"/>
                </a:solidFill>
                <a:latin typeface="Times New Roman"/>
              </a:rPr>
              <a:t>．听诊器能使振动的振幅增加，响度增大</a:t>
            </a:r>
          </a:p>
          <a:p>
            <a:pPr indent="671983" defTabSz="457200">
              <a:lnSpc>
                <a:spcPts val="3800"/>
              </a:lnSpc>
            </a:pPr>
            <a:r>
              <a:rPr lang="en-US" altLang="zh-CN" sz="2600">
                <a:solidFill>
                  <a:srgbClr val="002060"/>
                </a:solidFill>
                <a:latin typeface="Times New Roman"/>
              </a:rPr>
              <a:t>B</a:t>
            </a:r>
            <a:r>
              <a:rPr lang="zh-CN" altLang="en-US" sz="2600">
                <a:solidFill>
                  <a:srgbClr val="002060"/>
                </a:solidFill>
                <a:latin typeface="Times New Roman"/>
              </a:rPr>
              <a:t>．听诊器能提高发声体的频率，使音调变高</a:t>
            </a:r>
          </a:p>
          <a:p>
            <a:pPr indent="671983" defTabSz="457200">
              <a:lnSpc>
                <a:spcPts val="3800"/>
              </a:lnSpc>
            </a:pPr>
            <a:r>
              <a:rPr lang="en-US" altLang="zh-CN" sz="2600">
                <a:solidFill>
                  <a:srgbClr val="002060"/>
                </a:solidFill>
                <a:latin typeface="Times New Roman"/>
              </a:rPr>
              <a:t>C</a:t>
            </a:r>
            <a:r>
              <a:rPr lang="zh-CN" altLang="en-US" sz="2600">
                <a:solidFill>
                  <a:srgbClr val="002060"/>
                </a:solidFill>
                <a:latin typeface="Times New Roman"/>
              </a:rPr>
              <a:t>．听诊器能减小声音的分散，使传入人耳的响度更大些</a:t>
            </a:r>
          </a:p>
          <a:p>
            <a:pPr indent="671983" defTabSz="457200">
              <a:lnSpc>
                <a:spcPts val="3800"/>
              </a:lnSpc>
            </a:pPr>
            <a:r>
              <a:rPr lang="en-US" altLang="zh-CN" sz="2600">
                <a:solidFill>
                  <a:srgbClr val="002060"/>
                </a:solidFill>
                <a:latin typeface="Times New Roman"/>
              </a:rPr>
              <a:t>D</a:t>
            </a:r>
            <a:r>
              <a:rPr lang="zh-CN" altLang="en-US" sz="2600">
                <a:solidFill>
                  <a:srgbClr val="002060"/>
                </a:solidFill>
                <a:latin typeface="Times New Roman"/>
              </a:rPr>
              <a:t>．听诊器能缩短听者和发声体间的距离，使传入人耳的响度更大些</a:t>
            </a:r>
          </a:p>
        </p:txBody>
      </p:sp>
      <p:sp>
        <p:nvSpPr>
          <p:cNvPr id="11" name="Text Box 3">
            <a:extLst>
              <a:ext uri="{FF2B5EF4-FFF2-40B4-BE49-F238E27FC236}">
                <a16:creationId xmlns:a16="http://schemas.microsoft.com/office/drawing/2014/main" id="{6DEE7287-BEBA-4D13-9F78-00AA8EE64C20}"/>
              </a:ext>
            </a:extLst>
          </p:cNvPr>
          <p:cNvSpPr/>
          <p:nvPr>
            <p:custDataLst>
              <p:tags r:id="rId4"/>
            </p:custDataLst>
          </p:nvPr>
        </p:nvSpPr>
        <p:spPr>
          <a:xfrm>
            <a:off x="6873939" y="1254301"/>
            <a:ext cx="734060" cy="492443"/>
          </a:xfrm>
          <a:prstGeom prst="rect">
            <a:avLst/>
          </a:prstGeom>
          <a:noFill/>
          <a:ln w="9525">
            <a:noFill/>
          </a:ln>
        </p:spPr>
        <p:txBody>
          <a:bodyPr wrap="square">
            <a:spAutoFit/>
          </a:bodyPr>
          <a:lstStyle/>
          <a:p>
            <a:pPr defTabSz="457200">
              <a:buFont typeface="Arial"/>
              <a:buNone/>
            </a:pPr>
            <a:r>
              <a:rPr lang="en-US" altLang="zh-CN" sz="2600">
                <a:solidFill>
                  <a:srgbClr val="FF0066"/>
                </a:solidFill>
                <a:latin typeface="Times New Roman"/>
                <a:ea typeface="黑体" panose="02010609060101010101" charset="-122"/>
              </a:rPr>
              <a:t>C</a:t>
            </a:r>
          </a:p>
        </p:txBody>
      </p:sp>
      <p:sp>
        <p:nvSpPr>
          <p:cNvPr id="14" name="文本框 13">
            <a:extLst>
              <a:ext uri="{FF2B5EF4-FFF2-40B4-BE49-F238E27FC236}">
                <a16:creationId xmlns:a16="http://schemas.microsoft.com/office/drawing/2014/main" id="{F64B7E9D-FE58-4A2F-8F8C-75289C472AAF}"/>
              </a:ext>
            </a:extLst>
          </p:cNvPr>
          <p:cNvSpPr txBox="1"/>
          <p:nvPr>
            <p:custDataLst>
              <p:tags r:id="rId5"/>
            </p:custDataLst>
          </p:nvPr>
        </p:nvSpPr>
        <p:spPr>
          <a:xfrm>
            <a:off x="1753126" y="4747672"/>
            <a:ext cx="8633196" cy="1117037"/>
          </a:xfrm>
          <a:prstGeom prst="rect">
            <a:avLst/>
          </a:prstGeom>
          <a:noFill/>
        </p:spPr>
        <p:txBody>
          <a:bodyPr wrap="square">
            <a:spAutoFit/>
          </a:bodyPr>
          <a:lstStyle/>
          <a:p>
            <a:pPr indent="671983" defTabSz="913524">
              <a:lnSpc>
                <a:spcPts val="4200"/>
              </a:lnSpc>
              <a:defRPr/>
            </a:pPr>
            <a:r>
              <a:rPr lang="zh-CN" altLang="en-US" sz="2700">
                <a:solidFill>
                  <a:prstClr val="white"/>
                </a:solidFill>
                <a:latin typeface="Times New Roman"/>
              </a:rPr>
              <a:t>医生用听诊器诊病，是因为听诊器能减小声音的分散，使传入人耳的响度更大些。所以选</a:t>
            </a:r>
            <a:r>
              <a:rPr lang="en-US" altLang="zh-CN" sz="2700">
                <a:solidFill>
                  <a:prstClr val="white"/>
                </a:solidFill>
                <a:latin typeface="Times New Roman"/>
              </a:rPr>
              <a:t>C</a:t>
            </a:r>
            <a:r>
              <a:rPr lang="zh-CN" altLang="en-US" sz="2700">
                <a:solidFill>
                  <a:prstClr val="white"/>
                </a:solidFill>
                <a:latin typeface="Times New Roman"/>
              </a:rPr>
              <a:t>。</a:t>
            </a:r>
          </a:p>
        </p:txBody>
      </p:sp>
      <p:pic>
        <p:nvPicPr>
          <p:cNvPr id="3" name="图片 2" descr="cbe3eb76672406fabbe30586b58813d">
            <a:extLst>
              <a:ext uri="{FF2B5EF4-FFF2-40B4-BE49-F238E27FC236}">
                <a16:creationId xmlns:a16="http://schemas.microsoft.com/office/drawing/2014/main" id="{4A4ADC64-288C-C5A0-6E98-4E3411411378}"/>
              </a:ext>
            </a:extLst>
          </p:cNvPr>
          <p:cNvPicPr>
            <a:picLocks noChangeAspect="1"/>
          </p:cNvPicPr>
          <p:nvPr/>
        </p:nvPicPr>
        <p:blipFill>
          <a:blip r:embed="rId10"/>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1154620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6" presetClass="entr" presetSubtype="0" fill="hold"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wipe(down)">
                                      <p:cBhvr>
                                        <p:cTn id="17" dur="435">
                                          <p:stCondLst>
                                            <p:cond delay="0"/>
                                          </p:stCondLst>
                                        </p:cTn>
                                        <p:tgtEl>
                                          <p:spTgt spid="11">
                                            <p:txEl>
                                              <p:pRg st="0" end="0"/>
                                            </p:txEl>
                                          </p:spTgt>
                                        </p:tgtEl>
                                      </p:cBhvr>
                                    </p:animEffect>
                                    <p:anim calcmode="lin" valueType="num">
                                      <p:cBhvr>
                                        <p:cTn id="18" dur="1366" tmFilter="0,0; 0.14,0.36; 0.43,0.73; 0.71,0.91; 1.0,1.0">
                                          <p:stCondLst>
                                            <p:cond delay="0"/>
                                          </p:stCondLst>
                                        </p:cTn>
                                        <p:tgtEl>
                                          <p:spTgt spid="11">
                                            <p:txEl>
                                              <p:pRg st="0" end="0"/>
                                            </p:txEl>
                                          </p:spTgt>
                                        </p:tgtEl>
                                        <p:attrNameLst>
                                          <p:attrName>ppt_x</p:attrName>
                                        </p:attrNameLst>
                                      </p:cBhvr>
                                      <p:tavLst>
                                        <p:tav tm="0">
                                          <p:val>
                                            <p:strVal val="#ppt_x-0.25"/>
                                          </p:val>
                                        </p:tav>
                                        <p:tav tm="100000">
                                          <p:val>
                                            <p:strVal val="#ppt_x"/>
                                          </p:val>
                                        </p:tav>
                                      </p:tavLst>
                                    </p:anim>
                                    <p:anim calcmode="lin" valueType="num">
                                      <p:cBhvr>
                                        <p:cTn id="19" dur="498" tmFilter="0.0,0.0; 0.25,0.07; 0.50,0.2; 0.75,0.467; 1.0,1.0">
                                          <p:stCondLst>
                                            <p:cond delay="0"/>
                                          </p:stCondLst>
                                        </p:cTn>
                                        <p:tgtEl>
                                          <p:spTgt spid="11">
                                            <p:txEl>
                                              <p:pRg st="0" end="0"/>
                                            </p:txEl>
                                          </p:spTgt>
                                        </p:tgtEl>
                                        <p:attrNameLst>
                                          <p:attrName>ppt_y</p:attrName>
                                        </p:attrNameLst>
                                      </p:cBhvr>
                                      <p:tavLst>
                                        <p:tav tm="0" fmla="#ppt_y-sin(pi*$)/3">
                                          <p:val>
                                            <p:fltVal val="0.5"/>
                                          </p:val>
                                        </p:tav>
                                        <p:tav tm="100000">
                                          <p:val>
                                            <p:fltVal val="1"/>
                                          </p:val>
                                        </p:tav>
                                      </p:tavLst>
                                    </p:anim>
                                    <p:anim calcmode="lin" valueType="num">
                                      <p:cBhvr>
                                        <p:cTn id="20" dur="498" tmFilter="0, 0; 0.125,0.2665; 0.25,0.4; 0.375,0.465; 0.5,0.5;  0.625,0.535; 0.75,0.6; 0.875,0.7335; 1,1">
                                          <p:stCondLst>
                                            <p:cond delay="498"/>
                                          </p:stCondLst>
                                        </p:cTn>
                                        <p:tgtEl>
                                          <p:spTgt spid="11">
                                            <p:txEl>
                                              <p:pRg st="0" end="0"/>
                                            </p:txEl>
                                          </p:spTgt>
                                        </p:tgtEl>
                                        <p:attrNameLst>
                                          <p:attrName>ppt_y</p:attrName>
                                        </p:attrNameLst>
                                      </p:cBhvr>
                                      <p:tavLst>
                                        <p:tav tm="0" fmla="#ppt_y-sin(pi*$)/9">
                                          <p:val>
                                            <p:fltVal val="0"/>
                                          </p:val>
                                        </p:tav>
                                        <p:tav tm="100000">
                                          <p:val>
                                            <p:fltVal val="1"/>
                                          </p:val>
                                        </p:tav>
                                      </p:tavLst>
                                    </p:anim>
                                    <p:anim calcmode="lin" valueType="num">
                                      <p:cBhvr>
                                        <p:cTn id="21" dur="249" tmFilter="0, 0; 0.125,0.2665; 0.25,0.4; 0.375,0.465; 0.5,0.5;  0.625,0.535; 0.75,0.6; 0.875,0.7335; 1,1">
                                          <p:stCondLst>
                                            <p:cond delay="993"/>
                                          </p:stCondLst>
                                        </p:cTn>
                                        <p:tgtEl>
                                          <p:spTgt spid="11">
                                            <p:txEl>
                                              <p:pRg st="0" end="0"/>
                                            </p:txEl>
                                          </p:spTgt>
                                        </p:tgtEl>
                                        <p:attrNameLst>
                                          <p:attrName>ppt_y</p:attrName>
                                        </p:attrNameLst>
                                      </p:cBhvr>
                                      <p:tavLst>
                                        <p:tav tm="0" fmla="#ppt_y-sin(pi*$)/27">
                                          <p:val>
                                            <p:fltVal val="0"/>
                                          </p:val>
                                        </p:tav>
                                        <p:tav tm="100000">
                                          <p:val>
                                            <p:fltVal val="1"/>
                                          </p:val>
                                        </p:tav>
                                      </p:tavLst>
                                    </p:anim>
                                    <p:anim calcmode="lin" valueType="num">
                                      <p:cBhvr>
                                        <p:cTn id="22" dur="123" tmFilter="0, 0; 0.125,0.2665; 0.25,0.4; 0.375,0.465; 0.5,0.5;  0.625,0.535; 0.75,0.6; 0.875,0.7335; 1,1">
                                          <p:stCondLst>
                                            <p:cond delay="1242"/>
                                          </p:stCondLst>
                                        </p:cTn>
                                        <p:tgtEl>
                                          <p:spTgt spid="11">
                                            <p:txEl>
                                              <p:pRg st="0" end="0"/>
                                            </p:txEl>
                                          </p:spTgt>
                                        </p:tgtEl>
                                        <p:attrNameLst>
                                          <p:attrName>ppt_y</p:attrName>
                                        </p:attrNameLst>
                                      </p:cBhvr>
                                      <p:tavLst>
                                        <p:tav tm="0" fmla="#ppt_y-sin(pi*$)/81">
                                          <p:val>
                                            <p:fltVal val="0"/>
                                          </p:val>
                                        </p:tav>
                                        <p:tav tm="100000">
                                          <p:val>
                                            <p:fltVal val="1"/>
                                          </p:val>
                                        </p:tav>
                                      </p:tavLst>
                                    </p:anim>
                                    <p:animScale>
                                      <p:cBhvr>
                                        <p:cTn id="23" dur="20">
                                          <p:stCondLst>
                                            <p:cond delay="488"/>
                                          </p:stCondLst>
                                        </p:cTn>
                                        <p:tgtEl>
                                          <p:spTgt spid="11">
                                            <p:txEl>
                                              <p:pRg st="0" end="0"/>
                                            </p:txEl>
                                          </p:spTgt>
                                        </p:tgtEl>
                                      </p:cBhvr>
                                      <p:to x="100000" y="60000"/>
                                    </p:animScale>
                                    <p:animScale>
                                      <p:cBhvr>
                                        <p:cTn id="24" dur="124" decel="50000">
                                          <p:stCondLst>
                                            <p:cond delay="507"/>
                                          </p:stCondLst>
                                        </p:cTn>
                                        <p:tgtEl>
                                          <p:spTgt spid="11">
                                            <p:txEl>
                                              <p:pRg st="0" end="0"/>
                                            </p:txEl>
                                          </p:spTgt>
                                        </p:tgtEl>
                                      </p:cBhvr>
                                      <p:to x="100000" y="100000"/>
                                    </p:animScale>
                                    <p:animScale>
                                      <p:cBhvr>
                                        <p:cTn id="25" dur="20">
                                          <p:stCondLst>
                                            <p:cond delay="984"/>
                                          </p:stCondLst>
                                        </p:cTn>
                                        <p:tgtEl>
                                          <p:spTgt spid="11">
                                            <p:txEl>
                                              <p:pRg st="0" end="0"/>
                                            </p:txEl>
                                          </p:spTgt>
                                        </p:tgtEl>
                                      </p:cBhvr>
                                      <p:to x="100000" y="80000"/>
                                    </p:animScale>
                                    <p:animScale>
                                      <p:cBhvr>
                                        <p:cTn id="26" dur="124" decel="50000">
                                          <p:stCondLst>
                                            <p:cond delay="1004"/>
                                          </p:stCondLst>
                                        </p:cTn>
                                        <p:tgtEl>
                                          <p:spTgt spid="11">
                                            <p:txEl>
                                              <p:pRg st="0" end="0"/>
                                            </p:txEl>
                                          </p:spTgt>
                                        </p:tgtEl>
                                      </p:cBhvr>
                                      <p:to x="100000" y="100000"/>
                                    </p:animScale>
                                    <p:animScale>
                                      <p:cBhvr>
                                        <p:cTn id="27" dur="20">
                                          <p:stCondLst>
                                            <p:cond delay="1232"/>
                                          </p:stCondLst>
                                        </p:cTn>
                                        <p:tgtEl>
                                          <p:spTgt spid="11">
                                            <p:txEl>
                                              <p:pRg st="0" end="0"/>
                                            </p:txEl>
                                          </p:spTgt>
                                        </p:tgtEl>
                                      </p:cBhvr>
                                      <p:to x="100000" y="90000"/>
                                    </p:animScale>
                                    <p:animScale>
                                      <p:cBhvr>
                                        <p:cTn id="28" dur="124" decel="50000">
                                          <p:stCondLst>
                                            <p:cond delay="1251"/>
                                          </p:stCondLst>
                                        </p:cTn>
                                        <p:tgtEl>
                                          <p:spTgt spid="11">
                                            <p:txEl>
                                              <p:pRg st="0" end="0"/>
                                            </p:txEl>
                                          </p:spTgt>
                                        </p:tgtEl>
                                      </p:cBhvr>
                                      <p:to x="100000" y="100000"/>
                                    </p:animScale>
                                    <p:animScale>
                                      <p:cBhvr>
                                        <p:cTn id="29" dur="20">
                                          <p:stCondLst>
                                            <p:cond delay="1356"/>
                                          </p:stCondLst>
                                        </p:cTn>
                                        <p:tgtEl>
                                          <p:spTgt spid="11">
                                            <p:txEl>
                                              <p:pRg st="0" end="0"/>
                                            </p:txEl>
                                          </p:spTgt>
                                        </p:tgtEl>
                                      </p:cBhvr>
                                      <p:to x="100000" y="95000"/>
                                    </p:animScale>
                                    <p:animScale>
                                      <p:cBhvr>
                                        <p:cTn id="30" dur="124" decel="50000">
                                          <p:stCondLst>
                                            <p:cond delay="1376"/>
                                          </p:stCondLst>
                                        </p:cTn>
                                        <p:tgtEl>
                                          <p:spTgt spid="11">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BFEA8F-47CF-1F69-2CEF-787BB4A26AAC}"/>
              </a:ext>
            </a:extLst>
          </p:cNvPr>
          <p:cNvSpPr txBox="1"/>
          <p:nvPr>
            <p:custDataLst>
              <p:tags r:id="rId1"/>
            </p:custDataLst>
          </p:nvPr>
        </p:nvSpPr>
        <p:spPr>
          <a:xfrm>
            <a:off x="1008846" y="391060"/>
            <a:ext cx="7273917" cy="359073"/>
          </a:xfrm>
          <a:prstGeom prst="rect">
            <a:avLst/>
          </a:prstGeom>
          <a:noFill/>
        </p:spPr>
        <p:txBody>
          <a:bodyPr wrap="square" lIns="0" tIns="0" rIns="0" bIns="0" rtlCol="0">
            <a:spAutoFit/>
          </a:bodyPr>
          <a:lstStyle/>
          <a:p>
            <a:pPr>
              <a:lnSpc>
                <a:spcPts val="2800"/>
              </a:lnSpc>
              <a:defRPr/>
            </a:pPr>
            <a:r>
              <a:rPr lang="zh-CN" altLang="en-US" sz="2800" b="1" kern="0">
                <a:solidFill>
                  <a:srgbClr val="9BBB59">
                    <a:lumMod val="75000"/>
                  </a:srgbClr>
                </a:solidFill>
                <a:latin typeface="Times New Roman" panose="02020603050405020304" pitchFamily="18" charset="0"/>
                <a:ea typeface="思源黑体 CN Bold"/>
                <a:cs typeface="Times New Roman" panose="02020603050405020304" pitchFamily="18" charset="0"/>
              </a:rPr>
              <a:t>题型三、声音三个特性在生活中的应用</a:t>
            </a:r>
          </a:p>
        </p:txBody>
      </p:sp>
      <p:grpSp>
        <p:nvGrpSpPr>
          <p:cNvPr id="10" name="组合 9">
            <a:extLst>
              <a:ext uri="{FF2B5EF4-FFF2-40B4-BE49-F238E27FC236}">
                <a16:creationId xmlns:a16="http://schemas.microsoft.com/office/drawing/2014/main" id="{21936BAD-2330-9B54-0837-A6B992CD9C4D}"/>
              </a:ext>
            </a:extLst>
          </p:cNvPr>
          <p:cNvGrpSpPr/>
          <p:nvPr>
            <p:custDataLst>
              <p:tags r:id="rId2"/>
            </p:custDataLst>
          </p:nvPr>
        </p:nvGrpSpPr>
        <p:grpSpPr>
          <a:xfrm>
            <a:off x="0" y="3826134"/>
            <a:ext cx="12192000" cy="2988324"/>
            <a:chOff x="1802108" y="2722671"/>
            <a:chExt cx="6762965" cy="2194352"/>
          </a:xfrm>
        </p:grpSpPr>
        <p:sp>
          <p:nvSpPr>
            <p:cNvPr id="12" name="矩形 37">
              <a:extLst>
                <a:ext uri="{FF2B5EF4-FFF2-40B4-BE49-F238E27FC236}">
                  <a16:creationId xmlns:a16="http://schemas.microsoft.com/office/drawing/2014/main" id="{D11D07B5-CD90-4979-C341-442CB779A48C}"/>
                </a:ext>
              </a:extLst>
            </p:cNvPr>
            <p:cNvSpPr>
              <a:spLocks noChangeArrowheads="1"/>
            </p:cNvSpPr>
            <p:nvPr>
              <p:custDataLst>
                <p:tags r:id="rId8"/>
              </p:custDataLst>
            </p:nvPr>
          </p:nvSpPr>
          <p:spPr bwMode="auto">
            <a:xfrm>
              <a:off x="1802108" y="2722671"/>
              <a:ext cx="6762965" cy="219435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defTabSz="1218002">
                <a:defRPr/>
              </a:pPr>
              <a:endParaRPr lang="zh-CN" altLang="en-US" sz="2399">
                <a:solidFill>
                  <a:prstClr val="white"/>
                </a:solidFill>
                <a:latin typeface="Times New Roman"/>
                <a:cs typeface="+mn-ea"/>
                <a:sym typeface="+mn-lt"/>
              </a:endParaRPr>
            </a:p>
          </p:txBody>
        </p:sp>
        <p:pic>
          <p:nvPicPr>
            <p:cNvPr id="13" name="图片 12">
              <a:extLst>
                <a:ext uri="{FF2B5EF4-FFF2-40B4-BE49-F238E27FC236}">
                  <a16:creationId xmlns:a16="http://schemas.microsoft.com/office/drawing/2014/main" id="{B618EA7B-03FB-6BA2-02F0-98B983485666}"/>
                </a:ext>
              </a:extLst>
            </p:cNvPr>
            <p:cNvPicPr>
              <a:picLocks noChangeAspect="1"/>
            </p:cNvPicPr>
            <p:nvPr>
              <p:custDataLst>
                <p:tags r:id="rId9"/>
              </p:custDataLst>
            </p:nvPr>
          </p:nvPicPr>
          <p:blipFill>
            <a:blip r:embed="rId11"/>
            <a:srcRect l="16093" t="19040" r="16095" b="25092"/>
            <a:stretch>
              <a:fillRect/>
            </a:stretch>
          </p:blipFill>
          <p:spPr>
            <a:xfrm>
              <a:off x="1837449" y="2787876"/>
              <a:ext cx="548840" cy="599996"/>
            </a:xfrm>
            <a:prstGeom prst="rect">
              <a:avLst/>
            </a:prstGeom>
          </p:spPr>
        </p:pic>
      </p:grpSp>
      <p:sp>
        <p:nvSpPr>
          <p:cNvPr id="8" name="Text Box 2">
            <a:extLst>
              <a:ext uri="{FF2B5EF4-FFF2-40B4-BE49-F238E27FC236}">
                <a16:creationId xmlns:a16="http://schemas.microsoft.com/office/drawing/2014/main" id="{6AA7386F-76CF-44C0-BB23-31EEBD79504A}"/>
              </a:ext>
            </a:extLst>
          </p:cNvPr>
          <p:cNvSpPr/>
          <p:nvPr>
            <p:custDataLst>
              <p:tags r:id="rId3"/>
            </p:custDataLst>
          </p:nvPr>
        </p:nvSpPr>
        <p:spPr>
          <a:xfrm>
            <a:off x="790379" y="951902"/>
            <a:ext cx="10497731" cy="2672463"/>
          </a:xfrm>
          <a:prstGeom prst="rect">
            <a:avLst/>
          </a:prstGeom>
          <a:noFill/>
          <a:ln w="9525">
            <a:noFill/>
          </a:ln>
        </p:spPr>
        <p:txBody>
          <a:bodyPr wrap="square">
            <a:spAutoFit/>
          </a:bodyPr>
          <a:lstStyle/>
          <a:p>
            <a:pPr indent="504000" defTabSz="457200">
              <a:lnSpc>
                <a:spcPts val="3400"/>
              </a:lnSpc>
            </a:pPr>
            <a:r>
              <a:rPr lang="en-US" altLang="zh-CN" sz="2300" b="1">
                <a:solidFill>
                  <a:srgbClr val="002060"/>
                </a:solidFill>
                <a:latin typeface="Times New Roman"/>
              </a:rPr>
              <a:t>【</a:t>
            </a:r>
            <a:r>
              <a:rPr lang="zh-CN" altLang="en-US" sz="2300" b="1">
                <a:solidFill>
                  <a:srgbClr val="002060"/>
                </a:solidFill>
                <a:latin typeface="Times New Roman"/>
              </a:rPr>
              <a:t>例题</a:t>
            </a:r>
            <a:r>
              <a:rPr lang="en-US" altLang="zh-CN" sz="2300" b="1">
                <a:solidFill>
                  <a:srgbClr val="002060"/>
                </a:solidFill>
                <a:latin typeface="Times New Roman"/>
              </a:rPr>
              <a:t>6】</a:t>
            </a:r>
            <a:r>
              <a:rPr lang="en-US" altLang="zh-CN" sz="2300">
                <a:solidFill>
                  <a:srgbClr val="002060"/>
                </a:solidFill>
                <a:latin typeface="Times New Roman"/>
              </a:rPr>
              <a:t>2024</a:t>
            </a:r>
            <a:r>
              <a:rPr lang="zh-CN" altLang="en-US" sz="2300">
                <a:solidFill>
                  <a:srgbClr val="002060"/>
                </a:solidFill>
                <a:latin typeface="Times New Roman"/>
              </a:rPr>
              <a:t>年春晚开场节目</a:t>
            </a:r>
            <a:r>
              <a:rPr lang="en-US" altLang="zh-CN" sz="2300">
                <a:solidFill>
                  <a:srgbClr val="002060"/>
                </a:solidFill>
                <a:latin typeface="Times New Roman"/>
              </a:rPr>
              <a:t>《</a:t>
            </a:r>
            <a:r>
              <a:rPr lang="zh-CN" altLang="en-US" sz="2300">
                <a:solidFill>
                  <a:srgbClr val="002060"/>
                </a:solidFill>
                <a:latin typeface="Times New Roman"/>
              </a:rPr>
              <a:t>鼓舞龙腾</a:t>
            </a:r>
            <a:r>
              <a:rPr lang="en-US" altLang="zh-CN" sz="2300">
                <a:solidFill>
                  <a:srgbClr val="002060"/>
                </a:solidFill>
                <a:latin typeface="Times New Roman"/>
              </a:rPr>
              <a:t>》</a:t>
            </a:r>
            <a:r>
              <a:rPr lang="zh-CN" altLang="en-US" sz="2300">
                <a:solidFill>
                  <a:srgbClr val="002060"/>
                </a:solidFill>
                <a:latin typeface="Times New Roman"/>
              </a:rPr>
              <a:t>，寓意龙腾华夏，福满万家，人们用热情的鼓声、欢快的歌舞欢度春节。如图，下列说法正确的是（       ）</a:t>
            </a:r>
          </a:p>
          <a:p>
            <a:pPr indent="504000" defTabSz="457200">
              <a:lnSpc>
                <a:spcPts val="3400"/>
              </a:lnSpc>
            </a:pPr>
            <a:r>
              <a:rPr lang="en-US" altLang="zh-CN" sz="2300">
                <a:solidFill>
                  <a:srgbClr val="002060"/>
                </a:solidFill>
                <a:latin typeface="Times New Roman"/>
              </a:rPr>
              <a:t>A</a:t>
            </a:r>
            <a:r>
              <a:rPr lang="zh-CN" altLang="en-US" sz="2300">
                <a:solidFill>
                  <a:srgbClr val="002060"/>
                </a:solidFill>
                <a:latin typeface="Times New Roman"/>
              </a:rPr>
              <a:t>．观众主要根据声音的响度分辨出了鼓的声音</a:t>
            </a:r>
          </a:p>
          <a:p>
            <a:pPr indent="504000" defTabSz="457200">
              <a:lnSpc>
                <a:spcPts val="3400"/>
              </a:lnSpc>
            </a:pPr>
            <a:r>
              <a:rPr lang="en-US" altLang="zh-CN" sz="2300">
                <a:solidFill>
                  <a:srgbClr val="002060"/>
                </a:solidFill>
                <a:latin typeface="Times New Roman"/>
              </a:rPr>
              <a:t>B</a:t>
            </a:r>
            <a:r>
              <a:rPr lang="zh-CN" altLang="en-US" sz="2300">
                <a:solidFill>
                  <a:srgbClr val="002060"/>
                </a:solidFill>
                <a:latin typeface="Times New Roman"/>
              </a:rPr>
              <a:t>．演员用力敲鼓是为了提高声音的音调</a:t>
            </a:r>
          </a:p>
          <a:p>
            <a:pPr indent="504000" defTabSz="457200">
              <a:lnSpc>
                <a:spcPts val="3400"/>
              </a:lnSpc>
            </a:pPr>
            <a:r>
              <a:rPr lang="en-US" altLang="zh-CN" sz="2300">
                <a:solidFill>
                  <a:srgbClr val="002060"/>
                </a:solidFill>
                <a:latin typeface="Times New Roman"/>
              </a:rPr>
              <a:t>C</a:t>
            </a:r>
            <a:r>
              <a:rPr lang="zh-CN" altLang="en-US" sz="2300">
                <a:solidFill>
                  <a:srgbClr val="002060"/>
                </a:solidFill>
                <a:latin typeface="Times New Roman"/>
              </a:rPr>
              <a:t>．鼓声传播的速度为 </a:t>
            </a:r>
            <a:r>
              <a:rPr lang="en-US" altLang="zh-CN" sz="2300">
                <a:solidFill>
                  <a:srgbClr val="002060"/>
                </a:solidFill>
                <a:latin typeface="Times New Roman"/>
              </a:rPr>
              <a:t>m/s</a:t>
            </a:r>
          </a:p>
          <a:p>
            <a:pPr indent="504000" defTabSz="457200">
              <a:lnSpc>
                <a:spcPts val="3400"/>
              </a:lnSpc>
            </a:pPr>
            <a:r>
              <a:rPr lang="en-US" altLang="zh-CN" sz="2300">
                <a:solidFill>
                  <a:srgbClr val="002060"/>
                </a:solidFill>
                <a:latin typeface="Times New Roman"/>
              </a:rPr>
              <a:t>D</a:t>
            </a:r>
            <a:r>
              <a:rPr lang="zh-CN" altLang="en-US" sz="2300">
                <a:solidFill>
                  <a:srgbClr val="002060"/>
                </a:solidFill>
                <a:latin typeface="Times New Roman"/>
              </a:rPr>
              <a:t>．鼓发出的声音是由鼓面振动产生的</a:t>
            </a:r>
          </a:p>
        </p:txBody>
      </p:sp>
      <p:sp>
        <p:nvSpPr>
          <p:cNvPr id="11" name="Text Box 3">
            <a:extLst>
              <a:ext uri="{FF2B5EF4-FFF2-40B4-BE49-F238E27FC236}">
                <a16:creationId xmlns:a16="http://schemas.microsoft.com/office/drawing/2014/main" id="{6DEE7287-BEBA-4D13-9F78-00AA8EE64C20}"/>
              </a:ext>
            </a:extLst>
          </p:cNvPr>
          <p:cNvSpPr/>
          <p:nvPr>
            <p:custDataLst>
              <p:tags r:id="rId4"/>
            </p:custDataLst>
          </p:nvPr>
        </p:nvSpPr>
        <p:spPr>
          <a:xfrm>
            <a:off x="9648670" y="1405650"/>
            <a:ext cx="734060" cy="461665"/>
          </a:xfrm>
          <a:prstGeom prst="rect">
            <a:avLst/>
          </a:prstGeom>
          <a:noFill/>
          <a:ln w="9525">
            <a:noFill/>
          </a:ln>
        </p:spPr>
        <p:txBody>
          <a:bodyPr wrap="square">
            <a:spAutoFit/>
          </a:bodyPr>
          <a:lstStyle/>
          <a:p>
            <a:pPr defTabSz="457200">
              <a:buFont typeface="Arial"/>
              <a:buNone/>
            </a:pPr>
            <a:r>
              <a:rPr lang="en-US" altLang="zh-CN" sz="2400">
                <a:solidFill>
                  <a:srgbClr val="FF0066"/>
                </a:solidFill>
                <a:latin typeface="Times New Roman"/>
                <a:ea typeface="黑体" panose="02010609060101010101" charset="-122"/>
              </a:rPr>
              <a:t>D</a:t>
            </a:r>
          </a:p>
        </p:txBody>
      </p:sp>
      <p:sp>
        <p:nvSpPr>
          <p:cNvPr id="14" name="文本框 13">
            <a:extLst>
              <a:ext uri="{FF2B5EF4-FFF2-40B4-BE49-F238E27FC236}">
                <a16:creationId xmlns:a16="http://schemas.microsoft.com/office/drawing/2014/main" id="{F64B7E9D-FE58-4A2F-8F8C-75289C472AAF}"/>
              </a:ext>
            </a:extLst>
          </p:cNvPr>
          <p:cNvSpPr txBox="1"/>
          <p:nvPr>
            <p:custDataLst>
              <p:tags r:id="rId5"/>
            </p:custDataLst>
          </p:nvPr>
        </p:nvSpPr>
        <p:spPr>
          <a:xfrm>
            <a:off x="1755230" y="4011265"/>
            <a:ext cx="9053610" cy="2518895"/>
          </a:xfrm>
          <a:prstGeom prst="rect">
            <a:avLst/>
          </a:prstGeom>
          <a:noFill/>
        </p:spPr>
        <p:txBody>
          <a:bodyPr wrap="square">
            <a:spAutoFit/>
          </a:bodyPr>
          <a:lstStyle/>
          <a:p>
            <a:pPr indent="468000" defTabSz="913524">
              <a:lnSpc>
                <a:spcPts val="3200"/>
              </a:lnSpc>
              <a:defRPr/>
            </a:pPr>
            <a:r>
              <a:rPr lang="en-US" altLang="zh-CN" sz="2200">
                <a:solidFill>
                  <a:prstClr val="white"/>
                </a:solidFill>
                <a:latin typeface="Times New Roman"/>
              </a:rPr>
              <a:t>A</a:t>
            </a:r>
            <a:r>
              <a:rPr lang="zh-CN" altLang="en-US" sz="2200">
                <a:solidFill>
                  <a:prstClr val="white"/>
                </a:solidFill>
                <a:latin typeface="Times New Roman"/>
              </a:rPr>
              <a:t>．乐器不同发出声音的音色就会不同，所以观众主要通过音色辨别是何种乐器，故</a:t>
            </a:r>
            <a:r>
              <a:rPr lang="en-US" altLang="zh-CN" sz="2200">
                <a:solidFill>
                  <a:prstClr val="white"/>
                </a:solidFill>
                <a:latin typeface="Times New Roman"/>
              </a:rPr>
              <a:t>A</a:t>
            </a:r>
            <a:r>
              <a:rPr lang="zh-CN" altLang="en-US" sz="2200">
                <a:solidFill>
                  <a:prstClr val="white"/>
                </a:solidFill>
                <a:latin typeface="Times New Roman"/>
              </a:rPr>
              <a:t>错误；</a:t>
            </a:r>
          </a:p>
          <a:p>
            <a:pPr indent="468000" defTabSz="913524">
              <a:lnSpc>
                <a:spcPts val="3200"/>
              </a:lnSpc>
              <a:defRPr/>
            </a:pPr>
            <a:r>
              <a:rPr lang="en-US" altLang="zh-CN" sz="2200">
                <a:solidFill>
                  <a:prstClr val="white"/>
                </a:solidFill>
                <a:latin typeface="Times New Roman"/>
              </a:rPr>
              <a:t>B</a:t>
            </a:r>
            <a:r>
              <a:rPr lang="zh-CN" altLang="en-US" sz="2200">
                <a:solidFill>
                  <a:prstClr val="white"/>
                </a:solidFill>
                <a:latin typeface="Times New Roman"/>
              </a:rPr>
              <a:t>．用大小不同的力敲鼓，鼓面振动的幅度不同，则鼓声的响度不同，故是为了改变鼓声的响度，故</a:t>
            </a:r>
            <a:r>
              <a:rPr lang="en-US" altLang="zh-CN" sz="2200">
                <a:solidFill>
                  <a:prstClr val="white"/>
                </a:solidFill>
                <a:latin typeface="Times New Roman"/>
              </a:rPr>
              <a:t>B</a:t>
            </a:r>
            <a:r>
              <a:rPr lang="zh-CN" altLang="en-US" sz="2200">
                <a:solidFill>
                  <a:prstClr val="white"/>
                </a:solidFill>
                <a:latin typeface="Times New Roman"/>
              </a:rPr>
              <a:t>错误；</a:t>
            </a:r>
          </a:p>
          <a:p>
            <a:pPr indent="468000" defTabSz="913524">
              <a:lnSpc>
                <a:spcPts val="3200"/>
              </a:lnSpc>
              <a:defRPr/>
            </a:pPr>
            <a:r>
              <a:rPr lang="en-US" altLang="zh-CN" sz="2200">
                <a:solidFill>
                  <a:prstClr val="white"/>
                </a:solidFill>
                <a:latin typeface="Times New Roman"/>
              </a:rPr>
              <a:t>C</a:t>
            </a:r>
            <a:r>
              <a:rPr lang="zh-CN" altLang="en-US" sz="2200">
                <a:solidFill>
                  <a:prstClr val="white"/>
                </a:solidFill>
                <a:latin typeface="Times New Roman"/>
              </a:rPr>
              <a:t>．鼓声在空气中传播的速度为</a:t>
            </a:r>
            <a:r>
              <a:rPr lang="en-US" altLang="zh-CN" sz="2200">
                <a:solidFill>
                  <a:prstClr val="white"/>
                </a:solidFill>
                <a:latin typeface="Times New Roman"/>
              </a:rPr>
              <a:t>340m/s</a:t>
            </a:r>
            <a:r>
              <a:rPr lang="zh-CN" altLang="en-US" sz="2200">
                <a:solidFill>
                  <a:prstClr val="white"/>
                </a:solidFill>
                <a:latin typeface="Times New Roman"/>
              </a:rPr>
              <a:t>，故</a:t>
            </a:r>
            <a:r>
              <a:rPr lang="en-US" altLang="zh-CN" sz="2200">
                <a:solidFill>
                  <a:prstClr val="white"/>
                </a:solidFill>
                <a:latin typeface="Times New Roman"/>
              </a:rPr>
              <a:t>C</a:t>
            </a:r>
            <a:r>
              <a:rPr lang="zh-CN" altLang="en-US" sz="2200">
                <a:solidFill>
                  <a:prstClr val="white"/>
                </a:solidFill>
                <a:latin typeface="Times New Roman"/>
              </a:rPr>
              <a:t>错误；</a:t>
            </a:r>
          </a:p>
          <a:p>
            <a:pPr indent="468000" defTabSz="913524">
              <a:lnSpc>
                <a:spcPts val="3200"/>
              </a:lnSpc>
              <a:defRPr/>
            </a:pPr>
            <a:r>
              <a:rPr lang="en-US" altLang="zh-CN" sz="2200">
                <a:solidFill>
                  <a:prstClr val="white"/>
                </a:solidFill>
                <a:latin typeface="Times New Roman"/>
              </a:rPr>
              <a:t>D</a:t>
            </a:r>
            <a:r>
              <a:rPr lang="zh-CN" altLang="en-US" sz="2200">
                <a:solidFill>
                  <a:prstClr val="white"/>
                </a:solidFill>
                <a:latin typeface="Times New Roman"/>
              </a:rPr>
              <a:t>．鼓发出的声音是由鼓面振动产生的，故</a:t>
            </a:r>
            <a:r>
              <a:rPr lang="en-US" altLang="zh-CN" sz="2200">
                <a:solidFill>
                  <a:prstClr val="white"/>
                </a:solidFill>
                <a:latin typeface="Times New Roman"/>
              </a:rPr>
              <a:t>D</a:t>
            </a:r>
            <a:r>
              <a:rPr lang="zh-CN" altLang="en-US" sz="2200">
                <a:solidFill>
                  <a:prstClr val="white"/>
                </a:solidFill>
                <a:latin typeface="Times New Roman"/>
              </a:rPr>
              <a:t>正确。</a:t>
            </a:r>
          </a:p>
        </p:txBody>
      </p:sp>
      <p:sp>
        <p:nvSpPr>
          <p:cNvPr id="4" name="文本框 3">
            <a:extLst>
              <a:ext uri="{FF2B5EF4-FFF2-40B4-BE49-F238E27FC236}">
                <a16:creationId xmlns:a16="http://schemas.microsoft.com/office/drawing/2014/main" id="{DFC30727-9490-722A-6B51-76349044E421}"/>
              </a:ext>
            </a:extLst>
          </p:cNvPr>
          <p:cNvSpPr txBox="1"/>
          <p:nvPr>
            <p:custDataLst>
              <p:tags r:id="rId6"/>
            </p:custDataLst>
          </p:nvPr>
        </p:nvSpPr>
        <p:spPr>
          <a:xfrm>
            <a:off x="9115623" y="5233956"/>
            <a:ext cx="2285999" cy="467051"/>
          </a:xfrm>
          <a:prstGeom prst="rect">
            <a:avLst/>
          </a:prstGeom>
          <a:noFill/>
        </p:spPr>
        <p:txBody>
          <a:bodyPr wrap="square">
            <a:spAutoFit/>
          </a:bodyPr>
          <a:lstStyle/>
          <a:p>
            <a:pPr marL="0" marR="0" lvl="0" indent="468000" algn="l" defTabSz="913524" rtl="0" eaLnBrk="1" fontAlgn="auto" latinLnBrk="0" hangingPunct="1">
              <a:lnSpc>
                <a:spcPts val="3200"/>
              </a:lnSpc>
              <a:spcBef>
                <a:spcPct val="0"/>
              </a:spcBef>
              <a:spcAft>
                <a:spcPct val="0"/>
              </a:spcAft>
              <a:buClrTx/>
              <a:buSzTx/>
              <a:buFontTx/>
              <a:buNone/>
              <a:defRPr/>
            </a:pPr>
            <a:r>
              <a:rPr kumimoji="0" lang="zh-CN" altLang="en-US" sz="22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故选</a:t>
            </a:r>
            <a:r>
              <a:rPr kumimoji="0" lang="en-US" altLang="zh-CN" sz="22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D</a:t>
            </a:r>
            <a:r>
              <a:rPr kumimoji="0" lang="zh-CN" altLang="en-US" sz="22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a:t>
            </a:r>
          </a:p>
        </p:txBody>
      </p:sp>
      <p:pic>
        <p:nvPicPr>
          <p:cNvPr id="5" name="图片 4">
            <a:extLst>
              <a:ext uri="{FF2B5EF4-FFF2-40B4-BE49-F238E27FC236}">
                <a16:creationId xmlns:a16="http://schemas.microsoft.com/office/drawing/2014/main" id="{B6BB8ADB-70F7-8E83-2E4B-2721C0405C29}"/>
              </a:ext>
            </a:extLst>
          </p:cNvPr>
          <p:cNvPicPr>
            <a:picLocks noChangeAspect="1"/>
          </p:cNvPicPr>
          <p:nvPr>
            <p:custDataLst>
              <p:tags r:id="rId7"/>
            </p:custDataLst>
          </p:nvPr>
        </p:nvPicPr>
        <p:blipFill>
          <a:blip r:embed="rId12"/>
          <a:stretch>
            <a:fillRect/>
          </a:stretch>
        </p:blipFill>
        <p:spPr>
          <a:xfrm>
            <a:off x="8386795" y="1977339"/>
            <a:ext cx="2266950" cy="1476375"/>
          </a:xfrm>
          <a:prstGeom prst="rect">
            <a:avLst/>
          </a:prstGeom>
        </p:spPr>
      </p:pic>
      <p:pic>
        <p:nvPicPr>
          <p:cNvPr id="3" name="图片 2" descr="cbe3eb76672406fabbe30586b58813d">
            <a:extLst>
              <a:ext uri="{FF2B5EF4-FFF2-40B4-BE49-F238E27FC236}">
                <a16:creationId xmlns:a16="http://schemas.microsoft.com/office/drawing/2014/main" id="{874E2A15-5823-F759-1E01-F5B4B829F623}"/>
              </a:ext>
            </a:extLst>
          </p:cNvPr>
          <p:cNvPicPr>
            <a:picLocks noChangeAspect="1"/>
          </p:cNvPicPr>
          <p:nvPr/>
        </p:nvPicPr>
        <p:blipFill>
          <a:blip r:embed="rId13"/>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32107652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6" presetClass="entr" presetSubtype="0" fill="hold"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wipe(down)">
                                      <p:cBhvr>
                                        <p:cTn id="17" dur="435">
                                          <p:stCondLst>
                                            <p:cond delay="0"/>
                                          </p:stCondLst>
                                        </p:cTn>
                                        <p:tgtEl>
                                          <p:spTgt spid="11">
                                            <p:txEl>
                                              <p:pRg st="0" end="0"/>
                                            </p:txEl>
                                          </p:spTgt>
                                        </p:tgtEl>
                                      </p:cBhvr>
                                    </p:animEffect>
                                    <p:anim calcmode="lin" valueType="num">
                                      <p:cBhvr>
                                        <p:cTn id="18" dur="1366" tmFilter="0,0; 0.14,0.36; 0.43,0.73; 0.71,0.91; 1.0,1.0">
                                          <p:stCondLst>
                                            <p:cond delay="0"/>
                                          </p:stCondLst>
                                        </p:cTn>
                                        <p:tgtEl>
                                          <p:spTgt spid="11">
                                            <p:txEl>
                                              <p:pRg st="0" end="0"/>
                                            </p:txEl>
                                          </p:spTgt>
                                        </p:tgtEl>
                                        <p:attrNameLst>
                                          <p:attrName>ppt_x</p:attrName>
                                        </p:attrNameLst>
                                      </p:cBhvr>
                                      <p:tavLst>
                                        <p:tav tm="0">
                                          <p:val>
                                            <p:strVal val="#ppt_x-0.25"/>
                                          </p:val>
                                        </p:tav>
                                        <p:tav tm="100000">
                                          <p:val>
                                            <p:strVal val="#ppt_x"/>
                                          </p:val>
                                        </p:tav>
                                      </p:tavLst>
                                    </p:anim>
                                    <p:anim calcmode="lin" valueType="num">
                                      <p:cBhvr>
                                        <p:cTn id="19" dur="498" tmFilter="0.0,0.0; 0.25,0.07; 0.50,0.2; 0.75,0.467; 1.0,1.0">
                                          <p:stCondLst>
                                            <p:cond delay="0"/>
                                          </p:stCondLst>
                                        </p:cTn>
                                        <p:tgtEl>
                                          <p:spTgt spid="11">
                                            <p:txEl>
                                              <p:pRg st="0" end="0"/>
                                            </p:txEl>
                                          </p:spTgt>
                                        </p:tgtEl>
                                        <p:attrNameLst>
                                          <p:attrName>ppt_y</p:attrName>
                                        </p:attrNameLst>
                                      </p:cBhvr>
                                      <p:tavLst>
                                        <p:tav tm="0" fmla="#ppt_y-sin(pi*$)/3">
                                          <p:val>
                                            <p:fltVal val="0.5"/>
                                          </p:val>
                                        </p:tav>
                                        <p:tav tm="100000">
                                          <p:val>
                                            <p:fltVal val="1"/>
                                          </p:val>
                                        </p:tav>
                                      </p:tavLst>
                                    </p:anim>
                                    <p:anim calcmode="lin" valueType="num">
                                      <p:cBhvr>
                                        <p:cTn id="20" dur="498" tmFilter="0, 0; 0.125,0.2665; 0.25,0.4; 0.375,0.465; 0.5,0.5;  0.625,0.535; 0.75,0.6; 0.875,0.7335; 1,1">
                                          <p:stCondLst>
                                            <p:cond delay="498"/>
                                          </p:stCondLst>
                                        </p:cTn>
                                        <p:tgtEl>
                                          <p:spTgt spid="11">
                                            <p:txEl>
                                              <p:pRg st="0" end="0"/>
                                            </p:txEl>
                                          </p:spTgt>
                                        </p:tgtEl>
                                        <p:attrNameLst>
                                          <p:attrName>ppt_y</p:attrName>
                                        </p:attrNameLst>
                                      </p:cBhvr>
                                      <p:tavLst>
                                        <p:tav tm="0" fmla="#ppt_y-sin(pi*$)/9">
                                          <p:val>
                                            <p:fltVal val="0"/>
                                          </p:val>
                                        </p:tav>
                                        <p:tav tm="100000">
                                          <p:val>
                                            <p:fltVal val="1"/>
                                          </p:val>
                                        </p:tav>
                                      </p:tavLst>
                                    </p:anim>
                                    <p:anim calcmode="lin" valueType="num">
                                      <p:cBhvr>
                                        <p:cTn id="21" dur="249" tmFilter="0, 0; 0.125,0.2665; 0.25,0.4; 0.375,0.465; 0.5,0.5;  0.625,0.535; 0.75,0.6; 0.875,0.7335; 1,1">
                                          <p:stCondLst>
                                            <p:cond delay="993"/>
                                          </p:stCondLst>
                                        </p:cTn>
                                        <p:tgtEl>
                                          <p:spTgt spid="11">
                                            <p:txEl>
                                              <p:pRg st="0" end="0"/>
                                            </p:txEl>
                                          </p:spTgt>
                                        </p:tgtEl>
                                        <p:attrNameLst>
                                          <p:attrName>ppt_y</p:attrName>
                                        </p:attrNameLst>
                                      </p:cBhvr>
                                      <p:tavLst>
                                        <p:tav tm="0" fmla="#ppt_y-sin(pi*$)/27">
                                          <p:val>
                                            <p:fltVal val="0"/>
                                          </p:val>
                                        </p:tav>
                                        <p:tav tm="100000">
                                          <p:val>
                                            <p:fltVal val="1"/>
                                          </p:val>
                                        </p:tav>
                                      </p:tavLst>
                                    </p:anim>
                                    <p:anim calcmode="lin" valueType="num">
                                      <p:cBhvr>
                                        <p:cTn id="22" dur="123" tmFilter="0, 0; 0.125,0.2665; 0.25,0.4; 0.375,0.465; 0.5,0.5;  0.625,0.535; 0.75,0.6; 0.875,0.7335; 1,1">
                                          <p:stCondLst>
                                            <p:cond delay="1242"/>
                                          </p:stCondLst>
                                        </p:cTn>
                                        <p:tgtEl>
                                          <p:spTgt spid="11">
                                            <p:txEl>
                                              <p:pRg st="0" end="0"/>
                                            </p:txEl>
                                          </p:spTgt>
                                        </p:tgtEl>
                                        <p:attrNameLst>
                                          <p:attrName>ppt_y</p:attrName>
                                        </p:attrNameLst>
                                      </p:cBhvr>
                                      <p:tavLst>
                                        <p:tav tm="0" fmla="#ppt_y-sin(pi*$)/81">
                                          <p:val>
                                            <p:fltVal val="0"/>
                                          </p:val>
                                        </p:tav>
                                        <p:tav tm="100000">
                                          <p:val>
                                            <p:fltVal val="1"/>
                                          </p:val>
                                        </p:tav>
                                      </p:tavLst>
                                    </p:anim>
                                    <p:animScale>
                                      <p:cBhvr>
                                        <p:cTn id="23" dur="20">
                                          <p:stCondLst>
                                            <p:cond delay="488"/>
                                          </p:stCondLst>
                                        </p:cTn>
                                        <p:tgtEl>
                                          <p:spTgt spid="11">
                                            <p:txEl>
                                              <p:pRg st="0" end="0"/>
                                            </p:txEl>
                                          </p:spTgt>
                                        </p:tgtEl>
                                      </p:cBhvr>
                                      <p:to x="100000" y="60000"/>
                                    </p:animScale>
                                    <p:animScale>
                                      <p:cBhvr>
                                        <p:cTn id="24" dur="124" decel="50000">
                                          <p:stCondLst>
                                            <p:cond delay="507"/>
                                          </p:stCondLst>
                                        </p:cTn>
                                        <p:tgtEl>
                                          <p:spTgt spid="11">
                                            <p:txEl>
                                              <p:pRg st="0" end="0"/>
                                            </p:txEl>
                                          </p:spTgt>
                                        </p:tgtEl>
                                      </p:cBhvr>
                                      <p:to x="100000" y="100000"/>
                                    </p:animScale>
                                    <p:animScale>
                                      <p:cBhvr>
                                        <p:cTn id="25" dur="20">
                                          <p:stCondLst>
                                            <p:cond delay="984"/>
                                          </p:stCondLst>
                                        </p:cTn>
                                        <p:tgtEl>
                                          <p:spTgt spid="11">
                                            <p:txEl>
                                              <p:pRg st="0" end="0"/>
                                            </p:txEl>
                                          </p:spTgt>
                                        </p:tgtEl>
                                      </p:cBhvr>
                                      <p:to x="100000" y="80000"/>
                                    </p:animScale>
                                    <p:animScale>
                                      <p:cBhvr>
                                        <p:cTn id="26" dur="124" decel="50000">
                                          <p:stCondLst>
                                            <p:cond delay="1004"/>
                                          </p:stCondLst>
                                        </p:cTn>
                                        <p:tgtEl>
                                          <p:spTgt spid="11">
                                            <p:txEl>
                                              <p:pRg st="0" end="0"/>
                                            </p:txEl>
                                          </p:spTgt>
                                        </p:tgtEl>
                                      </p:cBhvr>
                                      <p:to x="100000" y="100000"/>
                                    </p:animScale>
                                    <p:animScale>
                                      <p:cBhvr>
                                        <p:cTn id="27" dur="20">
                                          <p:stCondLst>
                                            <p:cond delay="1232"/>
                                          </p:stCondLst>
                                        </p:cTn>
                                        <p:tgtEl>
                                          <p:spTgt spid="11">
                                            <p:txEl>
                                              <p:pRg st="0" end="0"/>
                                            </p:txEl>
                                          </p:spTgt>
                                        </p:tgtEl>
                                      </p:cBhvr>
                                      <p:to x="100000" y="90000"/>
                                    </p:animScale>
                                    <p:animScale>
                                      <p:cBhvr>
                                        <p:cTn id="28" dur="124" decel="50000">
                                          <p:stCondLst>
                                            <p:cond delay="1251"/>
                                          </p:stCondLst>
                                        </p:cTn>
                                        <p:tgtEl>
                                          <p:spTgt spid="11">
                                            <p:txEl>
                                              <p:pRg st="0" end="0"/>
                                            </p:txEl>
                                          </p:spTgt>
                                        </p:tgtEl>
                                      </p:cBhvr>
                                      <p:to x="100000" y="100000"/>
                                    </p:animScale>
                                    <p:animScale>
                                      <p:cBhvr>
                                        <p:cTn id="29" dur="20">
                                          <p:stCondLst>
                                            <p:cond delay="1356"/>
                                          </p:stCondLst>
                                        </p:cTn>
                                        <p:tgtEl>
                                          <p:spTgt spid="11">
                                            <p:txEl>
                                              <p:pRg st="0" end="0"/>
                                            </p:txEl>
                                          </p:spTgt>
                                        </p:tgtEl>
                                      </p:cBhvr>
                                      <p:to x="100000" y="95000"/>
                                    </p:animScale>
                                    <p:animScale>
                                      <p:cBhvr>
                                        <p:cTn id="30" dur="124" decel="50000">
                                          <p:stCondLst>
                                            <p:cond delay="1376"/>
                                          </p:stCondLst>
                                        </p:cTn>
                                        <p:tgtEl>
                                          <p:spTgt spid="11">
                                            <p:txEl>
                                              <p:pRg st="0" end="0"/>
                                            </p:txEl>
                                          </p:spTgt>
                                        </p:tgtEl>
                                      </p:cBhvr>
                                      <p:to x="100000" y="100000"/>
                                    </p:animScale>
                                  </p:childTnLst>
                                </p:cTn>
                              </p:par>
                              <p:par>
                                <p:cTn id="31" presetID="16" presetClass="entr" presetSubtype="21"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barn(inVertical)">
                                      <p:cBhvr>
                                        <p:cTn id="3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F39A17D-27E9-9EA5-C92B-4AC57A9B0809}"/>
              </a:ext>
            </a:extLst>
          </p:cNvPr>
          <p:cNvSpPr txBox="1"/>
          <p:nvPr>
            <p:custDataLst>
              <p:tags r:id="rId1"/>
            </p:custDataLst>
          </p:nvPr>
        </p:nvSpPr>
        <p:spPr>
          <a:xfrm>
            <a:off x="1008846" y="391060"/>
            <a:ext cx="6753550" cy="359073"/>
          </a:xfrm>
          <a:prstGeom prst="rect">
            <a:avLst/>
          </a:prstGeom>
          <a:noFill/>
        </p:spPr>
        <p:txBody>
          <a:bodyPr wrap="square" lIns="0" tIns="0" rIns="0" bIns="0" rtlCol="0">
            <a:spAutoFit/>
          </a:bodyPr>
          <a:lstStyle/>
          <a:p>
            <a:pPr>
              <a:lnSpc>
                <a:spcPts val="2800"/>
              </a:lnSpc>
              <a:defRPr/>
            </a:pPr>
            <a:r>
              <a:rPr lang="zh-CN" altLang="en-US" sz="2800" b="1" kern="0">
                <a:solidFill>
                  <a:srgbClr val="00B050"/>
                </a:solidFill>
                <a:latin typeface="+mn-ea"/>
                <a:cs typeface="Times New Roman" panose="02020603050405020304" pitchFamily="18" charset="0"/>
              </a:rPr>
              <a:t>题型四、用波形图辨析声音的三个特性</a:t>
            </a:r>
          </a:p>
        </p:txBody>
      </p:sp>
      <p:grpSp>
        <p:nvGrpSpPr>
          <p:cNvPr id="10" name="组合 9">
            <a:extLst>
              <a:ext uri="{FF2B5EF4-FFF2-40B4-BE49-F238E27FC236}">
                <a16:creationId xmlns:a16="http://schemas.microsoft.com/office/drawing/2014/main" id="{ABFCE776-5C08-07FE-FB67-DF206650E722}"/>
              </a:ext>
            </a:extLst>
          </p:cNvPr>
          <p:cNvGrpSpPr/>
          <p:nvPr>
            <p:custDataLst>
              <p:tags r:id="rId2"/>
            </p:custDataLst>
          </p:nvPr>
        </p:nvGrpSpPr>
        <p:grpSpPr>
          <a:xfrm>
            <a:off x="0" y="4111648"/>
            <a:ext cx="12192000" cy="2702810"/>
            <a:chOff x="1802108" y="2722671"/>
            <a:chExt cx="6762965" cy="2194352"/>
          </a:xfrm>
        </p:grpSpPr>
        <p:sp>
          <p:nvSpPr>
            <p:cNvPr id="12" name="矩形 37">
              <a:extLst>
                <a:ext uri="{FF2B5EF4-FFF2-40B4-BE49-F238E27FC236}">
                  <a16:creationId xmlns:a16="http://schemas.microsoft.com/office/drawing/2014/main" id="{C79714B0-2E43-C4DA-9E22-DF97FBD63C84}"/>
                </a:ext>
              </a:extLst>
            </p:cNvPr>
            <p:cNvSpPr>
              <a:spLocks noChangeArrowheads="1"/>
            </p:cNvSpPr>
            <p:nvPr>
              <p:custDataLst>
                <p:tags r:id="rId11"/>
              </p:custDataLst>
            </p:nvPr>
          </p:nvSpPr>
          <p:spPr bwMode="auto">
            <a:xfrm>
              <a:off x="1802108" y="2722671"/>
              <a:ext cx="6762965" cy="219435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defTabSz="1218002">
                <a:defRPr/>
              </a:pPr>
              <a:endParaRPr lang="zh-CN" altLang="en-US" sz="2399">
                <a:solidFill>
                  <a:prstClr val="white"/>
                </a:solidFill>
                <a:latin typeface="Times New Roman"/>
                <a:cs typeface="+mn-ea"/>
                <a:sym typeface="+mn-lt"/>
              </a:endParaRPr>
            </a:p>
          </p:txBody>
        </p:sp>
        <p:pic>
          <p:nvPicPr>
            <p:cNvPr id="13" name="图片 12">
              <a:extLst>
                <a:ext uri="{FF2B5EF4-FFF2-40B4-BE49-F238E27FC236}">
                  <a16:creationId xmlns:a16="http://schemas.microsoft.com/office/drawing/2014/main" id="{D707CDDE-B05C-69EE-13B5-37BECA1BFEDD}"/>
                </a:ext>
              </a:extLst>
            </p:cNvPr>
            <p:cNvPicPr>
              <a:picLocks noChangeAspect="1"/>
            </p:cNvPicPr>
            <p:nvPr>
              <p:custDataLst>
                <p:tags r:id="rId12"/>
              </p:custDataLst>
            </p:nvPr>
          </p:nvPicPr>
          <p:blipFill>
            <a:blip r:embed="rId14"/>
            <a:srcRect l="16093" t="19040" r="16095" b="25092"/>
            <a:stretch>
              <a:fillRect/>
            </a:stretch>
          </p:blipFill>
          <p:spPr>
            <a:xfrm>
              <a:off x="1802108" y="2722671"/>
              <a:ext cx="649101" cy="481267"/>
            </a:xfrm>
            <a:prstGeom prst="rect">
              <a:avLst/>
            </a:prstGeom>
          </p:spPr>
        </p:pic>
      </p:grpSp>
      <p:sp>
        <p:nvSpPr>
          <p:cNvPr id="3" name="文本框 2">
            <a:extLst>
              <a:ext uri="{FF2B5EF4-FFF2-40B4-BE49-F238E27FC236}">
                <a16:creationId xmlns:a16="http://schemas.microsoft.com/office/drawing/2014/main" id="{484AE1DA-802E-415F-AB50-1F90277C0560}"/>
              </a:ext>
            </a:extLst>
          </p:cNvPr>
          <p:cNvSpPr txBox="1"/>
          <p:nvPr>
            <p:custDataLst>
              <p:tags r:id="rId3"/>
            </p:custDataLst>
          </p:nvPr>
        </p:nvSpPr>
        <p:spPr>
          <a:xfrm>
            <a:off x="998630" y="1063804"/>
            <a:ext cx="10184524" cy="2822952"/>
          </a:xfrm>
          <a:prstGeom prst="rect">
            <a:avLst/>
          </a:prstGeom>
          <a:noFill/>
        </p:spPr>
        <p:txBody>
          <a:bodyPr wrap="square">
            <a:spAutoFit/>
          </a:bodyPr>
          <a:lstStyle/>
          <a:p>
            <a:pPr indent="504000" defTabSz="457200">
              <a:lnSpc>
                <a:spcPts val="3600"/>
              </a:lnSpc>
            </a:pPr>
            <a:r>
              <a:rPr lang="en-US" altLang="zh-CN" sz="2500">
                <a:solidFill>
                  <a:srgbClr val="002060"/>
                </a:solidFill>
                <a:latin typeface="Times New Roman" panose="02020603050405020304" pitchFamily="18" charset="0"/>
                <a:cs typeface="Times New Roman" panose="02020603050405020304" pitchFamily="18" charset="0"/>
              </a:rPr>
              <a:t>  </a:t>
            </a:r>
            <a:r>
              <a:rPr lang="en-US" altLang="zh-CN" sz="2500" b="1">
                <a:solidFill>
                  <a:srgbClr val="002060"/>
                </a:solidFill>
                <a:latin typeface="Times New Roman" panose="02020603050405020304" pitchFamily="18" charset="0"/>
                <a:cs typeface="Times New Roman" panose="02020603050405020304" pitchFamily="18" charset="0"/>
              </a:rPr>
              <a:t>【</a:t>
            </a:r>
            <a:r>
              <a:rPr lang="zh-CN" altLang="en-US" sz="2500" b="1">
                <a:solidFill>
                  <a:srgbClr val="002060"/>
                </a:solidFill>
                <a:latin typeface="Times New Roman" panose="02020603050405020304" pitchFamily="18" charset="0"/>
                <a:cs typeface="Times New Roman" panose="02020603050405020304" pitchFamily="18" charset="0"/>
              </a:rPr>
              <a:t>例题</a:t>
            </a:r>
            <a:r>
              <a:rPr lang="en-US" altLang="zh-CN" sz="2500" b="1">
                <a:solidFill>
                  <a:srgbClr val="002060"/>
                </a:solidFill>
                <a:latin typeface="Times New Roman" panose="02020603050405020304" pitchFamily="18" charset="0"/>
                <a:cs typeface="Times New Roman" panose="02020603050405020304" pitchFamily="18" charset="0"/>
              </a:rPr>
              <a:t>7】</a:t>
            </a:r>
            <a:r>
              <a:rPr lang="zh-CN" altLang="en-US" sz="2500">
                <a:solidFill>
                  <a:srgbClr val="002060"/>
                </a:solidFill>
                <a:latin typeface="Times New Roman" panose="02020603050405020304" pitchFamily="18" charset="0"/>
                <a:cs typeface="Times New Roman" panose="02020603050405020304" pitchFamily="18" charset="0"/>
              </a:rPr>
              <a:t>将话筒安在示波器的输入端，将三种声音输入，且发出声音的时间相同，根据波形分析：（选填“频率”、“振幅”、“音调”、“响度”、“音色”） </a:t>
            </a:r>
          </a:p>
          <a:p>
            <a:pPr indent="504000" defTabSz="457200">
              <a:lnSpc>
                <a:spcPts val="3600"/>
              </a:lnSpc>
            </a:pPr>
            <a:r>
              <a:rPr lang="zh-CN" altLang="en-US" sz="2500">
                <a:solidFill>
                  <a:srgbClr val="002060"/>
                </a:solidFill>
                <a:latin typeface="Times New Roman" panose="02020603050405020304" pitchFamily="18" charset="0"/>
                <a:cs typeface="Times New Roman" panose="02020603050405020304" pitchFamily="18" charset="0"/>
              </a:rPr>
              <a:t>（</a:t>
            </a:r>
            <a:r>
              <a:rPr lang="en-US" altLang="zh-CN" sz="2500">
                <a:solidFill>
                  <a:srgbClr val="002060"/>
                </a:solidFill>
                <a:latin typeface="Times New Roman" panose="02020603050405020304" pitchFamily="18" charset="0"/>
                <a:cs typeface="Times New Roman" panose="02020603050405020304" pitchFamily="18" charset="0"/>
              </a:rPr>
              <a:t>1</a:t>
            </a:r>
            <a:r>
              <a:rPr lang="zh-CN" altLang="en-US" sz="2500">
                <a:solidFill>
                  <a:srgbClr val="002060"/>
                </a:solidFill>
                <a:latin typeface="Times New Roman" panose="02020603050405020304" pitchFamily="18" charset="0"/>
                <a:cs typeface="Times New Roman" panose="02020603050405020304" pitchFamily="18" charset="0"/>
              </a:rPr>
              <a:t>）甲和丙相比，甲振动的 </a:t>
            </a:r>
            <a:r>
              <a:rPr lang="en-US" altLang="zh-CN" sz="2500">
                <a:solidFill>
                  <a:srgbClr val="002060"/>
                </a:solidFill>
                <a:latin typeface="Times New Roman" panose="02020603050405020304" pitchFamily="18" charset="0"/>
                <a:cs typeface="Times New Roman" panose="02020603050405020304" pitchFamily="18" charset="0"/>
              </a:rPr>
              <a:t>_____</a:t>
            </a:r>
            <a:r>
              <a:rPr lang="zh-CN" altLang="en-US" sz="2500">
                <a:solidFill>
                  <a:srgbClr val="002060"/>
                </a:solidFill>
                <a:latin typeface="Times New Roman" panose="02020603050405020304" pitchFamily="18" charset="0"/>
                <a:cs typeface="Times New Roman" panose="02020603050405020304" pitchFamily="18" charset="0"/>
              </a:rPr>
              <a:t>大，所以 </a:t>
            </a:r>
            <a:r>
              <a:rPr lang="en-US" altLang="zh-CN" sz="2500">
                <a:solidFill>
                  <a:srgbClr val="002060"/>
                </a:solidFill>
                <a:latin typeface="Times New Roman" panose="02020603050405020304" pitchFamily="18" charset="0"/>
                <a:cs typeface="Times New Roman" panose="02020603050405020304" pitchFamily="18" charset="0"/>
              </a:rPr>
              <a:t>_____</a:t>
            </a:r>
            <a:r>
              <a:rPr lang="zh-CN" altLang="en-US" sz="2500">
                <a:solidFill>
                  <a:srgbClr val="002060"/>
                </a:solidFill>
                <a:latin typeface="Times New Roman" panose="02020603050405020304" pitchFamily="18" charset="0"/>
                <a:cs typeface="Times New Roman" panose="02020603050405020304" pitchFamily="18" charset="0"/>
              </a:rPr>
              <a:t>高；</a:t>
            </a:r>
          </a:p>
          <a:p>
            <a:pPr indent="504000" defTabSz="457200">
              <a:lnSpc>
                <a:spcPts val="3600"/>
              </a:lnSpc>
            </a:pPr>
            <a:r>
              <a:rPr lang="zh-CN" altLang="en-US" sz="2500">
                <a:solidFill>
                  <a:srgbClr val="002060"/>
                </a:solidFill>
                <a:latin typeface="Times New Roman" panose="02020603050405020304" pitchFamily="18" charset="0"/>
                <a:cs typeface="Times New Roman" panose="02020603050405020304" pitchFamily="18" charset="0"/>
              </a:rPr>
              <a:t>（</a:t>
            </a:r>
            <a:r>
              <a:rPr lang="en-US" altLang="zh-CN" sz="2500">
                <a:solidFill>
                  <a:srgbClr val="002060"/>
                </a:solidFill>
                <a:latin typeface="Times New Roman" panose="02020603050405020304" pitchFamily="18" charset="0"/>
                <a:cs typeface="Times New Roman" panose="02020603050405020304" pitchFamily="18" charset="0"/>
              </a:rPr>
              <a:t>2</a:t>
            </a:r>
            <a:r>
              <a:rPr lang="zh-CN" altLang="en-US" sz="2500">
                <a:solidFill>
                  <a:srgbClr val="002060"/>
                </a:solidFill>
                <a:latin typeface="Times New Roman" panose="02020603050405020304" pitchFamily="18" charset="0"/>
                <a:cs typeface="Times New Roman" panose="02020603050405020304" pitchFamily="18" charset="0"/>
              </a:rPr>
              <a:t>）甲和丁相比，甲振动的 </a:t>
            </a:r>
            <a:r>
              <a:rPr lang="en-US" altLang="zh-CN" sz="2500">
                <a:solidFill>
                  <a:srgbClr val="002060"/>
                </a:solidFill>
                <a:latin typeface="Times New Roman" panose="02020603050405020304" pitchFamily="18" charset="0"/>
                <a:cs typeface="Times New Roman" panose="02020603050405020304" pitchFamily="18" charset="0"/>
              </a:rPr>
              <a:t>_____</a:t>
            </a:r>
            <a:r>
              <a:rPr lang="zh-CN" altLang="en-US" sz="2500">
                <a:solidFill>
                  <a:srgbClr val="002060"/>
                </a:solidFill>
                <a:latin typeface="Times New Roman" panose="02020603050405020304" pitchFamily="18" charset="0"/>
                <a:cs typeface="Times New Roman" panose="02020603050405020304" pitchFamily="18" charset="0"/>
              </a:rPr>
              <a:t>大，所以 </a:t>
            </a:r>
            <a:r>
              <a:rPr lang="en-US" altLang="zh-CN" sz="2500">
                <a:solidFill>
                  <a:srgbClr val="002060"/>
                </a:solidFill>
                <a:latin typeface="Times New Roman" panose="02020603050405020304" pitchFamily="18" charset="0"/>
                <a:cs typeface="Times New Roman" panose="02020603050405020304" pitchFamily="18" charset="0"/>
              </a:rPr>
              <a:t>_____</a:t>
            </a:r>
            <a:r>
              <a:rPr lang="zh-CN" altLang="en-US" sz="2500">
                <a:solidFill>
                  <a:srgbClr val="002060"/>
                </a:solidFill>
                <a:latin typeface="Times New Roman" panose="02020603050405020304" pitchFamily="18" charset="0"/>
                <a:cs typeface="Times New Roman" panose="02020603050405020304" pitchFamily="18" charset="0"/>
              </a:rPr>
              <a:t>大；</a:t>
            </a:r>
          </a:p>
          <a:p>
            <a:pPr indent="504000" defTabSz="457200">
              <a:lnSpc>
                <a:spcPts val="3600"/>
              </a:lnSpc>
            </a:pPr>
            <a:r>
              <a:rPr lang="zh-CN" altLang="en-US" sz="2500">
                <a:solidFill>
                  <a:srgbClr val="002060"/>
                </a:solidFill>
                <a:latin typeface="Times New Roman" panose="02020603050405020304" pitchFamily="18" charset="0"/>
                <a:cs typeface="Times New Roman" panose="02020603050405020304" pitchFamily="18" charset="0"/>
              </a:rPr>
              <a:t>（</a:t>
            </a:r>
            <a:r>
              <a:rPr lang="en-US" altLang="zh-CN" sz="2500">
                <a:solidFill>
                  <a:srgbClr val="002060"/>
                </a:solidFill>
                <a:latin typeface="Times New Roman" panose="02020603050405020304" pitchFamily="18" charset="0"/>
                <a:cs typeface="Times New Roman" panose="02020603050405020304" pitchFamily="18" charset="0"/>
              </a:rPr>
              <a:t>3</a:t>
            </a:r>
            <a:r>
              <a:rPr lang="zh-CN" altLang="en-US" sz="2500">
                <a:solidFill>
                  <a:srgbClr val="002060"/>
                </a:solidFill>
                <a:latin typeface="Times New Roman" panose="02020603050405020304" pitchFamily="18" charset="0"/>
                <a:cs typeface="Times New Roman" panose="02020603050405020304" pitchFamily="18" charset="0"/>
              </a:rPr>
              <a:t>）甲和乙相比，两者的 </a:t>
            </a:r>
            <a:r>
              <a:rPr lang="en-US" altLang="zh-CN" sz="2500">
                <a:solidFill>
                  <a:srgbClr val="002060"/>
                </a:solidFill>
                <a:latin typeface="Times New Roman" panose="02020603050405020304" pitchFamily="18" charset="0"/>
                <a:cs typeface="Times New Roman" panose="02020603050405020304" pitchFamily="18" charset="0"/>
              </a:rPr>
              <a:t>_____</a:t>
            </a:r>
            <a:r>
              <a:rPr lang="zh-CN" altLang="en-US" sz="2500">
                <a:solidFill>
                  <a:srgbClr val="002060"/>
                </a:solidFill>
                <a:latin typeface="Times New Roman" panose="02020603050405020304" pitchFamily="18" charset="0"/>
                <a:cs typeface="Times New Roman" panose="02020603050405020304" pitchFamily="18" charset="0"/>
              </a:rPr>
              <a:t>不同。</a:t>
            </a:r>
          </a:p>
        </p:txBody>
      </p:sp>
      <p:sp>
        <p:nvSpPr>
          <p:cNvPr id="4" name="文本框 3">
            <a:extLst>
              <a:ext uri="{FF2B5EF4-FFF2-40B4-BE49-F238E27FC236}">
                <a16:creationId xmlns:a16="http://schemas.microsoft.com/office/drawing/2014/main" id="{17E26414-38B9-4B6E-B3A8-519FD543D2C8}"/>
              </a:ext>
            </a:extLst>
          </p:cNvPr>
          <p:cNvSpPr txBox="1"/>
          <p:nvPr>
            <p:custDataLst>
              <p:tags r:id="rId4"/>
            </p:custDataLst>
          </p:nvPr>
        </p:nvSpPr>
        <p:spPr>
          <a:xfrm>
            <a:off x="5620287" y="2369479"/>
            <a:ext cx="2027484" cy="555665"/>
          </a:xfrm>
          <a:prstGeom prst="rect">
            <a:avLst/>
          </a:prstGeom>
          <a:noFill/>
        </p:spPr>
        <p:txBody>
          <a:bodyPr wrap="square">
            <a:spAutoFit/>
          </a:bodyPr>
          <a:lstStyle/>
          <a:p>
            <a:pPr defTabSz="457200">
              <a:lnSpc>
                <a:spcPts val="3900"/>
              </a:lnSpc>
            </a:pPr>
            <a:r>
              <a:rPr lang="zh-CN" altLang="en-US" sz="2500">
                <a:solidFill>
                  <a:srgbClr val="C00000"/>
                </a:solidFill>
                <a:latin typeface="微软雅黑" panose="020B0503020204020204" charset="-122"/>
              </a:rPr>
              <a:t>频率</a:t>
            </a:r>
            <a:endParaRPr lang="zh-CN" altLang="en-US" sz="2500">
              <a:solidFill>
                <a:srgbClr val="C00000"/>
              </a:solidFill>
              <a:latin typeface="Times New Roman"/>
            </a:endParaRPr>
          </a:p>
        </p:txBody>
      </p:sp>
      <p:sp>
        <p:nvSpPr>
          <p:cNvPr id="6" name="文本框 5">
            <a:extLst>
              <a:ext uri="{FF2B5EF4-FFF2-40B4-BE49-F238E27FC236}">
                <a16:creationId xmlns:a16="http://schemas.microsoft.com/office/drawing/2014/main" id="{172D4E01-2E77-46E6-BEDB-7E5F53ED9092}"/>
              </a:ext>
            </a:extLst>
          </p:cNvPr>
          <p:cNvSpPr txBox="1"/>
          <p:nvPr>
            <p:custDataLst>
              <p:tags r:id="rId5"/>
            </p:custDataLst>
          </p:nvPr>
        </p:nvSpPr>
        <p:spPr>
          <a:xfrm>
            <a:off x="5620287" y="2842787"/>
            <a:ext cx="1525264" cy="555665"/>
          </a:xfrm>
          <a:prstGeom prst="rect">
            <a:avLst/>
          </a:prstGeom>
          <a:noFill/>
        </p:spPr>
        <p:txBody>
          <a:bodyPr wrap="square">
            <a:spAutoFit/>
          </a:bodyPr>
          <a:lstStyle/>
          <a:p>
            <a:pPr defTabSz="457200">
              <a:lnSpc>
                <a:spcPts val="3900"/>
              </a:lnSpc>
            </a:pPr>
            <a:r>
              <a:rPr lang="zh-CN" altLang="en-US" sz="2500">
                <a:solidFill>
                  <a:srgbClr val="C00000"/>
                </a:solidFill>
                <a:latin typeface="微软雅黑" panose="020B0503020204020204" charset="-122"/>
              </a:rPr>
              <a:t>振幅</a:t>
            </a:r>
            <a:endParaRPr lang="zh-CN" altLang="en-US" sz="2500">
              <a:solidFill>
                <a:srgbClr val="C00000"/>
              </a:solidFill>
              <a:latin typeface="Times New Roman"/>
            </a:endParaRPr>
          </a:p>
        </p:txBody>
      </p:sp>
      <p:sp>
        <p:nvSpPr>
          <p:cNvPr id="7" name="文本框 6">
            <a:extLst>
              <a:ext uri="{FF2B5EF4-FFF2-40B4-BE49-F238E27FC236}">
                <a16:creationId xmlns:a16="http://schemas.microsoft.com/office/drawing/2014/main" id="{45BB116F-34D4-4921-A9AB-18029E9C14F9}"/>
              </a:ext>
            </a:extLst>
          </p:cNvPr>
          <p:cNvSpPr txBox="1"/>
          <p:nvPr>
            <p:custDataLst>
              <p:tags r:id="rId6"/>
            </p:custDataLst>
          </p:nvPr>
        </p:nvSpPr>
        <p:spPr>
          <a:xfrm>
            <a:off x="7762396" y="2369479"/>
            <a:ext cx="2027484" cy="555665"/>
          </a:xfrm>
          <a:prstGeom prst="rect">
            <a:avLst/>
          </a:prstGeom>
          <a:noFill/>
        </p:spPr>
        <p:txBody>
          <a:bodyPr wrap="square">
            <a:spAutoFit/>
          </a:bodyPr>
          <a:lstStyle/>
          <a:p>
            <a:pPr defTabSz="457200">
              <a:lnSpc>
                <a:spcPts val="3900"/>
              </a:lnSpc>
            </a:pPr>
            <a:r>
              <a:rPr lang="zh-CN" altLang="en-US" sz="2500">
                <a:solidFill>
                  <a:srgbClr val="C00000"/>
                </a:solidFill>
                <a:latin typeface="微软雅黑" panose="020B0503020204020204" charset="-122"/>
              </a:rPr>
              <a:t>音调</a:t>
            </a:r>
            <a:endParaRPr lang="zh-CN" altLang="en-US" sz="2500">
              <a:solidFill>
                <a:srgbClr val="C00000"/>
              </a:solidFill>
              <a:latin typeface="Times New Roman"/>
            </a:endParaRPr>
          </a:p>
        </p:txBody>
      </p:sp>
      <p:pic>
        <p:nvPicPr>
          <p:cNvPr id="17" name="图片 16">
            <a:extLst>
              <a:ext uri="{FF2B5EF4-FFF2-40B4-BE49-F238E27FC236}">
                <a16:creationId xmlns:a16="http://schemas.microsoft.com/office/drawing/2014/main" id="{B99DD1BD-5586-2543-30C2-B62CAF7E85E8}"/>
              </a:ext>
            </a:extLst>
          </p:cNvPr>
          <p:cNvPicPr>
            <a:picLocks noChangeAspect="1"/>
          </p:cNvPicPr>
          <p:nvPr>
            <p:custDataLst>
              <p:tags r:id="rId7"/>
            </p:custDataLst>
          </p:nvPr>
        </p:nvPicPr>
        <p:blipFill>
          <a:blip r:embed="rId15"/>
          <a:stretch>
            <a:fillRect/>
          </a:stretch>
        </p:blipFill>
        <p:spPr>
          <a:xfrm>
            <a:off x="5360276" y="4534130"/>
            <a:ext cx="6831724" cy="1889377"/>
          </a:xfrm>
          <a:prstGeom prst="rect">
            <a:avLst/>
          </a:prstGeom>
        </p:spPr>
      </p:pic>
      <p:sp>
        <p:nvSpPr>
          <p:cNvPr id="18" name="文本框 17">
            <a:extLst>
              <a:ext uri="{FF2B5EF4-FFF2-40B4-BE49-F238E27FC236}">
                <a16:creationId xmlns:a16="http://schemas.microsoft.com/office/drawing/2014/main" id="{4146DA76-72DA-354F-351D-B66F30ADFEEB}"/>
              </a:ext>
            </a:extLst>
          </p:cNvPr>
          <p:cNvSpPr txBox="1"/>
          <p:nvPr>
            <p:custDataLst>
              <p:tags r:id="rId8"/>
            </p:custDataLst>
          </p:nvPr>
        </p:nvSpPr>
        <p:spPr>
          <a:xfrm>
            <a:off x="7762396" y="2842786"/>
            <a:ext cx="2027484" cy="555665"/>
          </a:xfrm>
          <a:prstGeom prst="rect">
            <a:avLst/>
          </a:prstGeom>
          <a:noFill/>
        </p:spPr>
        <p:txBody>
          <a:bodyPr wrap="square">
            <a:spAutoFit/>
          </a:bodyPr>
          <a:lstStyle/>
          <a:p>
            <a:pPr defTabSz="457200">
              <a:lnSpc>
                <a:spcPts val="3900"/>
              </a:lnSpc>
            </a:pPr>
            <a:r>
              <a:rPr lang="zh-CN" altLang="en-US" sz="2500">
                <a:solidFill>
                  <a:srgbClr val="C00000"/>
                </a:solidFill>
                <a:latin typeface="微软雅黑" panose="020B0503020204020204" charset="-122"/>
              </a:rPr>
              <a:t>响度</a:t>
            </a:r>
            <a:endParaRPr lang="zh-CN" altLang="en-US" sz="2500">
              <a:solidFill>
                <a:srgbClr val="C00000"/>
              </a:solidFill>
              <a:latin typeface="Times New Roman"/>
            </a:endParaRPr>
          </a:p>
        </p:txBody>
      </p:sp>
      <p:sp>
        <p:nvSpPr>
          <p:cNvPr id="19" name="文本框 18">
            <a:extLst>
              <a:ext uri="{FF2B5EF4-FFF2-40B4-BE49-F238E27FC236}">
                <a16:creationId xmlns:a16="http://schemas.microsoft.com/office/drawing/2014/main" id="{FE3E5554-7BC6-3C58-62C3-C0624DCB5720}"/>
              </a:ext>
            </a:extLst>
          </p:cNvPr>
          <p:cNvSpPr txBox="1"/>
          <p:nvPr>
            <p:custDataLst>
              <p:tags r:id="rId9"/>
            </p:custDataLst>
          </p:nvPr>
        </p:nvSpPr>
        <p:spPr>
          <a:xfrm>
            <a:off x="5307062" y="3313879"/>
            <a:ext cx="2027484" cy="555665"/>
          </a:xfrm>
          <a:prstGeom prst="rect">
            <a:avLst/>
          </a:prstGeom>
          <a:noFill/>
        </p:spPr>
        <p:txBody>
          <a:bodyPr wrap="square">
            <a:spAutoFit/>
          </a:bodyPr>
          <a:lstStyle/>
          <a:p>
            <a:pPr defTabSz="457200">
              <a:lnSpc>
                <a:spcPts val="3900"/>
              </a:lnSpc>
            </a:pPr>
            <a:r>
              <a:rPr lang="zh-CN" altLang="en-US" sz="2500">
                <a:solidFill>
                  <a:srgbClr val="C00000"/>
                </a:solidFill>
                <a:latin typeface="微软雅黑" panose="020B0503020204020204" charset="-122"/>
              </a:rPr>
              <a:t>音色</a:t>
            </a:r>
            <a:endParaRPr lang="zh-CN" altLang="en-US" sz="2500">
              <a:solidFill>
                <a:srgbClr val="C00000"/>
              </a:solidFill>
              <a:latin typeface="Times New Roman"/>
            </a:endParaRPr>
          </a:p>
        </p:txBody>
      </p:sp>
      <p:sp>
        <p:nvSpPr>
          <p:cNvPr id="22" name="文本框 21">
            <a:extLst>
              <a:ext uri="{FF2B5EF4-FFF2-40B4-BE49-F238E27FC236}">
                <a16:creationId xmlns:a16="http://schemas.microsoft.com/office/drawing/2014/main" id="{F13748F7-1DAB-0B4E-61FA-7B8880E50E39}"/>
              </a:ext>
            </a:extLst>
          </p:cNvPr>
          <p:cNvSpPr txBox="1"/>
          <p:nvPr>
            <p:custDataLst>
              <p:tags r:id="rId10"/>
            </p:custDataLst>
          </p:nvPr>
        </p:nvSpPr>
        <p:spPr>
          <a:xfrm>
            <a:off x="421171" y="4588390"/>
            <a:ext cx="4885891" cy="1749325"/>
          </a:xfrm>
          <a:prstGeom prst="rect">
            <a:avLst/>
          </a:prstGeom>
          <a:noFill/>
        </p:spPr>
        <p:txBody>
          <a:bodyPr wrap="square">
            <a:spAutoFit/>
          </a:bodyPr>
          <a:lstStyle/>
          <a:p>
            <a:pPr indent="540000" defTabSz="457200">
              <a:lnSpc>
                <a:spcPts val="3300"/>
              </a:lnSpc>
            </a:pPr>
            <a:r>
              <a:rPr lang="zh-CN" altLang="en-US" sz="2300">
                <a:solidFill>
                  <a:prstClr val="white"/>
                </a:solidFill>
                <a:latin typeface="微软雅黑" panose="020B0503020204020204" charset="-122"/>
                <a:cs typeface="Times New Roman" panose="02020603050405020304" pitchFamily="18" charset="0"/>
              </a:rPr>
              <a:t>从声音波形可以看出：甲丙比较，甲振动的快，频率高，音调高；甲丁比较，甲的振幅大，甲的响度大；甲乙的波形图不同，故音色不同。</a:t>
            </a:r>
            <a:endParaRPr lang="zh-CN" altLang="en-US" sz="2300">
              <a:solidFill>
                <a:prstClr val="white"/>
              </a:solidFill>
              <a:latin typeface="Times New Roman"/>
            </a:endParaRPr>
          </a:p>
        </p:txBody>
      </p:sp>
      <p:pic>
        <p:nvPicPr>
          <p:cNvPr id="5" name="图片 4" descr="cbe3eb76672406fabbe30586b58813d">
            <a:extLst>
              <a:ext uri="{FF2B5EF4-FFF2-40B4-BE49-F238E27FC236}">
                <a16:creationId xmlns:a16="http://schemas.microsoft.com/office/drawing/2014/main" id="{AF3276C5-B17A-9754-C76B-CB613FAFBFA6}"/>
              </a:ext>
            </a:extLst>
          </p:cNvPr>
          <p:cNvPicPr>
            <a:picLocks noChangeAspect="1"/>
          </p:cNvPicPr>
          <p:nvPr/>
        </p:nvPicPr>
        <p:blipFill>
          <a:blip r:embed="rId16"/>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7226770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checkerboard(across)">
                                      <p:cBhvr>
                                        <p:cTn id="12" dur="500"/>
                                        <p:tgtEl>
                                          <p:spTgt spid="22"/>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6"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362">
                                          <p:stCondLst>
                                            <p:cond delay="0"/>
                                          </p:stCondLst>
                                        </p:cTn>
                                        <p:tgtEl>
                                          <p:spTgt spid="4"/>
                                        </p:tgtEl>
                                      </p:cBhvr>
                                    </p:animEffect>
                                    <p:anim calcmode="lin" valueType="num">
                                      <p:cBhvr>
                                        <p:cTn id="18" dur="1139"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9" dur="415"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0" dur="415" tmFilter="0, 0; 0.125,0.2665; 0.25,0.4; 0.375,0.465; 0.5,0.5;  0.625,0.535; 0.75,0.6; 0.875,0.7335; 1,1">
                                          <p:stCondLst>
                                            <p:cond delay="415"/>
                                          </p:stCondLst>
                                        </p:cTn>
                                        <p:tgtEl>
                                          <p:spTgt spid="4"/>
                                        </p:tgtEl>
                                        <p:attrNameLst>
                                          <p:attrName>ppt_y</p:attrName>
                                        </p:attrNameLst>
                                      </p:cBhvr>
                                      <p:tavLst>
                                        <p:tav tm="0" fmla="#ppt_y-sin(pi*$)/9">
                                          <p:val>
                                            <p:fltVal val="0"/>
                                          </p:val>
                                        </p:tav>
                                        <p:tav tm="100000">
                                          <p:val>
                                            <p:fltVal val="1"/>
                                          </p:val>
                                        </p:tav>
                                      </p:tavLst>
                                    </p:anim>
                                    <p:anim calcmode="lin" valueType="num">
                                      <p:cBhvr>
                                        <p:cTn id="21" dur="207" tmFilter="0, 0; 0.125,0.2665; 0.25,0.4; 0.375,0.465; 0.5,0.5;  0.625,0.535; 0.75,0.6; 0.875,0.7335; 1,1">
                                          <p:stCondLst>
                                            <p:cond delay="828"/>
                                          </p:stCondLst>
                                        </p:cTn>
                                        <p:tgtEl>
                                          <p:spTgt spid="4"/>
                                        </p:tgtEl>
                                        <p:attrNameLst>
                                          <p:attrName>ppt_y</p:attrName>
                                        </p:attrNameLst>
                                      </p:cBhvr>
                                      <p:tavLst>
                                        <p:tav tm="0" fmla="#ppt_y-sin(pi*$)/27">
                                          <p:val>
                                            <p:fltVal val="0"/>
                                          </p:val>
                                        </p:tav>
                                        <p:tav tm="100000">
                                          <p:val>
                                            <p:fltVal val="1"/>
                                          </p:val>
                                        </p:tav>
                                      </p:tavLst>
                                    </p:anim>
                                    <p:anim calcmode="lin" valueType="num">
                                      <p:cBhvr>
                                        <p:cTn id="22" dur="103" tmFilter="0, 0; 0.125,0.2665; 0.25,0.4; 0.375,0.465; 0.5,0.5;  0.625,0.535; 0.75,0.6; 0.875,0.7335; 1,1">
                                          <p:stCondLst>
                                            <p:cond delay="1035"/>
                                          </p:stCondLst>
                                        </p:cTn>
                                        <p:tgtEl>
                                          <p:spTgt spid="4"/>
                                        </p:tgtEl>
                                        <p:attrNameLst>
                                          <p:attrName>ppt_y</p:attrName>
                                        </p:attrNameLst>
                                      </p:cBhvr>
                                      <p:tavLst>
                                        <p:tav tm="0" fmla="#ppt_y-sin(pi*$)/81">
                                          <p:val>
                                            <p:fltVal val="0"/>
                                          </p:val>
                                        </p:tav>
                                        <p:tav tm="100000">
                                          <p:val>
                                            <p:fltVal val="1"/>
                                          </p:val>
                                        </p:tav>
                                      </p:tavLst>
                                    </p:anim>
                                    <p:animScale>
                                      <p:cBhvr>
                                        <p:cTn id="23" dur="16">
                                          <p:stCondLst>
                                            <p:cond delay="406"/>
                                          </p:stCondLst>
                                        </p:cTn>
                                        <p:tgtEl>
                                          <p:spTgt spid="4"/>
                                        </p:tgtEl>
                                      </p:cBhvr>
                                      <p:to x="100000" y="60000"/>
                                    </p:animScale>
                                    <p:animScale>
                                      <p:cBhvr>
                                        <p:cTn id="24" dur="104" decel="50000">
                                          <p:stCondLst>
                                            <p:cond delay="423"/>
                                          </p:stCondLst>
                                        </p:cTn>
                                        <p:tgtEl>
                                          <p:spTgt spid="4"/>
                                        </p:tgtEl>
                                      </p:cBhvr>
                                      <p:to x="100000" y="100000"/>
                                    </p:animScale>
                                    <p:animScale>
                                      <p:cBhvr>
                                        <p:cTn id="25" dur="16">
                                          <p:stCondLst>
                                            <p:cond delay="820"/>
                                          </p:stCondLst>
                                        </p:cTn>
                                        <p:tgtEl>
                                          <p:spTgt spid="4"/>
                                        </p:tgtEl>
                                      </p:cBhvr>
                                      <p:to x="100000" y="80000"/>
                                    </p:animScale>
                                    <p:animScale>
                                      <p:cBhvr>
                                        <p:cTn id="26" dur="104" decel="50000">
                                          <p:stCondLst>
                                            <p:cond delay="836"/>
                                          </p:stCondLst>
                                        </p:cTn>
                                        <p:tgtEl>
                                          <p:spTgt spid="4"/>
                                        </p:tgtEl>
                                      </p:cBhvr>
                                      <p:to x="100000" y="100000"/>
                                    </p:animScale>
                                    <p:animScale>
                                      <p:cBhvr>
                                        <p:cTn id="27" dur="16">
                                          <p:stCondLst>
                                            <p:cond delay="1026"/>
                                          </p:stCondLst>
                                        </p:cTn>
                                        <p:tgtEl>
                                          <p:spTgt spid="4"/>
                                        </p:tgtEl>
                                      </p:cBhvr>
                                      <p:to x="100000" y="90000"/>
                                    </p:animScale>
                                    <p:animScale>
                                      <p:cBhvr>
                                        <p:cTn id="28" dur="104" decel="50000">
                                          <p:stCondLst>
                                            <p:cond delay="1042"/>
                                          </p:stCondLst>
                                        </p:cTn>
                                        <p:tgtEl>
                                          <p:spTgt spid="4"/>
                                        </p:tgtEl>
                                      </p:cBhvr>
                                      <p:to x="100000" y="100000"/>
                                    </p:animScale>
                                    <p:animScale>
                                      <p:cBhvr>
                                        <p:cTn id="29" dur="16">
                                          <p:stCondLst>
                                            <p:cond delay="1130"/>
                                          </p:stCondLst>
                                        </p:cTn>
                                        <p:tgtEl>
                                          <p:spTgt spid="4"/>
                                        </p:tgtEl>
                                      </p:cBhvr>
                                      <p:to x="100000" y="95000"/>
                                    </p:animScale>
                                    <p:animScale>
                                      <p:cBhvr>
                                        <p:cTn id="30" dur="104" decel="50000">
                                          <p:stCondLst>
                                            <p:cond delay="1146"/>
                                          </p:stCondLst>
                                        </p:cTn>
                                        <p:tgtEl>
                                          <p:spTgt spid="4"/>
                                        </p:tgtEl>
                                      </p:cBhvr>
                                      <p:to x="100000" y="100000"/>
                                    </p:animScale>
                                  </p:childTnLst>
                                </p:cTn>
                              </p:par>
                            </p:childTnLst>
                          </p:cTn>
                        </p:par>
                      </p:childTnLst>
                    </p:cTn>
                  </p:par>
                  <p:par>
                    <p:cTn id="31" fill="hold" nodeType="clickPar">
                      <p:stCondLst>
                        <p:cond delay="indefinite"/>
                      </p:stCondLst>
                      <p:childTnLst>
                        <p:par>
                          <p:cTn id="32" fill="hold">
                            <p:stCondLst>
                              <p:cond delay="0"/>
                            </p:stCondLst>
                            <p:childTnLst>
                              <p:par>
                                <p:cTn id="33" presetID="26"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down)">
                                      <p:cBhvr>
                                        <p:cTn id="35" dur="362">
                                          <p:stCondLst>
                                            <p:cond delay="0"/>
                                          </p:stCondLst>
                                        </p:cTn>
                                        <p:tgtEl>
                                          <p:spTgt spid="7"/>
                                        </p:tgtEl>
                                      </p:cBhvr>
                                    </p:animEffect>
                                    <p:anim calcmode="lin" valueType="num">
                                      <p:cBhvr>
                                        <p:cTn id="36" dur="1139"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7" dur="415"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8" dur="415" tmFilter="0, 0; 0.125,0.2665; 0.25,0.4; 0.375,0.465; 0.5,0.5;  0.625,0.535; 0.75,0.6; 0.875,0.7335; 1,1">
                                          <p:stCondLst>
                                            <p:cond delay="415"/>
                                          </p:stCondLst>
                                        </p:cTn>
                                        <p:tgtEl>
                                          <p:spTgt spid="7"/>
                                        </p:tgtEl>
                                        <p:attrNameLst>
                                          <p:attrName>ppt_y</p:attrName>
                                        </p:attrNameLst>
                                      </p:cBhvr>
                                      <p:tavLst>
                                        <p:tav tm="0" fmla="#ppt_y-sin(pi*$)/9">
                                          <p:val>
                                            <p:fltVal val="0"/>
                                          </p:val>
                                        </p:tav>
                                        <p:tav tm="100000">
                                          <p:val>
                                            <p:fltVal val="1"/>
                                          </p:val>
                                        </p:tav>
                                      </p:tavLst>
                                    </p:anim>
                                    <p:anim calcmode="lin" valueType="num">
                                      <p:cBhvr>
                                        <p:cTn id="39" dur="207" tmFilter="0, 0; 0.125,0.2665; 0.25,0.4; 0.375,0.465; 0.5,0.5;  0.625,0.535; 0.75,0.6; 0.875,0.7335; 1,1">
                                          <p:stCondLst>
                                            <p:cond delay="828"/>
                                          </p:stCondLst>
                                        </p:cTn>
                                        <p:tgtEl>
                                          <p:spTgt spid="7"/>
                                        </p:tgtEl>
                                        <p:attrNameLst>
                                          <p:attrName>ppt_y</p:attrName>
                                        </p:attrNameLst>
                                      </p:cBhvr>
                                      <p:tavLst>
                                        <p:tav tm="0" fmla="#ppt_y-sin(pi*$)/27">
                                          <p:val>
                                            <p:fltVal val="0"/>
                                          </p:val>
                                        </p:tav>
                                        <p:tav tm="100000">
                                          <p:val>
                                            <p:fltVal val="1"/>
                                          </p:val>
                                        </p:tav>
                                      </p:tavLst>
                                    </p:anim>
                                    <p:anim calcmode="lin" valueType="num">
                                      <p:cBhvr>
                                        <p:cTn id="40" dur="103" tmFilter="0, 0; 0.125,0.2665; 0.25,0.4; 0.375,0.465; 0.5,0.5;  0.625,0.535; 0.75,0.6; 0.875,0.7335; 1,1">
                                          <p:stCondLst>
                                            <p:cond delay="1035"/>
                                          </p:stCondLst>
                                        </p:cTn>
                                        <p:tgtEl>
                                          <p:spTgt spid="7"/>
                                        </p:tgtEl>
                                        <p:attrNameLst>
                                          <p:attrName>ppt_y</p:attrName>
                                        </p:attrNameLst>
                                      </p:cBhvr>
                                      <p:tavLst>
                                        <p:tav tm="0" fmla="#ppt_y-sin(pi*$)/81">
                                          <p:val>
                                            <p:fltVal val="0"/>
                                          </p:val>
                                        </p:tav>
                                        <p:tav tm="100000">
                                          <p:val>
                                            <p:fltVal val="1"/>
                                          </p:val>
                                        </p:tav>
                                      </p:tavLst>
                                    </p:anim>
                                    <p:animScale>
                                      <p:cBhvr>
                                        <p:cTn id="41" dur="16">
                                          <p:stCondLst>
                                            <p:cond delay="406"/>
                                          </p:stCondLst>
                                        </p:cTn>
                                        <p:tgtEl>
                                          <p:spTgt spid="7"/>
                                        </p:tgtEl>
                                      </p:cBhvr>
                                      <p:to x="100000" y="60000"/>
                                    </p:animScale>
                                    <p:animScale>
                                      <p:cBhvr>
                                        <p:cTn id="42" dur="104" decel="50000">
                                          <p:stCondLst>
                                            <p:cond delay="423"/>
                                          </p:stCondLst>
                                        </p:cTn>
                                        <p:tgtEl>
                                          <p:spTgt spid="7"/>
                                        </p:tgtEl>
                                      </p:cBhvr>
                                      <p:to x="100000" y="100000"/>
                                    </p:animScale>
                                    <p:animScale>
                                      <p:cBhvr>
                                        <p:cTn id="43" dur="16">
                                          <p:stCondLst>
                                            <p:cond delay="820"/>
                                          </p:stCondLst>
                                        </p:cTn>
                                        <p:tgtEl>
                                          <p:spTgt spid="7"/>
                                        </p:tgtEl>
                                      </p:cBhvr>
                                      <p:to x="100000" y="80000"/>
                                    </p:animScale>
                                    <p:animScale>
                                      <p:cBhvr>
                                        <p:cTn id="44" dur="104" decel="50000">
                                          <p:stCondLst>
                                            <p:cond delay="836"/>
                                          </p:stCondLst>
                                        </p:cTn>
                                        <p:tgtEl>
                                          <p:spTgt spid="7"/>
                                        </p:tgtEl>
                                      </p:cBhvr>
                                      <p:to x="100000" y="100000"/>
                                    </p:animScale>
                                    <p:animScale>
                                      <p:cBhvr>
                                        <p:cTn id="45" dur="16">
                                          <p:stCondLst>
                                            <p:cond delay="1026"/>
                                          </p:stCondLst>
                                        </p:cTn>
                                        <p:tgtEl>
                                          <p:spTgt spid="7"/>
                                        </p:tgtEl>
                                      </p:cBhvr>
                                      <p:to x="100000" y="90000"/>
                                    </p:animScale>
                                    <p:animScale>
                                      <p:cBhvr>
                                        <p:cTn id="46" dur="104" decel="50000">
                                          <p:stCondLst>
                                            <p:cond delay="1042"/>
                                          </p:stCondLst>
                                        </p:cTn>
                                        <p:tgtEl>
                                          <p:spTgt spid="7"/>
                                        </p:tgtEl>
                                      </p:cBhvr>
                                      <p:to x="100000" y="100000"/>
                                    </p:animScale>
                                    <p:animScale>
                                      <p:cBhvr>
                                        <p:cTn id="47" dur="16">
                                          <p:stCondLst>
                                            <p:cond delay="1130"/>
                                          </p:stCondLst>
                                        </p:cTn>
                                        <p:tgtEl>
                                          <p:spTgt spid="7"/>
                                        </p:tgtEl>
                                      </p:cBhvr>
                                      <p:to x="100000" y="95000"/>
                                    </p:animScale>
                                    <p:animScale>
                                      <p:cBhvr>
                                        <p:cTn id="48" dur="104" decel="50000">
                                          <p:stCondLst>
                                            <p:cond delay="1146"/>
                                          </p:stCondLst>
                                        </p:cTn>
                                        <p:tgtEl>
                                          <p:spTgt spid="7"/>
                                        </p:tgtEl>
                                      </p:cBhvr>
                                      <p:to x="100000" y="100000"/>
                                    </p:animScale>
                                  </p:childTnLst>
                                </p:cTn>
                              </p:par>
                            </p:childTnLst>
                          </p:cTn>
                        </p:par>
                      </p:childTnLst>
                    </p:cTn>
                  </p:par>
                  <p:par>
                    <p:cTn id="49" fill="hold" nodeType="clickPar">
                      <p:stCondLst>
                        <p:cond delay="indefinite"/>
                      </p:stCondLst>
                      <p:childTnLst>
                        <p:par>
                          <p:cTn id="50" fill="hold">
                            <p:stCondLst>
                              <p:cond delay="0"/>
                            </p:stCondLst>
                            <p:childTnLst>
                              <p:par>
                                <p:cTn id="51" presetID="26" presetClass="entr" presetSubtype="0" fill="hold" grpId="0"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wipe(down)">
                                      <p:cBhvr>
                                        <p:cTn id="53" dur="362">
                                          <p:stCondLst>
                                            <p:cond delay="0"/>
                                          </p:stCondLst>
                                        </p:cTn>
                                        <p:tgtEl>
                                          <p:spTgt spid="6"/>
                                        </p:tgtEl>
                                      </p:cBhvr>
                                    </p:animEffect>
                                    <p:anim calcmode="lin" valueType="num">
                                      <p:cBhvr>
                                        <p:cTn id="54" dur="1139"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55" dur="415"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56" dur="415" tmFilter="0, 0; 0.125,0.2665; 0.25,0.4; 0.375,0.465; 0.5,0.5;  0.625,0.535; 0.75,0.6; 0.875,0.7335; 1,1">
                                          <p:stCondLst>
                                            <p:cond delay="415"/>
                                          </p:stCondLst>
                                        </p:cTn>
                                        <p:tgtEl>
                                          <p:spTgt spid="6"/>
                                        </p:tgtEl>
                                        <p:attrNameLst>
                                          <p:attrName>ppt_y</p:attrName>
                                        </p:attrNameLst>
                                      </p:cBhvr>
                                      <p:tavLst>
                                        <p:tav tm="0" fmla="#ppt_y-sin(pi*$)/9">
                                          <p:val>
                                            <p:fltVal val="0"/>
                                          </p:val>
                                        </p:tav>
                                        <p:tav tm="100000">
                                          <p:val>
                                            <p:fltVal val="1"/>
                                          </p:val>
                                        </p:tav>
                                      </p:tavLst>
                                    </p:anim>
                                    <p:anim calcmode="lin" valueType="num">
                                      <p:cBhvr>
                                        <p:cTn id="57" dur="207" tmFilter="0, 0; 0.125,0.2665; 0.25,0.4; 0.375,0.465; 0.5,0.5;  0.625,0.535; 0.75,0.6; 0.875,0.7335; 1,1">
                                          <p:stCondLst>
                                            <p:cond delay="828"/>
                                          </p:stCondLst>
                                        </p:cTn>
                                        <p:tgtEl>
                                          <p:spTgt spid="6"/>
                                        </p:tgtEl>
                                        <p:attrNameLst>
                                          <p:attrName>ppt_y</p:attrName>
                                        </p:attrNameLst>
                                      </p:cBhvr>
                                      <p:tavLst>
                                        <p:tav tm="0" fmla="#ppt_y-sin(pi*$)/27">
                                          <p:val>
                                            <p:fltVal val="0"/>
                                          </p:val>
                                        </p:tav>
                                        <p:tav tm="100000">
                                          <p:val>
                                            <p:fltVal val="1"/>
                                          </p:val>
                                        </p:tav>
                                      </p:tavLst>
                                    </p:anim>
                                    <p:anim calcmode="lin" valueType="num">
                                      <p:cBhvr>
                                        <p:cTn id="58" dur="103" tmFilter="0, 0; 0.125,0.2665; 0.25,0.4; 0.375,0.465; 0.5,0.5;  0.625,0.535; 0.75,0.6; 0.875,0.7335; 1,1">
                                          <p:stCondLst>
                                            <p:cond delay="1035"/>
                                          </p:stCondLst>
                                        </p:cTn>
                                        <p:tgtEl>
                                          <p:spTgt spid="6"/>
                                        </p:tgtEl>
                                        <p:attrNameLst>
                                          <p:attrName>ppt_y</p:attrName>
                                        </p:attrNameLst>
                                      </p:cBhvr>
                                      <p:tavLst>
                                        <p:tav tm="0" fmla="#ppt_y-sin(pi*$)/81">
                                          <p:val>
                                            <p:fltVal val="0"/>
                                          </p:val>
                                        </p:tav>
                                        <p:tav tm="100000">
                                          <p:val>
                                            <p:fltVal val="1"/>
                                          </p:val>
                                        </p:tav>
                                      </p:tavLst>
                                    </p:anim>
                                    <p:animScale>
                                      <p:cBhvr>
                                        <p:cTn id="59" dur="16">
                                          <p:stCondLst>
                                            <p:cond delay="406"/>
                                          </p:stCondLst>
                                        </p:cTn>
                                        <p:tgtEl>
                                          <p:spTgt spid="6"/>
                                        </p:tgtEl>
                                      </p:cBhvr>
                                      <p:to x="100000" y="60000"/>
                                    </p:animScale>
                                    <p:animScale>
                                      <p:cBhvr>
                                        <p:cTn id="60" dur="104" decel="50000">
                                          <p:stCondLst>
                                            <p:cond delay="423"/>
                                          </p:stCondLst>
                                        </p:cTn>
                                        <p:tgtEl>
                                          <p:spTgt spid="6"/>
                                        </p:tgtEl>
                                      </p:cBhvr>
                                      <p:to x="100000" y="100000"/>
                                    </p:animScale>
                                    <p:animScale>
                                      <p:cBhvr>
                                        <p:cTn id="61" dur="16">
                                          <p:stCondLst>
                                            <p:cond delay="820"/>
                                          </p:stCondLst>
                                        </p:cTn>
                                        <p:tgtEl>
                                          <p:spTgt spid="6"/>
                                        </p:tgtEl>
                                      </p:cBhvr>
                                      <p:to x="100000" y="80000"/>
                                    </p:animScale>
                                    <p:animScale>
                                      <p:cBhvr>
                                        <p:cTn id="62" dur="104" decel="50000">
                                          <p:stCondLst>
                                            <p:cond delay="836"/>
                                          </p:stCondLst>
                                        </p:cTn>
                                        <p:tgtEl>
                                          <p:spTgt spid="6"/>
                                        </p:tgtEl>
                                      </p:cBhvr>
                                      <p:to x="100000" y="100000"/>
                                    </p:animScale>
                                    <p:animScale>
                                      <p:cBhvr>
                                        <p:cTn id="63" dur="16">
                                          <p:stCondLst>
                                            <p:cond delay="1026"/>
                                          </p:stCondLst>
                                        </p:cTn>
                                        <p:tgtEl>
                                          <p:spTgt spid="6"/>
                                        </p:tgtEl>
                                      </p:cBhvr>
                                      <p:to x="100000" y="90000"/>
                                    </p:animScale>
                                    <p:animScale>
                                      <p:cBhvr>
                                        <p:cTn id="64" dur="104" decel="50000">
                                          <p:stCondLst>
                                            <p:cond delay="1042"/>
                                          </p:stCondLst>
                                        </p:cTn>
                                        <p:tgtEl>
                                          <p:spTgt spid="6"/>
                                        </p:tgtEl>
                                      </p:cBhvr>
                                      <p:to x="100000" y="100000"/>
                                    </p:animScale>
                                    <p:animScale>
                                      <p:cBhvr>
                                        <p:cTn id="65" dur="16">
                                          <p:stCondLst>
                                            <p:cond delay="1130"/>
                                          </p:stCondLst>
                                        </p:cTn>
                                        <p:tgtEl>
                                          <p:spTgt spid="6"/>
                                        </p:tgtEl>
                                      </p:cBhvr>
                                      <p:to x="100000" y="95000"/>
                                    </p:animScale>
                                    <p:animScale>
                                      <p:cBhvr>
                                        <p:cTn id="66" dur="104" decel="50000">
                                          <p:stCondLst>
                                            <p:cond delay="1146"/>
                                          </p:stCondLst>
                                        </p:cTn>
                                        <p:tgtEl>
                                          <p:spTgt spid="6"/>
                                        </p:tgtEl>
                                      </p:cBhvr>
                                      <p:to x="100000" y="100000"/>
                                    </p:animScale>
                                  </p:childTnLst>
                                </p:cTn>
                              </p:par>
                            </p:childTnLst>
                          </p:cTn>
                        </p:par>
                      </p:childTnLst>
                    </p:cTn>
                  </p:par>
                  <p:par>
                    <p:cTn id="67" fill="hold" nodeType="clickPar">
                      <p:stCondLst>
                        <p:cond delay="indefinite"/>
                      </p:stCondLst>
                      <p:childTnLst>
                        <p:par>
                          <p:cTn id="68" fill="hold">
                            <p:stCondLst>
                              <p:cond delay="0"/>
                            </p:stCondLst>
                            <p:childTnLst>
                              <p:par>
                                <p:cTn id="69" presetID="26" presetClass="entr" presetSubtype="0"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wipe(down)">
                                      <p:cBhvr>
                                        <p:cTn id="71" dur="362">
                                          <p:stCondLst>
                                            <p:cond delay="0"/>
                                          </p:stCondLst>
                                        </p:cTn>
                                        <p:tgtEl>
                                          <p:spTgt spid="18"/>
                                        </p:tgtEl>
                                      </p:cBhvr>
                                    </p:animEffect>
                                    <p:anim calcmode="lin" valueType="num">
                                      <p:cBhvr>
                                        <p:cTn id="72" dur="1139"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73" dur="415"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74" dur="415" tmFilter="0, 0; 0.125,0.2665; 0.25,0.4; 0.375,0.465; 0.5,0.5;  0.625,0.535; 0.75,0.6; 0.875,0.7335; 1,1">
                                          <p:stCondLst>
                                            <p:cond delay="415"/>
                                          </p:stCondLst>
                                        </p:cTn>
                                        <p:tgtEl>
                                          <p:spTgt spid="18"/>
                                        </p:tgtEl>
                                        <p:attrNameLst>
                                          <p:attrName>ppt_y</p:attrName>
                                        </p:attrNameLst>
                                      </p:cBhvr>
                                      <p:tavLst>
                                        <p:tav tm="0" fmla="#ppt_y-sin(pi*$)/9">
                                          <p:val>
                                            <p:fltVal val="0"/>
                                          </p:val>
                                        </p:tav>
                                        <p:tav tm="100000">
                                          <p:val>
                                            <p:fltVal val="1"/>
                                          </p:val>
                                        </p:tav>
                                      </p:tavLst>
                                    </p:anim>
                                    <p:anim calcmode="lin" valueType="num">
                                      <p:cBhvr>
                                        <p:cTn id="75" dur="207" tmFilter="0, 0; 0.125,0.2665; 0.25,0.4; 0.375,0.465; 0.5,0.5;  0.625,0.535; 0.75,0.6; 0.875,0.7335; 1,1">
                                          <p:stCondLst>
                                            <p:cond delay="828"/>
                                          </p:stCondLst>
                                        </p:cTn>
                                        <p:tgtEl>
                                          <p:spTgt spid="18"/>
                                        </p:tgtEl>
                                        <p:attrNameLst>
                                          <p:attrName>ppt_y</p:attrName>
                                        </p:attrNameLst>
                                      </p:cBhvr>
                                      <p:tavLst>
                                        <p:tav tm="0" fmla="#ppt_y-sin(pi*$)/27">
                                          <p:val>
                                            <p:fltVal val="0"/>
                                          </p:val>
                                        </p:tav>
                                        <p:tav tm="100000">
                                          <p:val>
                                            <p:fltVal val="1"/>
                                          </p:val>
                                        </p:tav>
                                      </p:tavLst>
                                    </p:anim>
                                    <p:anim calcmode="lin" valueType="num">
                                      <p:cBhvr>
                                        <p:cTn id="76" dur="103" tmFilter="0, 0; 0.125,0.2665; 0.25,0.4; 0.375,0.465; 0.5,0.5;  0.625,0.535; 0.75,0.6; 0.875,0.7335; 1,1">
                                          <p:stCondLst>
                                            <p:cond delay="1035"/>
                                          </p:stCondLst>
                                        </p:cTn>
                                        <p:tgtEl>
                                          <p:spTgt spid="18"/>
                                        </p:tgtEl>
                                        <p:attrNameLst>
                                          <p:attrName>ppt_y</p:attrName>
                                        </p:attrNameLst>
                                      </p:cBhvr>
                                      <p:tavLst>
                                        <p:tav tm="0" fmla="#ppt_y-sin(pi*$)/81">
                                          <p:val>
                                            <p:fltVal val="0"/>
                                          </p:val>
                                        </p:tav>
                                        <p:tav tm="100000">
                                          <p:val>
                                            <p:fltVal val="1"/>
                                          </p:val>
                                        </p:tav>
                                      </p:tavLst>
                                    </p:anim>
                                    <p:animScale>
                                      <p:cBhvr>
                                        <p:cTn id="77" dur="16">
                                          <p:stCondLst>
                                            <p:cond delay="406"/>
                                          </p:stCondLst>
                                        </p:cTn>
                                        <p:tgtEl>
                                          <p:spTgt spid="18"/>
                                        </p:tgtEl>
                                      </p:cBhvr>
                                      <p:to x="100000" y="60000"/>
                                    </p:animScale>
                                    <p:animScale>
                                      <p:cBhvr>
                                        <p:cTn id="78" dur="104" decel="50000">
                                          <p:stCondLst>
                                            <p:cond delay="423"/>
                                          </p:stCondLst>
                                        </p:cTn>
                                        <p:tgtEl>
                                          <p:spTgt spid="18"/>
                                        </p:tgtEl>
                                      </p:cBhvr>
                                      <p:to x="100000" y="100000"/>
                                    </p:animScale>
                                    <p:animScale>
                                      <p:cBhvr>
                                        <p:cTn id="79" dur="16">
                                          <p:stCondLst>
                                            <p:cond delay="820"/>
                                          </p:stCondLst>
                                        </p:cTn>
                                        <p:tgtEl>
                                          <p:spTgt spid="18"/>
                                        </p:tgtEl>
                                      </p:cBhvr>
                                      <p:to x="100000" y="80000"/>
                                    </p:animScale>
                                    <p:animScale>
                                      <p:cBhvr>
                                        <p:cTn id="80" dur="104" decel="50000">
                                          <p:stCondLst>
                                            <p:cond delay="836"/>
                                          </p:stCondLst>
                                        </p:cTn>
                                        <p:tgtEl>
                                          <p:spTgt spid="18"/>
                                        </p:tgtEl>
                                      </p:cBhvr>
                                      <p:to x="100000" y="100000"/>
                                    </p:animScale>
                                    <p:animScale>
                                      <p:cBhvr>
                                        <p:cTn id="81" dur="16">
                                          <p:stCondLst>
                                            <p:cond delay="1026"/>
                                          </p:stCondLst>
                                        </p:cTn>
                                        <p:tgtEl>
                                          <p:spTgt spid="18"/>
                                        </p:tgtEl>
                                      </p:cBhvr>
                                      <p:to x="100000" y="90000"/>
                                    </p:animScale>
                                    <p:animScale>
                                      <p:cBhvr>
                                        <p:cTn id="82" dur="104" decel="50000">
                                          <p:stCondLst>
                                            <p:cond delay="1042"/>
                                          </p:stCondLst>
                                        </p:cTn>
                                        <p:tgtEl>
                                          <p:spTgt spid="18"/>
                                        </p:tgtEl>
                                      </p:cBhvr>
                                      <p:to x="100000" y="100000"/>
                                    </p:animScale>
                                    <p:animScale>
                                      <p:cBhvr>
                                        <p:cTn id="83" dur="16">
                                          <p:stCondLst>
                                            <p:cond delay="1130"/>
                                          </p:stCondLst>
                                        </p:cTn>
                                        <p:tgtEl>
                                          <p:spTgt spid="18"/>
                                        </p:tgtEl>
                                      </p:cBhvr>
                                      <p:to x="100000" y="95000"/>
                                    </p:animScale>
                                    <p:animScale>
                                      <p:cBhvr>
                                        <p:cTn id="84" dur="104" decel="50000">
                                          <p:stCondLst>
                                            <p:cond delay="1146"/>
                                          </p:stCondLst>
                                        </p:cTn>
                                        <p:tgtEl>
                                          <p:spTgt spid="18"/>
                                        </p:tgtEl>
                                      </p:cBhvr>
                                      <p:to x="100000" y="100000"/>
                                    </p:animScale>
                                  </p:childTnLst>
                                </p:cTn>
                              </p:par>
                            </p:childTnLst>
                          </p:cTn>
                        </p:par>
                      </p:childTnLst>
                    </p:cTn>
                  </p:par>
                  <p:par>
                    <p:cTn id="85" fill="hold" nodeType="clickPar">
                      <p:stCondLst>
                        <p:cond delay="indefinite"/>
                      </p:stCondLst>
                      <p:childTnLst>
                        <p:par>
                          <p:cTn id="86" fill="hold">
                            <p:stCondLst>
                              <p:cond delay="0"/>
                            </p:stCondLst>
                            <p:childTnLst>
                              <p:par>
                                <p:cTn id="87" presetID="26" presetClass="entr" presetSubtype="0" fill="hold" grpId="0" nodeType="clickEffect">
                                  <p:stCondLst>
                                    <p:cond delay="0"/>
                                  </p:stCondLst>
                                  <p:childTnLst>
                                    <p:set>
                                      <p:cBhvr>
                                        <p:cTn id="88" dur="1" fill="hold">
                                          <p:stCondLst>
                                            <p:cond delay="0"/>
                                          </p:stCondLst>
                                        </p:cTn>
                                        <p:tgtEl>
                                          <p:spTgt spid="19"/>
                                        </p:tgtEl>
                                        <p:attrNameLst>
                                          <p:attrName>style.visibility</p:attrName>
                                        </p:attrNameLst>
                                      </p:cBhvr>
                                      <p:to>
                                        <p:strVal val="visible"/>
                                      </p:to>
                                    </p:set>
                                    <p:animEffect transition="in" filter="wipe(down)">
                                      <p:cBhvr>
                                        <p:cTn id="89" dur="362">
                                          <p:stCondLst>
                                            <p:cond delay="0"/>
                                          </p:stCondLst>
                                        </p:cTn>
                                        <p:tgtEl>
                                          <p:spTgt spid="19"/>
                                        </p:tgtEl>
                                      </p:cBhvr>
                                    </p:animEffect>
                                    <p:anim calcmode="lin" valueType="num">
                                      <p:cBhvr>
                                        <p:cTn id="90" dur="1139"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91" dur="415"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92" dur="415" tmFilter="0, 0; 0.125,0.2665; 0.25,0.4; 0.375,0.465; 0.5,0.5;  0.625,0.535; 0.75,0.6; 0.875,0.7335; 1,1">
                                          <p:stCondLst>
                                            <p:cond delay="415"/>
                                          </p:stCondLst>
                                        </p:cTn>
                                        <p:tgtEl>
                                          <p:spTgt spid="19"/>
                                        </p:tgtEl>
                                        <p:attrNameLst>
                                          <p:attrName>ppt_y</p:attrName>
                                        </p:attrNameLst>
                                      </p:cBhvr>
                                      <p:tavLst>
                                        <p:tav tm="0" fmla="#ppt_y-sin(pi*$)/9">
                                          <p:val>
                                            <p:fltVal val="0"/>
                                          </p:val>
                                        </p:tav>
                                        <p:tav tm="100000">
                                          <p:val>
                                            <p:fltVal val="1"/>
                                          </p:val>
                                        </p:tav>
                                      </p:tavLst>
                                    </p:anim>
                                    <p:anim calcmode="lin" valueType="num">
                                      <p:cBhvr>
                                        <p:cTn id="93" dur="207" tmFilter="0, 0; 0.125,0.2665; 0.25,0.4; 0.375,0.465; 0.5,0.5;  0.625,0.535; 0.75,0.6; 0.875,0.7335; 1,1">
                                          <p:stCondLst>
                                            <p:cond delay="828"/>
                                          </p:stCondLst>
                                        </p:cTn>
                                        <p:tgtEl>
                                          <p:spTgt spid="19"/>
                                        </p:tgtEl>
                                        <p:attrNameLst>
                                          <p:attrName>ppt_y</p:attrName>
                                        </p:attrNameLst>
                                      </p:cBhvr>
                                      <p:tavLst>
                                        <p:tav tm="0" fmla="#ppt_y-sin(pi*$)/27">
                                          <p:val>
                                            <p:fltVal val="0"/>
                                          </p:val>
                                        </p:tav>
                                        <p:tav tm="100000">
                                          <p:val>
                                            <p:fltVal val="1"/>
                                          </p:val>
                                        </p:tav>
                                      </p:tavLst>
                                    </p:anim>
                                    <p:anim calcmode="lin" valueType="num">
                                      <p:cBhvr>
                                        <p:cTn id="94" dur="103" tmFilter="0, 0; 0.125,0.2665; 0.25,0.4; 0.375,0.465; 0.5,0.5;  0.625,0.535; 0.75,0.6; 0.875,0.7335; 1,1">
                                          <p:stCondLst>
                                            <p:cond delay="1035"/>
                                          </p:stCondLst>
                                        </p:cTn>
                                        <p:tgtEl>
                                          <p:spTgt spid="19"/>
                                        </p:tgtEl>
                                        <p:attrNameLst>
                                          <p:attrName>ppt_y</p:attrName>
                                        </p:attrNameLst>
                                      </p:cBhvr>
                                      <p:tavLst>
                                        <p:tav tm="0" fmla="#ppt_y-sin(pi*$)/81">
                                          <p:val>
                                            <p:fltVal val="0"/>
                                          </p:val>
                                        </p:tav>
                                        <p:tav tm="100000">
                                          <p:val>
                                            <p:fltVal val="1"/>
                                          </p:val>
                                        </p:tav>
                                      </p:tavLst>
                                    </p:anim>
                                    <p:animScale>
                                      <p:cBhvr>
                                        <p:cTn id="95" dur="16">
                                          <p:stCondLst>
                                            <p:cond delay="406"/>
                                          </p:stCondLst>
                                        </p:cTn>
                                        <p:tgtEl>
                                          <p:spTgt spid="19"/>
                                        </p:tgtEl>
                                      </p:cBhvr>
                                      <p:to x="100000" y="60000"/>
                                    </p:animScale>
                                    <p:animScale>
                                      <p:cBhvr>
                                        <p:cTn id="96" dur="104" decel="50000">
                                          <p:stCondLst>
                                            <p:cond delay="423"/>
                                          </p:stCondLst>
                                        </p:cTn>
                                        <p:tgtEl>
                                          <p:spTgt spid="19"/>
                                        </p:tgtEl>
                                      </p:cBhvr>
                                      <p:to x="100000" y="100000"/>
                                    </p:animScale>
                                    <p:animScale>
                                      <p:cBhvr>
                                        <p:cTn id="97" dur="16">
                                          <p:stCondLst>
                                            <p:cond delay="820"/>
                                          </p:stCondLst>
                                        </p:cTn>
                                        <p:tgtEl>
                                          <p:spTgt spid="19"/>
                                        </p:tgtEl>
                                      </p:cBhvr>
                                      <p:to x="100000" y="80000"/>
                                    </p:animScale>
                                    <p:animScale>
                                      <p:cBhvr>
                                        <p:cTn id="98" dur="104" decel="50000">
                                          <p:stCondLst>
                                            <p:cond delay="836"/>
                                          </p:stCondLst>
                                        </p:cTn>
                                        <p:tgtEl>
                                          <p:spTgt spid="19"/>
                                        </p:tgtEl>
                                      </p:cBhvr>
                                      <p:to x="100000" y="100000"/>
                                    </p:animScale>
                                    <p:animScale>
                                      <p:cBhvr>
                                        <p:cTn id="99" dur="16">
                                          <p:stCondLst>
                                            <p:cond delay="1026"/>
                                          </p:stCondLst>
                                        </p:cTn>
                                        <p:tgtEl>
                                          <p:spTgt spid="19"/>
                                        </p:tgtEl>
                                      </p:cBhvr>
                                      <p:to x="100000" y="90000"/>
                                    </p:animScale>
                                    <p:animScale>
                                      <p:cBhvr>
                                        <p:cTn id="100" dur="104" decel="50000">
                                          <p:stCondLst>
                                            <p:cond delay="1042"/>
                                          </p:stCondLst>
                                        </p:cTn>
                                        <p:tgtEl>
                                          <p:spTgt spid="19"/>
                                        </p:tgtEl>
                                      </p:cBhvr>
                                      <p:to x="100000" y="100000"/>
                                    </p:animScale>
                                    <p:animScale>
                                      <p:cBhvr>
                                        <p:cTn id="101" dur="16">
                                          <p:stCondLst>
                                            <p:cond delay="1130"/>
                                          </p:stCondLst>
                                        </p:cTn>
                                        <p:tgtEl>
                                          <p:spTgt spid="19"/>
                                        </p:tgtEl>
                                      </p:cBhvr>
                                      <p:to x="100000" y="95000"/>
                                    </p:animScale>
                                    <p:animScale>
                                      <p:cBhvr>
                                        <p:cTn id="102" dur="104" decel="50000">
                                          <p:stCondLst>
                                            <p:cond delay="1146"/>
                                          </p:stCondLst>
                                        </p:cTn>
                                        <p:tgtEl>
                                          <p:spTgt spid="1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18" grpId="0"/>
      <p:bldP spid="19" grpId="0"/>
      <p:bldP spid="2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custDataLst>
              <p:tags r:id="rId1"/>
            </p:custDataLst>
          </p:nvPr>
        </p:nvSpPr>
        <p:spPr>
          <a:xfrm>
            <a:off x="0" y="2143991"/>
            <a:ext cx="12240348" cy="2815938"/>
          </a:xfrm>
          <a:prstGeom prst="rect">
            <a:avLst/>
          </a:prstGeom>
          <a:solidFill>
            <a:srgbClr val="37496B"/>
          </a:solidFill>
          <a:ln w="12700" cap="flat" cmpd="sng" algn="ctr">
            <a:noFill/>
            <a:prstDash val="solid"/>
            <a:miter lim="800000"/>
          </a:ln>
          <a:effectLst>
            <a:outerShdw blurRad="190500" dist="63500" dir="2700000" algn="tl" rotWithShape="0">
              <a:prstClr val="black">
                <a:alpha val="25000"/>
              </a:prstClr>
            </a:outerShdw>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阿里巴巴普惠体"/>
              <a:ea typeface="阿里巴巴普惠体"/>
              <a:cs typeface="+mn-cs"/>
            </a:endParaRPr>
          </a:p>
        </p:txBody>
      </p:sp>
      <p:sp>
        <p:nvSpPr>
          <p:cNvPr id="8" name="文本框 7"/>
          <p:cNvSpPr txBox="1"/>
          <p:nvPr>
            <p:custDataLst>
              <p:tags r:id="rId2"/>
            </p:custDataLst>
          </p:nvPr>
        </p:nvSpPr>
        <p:spPr>
          <a:xfrm>
            <a:off x="4438641" y="3198017"/>
            <a:ext cx="7039485"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rgbClr val="FFC000"/>
                </a:solidFill>
                <a:effectLst>
                  <a:outerShdw blurRad="25400" dist="25400" dir="2700000" algn="tl">
                    <a:srgbClr val="000000">
                      <a:alpha val="25000"/>
                    </a:srgbClr>
                  </a:outerShdw>
                </a:effectLst>
                <a:uLnTx/>
                <a:uFillTx/>
                <a:latin typeface="微软雅黑" panose="020B0503020204020204" pitchFamily="34" charset="-122"/>
                <a:ea typeface="微软雅黑" panose="020B0503020204020204" pitchFamily="34" charset="-122"/>
                <a:cs typeface="Aparajita" panose="020B0604020202020204" pitchFamily="34" charset="0"/>
              </a:rPr>
              <a:t>第三节  噪声及其控制</a:t>
            </a:r>
            <a:endParaRPr kumimoji="0" lang="zh-CN" altLang="en-US" sz="3500" b="1" i="0" u="none" strike="noStrike" kern="0" cap="none" spc="0" normalizeH="0" baseline="0" noProof="0">
              <a:ln>
                <a:noFill/>
              </a:ln>
              <a:solidFill>
                <a:srgbClr val="FFC000"/>
              </a:solidFill>
              <a:effectLst>
                <a:outerShdw blurRad="25400" dist="25400" dir="2700000" algn="tl">
                  <a:srgbClr val="000000">
                    <a:alpha val="25000"/>
                  </a:srgbClr>
                </a:outerShdw>
              </a:effectLst>
              <a:uLnTx/>
              <a:uFillTx/>
              <a:latin typeface="微软雅黑" panose="020B0503020204020204" pitchFamily="34" charset="-122"/>
              <a:ea typeface="微软雅黑" panose="020B0503020204020204" pitchFamily="34" charset="-122"/>
              <a:cs typeface="Aparajita" panose="020B0604020202020204" pitchFamily="34" charset="0"/>
            </a:endParaRPr>
          </a:p>
        </p:txBody>
      </p:sp>
      <p:sp>
        <p:nvSpPr>
          <p:cNvPr id="3" name="椭圆 2">
            <a:extLst>
              <a:ext uri="{FF2B5EF4-FFF2-40B4-BE49-F238E27FC236}">
                <a16:creationId xmlns:a16="http://schemas.microsoft.com/office/drawing/2014/main" id="{CBB6FF3E-6B6E-13FF-7853-341928FE8689}"/>
              </a:ext>
            </a:extLst>
          </p:cNvPr>
          <p:cNvSpPr/>
          <p:nvPr>
            <p:custDataLst>
              <p:tags r:id="rId3"/>
            </p:custDataLst>
          </p:nvPr>
        </p:nvSpPr>
        <p:spPr>
          <a:xfrm>
            <a:off x="868147" y="2552510"/>
            <a:ext cx="3664607" cy="1752979"/>
          </a:xfrm>
          <a:prstGeom prst="ellipse">
            <a:avLst/>
          </a:prstGeom>
          <a:blipFill>
            <a:blip r:embed="rId6">
              <a:extLst>
                <a:ext uri="{28A0092B-C50C-407E-A947-70E740481C1C}">
                  <a14:useLocalDpi xmlns:a14="http://schemas.microsoft.com/office/drawing/2010/main" val="0"/>
                </a:ext>
              </a:extLst>
            </a:blip>
            <a:stretch>
              <a:fillRect/>
            </a:stretch>
          </a:blip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a:ea typeface="微软雅黑" panose="020B0503020204020204" charset="-122"/>
              <a:cs typeface="+mn-cs"/>
            </a:endParaRPr>
          </a:p>
        </p:txBody>
      </p:sp>
      <p:sp>
        <p:nvSpPr>
          <p:cNvPr id="2" name="文本框 1">
            <a:extLst>
              <a:ext uri="{FF2B5EF4-FFF2-40B4-BE49-F238E27FC236}">
                <a16:creationId xmlns:a16="http://schemas.microsoft.com/office/drawing/2014/main" id="{08328BA0-81DF-C313-40CE-94D9F36AEFD8}"/>
              </a:ext>
            </a:extLst>
          </p:cNvPr>
          <p:cNvSpPr txBox="1"/>
          <p:nvPr>
            <p:custDataLst>
              <p:tags r:id="rId4"/>
            </p:custDataLst>
          </p:nvPr>
        </p:nvSpPr>
        <p:spPr>
          <a:xfrm>
            <a:off x="345264" y="151763"/>
            <a:ext cx="3766383" cy="584775"/>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300" normalizeH="0" baseline="0" noProof="0">
                <a:ln>
                  <a:noFill/>
                </a:ln>
                <a:solidFill>
                  <a:srgbClr val="0070C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第一章    声现象</a:t>
            </a:r>
          </a:p>
        </p:txBody>
      </p:sp>
      <p:pic>
        <p:nvPicPr>
          <p:cNvPr id="4" name="图片 3" descr="cbe3eb76672406fabbe30586b58813d">
            <a:extLst>
              <a:ext uri="{FF2B5EF4-FFF2-40B4-BE49-F238E27FC236}">
                <a16:creationId xmlns:a16="http://schemas.microsoft.com/office/drawing/2014/main" id="{37A5847F-E712-CAB2-1A41-3973F9B0ABFF}"/>
              </a:ext>
            </a:extLst>
          </p:cNvPr>
          <p:cNvPicPr>
            <a:picLocks noChangeAspect="1"/>
          </p:cNvPicPr>
          <p:nvPr/>
        </p:nvPicPr>
        <p:blipFill>
          <a:blip r:embed="rId7"/>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333788396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1250"/>
                                        <p:tgtEl>
                                          <p:spTgt spid="12"/>
                                        </p:tgtEl>
                                      </p:cBhvr>
                                    </p:animEffect>
                                  </p:childTnLst>
                                </p:cTn>
                              </p:par>
                            </p:childTnLst>
                          </p:cTn>
                        </p:par>
                        <p:par>
                          <p:cTn id="8" fill="hold" nodeType="afterGroup">
                            <p:stCondLst>
                              <p:cond delay="1250"/>
                            </p:stCondLst>
                            <p:childTnLst>
                              <p:par>
                                <p:cTn id="9" presetID="16" presetClass="entr" presetSubtype="37"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outVertical)">
                                      <p:cBhvr>
                                        <p:cTn id="11" dur="500"/>
                                        <p:tgtEl>
                                          <p:spTgt spid="3"/>
                                        </p:tgtEl>
                                      </p:cBhvr>
                                    </p:animEffect>
                                  </p:childTnLst>
                                </p:cTn>
                              </p:par>
                            </p:childTnLst>
                          </p:cTn>
                        </p:par>
                        <p:par>
                          <p:cTn id="12" fill="hold" nodeType="afterGroup">
                            <p:stCondLst>
                              <p:cond delay="1750"/>
                            </p:stCondLst>
                            <p:childTnLst>
                              <p:par>
                                <p:cTn id="13" presetID="41" presetClass="entr" presetSubtype="0" fill="hold" grpId="0" nodeType="afterEffect">
                                  <p:stCondLst>
                                    <p:cond delay="0"/>
                                  </p:stCondLst>
                                  <p:iterate type="lt">
                                    <p:tmPct val="10000"/>
                                  </p:iterate>
                                  <p:childTnLst>
                                    <p:set>
                                      <p:cBhvr>
                                        <p:cTn id="14" dur="1" fill="hold">
                                          <p:stCondLst>
                                            <p:cond delay="0"/>
                                          </p:stCondLst>
                                        </p:cTn>
                                        <p:tgtEl>
                                          <p:spTgt spid="8"/>
                                        </p:tgtEl>
                                        <p:attrNameLst>
                                          <p:attrName>style.visibility</p:attrName>
                                        </p:attrNameLst>
                                      </p:cBhvr>
                                      <p:to>
                                        <p:strVal val="visible"/>
                                      </p:to>
                                    </p:set>
                                    <p:anim calcmode="lin" valueType="num">
                                      <p:cBhvr>
                                        <p:cTn id="15" dur="125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16" dur="1250" fill="hold"/>
                                        <p:tgtEl>
                                          <p:spTgt spid="8"/>
                                        </p:tgtEl>
                                        <p:attrNameLst>
                                          <p:attrName>ppt_y</p:attrName>
                                        </p:attrNameLst>
                                      </p:cBhvr>
                                      <p:tavLst>
                                        <p:tav tm="0">
                                          <p:val>
                                            <p:strVal val="#ppt_y"/>
                                          </p:val>
                                        </p:tav>
                                        <p:tav tm="100000">
                                          <p:val>
                                            <p:strVal val="#ppt_y"/>
                                          </p:val>
                                        </p:tav>
                                      </p:tavLst>
                                    </p:anim>
                                    <p:anim calcmode="lin" valueType="num">
                                      <p:cBhvr>
                                        <p:cTn id="17" dur="125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8" dur="125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9" dur="1250" tmFilter="0,0; .5, 1; 1, 1"/>
                                        <p:tgtEl>
                                          <p:spTgt spid="8"/>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arn(inVertical)">
                                      <p:cBhvr>
                                        <p:cTn id="22" dur="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8" grpId="0"/>
      <p:bldP spid="3" grpId="0" animBg="1"/>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72AA96-CA0B-375B-546D-0BE96DEDAA8A}"/>
              </a:ext>
            </a:extLst>
          </p:cNvPr>
          <p:cNvSpPr txBox="1"/>
          <p:nvPr>
            <p:custDataLst>
              <p:tags r:id="rId1"/>
            </p:custDataLst>
          </p:nvPr>
        </p:nvSpPr>
        <p:spPr>
          <a:xfrm>
            <a:off x="1178091" y="174077"/>
            <a:ext cx="2553937" cy="541880"/>
          </a:xfrm>
          <a:prstGeom prst="rect">
            <a:avLst/>
          </a:prstGeom>
          <a:noFill/>
        </p:spPr>
        <p:txBody>
          <a:bodyPr wrap="square" lIns="0" tIns="0" rIns="0" bIns="0" rtlCol="0">
            <a:spAutoFit/>
          </a:bodyPr>
          <a:lstStyle/>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31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 知识结构</a:t>
            </a:r>
            <a:endParaRPr kumimoji="0" lang="en-US" sz="31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82F048B8-D950-304C-720F-F6A67E512566}"/>
              </a:ext>
            </a:extLst>
          </p:cNvPr>
          <p:cNvSpPr/>
          <p:nvPr>
            <p:custDataLst>
              <p:tags r:id="rId2"/>
            </p:custDataLst>
          </p:nvPr>
        </p:nvSpPr>
        <p:spPr>
          <a:xfrm>
            <a:off x="7931888" y="273749"/>
            <a:ext cx="3829188" cy="507831"/>
          </a:xfrm>
          <a:prstGeom prst="rect">
            <a:avLst/>
          </a:prstGeom>
          <a:noFill/>
        </p:spPr>
        <p:txBody>
          <a:bodyPr wrap="square" lIns="91440" tIns="45720" rIns="91440" bIns="45720">
            <a:spAutoFit/>
          </a:body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zh-CN" altLang="en-US" sz="2700" b="1" i="0" u="none" strike="noStrike" kern="1200" cap="none" spc="-150" normalizeH="0" baseline="0" noProof="0">
                <a:ln>
                  <a:noFill/>
                </a:ln>
                <a:solidFill>
                  <a:srgbClr val="0070C0"/>
                </a:solidFill>
                <a:effectLst/>
                <a:uLnTx/>
                <a:uFillTx/>
                <a:latin typeface="华文楷体" panose="02010600040101010101" pitchFamily="2" charset="-122"/>
                <a:ea typeface="华文楷体" panose="02010600040101010101" pitchFamily="2" charset="-122"/>
                <a:cs typeface="+mn-cs"/>
              </a:rPr>
              <a:t>第三节 噪声及其控制</a:t>
            </a:r>
          </a:p>
        </p:txBody>
      </p:sp>
      <p:sp>
        <p:nvSpPr>
          <p:cNvPr id="3" name="矩形 2">
            <a:extLst>
              <a:ext uri="{FF2B5EF4-FFF2-40B4-BE49-F238E27FC236}">
                <a16:creationId xmlns:a16="http://schemas.microsoft.com/office/drawing/2014/main" id="{2FBF549A-1D4D-B9DF-9BF4-36963E97F3D1}"/>
              </a:ext>
            </a:extLst>
          </p:cNvPr>
          <p:cNvSpPr/>
          <p:nvPr>
            <p:custDataLst>
              <p:tags r:id="rId3"/>
            </p:custDataLst>
          </p:nvPr>
        </p:nvSpPr>
        <p:spPr>
          <a:xfrm>
            <a:off x="1747604" y="1740913"/>
            <a:ext cx="1881810" cy="446276"/>
          </a:xfrm>
          <a:prstGeom prst="rect">
            <a:avLst/>
          </a:prstGeom>
          <a:solidFill>
            <a:sysClr val="window" lastClr="FFFFFF">
              <a:lumMod val="95000"/>
            </a:sysClr>
          </a:solidFill>
          <a:ln>
            <a:solidFill>
              <a:sysClr val="windowText" lastClr="000000"/>
            </a:solidFill>
          </a:ln>
        </p:spPr>
        <p:txBody>
          <a:bodyPr wrap="square">
            <a:spAutoFit/>
          </a:bodyPr>
          <a:lstStyle/>
          <a:p>
            <a:pPr algn="ctr" defTabSz="456030">
              <a:defRPr/>
            </a:pPr>
            <a:r>
              <a:rPr lang="zh-CN" altLang="en-US" sz="2300" kern="0">
                <a:solidFill>
                  <a:prstClr val="black"/>
                </a:solidFill>
                <a:latin typeface="微软雅黑" panose="020B0503020204020204" charset="-122"/>
                <a:ea typeface="微软雅黑" panose="020B0503020204020204" pitchFamily="34" charset="-122"/>
              </a:rPr>
              <a:t>噪声及</a:t>
            </a:r>
            <a:r>
              <a:rPr lang="zh-CN" altLang="zh-CN" sz="2300" kern="100">
                <a:solidFill>
                  <a:prstClr val="black"/>
                </a:solidFill>
                <a:latin typeface="微软雅黑" panose="020B0503020204020204" charset="-122"/>
                <a:ea typeface="微软雅黑" panose="020B0503020204020204" pitchFamily="34" charset="-122"/>
                <a:cs typeface="Times New Roman"/>
              </a:rPr>
              <a:t>来源</a:t>
            </a:r>
            <a:endParaRPr lang="zh-CN" altLang="en-US" sz="2300" kern="0">
              <a:solidFill>
                <a:prstClr val="black"/>
              </a:solidFill>
              <a:latin typeface="微软雅黑" panose="020B0503020204020204" charset="-122"/>
              <a:ea typeface="微软雅黑" panose="020B0503020204020204" pitchFamily="34" charset="-122"/>
            </a:endParaRPr>
          </a:p>
        </p:txBody>
      </p:sp>
      <p:sp>
        <p:nvSpPr>
          <p:cNvPr id="4" name="矩形 3">
            <a:extLst>
              <a:ext uri="{FF2B5EF4-FFF2-40B4-BE49-F238E27FC236}">
                <a16:creationId xmlns:a16="http://schemas.microsoft.com/office/drawing/2014/main" id="{6B7AF781-1A4F-00AA-5AB3-012F9E9056B8}"/>
              </a:ext>
            </a:extLst>
          </p:cNvPr>
          <p:cNvSpPr/>
          <p:nvPr>
            <p:custDataLst>
              <p:tags r:id="rId4"/>
            </p:custDataLst>
          </p:nvPr>
        </p:nvSpPr>
        <p:spPr>
          <a:xfrm>
            <a:off x="1723316" y="5526287"/>
            <a:ext cx="1876226" cy="446276"/>
          </a:xfrm>
          <a:prstGeom prst="rect">
            <a:avLst/>
          </a:prstGeom>
          <a:solidFill>
            <a:schemeClr val="accent4">
              <a:lumMod val="60000"/>
              <a:lumOff val="40000"/>
            </a:schemeClr>
          </a:solidFill>
          <a:ln>
            <a:solidFill>
              <a:sysClr val="windowText" lastClr="000000"/>
            </a:solidFill>
          </a:ln>
        </p:spPr>
        <p:txBody>
          <a:bodyPr wrap="square">
            <a:spAutoFit/>
          </a:bodyPr>
          <a:lstStyle/>
          <a:p>
            <a:pPr algn="ctr" defTabSz="456030">
              <a:spcAft>
                <a:spcPct val="0"/>
              </a:spcAft>
            </a:pPr>
            <a:r>
              <a:rPr lang="zh-CN" altLang="en-US" sz="2300" kern="100">
                <a:solidFill>
                  <a:prstClr val="black"/>
                </a:solidFill>
                <a:latin typeface="微软雅黑" panose="020B0503020204020204" charset="-122"/>
                <a:ea typeface="微软雅黑" panose="020B0503020204020204" pitchFamily="34" charset="-122"/>
                <a:cs typeface="Times New Roman"/>
              </a:rPr>
              <a:t>噪声的</a:t>
            </a:r>
            <a:r>
              <a:rPr lang="zh-CN" altLang="zh-CN" sz="2300" kern="100">
                <a:solidFill>
                  <a:prstClr val="black"/>
                </a:solidFill>
                <a:latin typeface="微软雅黑" panose="020B0503020204020204" charset="-122"/>
                <a:ea typeface="微软雅黑" panose="020B0503020204020204" pitchFamily="34" charset="-122"/>
                <a:cs typeface="Times New Roman"/>
              </a:rPr>
              <a:t>控制</a:t>
            </a:r>
          </a:p>
        </p:txBody>
      </p:sp>
      <p:sp>
        <p:nvSpPr>
          <p:cNvPr id="7" name="矩形 6">
            <a:extLst>
              <a:ext uri="{FF2B5EF4-FFF2-40B4-BE49-F238E27FC236}">
                <a16:creationId xmlns:a16="http://schemas.microsoft.com/office/drawing/2014/main" id="{D2D8EAEF-F857-993C-BBFA-CA571CB8A898}"/>
              </a:ext>
            </a:extLst>
          </p:cNvPr>
          <p:cNvSpPr/>
          <p:nvPr>
            <p:custDataLst>
              <p:tags r:id="rId5"/>
            </p:custDataLst>
          </p:nvPr>
        </p:nvSpPr>
        <p:spPr>
          <a:xfrm>
            <a:off x="783067" y="2653573"/>
            <a:ext cx="583686" cy="2407655"/>
          </a:xfrm>
          <a:prstGeom prst="rect">
            <a:avLst/>
          </a:prstGeom>
          <a:solidFill>
            <a:srgbClr val="FFA8A8"/>
          </a:solidFill>
          <a:ln>
            <a:solidFill>
              <a:sysClr val="windowText" lastClr="000000"/>
            </a:solidFill>
          </a:ln>
        </p:spPr>
        <p:txBody>
          <a:bodyPr vert="eaVert" wrap="square">
            <a:spAutoFit/>
          </a:bodyPr>
          <a:lstStyle/>
          <a:p>
            <a:pPr algn="ctr" defTabSz="456030">
              <a:defRPr/>
            </a:pPr>
            <a:r>
              <a:rPr lang="zh-CN" altLang="en-US" sz="2593" kern="100">
                <a:solidFill>
                  <a:prstClr val="black"/>
                </a:solidFill>
                <a:latin typeface="微软雅黑" panose="020B0503020204020204" charset="-122"/>
                <a:ea typeface="微软雅黑" panose="020B0503020204020204" pitchFamily="34" charset="-122"/>
                <a:cs typeface="Times New Roman"/>
              </a:rPr>
              <a:t>噪声及其控制</a:t>
            </a:r>
          </a:p>
        </p:txBody>
      </p:sp>
      <p:sp>
        <p:nvSpPr>
          <p:cNvPr id="8" name="矩形 7">
            <a:extLst>
              <a:ext uri="{FF2B5EF4-FFF2-40B4-BE49-F238E27FC236}">
                <a16:creationId xmlns:a16="http://schemas.microsoft.com/office/drawing/2014/main" id="{C542B9C7-6458-6145-3007-30B64E50975D}"/>
              </a:ext>
            </a:extLst>
          </p:cNvPr>
          <p:cNvSpPr/>
          <p:nvPr>
            <p:custDataLst>
              <p:tags r:id="rId6"/>
            </p:custDataLst>
          </p:nvPr>
        </p:nvSpPr>
        <p:spPr>
          <a:xfrm>
            <a:off x="1737372" y="3634263"/>
            <a:ext cx="1881810" cy="446276"/>
          </a:xfrm>
          <a:prstGeom prst="rect">
            <a:avLst/>
          </a:prstGeom>
          <a:solidFill>
            <a:schemeClr val="accent6">
              <a:lumMod val="60000"/>
              <a:lumOff val="40000"/>
            </a:schemeClr>
          </a:solidFill>
          <a:ln>
            <a:solidFill>
              <a:sysClr val="windowText" lastClr="000000"/>
            </a:solidFill>
          </a:ln>
        </p:spPr>
        <p:txBody>
          <a:bodyPr wrap="square">
            <a:spAutoFit/>
          </a:bodyPr>
          <a:lstStyle/>
          <a:p>
            <a:pPr algn="ctr" defTabSz="456030">
              <a:defRPr/>
            </a:pPr>
            <a:r>
              <a:rPr lang="zh-CN" altLang="en-US" sz="2300" kern="0">
                <a:solidFill>
                  <a:prstClr val="black"/>
                </a:solidFill>
                <a:latin typeface="微软雅黑" panose="020B0503020204020204" charset="-122"/>
                <a:ea typeface="微软雅黑" panose="020B0503020204020204" pitchFamily="34" charset="-122"/>
              </a:rPr>
              <a:t> 噪声的危害 </a:t>
            </a:r>
          </a:p>
        </p:txBody>
      </p:sp>
      <p:sp>
        <p:nvSpPr>
          <p:cNvPr id="9" name="矩形 8">
            <a:extLst>
              <a:ext uri="{FF2B5EF4-FFF2-40B4-BE49-F238E27FC236}">
                <a16:creationId xmlns:a16="http://schemas.microsoft.com/office/drawing/2014/main" id="{DE7F0560-3CE8-8B7B-2A1A-5F7B78A329A4}"/>
              </a:ext>
            </a:extLst>
          </p:cNvPr>
          <p:cNvSpPr/>
          <p:nvPr>
            <p:custDataLst>
              <p:tags r:id="rId7"/>
            </p:custDataLst>
          </p:nvPr>
        </p:nvSpPr>
        <p:spPr>
          <a:xfrm>
            <a:off x="3824925" y="1272955"/>
            <a:ext cx="7996962" cy="5154424"/>
          </a:xfrm>
          <a:prstGeom prst="rect">
            <a:avLst/>
          </a:prstGeom>
        </p:spPr>
        <p:txBody>
          <a:bodyPr wrap="square">
            <a:spAutoFit/>
          </a:bodyPr>
          <a:lstStyle/>
          <a:p>
            <a:pPr defTabSz="456030">
              <a:lnSpc>
                <a:spcPts val="3392"/>
              </a:lnSpc>
            </a:pPr>
            <a:r>
              <a:rPr lang="zh-CN" altLang="en-US" sz="2200" kern="100">
                <a:solidFill>
                  <a:srgbClr val="002060"/>
                </a:solidFill>
                <a:latin typeface="微软雅黑" panose="020B0503020204020204" charset="-122"/>
                <a:ea typeface="微软雅黑" panose="020B0503020204020204" pitchFamily="34" charset="-122"/>
                <a:cs typeface="Times New Roman"/>
              </a:rPr>
              <a:t>①物理角度：噪声是发声体做无规则振动时发出的声音</a:t>
            </a:r>
            <a:r>
              <a:rPr lang="en-US" altLang="zh-CN" sz="2200" kern="100">
                <a:solidFill>
                  <a:srgbClr val="002060"/>
                </a:solidFill>
                <a:latin typeface="微软雅黑" panose="020B0503020204020204" charset="-122"/>
                <a:ea typeface="微软雅黑" panose="020B0503020204020204" pitchFamily="34" charset="-122"/>
                <a:cs typeface="Times New Roman"/>
              </a:rPr>
              <a:t>.</a:t>
            </a:r>
            <a:endParaRPr lang="zh-CN" altLang="en-US" sz="2200" kern="100">
              <a:solidFill>
                <a:srgbClr val="002060"/>
              </a:solidFill>
              <a:latin typeface="微软雅黑" panose="020B0503020204020204" charset="-122"/>
              <a:ea typeface="微软雅黑" panose="020B0503020204020204" pitchFamily="34" charset="-122"/>
              <a:cs typeface="Times New Roman"/>
            </a:endParaRPr>
          </a:p>
          <a:p>
            <a:pPr defTabSz="456030">
              <a:lnSpc>
                <a:spcPts val="3392"/>
              </a:lnSpc>
            </a:pPr>
            <a:r>
              <a:rPr lang="zh-CN" altLang="en-US" sz="2200" kern="100">
                <a:solidFill>
                  <a:srgbClr val="002060"/>
                </a:solidFill>
                <a:latin typeface="微软雅黑" panose="020B0503020204020204" charset="-122"/>
                <a:ea typeface="微软雅黑" panose="020B0503020204020204" pitchFamily="34" charset="-122"/>
                <a:cs typeface="Times New Roman"/>
              </a:rPr>
              <a:t>②环保角度：妨碍人们正常休息、学习和工作的声音是噪声</a:t>
            </a:r>
            <a:r>
              <a:rPr lang="en-US" altLang="zh-CN" sz="2200" kern="100">
                <a:solidFill>
                  <a:srgbClr val="002060"/>
                </a:solidFill>
                <a:latin typeface="微软雅黑" panose="020B0503020204020204" charset="-122"/>
                <a:ea typeface="微软雅黑" panose="020B0503020204020204" pitchFamily="34" charset="-122"/>
                <a:cs typeface="Times New Roman"/>
              </a:rPr>
              <a:t>.</a:t>
            </a:r>
          </a:p>
          <a:p>
            <a:pPr defTabSz="456030">
              <a:lnSpc>
                <a:spcPts val="3392"/>
              </a:lnSpc>
              <a:spcAft>
                <a:spcPts val="599"/>
              </a:spcAft>
            </a:pPr>
            <a:r>
              <a:rPr lang="zh-CN" altLang="en-US" sz="2200" kern="100">
                <a:solidFill>
                  <a:srgbClr val="002060"/>
                </a:solidFill>
                <a:latin typeface="微软雅黑" panose="020B0503020204020204" charset="-122"/>
                <a:ea typeface="微软雅黑" panose="020B0503020204020204" pitchFamily="34" charset="-122"/>
                <a:cs typeface="Times New Roman"/>
              </a:rPr>
              <a:t>③</a:t>
            </a:r>
            <a:r>
              <a:rPr lang="zh-CN" altLang="zh-CN" sz="2200" kern="100">
                <a:solidFill>
                  <a:srgbClr val="002060"/>
                </a:solidFill>
                <a:latin typeface="微软雅黑" panose="020B0503020204020204" charset="-122"/>
                <a:ea typeface="微软雅黑" panose="020B0503020204020204" pitchFamily="34" charset="-122"/>
                <a:cs typeface="Times New Roman"/>
              </a:rPr>
              <a:t>主要来源于工业</a:t>
            </a:r>
            <a:r>
              <a:rPr lang="zh-CN" altLang="en-US" sz="2200" kern="100">
                <a:solidFill>
                  <a:srgbClr val="002060"/>
                </a:solidFill>
                <a:latin typeface="微软雅黑" panose="020B0503020204020204" charset="-122"/>
                <a:ea typeface="微软雅黑" panose="020B0503020204020204" pitchFamily="34" charset="-122"/>
                <a:cs typeface="Times New Roman"/>
              </a:rPr>
              <a:t>生产</a:t>
            </a:r>
            <a:r>
              <a:rPr lang="zh-CN" altLang="zh-CN" sz="2200" kern="100">
                <a:solidFill>
                  <a:srgbClr val="002060"/>
                </a:solidFill>
                <a:latin typeface="微软雅黑" panose="020B0503020204020204" charset="-122"/>
                <a:ea typeface="微软雅黑" panose="020B0503020204020204" pitchFamily="34" charset="-122"/>
                <a:cs typeface="Times New Roman"/>
              </a:rPr>
              <a:t>、交通</a:t>
            </a:r>
            <a:r>
              <a:rPr lang="zh-CN" altLang="en-US" sz="2200" kern="100">
                <a:solidFill>
                  <a:srgbClr val="002060"/>
                </a:solidFill>
                <a:latin typeface="微软雅黑" panose="020B0503020204020204" charset="-122"/>
                <a:ea typeface="微软雅黑" panose="020B0503020204020204" pitchFamily="34" charset="-122"/>
                <a:cs typeface="Times New Roman"/>
              </a:rPr>
              <a:t>工具</a:t>
            </a:r>
            <a:r>
              <a:rPr lang="zh-CN" altLang="zh-CN" sz="2200" kern="100">
                <a:solidFill>
                  <a:srgbClr val="002060"/>
                </a:solidFill>
                <a:latin typeface="微软雅黑" panose="020B0503020204020204" charset="-122"/>
                <a:ea typeface="微软雅黑" panose="020B0503020204020204" pitchFamily="34" charset="-122"/>
                <a:cs typeface="Times New Roman"/>
              </a:rPr>
              <a:t>和</a:t>
            </a:r>
            <a:r>
              <a:rPr lang="zh-CN" altLang="en-US" sz="2200" kern="100">
                <a:solidFill>
                  <a:srgbClr val="002060"/>
                </a:solidFill>
                <a:latin typeface="微软雅黑" panose="020B0503020204020204" charset="-122"/>
                <a:ea typeface="微软雅黑" panose="020B0503020204020204" pitchFamily="34" charset="-122"/>
                <a:cs typeface="Times New Roman"/>
              </a:rPr>
              <a:t>建筑工地等</a:t>
            </a:r>
            <a:r>
              <a:rPr lang="en-US" altLang="zh-CN" sz="2200" kern="100">
                <a:solidFill>
                  <a:srgbClr val="002060"/>
                </a:solidFill>
                <a:latin typeface="微软雅黑" panose="020B0503020204020204" charset="-122"/>
                <a:ea typeface="微软雅黑" panose="020B0503020204020204" pitchFamily="34" charset="-122"/>
                <a:cs typeface="Times New Roman"/>
              </a:rPr>
              <a:t>.</a:t>
            </a:r>
            <a:endParaRPr lang="en-US" altLang="zh-CN" sz="2200">
              <a:solidFill>
                <a:srgbClr val="002060"/>
              </a:solidFill>
              <a:latin typeface="Times New Roman"/>
              <a:ea typeface="微软雅黑" panose="020B0503020204020204" pitchFamily="34" charset="-122"/>
            </a:endParaRPr>
          </a:p>
          <a:p>
            <a:pPr defTabSz="456030">
              <a:lnSpc>
                <a:spcPts val="3392"/>
              </a:lnSpc>
              <a:spcBef>
                <a:spcPts val="599"/>
              </a:spcBef>
            </a:pPr>
            <a:r>
              <a:rPr lang="zh-CN" altLang="en-US" sz="2200">
                <a:solidFill>
                  <a:srgbClr val="0070C0"/>
                </a:solidFill>
                <a:latin typeface="Times New Roman"/>
                <a:ea typeface="微软雅黑" panose="020B0503020204020204" pitchFamily="34" charset="-122"/>
              </a:rPr>
              <a:t>①噪声的危害：心里危害、生理危害</a:t>
            </a:r>
            <a:r>
              <a:rPr lang="en-US" altLang="zh-CN" sz="2200">
                <a:solidFill>
                  <a:srgbClr val="0070C0"/>
                </a:solidFill>
                <a:latin typeface="Times New Roman"/>
                <a:ea typeface="微软雅黑" panose="020B0503020204020204" pitchFamily="34" charset="-122"/>
              </a:rPr>
              <a:t>.</a:t>
            </a:r>
          </a:p>
          <a:p>
            <a:pPr defTabSz="456030">
              <a:lnSpc>
                <a:spcPts val="3392"/>
              </a:lnSpc>
              <a:spcBef>
                <a:spcPts val="599"/>
              </a:spcBef>
            </a:pPr>
            <a:r>
              <a:rPr lang="en-US" altLang="zh-CN" sz="2200">
                <a:solidFill>
                  <a:srgbClr val="0070C0"/>
                </a:solidFill>
                <a:latin typeface="Times New Roman"/>
                <a:ea typeface="微软雅黑" panose="020B0503020204020204" pitchFamily="34" charset="-122"/>
              </a:rPr>
              <a:t>②</a:t>
            </a:r>
            <a:r>
              <a:rPr lang="zh-CN" altLang="en-US" sz="2200">
                <a:solidFill>
                  <a:srgbClr val="0070C0"/>
                </a:solidFill>
                <a:latin typeface="Times New Roman"/>
                <a:ea typeface="微软雅黑" panose="020B0503020204020204" pitchFamily="34" charset="-122"/>
              </a:rPr>
              <a:t>声强级单位：分贝（</a:t>
            </a:r>
            <a:r>
              <a:rPr lang="en-US" altLang="zh-CN" sz="2200">
                <a:solidFill>
                  <a:srgbClr val="0070C0"/>
                </a:solidFill>
                <a:latin typeface="Times New Roman"/>
                <a:ea typeface="微软雅黑" panose="020B0503020204020204" pitchFamily="34" charset="-122"/>
              </a:rPr>
              <a:t>dB</a:t>
            </a:r>
            <a:r>
              <a:rPr lang="zh-CN" altLang="en-US" sz="2200">
                <a:solidFill>
                  <a:srgbClr val="0070C0"/>
                </a:solidFill>
                <a:latin typeface="Times New Roman"/>
                <a:ea typeface="微软雅黑" panose="020B0503020204020204" pitchFamily="34" charset="-122"/>
              </a:rPr>
              <a:t>），来划分声音强弱的等级</a:t>
            </a:r>
            <a:r>
              <a:rPr lang="en-US" altLang="zh-CN" sz="2200">
                <a:solidFill>
                  <a:srgbClr val="0070C0"/>
                </a:solidFill>
                <a:latin typeface="Times New Roman"/>
                <a:ea typeface="微软雅黑" panose="020B0503020204020204" pitchFamily="34" charset="-122"/>
              </a:rPr>
              <a:t>.</a:t>
            </a:r>
            <a:r>
              <a:rPr lang="zh-CN" altLang="en-US" sz="2200">
                <a:solidFill>
                  <a:srgbClr val="0070C0"/>
                </a:solidFill>
                <a:latin typeface="Times New Roman"/>
                <a:ea typeface="微软雅黑" panose="020B0503020204020204" pitchFamily="34" charset="-122"/>
              </a:rPr>
              <a:t>  </a:t>
            </a:r>
            <a:endParaRPr lang="en-US" altLang="zh-CN" sz="2200">
              <a:solidFill>
                <a:srgbClr val="0070C0"/>
              </a:solidFill>
              <a:latin typeface="Times New Roman"/>
              <a:ea typeface="微软雅黑" panose="020B0503020204020204" pitchFamily="34" charset="-122"/>
            </a:endParaRPr>
          </a:p>
          <a:p>
            <a:pPr defTabSz="456030">
              <a:lnSpc>
                <a:spcPts val="3392"/>
              </a:lnSpc>
            </a:pPr>
            <a:r>
              <a:rPr lang="zh-CN" altLang="en-US" sz="2200">
                <a:solidFill>
                  <a:srgbClr val="0070C0"/>
                </a:solidFill>
                <a:latin typeface="Times New Roman"/>
              </a:rPr>
              <a:t>③噪声</a:t>
            </a:r>
            <a:r>
              <a:rPr lang="zh-CN" altLang="en-US" sz="2200">
                <a:solidFill>
                  <a:srgbClr val="0070C0"/>
                </a:solidFill>
                <a:latin typeface="Times New Roman"/>
                <a:ea typeface="微软雅黑" panose="020B0503020204020204" pitchFamily="34" charset="-122"/>
              </a:rPr>
              <a:t>的等级：</a:t>
            </a:r>
            <a:r>
              <a:rPr lang="en-US" altLang="zh-CN" sz="2200">
                <a:solidFill>
                  <a:srgbClr val="0070C0"/>
                </a:solidFill>
                <a:latin typeface="Times New Roman"/>
                <a:ea typeface="微软雅黑" panose="020B0503020204020204" pitchFamily="34" charset="-122"/>
              </a:rPr>
              <a:t>0dB</a:t>
            </a:r>
            <a:r>
              <a:rPr lang="zh-CN" altLang="en-US" sz="2200">
                <a:solidFill>
                  <a:srgbClr val="0070C0"/>
                </a:solidFill>
                <a:latin typeface="Times New Roman"/>
                <a:ea typeface="微软雅黑" panose="020B0503020204020204" pitchFamily="34" charset="-122"/>
              </a:rPr>
              <a:t>是人们刚刚能听到的最微弱的声音</a:t>
            </a:r>
            <a:r>
              <a:rPr lang="en-US" altLang="zh-CN" sz="2200">
                <a:solidFill>
                  <a:srgbClr val="0070C0"/>
                </a:solidFill>
                <a:latin typeface="Times New Roman"/>
                <a:ea typeface="微软雅黑" panose="020B0503020204020204" pitchFamily="34" charset="-122"/>
              </a:rPr>
              <a:t>.</a:t>
            </a:r>
            <a:r>
              <a:rPr lang="zh-CN" altLang="en-US" sz="2200">
                <a:solidFill>
                  <a:srgbClr val="0070C0"/>
                </a:solidFill>
                <a:latin typeface="Times New Roman"/>
                <a:ea typeface="微软雅黑" panose="020B0503020204020204" pitchFamily="34" charset="-122"/>
              </a:rPr>
              <a:t> </a:t>
            </a:r>
            <a:endParaRPr lang="en-US" altLang="zh-CN" sz="2200">
              <a:solidFill>
                <a:srgbClr val="0070C0"/>
              </a:solidFill>
              <a:latin typeface="Times New Roman"/>
              <a:ea typeface="微软雅黑" panose="020B0503020204020204" pitchFamily="34" charset="-122"/>
            </a:endParaRPr>
          </a:p>
          <a:p>
            <a:pPr defTabSz="456030">
              <a:lnSpc>
                <a:spcPts val="3392"/>
              </a:lnSpc>
            </a:pPr>
            <a:r>
              <a:rPr lang="en-US" altLang="zh-CN" sz="2200">
                <a:solidFill>
                  <a:srgbClr val="0070C0"/>
                </a:solidFill>
                <a:latin typeface="Times New Roman"/>
                <a:ea typeface="微软雅黑" panose="020B0503020204020204" pitchFamily="34" charset="-122"/>
              </a:rPr>
              <a:t>30</a:t>
            </a:r>
            <a:r>
              <a:rPr lang="zh-CN" altLang="en-US" sz="2200">
                <a:solidFill>
                  <a:srgbClr val="0070C0"/>
                </a:solidFill>
                <a:latin typeface="Times New Roman"/>
                <a:ea typeface="微软雅黑" panose="020B0503020204020204" pitchFamily="34" charset="-122"/>
              </a:rPr>
              <a:t>～</a:t>
            </a:r>
            <a:r>
              <a:rPr lang="en-US" altLang="zh-CN" sz="2200">
                <a:solidFill>
                  <a:srgbClr val="0070C0"/>
                </a:solidFill>
                <a:latin typeface="Times New Roman"/>
                <a:ea typeface="微软雅黑" panose="020B0503020204020204" pitchFamily="34" charset="-122"/>
              </a:rPr>
              <a:t>40dB</a:t>
            </a:r>
            <a:r>
              <a:rPr lang="zh-CN" altLang="en-US" sz="2200">
                <a:solidFill>
                  <a:srgbClr val="0070C0"/>
                </a:solidFill>
                <a:latin typeface="Times New Roman"/>
                <a:ea typeface="微软雅黑" panose="020B0503020204020204" pitchFamily="34" charset="-122"/>
              </a:rPr>
              <a:t>是理想的安静环境；超过</a:t>
            </a:r>
            <a:r>
              <a:rPr lang="en-US" altLang="zh-CN" sz="2200">
                <a:solidFill>
                  <a:srgbClr val="0070C0"/>
                </a:solidFill>
                <a:latin typeface="Times New Roman"/>
                <a:ea typeface="微软雅黑" panose="020B0503020204020204" pitchFamily="34" charset="-122"/>
              </a:rPr>
              <a:t>50dB</a:t>
            </a:r>
            <a:r>
              <a:rPr lang="zh-CN" altLang="en-US" sz="2200">
                <a:solidFill>
                  <a:srgbClr val="0070C0"/>
                </a:solidFill>
                <a:latin typeface="Times New Roman"/>
                <a:ea typeface="微软雅黑" panose="020B0503020204020204" pitchFamily="34" charset="-122"/>
              </a:rPr>
              <a:t>会影响睡眠和休息；</a:t>
            </a:r>
            <a:r>
              <a:rPr lang="en-US" altLang="zh-CN" sz="2200">
                <a:solidFill>
                  <a:srgbClr val="0070C0"/>
                </a:solidFill>
                <a:latin typeface="Times New Roman"/>
                <a:ea typeface="微软雅黑" panose="020B0503020204020204" pitchFamily="34" charset="-122"/>
              </a:rPr>
              <a:t>90dB</a:t>
            </a:r>
            <a:r>
              <a:rPr lang="zh-CN" altLang="en-US" sz="2200">
                <a:solidFill>
                  <a:srgbClr val="0070C0"/>
                </a:solidFill>
                <a:latin typeface="Times New Roman"/>
                <a:ea typeface="微软雅黑" panose="020B0503020204020204" pitchFamily="34" charset="-122"/>
              </a:rPr>
              <a:t>以上会严重影响听力</a:t>
            </a:r>
            <a:r>
              <a:rPr lang="en-US" altLang="zh-CN" sz="2200">
                <a:solidFill>
                  <a:srgbClr val="0070C0"/>
                </a:solidFill>
                <a:latin typeface="Times New Roman"/>
                <a:ea typeface="微软雅黑" panose="020B0503020204020204" pitchFamily="34" charset="-122"/>
              </a:rPr>
              <a:t>.</a:t>
            </a:r>
            <a:r>
              <a:rPr lang="zh-CN" altLang="en-US" sz="2200">
                <a:solidFill>
                  <a:srgbClr val="0070C0"/>
                </a:solidFill>
                <a:latin typeface="Times New Roman"/>
                <a:ea typeface="微软雅黑" panose="020B0503020204020204" pitchFamily="34" charset="-122"/>
              </a:rPr>
              <a:t> </a:t>
            </a:r>
          </a:p>
          <a:p>
            <a:pPr defTabSz="456030">
              <a:lnSpc>
                <a:spcPts val="3392"/>
              </a:lnSpc>
              <a:spcBef>
                <a:spcPts val="600"/>
              </a:spcBef>
            </a:pPr>
            <a:r>
              <a:rPr lang="zh-CN" altLang="en-US" sz="2200" kern="100">
                <a:solidFill>
                  <a:srgbClr val="002060"/>
                </a:solidFill>
                <a:latin typeface="微软雅黑" panose="020B0503020204020204" charset="-122"/>
                <a:ea typeface="微软雅黑" panose="020B0503020204020204" pitchFamily="34" charset="-122"/>
                <a:cs typeface="Times New Roman"/>
              </a:rPr>
              <a:t>①噪声测试仪</a:t>
            </a:r>
            <a:r>
              <a:rPr lang="en-US" altLang="zh-CN" sz="2200" kern="100">
                <a:solidFill>
                  <a:srgbClr val="002060"/>
                </a:solidFill>
                <a:latin typeface="微软雅黑" panose="020B0503020204020204" charset="-122"/>
                <a:ea typeface="微软雅黑" panose="020B0503020204020204" pitchFamily="34" charset="-122"/>
                <a:cs typeface="Times New Roman"/>
              </a:rPr>
              <a:t>.</a:t>
            </a:r>
          </a:p>
          <a:p>
            <a:pPr defTabSz="456030">
              <a:lnSpc>
                <a:spcPts val="3392"/>
              </a:lnSpc>
            </a:pPr>
            <a:r>
              <a:rPr lang="zh-CN" altLang="en-US" sz="2200" kern="100">
                <a:solidFill>
                  <a:srgbClr val="002060"/>
                </a:solidFill>
                <a:latin typeface="微软雅黑" panose="020B0503020204020204" charset="-122"/>
                <a:ea typeface="微软雅黑" panose="020B0503020204020204" pitchFamily="34" charset="-122"/>
                <a:cs typeface="Times New Roman"/>
              </a:rPr>
              <a:t>②控制噪声的措施：在声源处、声音传播途中和声音接收处</a:t>
            </a:r>
            <a:endParaRPr lang="en-US" altLang="zh-CN" sz="2200" kern="100">
              <a:solidFill>
                <a:srgbClr val="002060"/>
              </a:solidFill>
              <a:latin typeface="微软雅黑" panose="020B0503020204020204" charset="-122"/>
              <a:ea typeface="微软雅黑" panose="020B0503020204020204" pitchFamily="34" charset="-122"/>
              <a:cs typeface="Times New Roman"/>
            </a:endParaRPr>
          </a:p>
          <a:p>
            <a:pPr defTabSz="456030">
              <a:lnSpc>
                <a:spcPts val="3392"/>
              </a:lnSpc>
            </a:pPr>
            <a:r>
              <a:rPr lang="zh-CN" altLang="en-US" sz="2200" kern="100">
                <a:solidFill>
                  <a:srgbClr val="002060"/>
                </a:solidFill>
                <a:latin typeface="微软雅黑" panose="020B0503020204020204" charset="-122"/>
                <a:ea typeface="微软雅黑" panose="020B0503020204020204" pitchFamily="34" charset="-122"/>
                <a:cs typeface="Times New Roman"/>
              </a:rPr>
              <a:t>采取措施控制噪声</a:t>
            </a:r>
            <a:r>
              <a:rPr lang="en-US" altLang="zh-CN" sz="2200" kern="100">
                <a:solidFill>
                  <a:srgbClr val="002060"/>
                </a:solidFill>
                <a:latin typeface="微软雅黑" panose="020B0503020204020204" charset="-122"/>
                <a:ea typeface="微软雅黑" panose="020B0503020204020204" pitchFamily="34" charset="-122"/>
                <a:cs typeface="Times New Roman"/>
              </a:rPr>
              <a:t>.</a:t>
            </a:r>
            <a:endParaRPr lang="zh-CN" altLang="en-US" sz="2200" kern="100">
              <a:solidFill>
                <a:srgbClr val="002060"/>
              </a:solidFill>
              <a:latin typeface="微软雅黑" panose="020B0503020204020204" charset="-122"/>
              <a:ea typeface="微软雅黑" panose="020B0503020204020204" pitchFamily="34" charset="-122"/>
              <a:cs typeface="Times New Roman"/>
            </a:endParaRPr>
          </a:p>
        </p:txBody>
      </p:sp>
      <p:grpSp>
        <p:nvGrpSpPr>
          <p:cNvPr id="10" name="组合 9">
            <a:extLst>
              <a:ext uri="{FF2B5EF4-FFF2-40B4-BE49-F238E27FC236}">
                <a16:creationId xmlns:a16="http://schemas.microsoft.com/office/drawing/2014/main" id="{A6D3E7EC-BD56-A8F6-0C47-2FECFD93D3DD}"/>
              </a:ext>
            </a:extLst>
          </p:cNvPr>
          <p:cNvGrpSpPr/>
          <p:nvPr>
            <p:custDataLst>
              <p:tags r:id="rId8"/>
            </p:custDataLst>
          </p:nvPr>
        </p:nvGrpSpPr>
        <p:grpSpPr>
          <a:xfrm>
            <a:off x="3606214" y="5269017"/>
            <a:ext cx="312539" cy="997260"/>
            <a:chOff x="2666033" y="4155282"/>
            <a:chExt cx="419208" cy="2120010"/>
          </a:xfrm>
        </p:grpSpPr>
        <p:grpSp>
          <p:nvGrpSpPr>
            <p:cNvPr id="11" name="组合 10">
              <a:extLst>
                <a:ext uri="{FF2B5EF4-FFF2-40B4-BE49-F238E27FC236}">
                  <a16:creationId xmlns:a16="http://schemas.microsoft.com/office/drawing/2014/main" id="{BAB424BE-647F-56FF-4F96-601A5517B90A}"/>
                </a:ext>
              </a:extLst>
            </p:cNvPr>
            <p:cNvGrpSpPr/>
            <p:nvPr>
              <p:custDataLst>
                <p:tags r:id="rId26"/>
              </p:custDataLst>
            </p:nvPr>
          </p:nvGrpSpPr>
          <p:grpSpPr>
            <a:xfrm>
              <a:off x="2827872" y="4155282"/>
              <a:ext cx="257369" cy="2120010"/>
              <a:chOff x="4110340" y="1791339"/>
              <a:chExt cx="407665" cy="1129513"/>
            </a:xfrm>
          </p:grpSpPr>
          <p:cxnSp>
            <p:nvCxnSpPr>
              <p:cNvPr id="13" name="直接连接符 12">
                <a:extLst>
                  <a:ext uri="{FF2B5EF4-FFF2-40B4-BE49-F238E27FC236}">
                    <a16:creationId xmlns:a16="http://schemas.microsoft.com/office/drawing/2014/main" id="{7EF15046-DBF0-FBE3-A1FC-647773AB5433}"/>
                  </a:ext>
                </a:extLst>
              </p:cNvPr>
              <p:cNvCxnSpPr/>
              <p:nvPr>
                <p:custDataLst>
                  <p:tags r:id="rId28"/>
                </p:custDataLst>
              </p:nvPr>
            </p:nvCxnSpPr>
            <p:spPr>
              <a:xfrm flipH="1">
                <a:off x="4121149" y="1791339"/>
                <a:ext cx="0" cy="1129513"/>
              </a:xfrm>
              <a:prstGeom prst="line">
                <a:avLst/>
              </a:prstGeom>
              <a:noFill/>
              <a:ln w="19050" cap="flat" cmpd="sng" algn="ctr">
                <a:solidFill>
                  <a:sysClr val="windowText" lastClr="000000"/>
                </a:solidFill>
                <a:prstDash val="solid"/>
                <a:miter lim="800000"/>
              </a:ln>
              <a:effectLst/>
            </p:spPr>
          </p:cxnSp>
          <p:cxnSp>
            <p:nvCxnSpPr>
              <p:cNvPr id="14" name="直接连接符 13">
                <a:extLst>
                  <a:ext uri="{FF2B5EF4-FFF2-40B4-BE49-F238E27FC236}">
                    <a16:creationId xmlns:a16="http://schemas.microsoft.com/office/drawing/2014/main" id="{2D05CB98-C5A6-8FB9-E8EF-E4E6A7E222D6}"/>
                  </a:ext>
                </a:extLst>
              </p:cNvPr>
              <p:cNvCxnSpPr/>
              <p:nvPr>
                <p:custDataLst>
                  <p:tags r:id="rId29"/>
                </p:custDataLst>
              </p:nvPr>
            </p:nvCxnSpPr>
            <p:spPr>
              <a:xfrm>
                <a:off x="4110340" y="2916200"/>
                <a:ext cx="406040" cy="0"/>
              </a:xfrm>
              <a:prstGeom prst="line">
                <a:avLst/>
              </a:prstGeom>
              <a:noFill/>
              <a:ln w="19050" cap="flat" cmpd="sng" algn="ctr">
                <a:solidFill>
                  <a:sysClr val="windowText" lastClr="000000"/>
                </a:solidFill>
                <a:prstDash val="solid"/>
                <a:miter lim="800000"/>
              </a:ln>
              <a:effectLst/>
            </p:spPr>
          </p:cxnSp>
          <p:cxnSp>
            <p:nvCxnSpPr>
              <p:cNvPr id="15" name="直接连接符 14">
                <a:extLst>
                  <a:ext uri="{FF2B5EF4-FFF2-40B4-BE49-F238E27FC236}">
                    <a16:creationId xmlns:a16="http://schemas.microsoft.com/office/drawing/2014/main" id="{EBF60997-0237-6357-57CD-B91D1EEC3259}"/>
                  </a:ext>
                </a:extLst>
              </p:cNvPr>
              <p:cNvCxnSpPr/>
              <p:nvPr>
                <p:custDataLst>
                  <p:tags r:id="rId30"/>
                </p:custDataLst>
              </p:nvPr>
            </p:nvCxnSpPr>
            <p:spPr>
              <a:xfrm>
                <a:off x="4111965" y="1791339"/>
                <a:ext cx="406040" cy="0"/>
              </a:xfrm>
              <a:prstGeom prst="line">
                <a:avLst/>
              </a:prstGeom>
              <a:noFill/>
              <a:ln w="19050" cap="flat" cmpd="sng" algn="ctr">
                <a:solidFill>
                  <a:sysClr val="windowText" lastClr="000000"/>
                </a:solidFill>
                <a:prstDash val="solid"/>
                <a:miter lim="800000"/>
              </a:ln>
              <a:effectLst/>
            </p:spPr>
          </p:cxnSp>
        </p:grpSp>
        <p:cxnSp>
          <p:nvCxnSpPr>
            <p:cNvPr id="12" name="直接连接符 11">
              <a:extLst>
                <a:ext uri="{FF2B5EF4-FFF2-40B4-BE49-F238E27FC236}">
                  <a16:creationId xmlns:a16="http://schemas.microsoft.com/office/drawing/2014/main" id="{6F324C5E-82E4-3DA6-5E55-F607FBC1AF40}"/>
                </a:ext>
              </a:extLst>
            </p:cNvPr>
            <p:cNvCxnSpPr/>
            <p:nvPr>
              <p:custDataLst>
                <p:tags r:id="rId27"/>
              </p:custDataLst>
            </p:nvPr>
          </p:nvCxnSpPr>
          <p:spPr>
            <a:xfrm>
              <a:off x="2666033" y="5208105"/>
              <a:ext cx="404807" cy="0"/>
            </a:xfrm>
            <a:prstGeom prst="line">
              <a:avLst/>
            </a:prstGeom>
            <a:noFill/>
            <a:ln w="19050" cap="flat" cmpd="sng" algn="ctr">
              <a:solidFill>
                <a:sysClr val="windowText" lastClr="000000"/>
              </a:solidFill>
              <a:prstDash val="solid"/>
              <a:miter lim="800000"/>
            </a:ln>
            <a:effectLst/>
          </p:spPr>
        </p:cxnSp>
      </p:grpSp>
      <p:grpSp>
        <p:nvGrpSpPr>
          <p:cNvPr id="16" name="组合 15">
            <a:extLst>
              <a:ext uri="{FF2B5EF4-FFF2-40B4-BE49-F238E27FC236}">
                <a16:creationId xmlns:a16="http://schemas.microsoft.com/office/drawing/2014/main" id="{7C54A007-C099-8936-C5C6-B8CF6C23F439}"/>
              </a:ext>
            </a:extLst>
          </p:cNvPr>
          <p:cNvGrpSpPr/>
          <p:nvPr>
            <p:custDataLst>
              <p:tags r:id="rId9"/>
            </p:custDataLst>
          </p:nvPr>
        </p:nvGrpSpPr>
        <p:grpSpPr>
          <a:xfrm>
            <a:off x="1379865" y="1959095"/>
            <a:ext cx="367736" cy="3854709"/>
            <a:chOff x="1474780" y="1245491"/>
            <a:chExt cx="780675" cy="2639817"/>
          </a:xfrm>
        </p:grpSpPr>
        <p:cxnSp>
          <p:nvCxnSpPr>
            <p:cNvPr id="17" name="直接连接符 16">
              <a:extLst>
                <a:ext uri="{FF2B5EF4-FFF2-40B4-BE49-F238E27FC236}">
                  <a16:creationId xmlns:a16="http://schemas.microsoft.com/office/drawing/2014/main" id="{26770154-2000-EEB6-1B03-58F65CED7570}"/>
                </a:ext>
              </a:extLst>
            </p:cNvPr>
            <p:cNvCxnSpPr/>
            <p:nvPr>
              <p:custDataLst>
                <p:tags r:id="rId22"/>
              </p:custDataLst>
            </p:nvPr>
          </p:nvCxnSpPr>
          <p:spPr>
            <a:xfrm flipH="1">
              <a:off x="1851201" y="1245491"/>
              <a:ext cx="0" cy="2639817"/>
            </a:xfrm>
            <a:prstGeom prst="line">
              <a:avLst/>
            </a:prstGeom>
            <a:noFill/>
            <a:ln w="19050" cap="flat" cmpd="sng" algn="ctr">
              <a:solidFill>
                <a:sysClr val="windowText" lastClr="000000"/>
              </a:solidFill>
              <a:prstDash val="solid"/>
              <a:miter lim="800000"/>
            </a:ln>
            <a:effectLst/>
          </p:spPr>
        </p:cxnSp>
        <p:cxnSp>
          <p:nvCxnSpPr>
            <p:cNvPr id="18" name="直接连接符 17">
              <a:extLst>
                <a:ext uri="{FF2B5EF4-FFF2-40B4-BE49-F238E27FC236}">
                  <a16:creationId xmlns:a16="http://schemas.microsoft.com/office/drawing/2014/main" id="{6B2701AB-54D4-EDF0-2137-B350C777063C}"/>
                </a:ext>
              </a:extLst>
            </p:cNvPr>
            <p:cNvCxnSpPr/>
            <p:nvPr>
              <p:custDataLst>
                <p:tags r:id="rId23"/>
              </p:custDataLst>
            </p:nvPr>
          </p:nvCxnSpPr>
          <p:spPr>
            <a:xfrm>
              <a:off x="1840249" y="1245491"/>
              <a:ext cx="406040" cy="0"/>
            </a:xfrm>
            <a:prstGeom prst="line">
              <a:avLst/>
            </a:prstGeom>
            <a:noFill/>
            <a:ln w="19050" cap="flat" cmpd="sng" algn="ctr">
              <a:solidFill>
                <a:sysClr val="windowText" lastClr="000000"/>
              </a:solidFill>
              <a:prstDash val="solid"/>
              <a:miter lim="800000"/>
            </a:ln>
            <a:effectLst/>
          </p:spPr>
        </p:cxnSp>
        <p:cxnSp>
          <p:nvCxnSpPr>
            <p:cNvPr id="20" name="直接连接符 19">
              <a:extLst>
                <a:ext uri="{FF2B5EF4-FFF2-40B4-BE49-F238E27FC236}">
                  <a16:creationId xmlns:a16="http://schemas.microsoft.com/office/drawing/2014/main" id="{96E90DD0-3266-9CF7-3D78-6BC43404E5D2}"/>
                </a:ext>
              </a:extLst>
            </p:cNvPr>
            <p:cNvCxnSpPr/>
            <p:nvPr>
              <p:custDataLst>
                <p:tags r:id="rId24"/>
              </p:custDataLst>
            </p:nvPr>
          </p:nvCxnSpPr>
          <p:spPr>
            <a:xfrm>
              <a:off x="1474780" y="2547231"/>
              <a:ext cx="780675" cy="0"/>
            </a:xfrm>
            <a:prstGeom prst="line">
              <a:avLst/>
            </a:prstGeom>
            <a:noFill/>
            <a:ln w="19050" cap="flat" cmpd="sng" algn="ctr">
              <a:solidFill>
                <a:sysClr val="windowText" lastClr="000000"/>
              </a:solidFill>
              <a:prstDash val="solid"/>
              <a:miter lim="800000"/>
            </a:ln>
            <a:effectLst/>
          </p:spPr>
        </p:cxnSp>
        <p:cxnSp>
          <p:nvCxnSpPr>
            <p:cNvPr id="22" name="直接连接符 21">
              <a:extLst>
                <a:ext uri="{FF2B5EF4-FFF2-40B4-BE49-F238E27FC236}">
                  <a16:creationId xmlns:a16="http://schemas.microsoft.com/office/drawing/2014/main" id="{27B0D66D-D684-0477-5FEC-BD4AA7723286}"/>
                </a:ext>
              </a:extLst>
            </p:cNvPr>
            <p:cNvCxnSpPr/>
            <p:nvPr>
              <p:custDataLst>
                <p:tags r:id="rId25"/>
              </p:custDataLst>
            </p:nvPr>
          </p:nvCxnSpPr>
          <p:spPr>
            <a:xfrm>
              <a:off x="1839902" y="3877751"/>
              <a:ext cx="364237" cy="0"/>
            </a:xfrm>
            <a:prstGeom prst="line">
              <a:avLst/>
            </a:prstGeom>
            <a:noFill/>
            <a:ln w="19050" cap="flat" cmpd="sng" algn="ctr">
              <a:solidFill>
                <a:sysClr val="windowText" lastClr="000000"/>
              </a:solidFill>
              <a:prstDash val="solid"/>
              <a:miter lim="800000"/>
            </a:ln>
            <a:effectLst/>
          </p:spPr>
        </p:cxnSp>
      </p:grpSp>
      <p:grpSp>
        <p:nvGrpSpPr>
          <p:cNvPr id="25" name="组合 24">
            <a:extLst>
              <a:ext uri="{FF2B5EF4-FFF2-40B4-BE49-F238E27FC236}">
                <a16:creationId xmlns:a16="http://schemas.microsoft.com/office/drawing/2014/main" id="{B23A30EE-4666-86B6-AFB9-3968872FF624}"/>
              </a:ext>
            </a:extLst>
          </p:cNvPr>
          <p:cNvGrpSpPr/>
          <p:nvPr>
            <p:custDataLst>
              <p:tags r:id="rId10"/>
            </p:custDataLst>
          </p:nvPr>
        </p:nvGrpSpPr>
        <p:grpSpPr>
          <a:xfrm>
            <a:off x="3641500" y="1483643"/>
            <a:ext cx="253523" cy="997260"/>
            <a:chOff x="2666033" y="4155282"/>
            <a:chExt cx="419208" cy="2120010"/>
          </a:xfrm>
        </p:grpSpPr>
        <p:grpSp>
          <p:nvGrpSpPr>
            <p:cNvPr id="27" name="组合 26">
              <a:extLst>
                <a:ext uri="{FF2B5EF4-FFF2-40B4-BE49-F238E27FC236}">
                  <a16:creationId xmlns:a16="http://schemas.microsoft.com/office/drawing/2014/main" id="{2C3870F3-F884-6383-936A-4B59AADA5864}"/>
                </a:ext>
              </a:extLst>
            </p:cNvPr>
            <p:cNvGrpSpPr/>
            <p:nvPr>
              <p:custDataLst>
                <p:tags r:id="rId17"/>
              </p:custDataLst>
            </p:nvPr>
          </p:nvGrpSpPr>
          <p:grpSpPr>
            <a:xfrm>
              <a:off x="2827872" y="4155282"/>
              <a:ext cx="257369" cy="2120010"/>
              <a:chOff x="4110340" y="1791339"/>
              <a:chExt cx="407665" cy="1129513"/>
            </a:xfrm>
          </p:grpSpPr>
          <p:cxnSp>
            <p:nvCxnSpPr>
              <p:cNvPr id="32" name="直接连接符 31">
                <a:extLst>
                  <a:ext uri="{FF2B5EF4-FFF2-40B4-BE49-F238E27FC236}">
                    <a16:creationId xmlns:a16="http://schemas.microsoft.com/office/drawing/2014/main" id="{CC015D4C-5A5A-0BFC-8F5D-9ED3857165DE}"/>
                  </a:ext>
                </a:extLst>
              </p:cNvPr>
              <p:cNvCxnSpPr/>
              <p:nvPr>
                <p:custDataLst>
                  <p:tags r:id="rId19"/>
                </p:custDataLst>
              </p:nvPr>
            </p:nvCxnSpPr>
            <p:spPr>
              <a:xfrm flipH="1">
                <a:off x="4121149" y="1791339"/>
                <a:ext cx="0" cy="1129513"/>
              </a:xfrm>
              <a:prstGeom prst="line">
                <a:avLst/>
              </a:prstGeom>
              <a:noFill/>
              <a:ln w="19050" cap="flat" cmpd="sng" algn="ctr">
                <a:solidFill>
                  <a:sysClr val="windowText" lastClr="000000"/>
                </a:solidFill>
                <a:prstDash val="solid"/>
                <a:miter lim="800000"/>
              </a:ln>
              <a:effectLst/>
            </p:spPr>
          </p:cxnSp>
          <p:cxnSp>
            <p:nvCxnSpPr>
              <p:cNvPr id="34" name="直接连接符 33">
                <a:extLst>
                  <a:ext uri="{FF2B5EF4-FFF2-40B4-BE49-F238E27FC236}">
                    <a16:creationId xmlns:a16="http://schemas.microsoft.com/office/drawing/2014/main" id="{03410687-041A-0933-B400-E1DDA49097D7}"/>
                  </a:ext>
                </a:extLst>
              </p:cNvPr>
              <p:cNvCxnSpPr/>
              <p:nvPr>
                <p:custDataLst>
                  <p:tags r:id="rId20"/>
                </p:custDataLst>
              </p:nvPr>
            </p:nvCxnSpPr>
            <p:spPr>
              <a:xfrm>
                <a:off x="4110340" y="2916200"/>
                <a:ext cx="406040" cy="0"/>
              </a:xfrm>
              <a:prstGeom prst="line">
                <a:avLst/>
              </a:prstGeom>
              <a:noFill/>
              <a:ln w="19050" cap="flat" cmpd="sng" algn="ctr">
                <a:solidFill>
                  <a:sysClr val="windowText" lastClr="000000"/>
                </a:solidFill>
                <a:prstDash val="solid"/>
                <a:miter lim="800000"/>
              </a:ln>
              <a:effectLst/>
            </p:spPr>
          </p:cxnSp>
          <p:cxnSp>
            <p:nvCxnSpPr>
              <p:cNvPr id="35" name="直接连接符 34">
                <a:extLst>
                  <a:ext uri="{FF2B5EF4-FFF2-40B4-BE49-F238E27FC236}">
                    <a16:creationId xmlns:a16="http://schemas.microsoft.com/office/drawing/2014/main" id="{71FE1095-BBB0-6B5F-D33D-FC680596AAA8}"/>
                  </a:ext>
                </a:extLst>
              </p:cNvPr>
              <p:cNvCxnSpPr/>
              <p:nvPr>
                <p:custDataLst>
                  <p:tags r:id="rId21"/>
                </p:custDataLst>
              </p:nvPr>
            </p:nvCxnSpPr>
            <p:spPr>
              <a:xfrm>
                <a:off x="4111965" y="1791339"/>
                <a:ext cx="406040" cy="0"/>
              </a:xfrm>
              <a:prstGeom prst="line">
                <a:avLst/>
              </a:prstGeom>
              <a:noFill/>
              <a:ln w="19050" cap="flat" cmpd="sng" algn="ctr">
                <a:solidFill>
                  <a:sysClr val="windowText" lastClr="000000"/>
                </a:solidFill>
                <a:prstDash val="solid"/>
                <a:miter lim="800000"/>
              </a:ln>
              <a:effectLst/>
            </p:spPr>
          </p:cxnSp>
        </p:grpSp>
        <p:cxnSp>
          <p:nvCxnSpPr>
            <p:cNvPr id="30" name="直接连接符 29">
              <a:extLst>
                <a:ext uri="{FF2B5EF4-FFF2-40B4-BE49-F238E27FC236}">
                  <a16:creationId xmlns:a16="http://schemas.microsoft.com/office/drawing/2014/main" id="{56326A73-774D-B44A-B011-0C6E6D53D71D}"/>
                </a:ext>
              </a:extLst>
            </p:cNvPr>
            <p:cNvCxnSpPr/>
            <p:nvPr>
              <p:custDataLst>
                <p:tags r:id="rId18"/>
              </p:custDataLst>
            </p:nvPr>
          </p:nvCxnSpPr>
          <p:spPr>
            <a:xfrm>
              <a:off x="2666033" y="5208105"/>
              <a:ext cx="404807" cy="0"/>
            </a:xfrm>
            <a:prstGeom prst="line">
              <a:avLst/>
            </a:prstGeom>
            <a:noFill/>
            <a:ln w="19050" cap="flat" cmpd="sng" algn="ctr">
              <a:solidFill>
                <a:sysClr val="windowText" lastClr="000000"/>
              </a:solidFill>
              <a:prstDash val="solid"/>
              <a:miter lim="800000"/>
            </a:ln>
            <a:effectLst/>
          </p:spPr>
        </p:cxnSp>
      </p:grpSp>
      <p:grpSp>
        <p:nvGrpSpPr>
          <p:cNvPr id="36" name="组合 35">
            <a:extLst>
              <a:ext uri="{FF2B5EF4-FFF2-40B4-BE49-F238E27FC236}">
                <a16:creationId xmlns:a16="http://schemas.microsoft.com/office/drawing/2014/main" id="{F08897D6-0DD0-532E-1FC8-5469C246E937}"/>
              </a:ext>
            </a:extLst>
          </p:cNvPr>
          <p:cNvGrpSpPr/>
          <p:nvPr>
            <p:custDataLst>
              <p:tags r:id="rId11"/>
            </p:custDataLst>
          </p:nvPr>
        </p:nvGrpSpPr>
        <p:grpSpPr>
          <a:xfrm>
            <a:off x="3603376" y="2952223"/>
            <a:ext cx="301801" cy="1881199"/>
            <a:chOff x="2666033" y="4155282"/>
            <a:chExt cx="419208" cy="2120010"/>
          </a:xfrm>
        </p:grpSpPr>
        <p:grpSp>
          <p:nvGrpSpPr>
            <p:cNvPr id="39" name="组合 38">
              <a:extLst>
                <a:ext uri="{FF2B5EF4-FFF2-40B4-BE49-F238E27FC236}">
                  <a16:creationId xmlns:a16="http://schemas.microsoft.com/office/drawing/2014/main" id="{F0DC6062-3082-61BF-E7B1-BE9EDEBE3B20}"/>
                </a:ext>
              </a:extLst>
            </p:cNvPr>
            <p:cNvGrpSpPr/>
            <p:nvPr>
              <p:custDataLst>
                <p:tags r:id="rId12"/>
              </p:custDataLst>
            </p:nvPr>
          </p:nvGrpSpPr>
          <p:grpSpPr>
            <a:xfrm>
              <a:off x="2827872" y="4155282"/>
              <a:ext cx="257369" cy="2120010"/>
              <a:chOff x="4110340" y="1791339"/>
              <a:chExt cx="407665" cy="1129513"/>
            </a:xfrm>
          </p:grpSpPr>
          <p:cxnSp>
            <p:nvCxnSpPr>
              <p:cNvPr id="41" name="直接连接符 40">
                <a:extLst>
                  <a:ext uri="{FF2B5EF4-FFF2-40B4-BE49-F238E27FC236}">
                    <a16:creationId xmlns:a16="http://schemas.microsoft.com/office/drawing/2014/main" id="{895F8BEA-7CF5-39B0-8D11-18076E005D15}"/>
                  </a:ext>
                </a:extLst>
              </p:cNvPr>
              <p:cNvCxnSpPr/>
              <p:nvPr>
                <p:custDataLst>
                  <p:tags r:id="rId14"/>
                </p:custDataLst>
              </p:nvPr>
            </p:nvCxnSpPr>
            <p:spPr>
              <a:xfrm flipH="1">
                <a:off x="4121149" y="1791339"/>
                <a:ext cx="0" cy="1129513"/>
              </a:xfrm>
              <a:prstGeom prst="line">
                <a:avLst/>
              </a:prstGeom>
              <a:noFill/>
              <a:ln w="19050" cap="flat" cmpd="sng" algn="ctr">
                <a:solidFill>
                  <a:sysClr val="windowText" lastClr="000000"/>
                </a:solidFill>
                <a:prstDash val="solid"/>
                <a:miter lim="800000"/>
              </a:ln>
              <a:effectLst/>
            </p:spPr>
          </p:cxnSp>
          <p:cxnSp>
            <p:nvCxnSpPr>
              <p:cNvPr id="42" name="直接连接符 41">
                <a:extLst>
                  <a:ext uri="{FF2B5EF4-FFF2-40B4-BE49-F238E27FC236}">
                    <a16:creationId xmlns:a16="http://schemas.microsoft.com/office/drawing/2014/main" id="{21AA05A3-A27D-08BB-FCEA-69F5D48283C6}"/>
                  </a:ext>
                </a:extLst>
              </p:cNvPr>
              <p:cNvCxnSpPr/>
              <p:nvPr>
                <p:custDataLst>
                  <p:tags r:id="rId15"/>
                </p:custDataLst>
              </p:nvPr>
            </p:nvCxnSpPr>
            <p:spPr>
              <a:xfrm>
                <a:off x="4110340" y="2916200"/>
                <a:ext cx="406040" cy="0"/>
              </a:xfrm>
              <a:prstGeom prst="line">
                <a:avLst/>
              </a:prstGeom>
              <a:noFill/>
              <a:ln w="19050" cap="flat" cmpd="sng" algn="ctr">
                <a:solidFill>
                  <a:sysClr val="windowText" lastClr="000000"/>
                </a:solidFill>
                <a:prstDash val="solid"/>
                <a:miter lim="800000"/>
              </a:ln>
              <a:effectLst/>
            </p:spPr>
          </p:cxnSp>
          <p:cxnSp>
            <p:nvCxnSpPr>
              <p:cNvPr id="45" name="直接连接符 44">
                <a:extLst>
                  <a:ext uri="{FF2B5EF4-FFF2-40B4-BE49-F238E27FC236}">
                    <a16:creationId xmlns:a16="http://schemas.microsoft.com/office/drawing/2014/main" id="{C2F340B0-43CF-A385-FBAB-940C7D912CE4}"/>
                  </a:ext>
                </a:extLst>
              </p:cNvPr>
              <p:cNvCxnSpPr/>
              <p:nvPr>
                <p:custDataLst>
                  <p:tags r:id="rId16"/>
                </p:custDataLst>
              </p:nvPr>
            </p:nvCxnSpPr>
            <p:spPr>
              <a:xfrm>
                <a:off x="4111965" y="1791339"/>
                <a:ext cx="406040" cy="0"/>
              </a:xfrm>
              <a:prstGeom prst="line">
                <a:avLst/>
              </a:prstGeom>
              <a:noFill/>
              <a:ln w="19050" cap="flat" cmpd="sng" algn="ctr">
                <a:solidFill>
                  <a:sysClr val="windowText" lastClr="000000"/>
                </a:solidFill>
                <a:prstDash val="solid"/>
                <a:miter lim="800000"/>
              </a:ln>
              <a:effectLst/>
            </p:spPr>
          </p:cxnSp>
        </p:grpSp>
        <p:cxnSp>
          <p:nvCxnSpPr>
            <p:cNvPr id="40" name="直接连接符 39">
              <a:extLst>
                <a:ext uri="{FF2B5EF4-FFF2-40B4-BE49-F238E27FC236}">
                  <a16:creationId xmlns:a16="http://schemas.microsoft.com/office/drawing/2014/main" id="{E07F7D26-273C-6145-12D7-F1585A8B0DD2}"/>
                </a:ext>
              </a:extLst>
            </p:cNvPr>
            <p:cNvCxnSpPr/>
            <p:nvPr>
              <p:custDataLst>
                <p:tags r:id="rId13"/>
              </p:custDataLst>
            </p:nvPr>
          </p:nvCxnSpPr>
          <p:spPr>
            <a:xfrm>
              <a:off x="2666033" y="5208105"/>
              <a:ext cx="404807" cy="0"/>
            </a:xfrm>
            <a:prstGeom prst="line">
              <a:avLst/>
            </a:prstGeom>
            <a:noFill/>
            <a:ln w="19050" cap="flat" cmpd="sng" algn="ctr">
              <a:solidFill>
                <a:sysClr val="windowText" lastClr="000000"/>
              </a:solidFill>
              <a:prstDash val="solid"/>
              <a:miter lim="800000"/>
            </a:ln>
            <a:effectLst/>
          </p:spPr>
        </p:cxnSp>
      </p:grpSp>
    </p:spTree>
    <p:extLst>
      <p:ext uri="{BB962C8B-B14F-4D97-AF65-F5344CB8AC3E}">
        <p14:creationId xmlns:p14="http://schemas.microsoft.com/office/powerpoint/2010/main" val="24153033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16" presetClass="entr" presetSubtype="42"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barn(outHorizontal)">
                                      <p:cBhvr>
                                        <p:cTn id="10" dur="500"/>
                                        <p:tgtEl>
                                          <p:spTgt spid="25"/>
                                        </p:tgtEl>
                                      </p:cBhvr>
                                    </p:animEffect>
                                  </p:childTnLst>
                                </p:cTn>
                              </p:par>
                            </p:childTnLst>
                          </p:cTn>
                        </p:par>
                      </p:childTnLst>
                    </p:cTn>
                  </p:par>
                  <p:par>
                    <p:cTn id="11" fill="hold" nodeType="clickPar">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wipe(left)">
                                      <p:cBhvr>
                                        <p:cTn id="15" dur="1250"/>
                                        <p:tgtEl>
                                          <p:spTgt spid="9">
                                            <p:txEl>
                                              <p:pRg st="0" end="0"/>
                                            </p:txEl>
                                          </p:spTgt>
                                        </p:tgtEl>
                                      </p:cBhvr>
                                    </p:animEffect>
                                  </p:childTnLst>
                                </p:cTn>
                              </p:par>
                            </p:childTnLst>
                          </p:cTn>
                        </p:par>
                      </p:childTnLst>
                    </p:cTn>
                  </p:par>
                  <p:par>
                    <p:cTn id="16" fill="hold" nodeType="clickPar">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
                                            <p:txEl>
                                              <p:pRg st="1" end="1"/>
                                            </p:txEl>
                                          </p:spTgt>
                                        </p:tgtEl>
                                        <p:attrNameLst>
                                          <p:attrName>style.visibility</p:attrName>
                                        </p:attrNameLst>
                                      </p:cBhvr>
                                      <p:to>
                                        <p:strVal val="visible"/>
                                      </p:to>
                                    </p:set>
                                    <p:animEffect transition="in" filter="wipe(left)">
                                      <p:cBhvr>
                                        <p:cTn id="20" dur="1250"/>
                                        <p:tgtEl>
                                          <p:spTgt spid="9">
                                            <p:txEl>
                                              <p:pRg st="1" end="1"/>
                                            </p:txEl>
                                          </p:spTgt>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animEffect transition="in" filter="wipe(left)">
                                      <p:cBhvr>
                                        <p:cTn id="25" dur="1250"/>
                                        <p:tgtEl>
                                          <p:spTgt spid="9">
                                            <p:txEl>
                                              <p:pRg st="2" end="2"/>
                                            </p:txEl>
                                          </p:spTgt>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linds(horizontal)">
                                      <p:cBhvr>
                                        <p:cTn id="30" dur="500"/>
                                        <p:tgtEl>
                                          <p:spTgt spid="8"/>
                                        </p:tgtEl>
                                      </p:cBhvr>
                                    </p:animEffect>
                                  </p:childTnLst>
                                </p:cTn>
                              </p:par>
                              <p:par>
                                <p:cTn id="31" presetID="16" presetClass="entr" presetSubtype="42" fill="hold" nodeType="with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barn(outHorizontal)">
                                      <p:cBhvr>
                                        <p:cTn id="33" dur="500"/>
                                        <p:tgtEl>
                                          <p:spTgt spid="36"/>
                                        </p:tgtEl>
                                      </p:cBhvr>
                                    </p:animEffect>
                                  </p:childTnLst>
                                </p:cTn>
                              </p:par>
                            </p:childTnLst>
                          </p:cTn>
                        </p:par>
                      </p:childTnLst>
                    </p:cTn>
                  </p:par>
                  <p:par>
                    <p:cTn id="34" fill="hold" nodeType="clickPar">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9">
                                            <p:txEl>
                                              <p:pRg st="3" end="3"/>
                                            </p:txEl>
                                          </p:spTgt>
                                        </p:tgtEl>
                                        <p:attrNameLst>
                                          <p:attrName>style.visibility</p:attrName>
                                        </p:attrNameLst>
                                      </p:cBhvr>
                                      <p:to>
                                        <p:strVal val="visible"/>
                                      </p:to>
                                    </p:set>
                                    <p:animEffect transition="in" filter="wipe(left)">
                                      <p:cBhvr>
                                        <p:cTn id="38" dur="1250"/>
                                        <p:tgtEl>
                                          <p:spTgt spid="9">
                                            <p:txEl>
                                              <p:pRg st="3" end="3"/>
                                            </p:txEl>
                                          </p:spTgt>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9">
                                            <p:txEl>
                                              <p:pRg st="4" end="4"/>
                                            </p:txEl>
                                          </p:spTgt>
                                        </p:tgtEl>
                                        <p:attrNameLst>
                                          <p:attrName>style.visibility</p:attrName>
                                        </p:attrNameLst>
                                      </p:cBhvr>
                                      <p:to>
                                        <p:strVal val="visible"/>
                                      </p:to>
                                    </p:set>
                                    <p:animEffect transition="in" filter="wipe(left)">
                                      <p:cBhvr>
                                        <p:cTn id="43" dur="1250"/>
                                        <p:tgtEl>
                                          <p:spTgt spid="9">
                                            <p:txEl>
                                              <p:pRg st="4" end="4"/>
                                            </p:txEl>
                                          </p:spTgt>
                                        </p:tgtEl>
                                      </p:cBhvr>
                                    </p:animEffect>
                                  </p:childTnLst>
                                </p:cTn>
                              </p:par>
                            </p:childTnLst>
                          </p:cTn>
                        </p:par>
                      </p:childTnLst>
                    </p:cTn>
                  </p:par>
                  <p:par>
                    <p:cTn id="44" fill="hold" nodeType="clickPar">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9">
                                            <p:txEl>
                                              <p:pRg st="5" end="5"/>
                                            </p:txEl>
                                          </p:spTgt>
                                        </p:tgtEl>
                                        <p:attrNameLst>
                                          <p:attrName>style.visibility</p:attrName>
                                        </p:attrNameLst>
                                      </p:cBhvr>
                                      <p:to>
                                        <p:strVal val="visible"/>
                                      </p:to>
                                    </p:set>
                                    <p:animEffect transition="in" filter="wipe(left)">
                                      <p:cBhvr>
                                        <p:cTn id="48" dur="1250"/>
                                        <p:tgtEl>
                                          <p:spTgt spid="9">
                                            <p:txEl>
                                              <p:pRg st="5" end="5"/>
                                            </p:txEl>
                                          </p:spTgt>
                                        </p:tgtEl>
                                      </p:cBhvr>
                                    </p:animEffect>
                                  </p:childTnLst>
                                </p:cTn>
                              </p:par>
                            </p:childTnLst>
                          </p:cTn>
                        </p:par>
                        <p:par>
                          <p:cTn id="49" fill="hold" nodeType="afterGroup">
                            <p:stCondLst>
                              <p:cond delay="1250"/>
                            </p:stCondLst>
                            <p:childTnLst>
                              <p:par>
                                <p:cTn id="50" presetID="22" presetClass="entr" presetSubtype="8" fill="hold" nodeType="afterEffect">
                                  <p:stCondLst>
                                    <p:cond delay="0"/>
                                  </p:stCondLst>
                                  <p:childTnLst>
                                    <p:set>
                                      <p:cBhvr>
                                        <p:cTn id="51" dur="1" fill="hold">
                                          <p:stCondLst>
                                            <p:cond delay="0"/>
                                          </p:stCondLst>
                                        </p:cTn>
                                        <p:tgtEl>
                                          <p:spTgt spid="9">
                                            <p:txEl>
                                              <p:pRg st="6" end="6"/>
                                            </p:txEl>
                                          </p:spTgt>
                                        </p:tgtEl>
                                        <p:attrNameLst>
                                          <p:attrName>style.visibility</p:attrName>
                                        </p:attrNameLst>
                                      </p:cBhvr>
                                      <p:to>
                                        <p:strVal val="visible"/>
                                      </p:to>
                                    </p:set>
                                    <p:animEffect transition="in" filter="wipe(left)">
                                      <p:cBhvr>
                                        <p:cTn id="52" dur="1250"/>
                                        <p:tgtEl>
                                          <p:spTgt spid="9">
                                            <p:txEl>
                                              <p:pRg st="6" end="6"/>
                                            </p:txEl>
                                          </p:spTgt>
                                        </p:tgtEl>
                                      </p:cBhvr>
                                    </p:animEffect>
                                  </p:childTnLst>
                                </p:cTn>
                              </p:par>
                            </p:childTnLst>
                          </p:cTn>
                        </p:par>
                      </p:childTnLst>
                    </p:cTn>
                  </p:par>
                  <p:par>
                    <p:cTn id="53" fill="hold" nodeType="clickPar">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barn(inVertical)">
                                      <p:cBhvr>
                                        <p:cTn id="57" dur="500"/>
                                        <p:tgtEl>
                                          <p:spTgt spid="4"/>
                                        </p:tgtEl>
                                      </p:cBhvr>
                                    </p:animEffect>
                                  </p:childTnLst>
                                </p:cTn>
                              </p:par>
                              <p:par>
                                <p:cTn id="58" presetID="16" presetClass="entr" presetSubtype="42" fill="hold"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barn(outHorizontal)">
                                      <p:cBhvr>
                                        <p:cTn id="60" dur="500"/>
                                        <p:tgtEl>
                                          <p:spTgt spid="10"/>
                                        </p:tgtEl>
                                      </p:cBhvr>
                                    </p:animEffect>
                                  </p:childTnLst>
                                </p:cTn>
                              </p:par>
                            </p:childTnLst>
                          </p:cTn>
                        </p:par>
                      </p:childTnLst>
                    </p:cTn>
                  </p:par>
                  <p:par>
                    <p:cTn id="61" fill="hold" nodeType="clickPar">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9">
                                            <p:txEl>
                                              <p:pRg st="7" end="7"/>
                                            </p:txEl>
                                          </p:spTgt>
                                        </p:tgtEl>
                                        <p:attrNameLst>
                                          <p:attrName>style.visibility</p:attrName>
                                        </p:attrNameLst>
                                      </p:cBhvr>
                                      <p:to>
                                        <p:strVal val="visible"/>
                                      </p:to>
                                    </p:set>
                                    <p:animEffect transition="in" filter="wipe(left)">
                                      <p:cBhvr>
                                        <p:cTn id="65" dur="1250"/>
                                        <p:tgtEl>
                                          <p:spTgt spid="9">
                                            <p:txEl>
                                              <p:pRg st="7" end="7"/>
                                            </p:txEl>
                                          </p:spTgt>
                                        </p:tgtEl>
                                      </p:cBhvr>
                                    </p:animEffect>
                                  </p:childTnLst>
                                </p:cTn>
                              </p:par>
                            </p:childTnLst>
                          </p:cTn>
                        </p:par>
                      </p:childTnLst>
                    </p:cTn>
                  </p:par>
                  <p:par>
                    <p:cTn id="66" fill="hold" nodeType="clickPar">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9">
                                            <p:txEl>
                                              <p:pRg st="8" end="8"/>
                                            </p:txEl>
                                          </p:spTgt>
                                        </p:tgtEl>
                                        <p:attrNameLst>
                                          <p:attrName>style.visibility</p:attrName>
                                        </p:attrNameLst>
                                      </p:cBhvr>
                                      <p:to>
                                        <p:strVal val="visible"/>
                                      </p:to>
                                    </p:set>
                                    <p:animEffect transition="in" filter="wipe(left)">
                                      <p:cBhvr>
                                        <p:cTn id="70" dur="1250"/>
                                        <p:tgtEl>
                                          <p:spTgt spid="9">
                                            <p:txEl>
                                              <p:pRg st="8" end="8"/>
                                            </p:txEl>
                                          </p:spTgt>
                                        </p:tgtEl>
                                      </p:cBhvr>
                                    </p:animEffect>
                                  </p:childTnLst>
                                </p:cTn>
                              </p:par>
                            </p:childTnLst>
                          </p:cTn>
                        </p:par>
                        <p:par>
                          <p:cTn id="71" fill="hold" nodeType="afterGroup">
                            <p:stCondLst>
                              <p:cond delay="1250"/>
                            </p:stCondLst>
                            <p:childTnLst>
                              <p:par>
                                <p:cTn id="72" presetID="22" presetClass="entr" presetSubtype="8" fill="hold" nodeType="afterEffect">
                                  <p:stCondLst>
                                    <p:cond delay="0"/>
                                  </p:stCondLst>
                                  <p:childTnLst>
                                    <p:set>
                                      <p:cBhvr>
                                        <p:cTn id="73" dur="1" fill="hold">
                                          <p:stCondLst>
                                            <p:cond delay="0"/>
                                          </p:stCondLst>
                                        </p:cTn>
                                        <p:tgtEl>
                                          <p:spTgt spid="9">
                                            <p:txEl>
                                              <p:pRg st="9" end="9"/>
                                            </p:txEl>
                                          </p:spTgt>
                                        </p:tgtEl>
                                        <p:attrNameLst>
                                          <p:attrName>style.visibility</p:attrName>
                                        </p:attrNameLst>
                                      </p:cBhvr>
                                      <p:to>
                                        <p:strVal val="visible"/>
                                      </p:to>
                                    </p:set>
                                    <p:animEffect transition="in" filter="wipe(left)">
                                      <p:cBhvr>
                                        <p:cTn id="74" dur="1250"/>
                                        <p:tgtEl>
                                          <p:spTgt spid="9">
                                            <p:txEl>
                                              <p:pRg st="9" end="9"/>
                                            </p:txEl>
                                          </p:spTgt>
                                        </p:tgtEl>
                                      </p:cBhvr>
                                    </p:animEffect>
                                  </p:childTnLst>
                                </p:cTn>
                              </p:par>
                            </p:childTnLst>
                          </p:cTn>
                        </p:par>
                      </p:childTnLst>
                    </p:cTn>
                  </p:par>
                  <p:par>
                    <p:cTn id="75" fill="hold" nodeType="clickPar">
                      <p:stCondLst>
                        <p:cond delay="indefinite"/>
                      </p:stCondLst>
                      <p:childTnLst>
                        <p:par>
                          <p:cTn id="76" fill="hold">
                            <p:stCondLst>
                              <p:cond delay="0"/>
                            </p:stCondLst>
                            <p:childTnLst>
                              <p:par>
                                <p:cTn id="77" presetID="16" presetClass="entr" presetSubtype="42" fill="hold"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barn(outHorizontal)">
                                      <p:cBhvr>
                                        <p:cTn id="79" dur="500"/>
                                        <p:tgtEl>
                                          <p:spTgt spid="16"/>
                                        </p:tgtEl>
                                      </p:cBhvr>
                                    </p:animEffect>
                                  </p:childTnLst>
                                </p:cTn>
                              </p:par>
                              <p:par>
                                <p:cTn id="80" presetID="16" presetClass="entr" presetSubtype="42" fill="hold" grpId="0" nodeType="withEffect">
                                  <p:stCondLst>
                                    <p:cond delay="0"/>
                                  </p:stCondLst>
                                  <p:childTnLst>
                                    <p:set>
                                      <p:cBhvr>
                                        <p:cTn id="81" dur="1" fill="hold">
                                          <p:stCondLst>
                                            <p:cond delay="0"/>
                                          </p:stCondLst>
                                        </p:cTn>
                                        <p:tgtEl>
                                          <p:spTgt spid="7"/>
                                        </p:tgtEl>
                                        <p:attrNameLst>
                                          <p:attrName>style.visibility</p:attrName>
                                        </p:attrNameLst>
                                      </p:cBhvr>
                                      <p:to>
                                        <p:strVal val="visible"/>
                                      </p:to>
                                    </p:set>
                                    <p:animEffect transition="in" filter="barn(outHorizontal)">
                                      <p:cBhvr>
                                        <p:cTn id="8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35FF978-96A0-A65B-A8BD-FDCE1FFD39FB}"/>
              </a:ext>
            </a:extLst>
          </p:cNvPr>
          <p:cNvSpPr txBox="1"/>
          <p:nvPr>
            <p:custDataLst>
              <p:tags r:id="rId1"/>
            </p:custDataLst>
          </p:nvPr>
        </p:nvSpPr>
        <p:spPr>
          <a:xfrm>
            <a:off x="1173970" y="303554"/>
            <a:ext cx="4274594" cy="430887"/>
          </a:xfrm>
          <a:prstGeom prst="rect">
            <a:avLst/>
          </a:prstGeom>
          <a:noFill/>
        </p:spPr>
        <p:txBody>
          <a:bodyPr wrap="square" lIns="0" tIns="0" rIns="0" bIns="0" rtlCol="0">
            <a:spAutoFit/>
          </a:bodyPr>
          <a:lstStyle/>
          <a:p>
            <a:pPr fontAlgn="base">
              <a:defRPr/>
            </a:pPr>
            <a:r>
              <a:rPr lang="zh-CN" altLang="en-US" sz="2800" b="1">
                <a:solidFill>
                  <a:srgbClr val="7030A0"/>
                </a:solidFill>
                <a:latin typeface="Times New Roman" panose="02020603050405020304" pitchFamily="18" charset="0"/>
                <a:cs typeface="Times New Roman" panose="02020603050405020304" pitchFamily="18" charset="0"/>
              </a:rPr>
              <a:t>知识一、噪声的来源</a:t>
            </a:r>
          </a:p>
        </p:txBody>
      </p:sp>
      <p:sp>
        <p:nvSpPr>
          <p:cNvPr id="3" name="文本框 2">
            <a:extLst>
              <a:ext uri="{FF2B5EF4-FFF2-40B4-BE49-F238E27FC236}">
                <a16:creationId xmlns:a16="http://schemas.microsoft.com/office/drawing/2014/main" id="{0E0A368B-17EE-4B7B-81F2-43473B052B37}"/>
              </a:ext>
            </a:extLst>
          </p:cNvPr>
          <p:cNvSpPr txBox="1"/>
          <p:nvPr>
            <p:custDataLst>
              <p:tags r:id="rId2"/>
            </p:custDataLst>
          </p:nvPr>
        </p:nvSpPr>
        <p:spPr>
          <a:xfrm>
            <a:off x="1429914" y="1297102"/>
            <a:ext cx="9013165" cy="4002571"/>
          </a:xfrm>
          <a:prstGeom prst="rect">
            <a:avLst/>
          </a:prstGeom>
          <a:noFill/>
        </p:spPr>
        <p:txBody>
          <a:bodyPr wrap="square">
            <a:spAutoFit/>
          </a:bodyPr>
          <a:lstStyle/>
          <a:p>
            <a:pPr indent="576000">
              <a:lnSpc>
                <a:spcPts val="3700"/>
              </a:lnSpc>
              <a:spcAft>
                <a:spcPts val="600"/>
              </a:spcAft>
              <a:defRPr/>
            </a:pPr>
            <a:r>
              <a:rPr lang="en-US" altLang="zh-CN" sz="2600" b="1" kern="0">
                <a:solidFill>
                  <a:srgbClr val="0070C0"/>
                </a:solidFill>
                <a:latin typeface="Times New Roman" panose="02020603050405020304" pitchFamily="18" charset="0"/>
                <a:cs typeface="Times New Roman" panose="02020603050405020304" pitchFamily="18" charset="0"/>
              </a:rPr>
              <a:t>1.  </a:t>
            </a:r>
            <a:r>
              <a:rPr lang="zh-CN" altLang="en-US" sz="2600" b="1" kern="0">
                <a:solidFill>
                  <a:srgbClr val="0070C0"/>
                </a:solidFill>
                <a:latin typeface="Times New Roman" panose="02020603050405020304" pitchFamily="18" charset="0"/>
                <a:cs typeface="Times New Roman" panose="02020603050405020304" pitchFamily="18" charset="0"/>
              </a:rPr>
              <a:t>概念</a:t>
            </a:r>
            <a:endParaRPr lang="en-US" altLang="zh-CN" sz="2600" b="1" kern="0">
              <a:solidFill>
                <a:srgbClr val="0070C0"/>
              </a:solidFill>
              <a:latin typeface="Times New Roman" panose="02020603050405020304" pitchFamily="18" charset="0"/>
              <a:cs typeface="Times New Roman" panose="02020603050405020304" pitchFamily="18" charset="0"/>
            </a:endParaRPr>
          </a:p>
          <a:p>
            <a:pPr indent="576000">
              <a:lnSpc>
                <a:spcPts val="3700"/>
              </a:lnSpc>
              <a:defRPr/>
            </a:pPr>
            <a:r>
              <a:rPr lang="zh-CN" altLang="en-US" sz="2600" b="1" kern="0">
                <a:solidFill>
                  <a:srgbClr val="00B0F0"/>
                </a:solidFill>
                <a:latin typeface="Times New Roman" panose="02020603050405020304" pitchFamily="18" charset="0"/>
                <a:cs typeface="Times New Roman" panose="02020603050405020304" pitchFamily="18" charset="0"/>
              </a:rPr>
              <a:t>（</a:t>
            </a:r>
            <a:r>
              <a:rPr lang="en-US" altLang="zh-CN" sz="2600" b="1" kern="0">
                <a:solidFill>
                  <a:srgbClr val="00B0F0"/>
                </a:solidFill>
                <a:latin typeface="Times New Roman" panose="02020603050405020304" pitchFamily="18" charset="0"/>
                <a:cs typeface="Times New Roman" panose="02020603050405020304" pitchFamily="18" charset="0"/>
              </a:rPr>
              <a:t>1</a:t>
            </a:r>
            <a:r>
              <a:rPr lang="zh-CN" altLang="en-US" sz="2600" b="1" kern="0">
                <a:solidFill>
                  <a:srgbClr val="00B0F0"/>
                </a:solidFill>
                <a:latin typeface="Times New Roman" panose="02020603050405020304" pitchFamily="18" charset="0"/>
                <a:cs typeface="Times New Roman" panose="02020603050405020304" pitchFamily="18" charset="0"/>
              </a:rPr>
              <a:t>）乐音：</a:t>
            </a:r>
            <a:r>
              <a:rPr lang="zh-CN" altLang="en-US" sz="2600" kern="0">
                <a:solidFill>
                  <a:prstClr val="black"/>
                </a:solidFill>
                <a:latin typeface="Times New Roman" panose="02020603050405020304" pitchFamily="18" charset="0"/>
                <a:cs typeface="Times New Roman" panose="02020603050405020304" pitchFamily="18" charset="0"/>
              </a:rPr>
              <a:t>通常，人们将有规律的、好听悦耳、使人愉快的声音叫做乐音。如悠扬的音乐、优美的歌声等。</a:t>
            </a:r>
          </a:p>
          <a:p>
            <a:pPr indent="576000">
              <a:lnSpc>
                <a:spcPts val="3700"/>
              </a:lnSpc>
              <a:defRPr/>
            </a:pPr>
            <a:r>
              <a:rPr lang="zh-CN" altLang="en-US" sz="2600" b="1" kern="0">
                <a:solidFill>
                  <a:srgbClr val="00B0F0"/>
                </a:solidFill>
                <a:latin typeface="Times New Roman" panose="02020603050405020304" pitchFamily="18" charset="0"/>
                <a:cs typeface="Times New Roman" panose="02020603050405020304" pitchFamily="18" charset="0"/>
              </a:rPr>
              <a:t>（</a:t>
            </a:r>
            <a:r>
              <a:rPr lang="en-US" altLang="zh-CN" sz="2600" b="1" kern="0">
                <a:solidFill>
                  <a:srgbClr val="00B0F0"/>
                </a:solidFill>
                <a:latin typeface="Times New Roman" panose="02020603050405020304" pitchFamily="18" charset="0"/>
                <a:cs typeface="Times New Roman" panose="02020603050405020304" pitchFamily="18" charset="0"/>
              </a:rPr>
              <a:t>2</a:t>
            </a:r>
            <a:r>
              <a:rPr lang="zh-CN" altLang="en-US" sz="2600" b="1" kern="0">
                <a:solidFill>
                  <a:srgbClr val="00B0F0"/>
                </a:solidFill>
                <a:latin typeface="Times New Roman" panose="02020603050405020304" pitchFamily="18" charset="0"/>
                <a:cs typeface="Times New Roman" panose="02020603050405020304" pitchFamily="18" charset="0"/>
              </a:rPr>
              <a:t>）噪声：</a:t>
            </a:r>
            <a:r>
              <a:rPr lang="zh-CN" altLang="en-US" sz="2600" kern="0">
                <a:solidFill>
                  <a:prstClr val="black"/>
                </a:solidFill>
                <a:latin typeface="Times New Roman" panose="02020603050405020304" pitchFamily="18" charset="0"/>
                <a:cs typeface="Times New Roman" panose="02020603050405020304" pitchFamily="18" charset="0"/>
              </a:rPr>
              <a:t>人们将无规律的、难听刺耳、让人心烦的声音叫做噪声。如装修施工的声音、飞机起飞的声音等。</a:t>
            </a:r>
            <a:endParaRPr lang="en-US" altLang="zh-CN" sz="2600" kern="0">
              <a:solidFill>
                <a:prstClr val="black"/>
              </a:solidFill>
              <a:latin typeface="Times New Roman" panose="02020603050405020304" pitchFamily="18" charset="0"/>
              <a:cs typeface="Times New Roman" panose="02020603050405020304" pitchFamily="18" charset="0"/>
            </a:endParaRPr>
          </a:p>
          <a:p>
            <a:pPr indent="576000">
              <a:lnSpc>
                <a:spcPts val="3700"/>
              </a:lnSpc>
              <a:spcAft>
                <a:spcPts val="600"/>
              </a:spcAft>
              <a:defRPr/>
            </a:pPr>
            <a:r>
              <a:rPr lang="en-US" altLang="zh-CN" sz="2600" b="1" kern="0">
                <a:solidFill>
                  <a:srgbClr val="0070C0"/>
                </a:solidFill>
                <a:latin typeface="Times New Roman" panose="02020603050405020304" pitchFamily="18" charset="0"/>
                <a:cs typeface="Times New Roman" panose="02020603050405020304" pitchFamily="18" charset="0"/>
              </a:rPr>
              <a:t>2. </a:t>
            </a:r>
            <a:r>
              <a:rPr lang="zh-CN" altLang="en-US" sz="2600" b="1" kern="0">
                <a:solidFill>
                  <a:srgbClr val="0070C0"/>
                </a:solidFill>
                <a:latin typeface="Times New Roman" panose="02020603050405020304" pitchFamily="18" charset="0"/>
                <a:cs typeface="Times New Roman" panose="02020603050405020304" pitchFamily="18" charset="0"/>
              </a:rPr>
              <a:t>噪声的来源</a:t>
            </a:r>
            <a:endParaRPr lang="en-US" altLang="zh-CN" sz="2600" b="1" kern="0">
              <a:solidFill>
                <a:srgbClr val="0070C0"/>
              </a:solidFill>
              <a:latin typeface="Times New Roman" panose="02020603050405020304" pitchFamily="18" charset="0"/>
              <a:cs typeface="Times New Roman" panose="02020603050405020304" pitchFamily="18" charset="0"/>
            </a:endParaRPr>
          </a:p>
          <a:p>
            <a:pPr indent="576000">
              <a:lnSpc>
                <a:spcPts val="3700"/>
              </a:lnSpc>
              <a:defRPr/>
            </a:pPr>
            <a:r>
              <a:rPr lang="zh-CN" altLang="en-US" sz="2600" kern="0">
                <a:solidFill>
                  <a:prstClr val="black"/>
                </a:solidFill>
                <a:latin typeface="Times New Roman" panose="02020603050405020304" pitchFamily="18" charset="0"/>
                <a:cs typeface="Times New Roman" panose="02020603050405020304" pitchFamily="18" charset="0"/>
              </a:rPr>
              <a:t>噪声通常来自汽车、飞机等交通工具，建筑工地，工业生产等。</a:t>
            </a:r>
          </a:p>
        </p:txBody>
      </p:sp>
      <p:pic>
        <p:nvPicPr>
          <p:cNvPr id="4" name="图片 3" descr="cbe3eb76672406fabbe30586b58813d">
            <a:extLst>
              <a:ext uri="{FF2B5EF4-FFF2-40B4-BE49-F238E27FC236}">
                <a16:creationId xmlns:a16="http://schemas.microsoft.com/office/drawing/2014/main" id="{8B5B09A9-957B-B28E-CFC7-0BA6C38BADC5}"/>
              </a:ext>
            </a:extLst>
          </p:cNvPr>
          <p:cNvPicPr>
            <a:picLocks noChangeAspect="1"/>
          </p:cNvPicPr>
          <p:nvPr/>
        </p:nvPicPr>
        <p:blipFill>
          <a:blip r:embed="rId4"/>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35996366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77AD9D2-37D6-291A-F639-8F8CC359A7BF}"/>
              </a:ext>
            </a:extLst>
          </p:cNvPr>
          <p:cNvSpPr txBox="1"/>
          <p:nvPr>
            <p:custDataLst>
              <p:tags r:id="rId1"/>
            </p:custDataLst>
          </p:nvPr>
        </p:nvSpPr>
        <p:spPr>
          <a:xfrm>
            <a:off x="695671" y="925739"/>
            <a:ext cx="6105179" cy="546496"/>
          </a:xfrm>
          <a:prstGeom prst="rect">
            <a:avLst/>
          </a:prstGeom>
          <a:noFill/>
        </p:spPr>
        <p:txBody>
          <a:bodyPr wrap="square">
            <a:spAutoFit/>
          </a:bodyPr>
          <a:lstStyle/>
          <a:p>
            <a:pPr indent="396000">
              <a:lnSpc>
                <a:spcPts val="3900"/>
              </a:lnSpc>
              <a:defRPr/>
            </a:pPr>
            <a:r>
              <a:rPr lang="en-US" altLang="zh-CN" sz="2700" b="1" kern="0">
                <a:solidFill>
                  <a:srgbClr val="0070C0"/>
                </a:solidFill>
                <a:latin typeface="Times New Roman" panose="02020603050405020304" pitchFamily="18" charset="0"/>
                <a:cs typeface="Times New Roman" panose="02020603050405020304" pitchFamily="18" charset="0"/>
              </a:rPr>
              <a:t>3.  </a:t>
            </a:r>
            <a:r>
              <a:rPr lang="zh-CN" altLang="en-US" sz="2700" b="1" kern="0">
                <a:solidFill>
                  <a:srgbClr val="0070C0"/>
                </a:solidFill>
                <a:latin typeface="Times New Roman" panose="02020603050405020304" pitchFamily="18" charset="0"/>
                <a:cs typeface="Times New Roman" panose="02020603050405020304" pitchFamily="18" charset="0"/>
              </a:rPr>
              <a:t>乐音与噪声的区别和联系</a:t>
            </a:r>
            <a:r>
              <a:rPr lang="en-US" altLang="zh-CN" sz="2700" b="1" kern="0">
                <a:solidFill>
                  <a:srgbClr val="0070C0"/>
                </a:solidFill>
                <a:latin typeface="Times New Roman" panose="02020603050405020304" pitchFamily="18" charset="0"/>
                <a:cs typeface="Times New Roman" panose="02020603050405020304" pitchFamily="18" charset="0"/>
              </a:rPr>
              <a:t> </a:t>
            </a:r>
          </a:p>
        </p:txBody>
      </p:sp>
      <p:graphicFrame>
        <p:nvGraphicFramePr>
          <p:cNvPr id="15" name="表格 14">
            <a:extLst>
              <a:ext uri="{FF2B5EF4-FFF2-40B4-BE49-F238E27FC236}">
                <a16:creationId xmlns:a16="http://schemas.microsoft.com/office/drawing/2014/main" id="{DA671D25-AF83-457E-B4A4-74A253152251}"/>
              </a:ext>
            </a:extLst>
          </p:cNvPr>
          <p:cNvGraphicFramePr>
            <a:graphicFrameLocks noGrp="1"/>
          </p:cNvGraphicFramePr>
          <p:nvPr>
            <p:custDataLst>
              <p:tags r:id="rId2"/>
            </p:custDataLst>
          </p:nvPr>
        </p:nvGraphicFramePr>
        <p:xfrm>
          <a:off x="829510" y="1589886"/>
          <a:ext cx="10532980" cy="4964560"/>
        </p:xfrm>
        <a:graphic>
          <a:graphicData uri="http://schemas.openxmlformats.org/drawingml/2006/table">
            <a:tbl>
              <a:tblPr firstRow="1" bandRow="1"/>
              <a:tblGrid>
                <a:gridCol w="771568">
                  <a:extLst>
                    <a:ext uri="{9D8B030D-6E8A-4147-A177-3AD203B41FA5}">
                      <a16:colId xmlns:a16="http://schemas.microsoft.com/office/drawing/2014/main" val="2706500770"/>
                    </a:ext>
                  </a:extLst>
                </a:gridCol>
                <a:gridCol w="1676855">
                  <a:extLst>
                    <a:ext uri="{9D8B030D-6E8A-4147-A177-3AD203B41FA5}">
                      <a16:colId xmlns:a16="http://schemas.microsoft.com/office/drawing/2014/main" val="3144824441"/>
                    </a:ext>
                  </a:extLst>
                </a:gridCol>
                <a:gridCol w="3922461">
                  <a:extLst>
                    <a:ext uri="{9D8B030D-6E8A-4147-A177-3AD203B41FA5}">
                      <a16:colId xmlns:a16="http://schemas.microsoft.com/office/drawing/2014/main" val="662441690"/>
                    </a:ext>
                  </a:extLst>
                </a:gridCol>
                <a:gridCol w="4162096">
                  <a:extLst>
                    <a:ext uri="{9D8B030D-6E8A-4147-A177-3AD203B41FA5}">
                      <a16:colId xmlns:a16="http://schemas.microsoft.com/office/drawing/2014/main" val="880656677"/>
                    </a:ext>
                  </a:extLst>
                </a:gridCol>
              </a:tblGrid>
              <a:tr h="604512">
                <a:tc gridSpan="2">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lnSpc>
                          <a:spcPts val="2800"/>
                        </a:lnSpc>
                      </a:pPr>
                      <a:r>
                        <a:rPr lang="zh-CN" altLang="en-US" sz="2500" b="0">
                          <a:solidFill>
                            <a:schemeClr val="tx1"/>
                          </a:solidFill>
                          <a:latin typeface="微软雅黑" panose="020B0503020204020204" pitchFamily="34" charset="-122"/>
                          <a:ea typeface="微软雅黑" panose="020B0503020204020204" pitchFamily="34" charset="-122"/>
                        </a:rPr>
                        <a:t>项目</a:t>
                      </a:r>
                      <a:endParaRPr lang="en-US" altLang="zh-CN" sz="2500" b="0">
                        <a:solidFill>
                          <a:schemeClr val="tx1"/>
                        </a:solidFill>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C9E8E6"/>
                    </a:solidFill>
                  </a:tcPr>
                </a:tc>
                <a:tc hMerge="1">
                  <a:txBody>
                    <a:bodyPr/>
                    <a:lstStyle/>
                    <a:p>
                      <a:endParaRPr lang="zh-CN" altLang="en-US"/>
                    </a:p>
                  </a:txBody>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lnSpc>
                          <a:spcPts val="2800"/>
                        </a:lnSpc>
                      </a:pPr>
                      <a:r>
                        <a:rPr lang="zh-CN" altLang="en-US" sz="2500" b="0">
                          <a:solidFill>
                            <a:schemeClr val="tx1"/>
                          </a:solidFill>
                          <a:latin typeface="微软雅黑" panose="020B0503020204020204" pitchFamily="34" charset="-122"/>
                          <a:ea typeface="微软雅黑" panose="020B0503020204020204" pitchFamily="34" charset="-122"/>
                        </a:rPr>
                        <a:t>乐音</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C9E8E6"/>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lnSpc>
                          <a:spcPts val="2800"/>
                        </a:lnSpc>
                      </a:pPr>
                      <a:r>
                        <a:rPr lang="zh-CN" altLang="en-US" sz="2500" b="0">
                          <a:solidFill>
                            <a:schemeClr val="tx1"/>
                          </a:solidFill>
                          <a:latin typeface="微软雅黑" panose="020B0503020204020204" pitchFamily="34" charset="-122"/>
                          <a:ea typeface="微软雅黑" panose="020B0503020204020204" pitchFamily="34" charset="-122"/>
                        </a:rPr>
                        <a:t>噪声</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C9E8E6"/>
                    </a:solidFill>
                  </a:tcPr>
                </a:tc>
                <a:extLst>
                  <a:ext uri="{0D108BD9-81ED-4DB2-BD59-A6C34878D82A}">
                    <a16:rowId xmlns:a16="http://schemas.microsoft.com/office/drawing/2014/main" val="292430233"/>
                  </a:ext>
                </a:extLst>
              </a:tr>
              <a:tr h="2028469">
                <a:tc rowSpan="2">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ts val="2800"/>
                        </a:lnSpc>
                      </a:pPr>
                      <a:r>
                        <a:rPr lang="zh-CN" altLang="en-US" sz="2500" b="0">
                          <a:latin typeface="微软雅黑" panose="020B0503020204020204" pitchFamily="34" charset="-122"/>
                          <a:ea typeface="微软雅黑" panose="020B0503020204020204" pitchFamily="34" charset="-122"/>
                        </a:rPr>
                        <a:t>区别</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lnSpc>
                          <a:spcPts val="2800"/>
                        </a:lnSpc>
                      </a:pPr>
                      <a:r>
                        <a:rPr lang="zh-CN" altLang="en-US" sz="2500" b="0">
                          <a:latin typeface="微软雅黑" panose="020B0503020204020204" pitchFamily="34" charset="-122"/>
                          <a:ea typeface="微软雅黑" panose="020B0503020204020204" pitchFamily="34" charset="-122"/>
                        </a:rPr>
                        <a:t>物理学</a:t>
                      </a:r>
                      <a:endParaRPr lang="en-US" altLang="zh-CN" sz="2500" b="0">
                        <a:latin typeface="微软雅黑" panose="020B0503020204020204" pitchFamily="34" charset="-122"/>
                        <a:ea typeface="微软雅黑" panose="020B0503020204020204" pitchFamily="34" charset="-122"/>
                      </a:endParaRPr>
                    </a:p>
                    <a:p>
                      <a:pPr algn="ctr">
                        <a:lnSpc>
                          <a:spcPts val="2800"/>
                        </a:lnSpc>
                      </a:pPr>
                      <a:r>
                        <a:rPr lang="zh-CN" altLang="en-US" sz="2500" b="0">
                          <a:latin typeface="微软雅黑" panose="020B0503020204020204" pitchFamily="34" charset="-122"/>
                          <a:ea typeface="微软雅黑" panose="020B0503020204020204" pitchFamily="34" charset="-122"/>
                        </a:rPr>
                        <a:t>角度</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marL="108000" algn="l">
                        <a:lnSpc>
                          <a:spcPts val="3400"/>
                        </a:lnSpc>
                      </a:pPr>
                      <a:endParaRPr lang="zh-CN" altLang="en-US" sz="2500" b="0">
                        <a:solidFill>
                          <a:schemeClr val="tx1"/>
                        </a:solidFill>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marL="108000" algn="l">
                        <a:lnSpc>
                          <a:spcPts val="3400"/>
                        </a:lnSpc>
                      </a:pPr>
                      <a:endParaRPr lang="zh-CN" altLang="en-US" sz="2500" b="0">
                        <a:solidFill>
                          <a:schemeClr val="tx1"/>
                        </a:solidFill>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4918347"/>
                  </a:ext>
                </a:extLst>
              </a:tr>
              <a:tr h="868449">
                <a:tc vMerge="1">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lnSpc>
                          <a:spcPts val="2800"/>
                        </a:lnSpc>
                      </a:pPr>
                      <a:endParaRPr lang="zh-CN" altLang="en-US" sz="26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lnSpc>
                          <a:spcPts val="2800"/>
                        </a:lnSpc>
                      </a:pPr>
                      <a:r>
                        <a:rPr lang="zh-CN" altLang="en-US" sz="2500" b="0">
                          <a:latin typeface="微软雅黑" panose="020B0503020204020204" pitchFamily="34" charset="-122"/>
                          <a:ea typeface="微软雅黑" panose="020B0503020204020204" pitchFamily="34" charset="-122"/>
                        </a:rPr>
                        <a:t>环保角度</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marL="108000" algn="l">
                        <a:lnSpc>
                          <a:spcPts val="3400"/>
                        </a:lnSpc>
                      </a:pPr>
                      <a:endParaRPr lang="zh-CN" altLang="en-US" sz="25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lnSpc>
                          <a:spcPts val="2800"/>
                        </a:lnSpc>
                      </a:pPr>
                      <a:endParaRPr lang="zh-CN" altLang="en-US" sz="25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6960786"/>
                  </a:ext>
                </a:extLst>
              </a:tr>
              <a:tr h="1463130">
                <a:tc gridSpan="2">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lnSpc>
                          <a:spcPts val="2800"/>
                        </a:lnSpc>
                      </a:pPr>
                      <a:r>
                        <a:rPr lang="zh-CN" altLang="en-US" sz="2500" b="0">
                          <a:latin typeface="微软雅黑" panose="020B0503020204020204" pitchFamily="34" charset="-122"/>
                          <a:ea typeface="微软雅黑" panose="020B0503020204020204" pitchFamily="34" charset="-122"/>
                        </a:rPr>
                        <a:t>联系</a:t>
                      </a: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tc gridSpan="2">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marL="108000" algn="l">
                        <a:lnSpc>
                          <a:spcPts val="3400"/>
                        </a:lnSpc>
                      </a:pPr>
                      <a:endParaRPr lang="zh-CN" altLang="en-US" sz="25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sz="1800" kern="1200">
                          <a:solidFill>
                            <a:schemeClr val="tx1"/>
                          </a:solidFill>
                          <a:latin typeface="等线" panose="020F0502020204030204"/>
                        </a:defRPr>
                      </a:lvl1pPr>
                      <a:lvl2pPr marL="457200" algn="l" defTabSz="914400" rtl="0" eaLnBrk="1" latinLnBrk="0" hangingPunct="1">
                        <a:defRPr sz="1800" kern="1200">
                          <a:solidFill>
                            <a:schemeClr val="tx1"/>
                          </a:solidFill>
                          <a:latin typeface="等线" panose="020F0502020204030204"/>
                        </a:defRPr>
                      </a:lvl2pPr>
                      <a:lvl3pPr marL="914400" algn="l" defTabSz="914400" rtl="0" eaLnBrk="1" latinLnBrk="0" hangingPunct="1">
                        <a:defRPr sz="1800" kern="1200">
                          <a:solidFill>
                            <a:schemeClr val="tx1"/>
                          </a:solidFill>
                          <a:latin typeface="等线" panose="020F0502020204030204"/>
                        </a:defRPr>
                      </a:lvl3pPr>
                      <a:lvl4pPr marL="1371600" algn="l" defTabSz="914400" rtl="0" eaLnBrk="1" latinLnBrk="0" hangingPunct="1">
                        <a:defRPr sz="1800" kern="1200">
                          <a:solidFill>
                            <a:schemeClr val="tx1"/>
                          </a:solidFill>
                          <a:latin typeface="等线" panose="020F0502020204030204"/>
                        </a:defRPr>
                      </a:lvl4pPr>
                      <a:lvl5pPr marL="1828800" algn="l" defTabSz="914400" rtl="0" eaLnBrk="1" latinLnBrk="0" hangingPunct="1">
                        <a:defRPr sz="1800" kern="1200">
                          <a:solidFill>
                            <a:schemeClr val="tx1"/>
                          </a:solidFill>
                          <a:latin typeface="等线" panose="020F0502020204030204"/>
                        </a:defRPr>
                      </a:lvl5pPr>
                      <a:lvl6pPr marL="2286000" algn="l" defTabSz="914400" rtl="0" eaLnBrk="1" latinLnBrk="0" hangingPunct="1">
                        <a:defRPr sz="1800" kern="1200">
                          <a:solidFill>
                            <a:schemeClr val="tx1"/>
                          </a:solidFill>
                          <a:latin typeface="等线" panose="020F0502020204030204"/>
                        </a:defRPr>
                      </a:lvl6pPr>
                      <a:lvl7pPr marL="2743200" algn="l" defTabSz="914400" rtl="0" eaLnBrk="1" latinLnBrk="0" hangingPunct="1">
                        <a:defRPr sz="1800" kern="1200">
                          <a:solidFill>
                            <a:schemeClr val="tx1"/>
                          </a:solidFill>
                          <a:latin typeface="等线" panose="020F0502020204030204"/>
                        </a:defRPr>
                      </a:lvl7pPr>
                      <a:lvl8pPr marL="3200400" algn="l" defTabSz="914400" rtl="0" eaLnBrk="1" latinLnBrk="0" hangingPunct="1">
                        <a:defRPr sz="1800" kern="1200">
                          <a:solidFill>
                            <a:schemeClr val="tx1"/>
                          </a:solidFill>
                          <a:latin typeface="等线" panose="020F0502020204030204"/>
                        </a:defRPr>
                      </a:lvl8pPr>
                      <a:lvl9pPr marL="3657600" algn="l" defTabSz="914400" rtl="0" eaLnBrk="1" latinLnBrk="0" hangingPunct="1">
                        <a:defRPr sz="1800" kern="1200">
                          <a:solidFill>
                            <a:schemeClr val="tx1"/>
                          </a:solidFill>
                          <a:latin typeface="等线" panose="020F0502020204030204"/>
                        </a:defRPr>
                      </a:lvl9pPr>
                    </a:lstStyle>
                    <a:p>
                      <a:pPr algn="ctr">
                        <a:lnSpc>
                          <a:spcPts val="2800"/>
                        </a:lnSpc>
                      </a:pPr>
                      <a:endParaRPr lang="zh-CN" altLang="en-US" sz="2600" b="0">
                        <a:latin typeface="微软雅黑" panose="020B0503020204020204" pitchFamily="34" charset="-122"/>
                        <a:ea typeface="微软雅黑" panose="020B0503020204020204" pitchFamily="34" charset="-122"/>
                      </a:endParaRPr>
                    </a:p>
                  </a:txBody>
                  <a:tcPr anchor="ctr" anchorCtr="1">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650084"/>
                  </a:ext>
                </a:extLst>
              </a:tr>
            </a:tbl>
          </a:graphicData>
        </a:graphic>
      </p:graphicFrame>
      <p:pic>
        <p:nvPicPr>
          <p:cNvPr id="16" name="图片 15">
            <a:extLst>
              <a:ext uri="{FF2B5EF4-FFF2-40B4-BE49-F238E27FC236}">
                <a16:creationId xmlns:a16="http://schemas.microsoft.com/office/drawing/2014/main" id="{734EEB50-8341-12BD-77FC-F7E65C1EF086}"/>
              </a:ext>
            </a:extLst>
          </p:cNvPr>
          <p:cNvPicPr>
            <a:picLocks noChangeAspect="1"/>
          </p:cNvPicPr>
          <p:nvPr>
            <p:custDataLst>
              <p:tags r:id="rId3"/>
            </p:custDataLst>
          </p:nvPr>
        </p:nvPicPr>
        <p:blipFill>
          <a:blip r:embed="rId12"/>
          <a:stretch>
            <a:fillRect/>
          </a:stretch>
        </p:blipFill>
        <p:spPr>
          <a:xfrm>
            <a:off x="4013693" y="3003568"/>
            <a:ext cx="2308520" cy="1138376"/>
          </a:xfrm>
          <a:prstGeom prst="rect">
            <a:avLst/>
          </a:prstGeom>
        </p:spPr>
      </p:pic>
      <p:sp>
        <p:nvSpPr>
          <p:cNvPr id="18" name="文本框 17">
            <a:extLst>
              <a:ext uri="{FF2B5EF4-FFF2-40B4-BE49-F238E27FC236}">
                <a16:creationId xmlns:a16="http://schemas.microsoft.com/office/drawing/2014/main" id="{03399BC0-C9A0-5E5B-AC7A-F5D13A67C864}"/>
              </a:ext>
            </a:extLst>
          </p:cNvPr>
          <p:cNvSpPr txBox="1"/>
          <p:nvPr>
            <p:custDataLst>
              <p:tags r:id="rId4"/>
            </p:custDataLst>
          </p:nvPr>
        </p:nvSpPr>
        <p:spPr>
          <a:xfrm>
            <a:off x="3261974" y="2469380"/>
            <a:ext cx="4144339" cy="461665"/>
          </a:xfrm>
          <a:prstGeom prst="rect">
            <a:avLst/>
          </a:prstGeom>
          <a:noFill/>
        </p:spPr>
        <p:txBody>
          <a:bodyPr wrap="square">
            <a:spAutoFit/>
          </a:bodyPr>
          <a:lstStyle/>
          <a:p>
            <a:pPr marL="108000">
              <a:defRPr/>
            </a:pPr>
            <a:r>
              <a:rPr lang="zh-CN" altLang="en-US" sz="2400">
                <a:solidFill>
                  <a:prstClr val="black"/>
                </a:solidFill>
                <a:latin typeface="微软雅黑" panose="020B0503020204020204" pitchFamily="34" charset="-122"/>
              </a:rPr>
              <a:t>有规律的振动，波形规则</a:t>
            </a:r>
          </a:p>
        </p:txBody>
      </p:sp>
      <p:sp>
        <p:nvSpPr>
          <p:cNvPr id="19" name="文本框 18">
            <a:extLst>
              <a:ext uri="{FF2B5EF4-FFF2-40B4-BE49-F238E27FC236}">
                <a16:creationId xmlns:a16="http://schemas.microsoft.com/office/drawing/2014/main" id="{E9A8647D-97F9-B46F-6074-678D56472FCA}"/>
              </a:ext>
            </a:extLst>
          </p:cNvPr>
          <p:cNvSpPr txBox="1"/>
          <p:nvPr>
            <p:custDataLst>
              <p:tags r:id="rId5"/>
            </p:custDataLst>
          </p:nvPr>
        </p:nvSpPr>
        <p:spPr>
          <a:xfrm>
            <a:off x="7237658" y="2469380"/>
            <a:ext cx="4523418" cy="461665"/>
          </a:xfrm>
          <a:prstGeom prst="rect">
            <a:avLst/>
          </a:prstGeom>
          <a:noFill/>
        </p:spPr>
        <p:txBody>
          <a:bodyPr wrap="square">
            <a:spAutoFit/>
          </a:bodyPr>
          <a:lstStyle/>
          <a:p>
            <a:pPr marL="108000">
              <a:defRPr/>
            </a:pPr>
            <a:r>
              <a:rPr lang="zh-CN" altLang="en-US" sz="2400">
                <a:solidFill>
                  <a:prstClr val="black"/>
                </a:solidFill>
                <a:latin typeface="微软雅黑" panose="020B0503020204020204" pitchFamily="34" charset="-122"/>
              </a:rPr>
              <a:t>无规律的振动，波形不规则</a:t>
            </a:r>
          </a:p>
        </p:txBody>
      </p:sp>
      <p:sp>
        <p:nvSpPr>
          <p:cNvPr id="21" name="文本框 20">
            <a:extLst>
              <a:ext uri="{FF2B5EF4-FFF2-40B4-BE49-F238E27FC236}">
                <a16:creationId xmlns:a16="http://schemas.microsoft.com/office/drawing/2014/main" id="{10BE0108-DF57-ECDB-BA68-AFCF8477085E}"/>
              </a:ext>
            </a:extLst>
          </p:cNvPr>
          <p:cNvSpPr txBox="1"/>
          <p:nvPr>
            <p:custDataLst>
              <p:tags r:id="rId6"/>
            </p:custDataLst>
          </p:nvPr>
        </p:nvSpPr>
        <p:spPr>
          <a:xfrm>
            <a:off x="3963331" y="4268195"/>
            <a:ext cx="2741623" cy="861774"/>
          </a:xfrm>
          <a:prstGeom prst="rect">
            <a:avLst/>
          </a:prstGeom>
          <a:noFill/>
        </p:spPr>
        <p:txBody>
          <a:bodyPr wrap="square">
            <a:spAutoFit/>
          </a:bodyPr>
          <a:lstStyle/>
          <a:p>
            <a:pPr marL="108000" algn="ctr">
              <a:defRPr/>
            </a:pPr>
            <a:r>
              <a:rPr lang="zh-CN" altLang="en-US" sz="2400">
                <a:solidFill>
                  <a:prstClr val="black"/>
                </a:solidFill>
                <a:latin typeface="微软雅黑" panose="020B0503020204020204" pitchFamily="34" charset="-122"/>
              </a:rPr>
              <a:t>悦耳动听且不影响他人的声音</a:t>
            </a:r>
          </a:p>
        </p:txBody>
      </p:sp>
      <p:sp>
        <p:nvSpPr>
          <p:cNvPr id="22" name="文本框 21">
            <a:extLst>
              <a:ext uri="{FF2B5EF4-FFF2-40B4-BE49-F238E27FC236}">
                <a16:creationId xmlns:a16="http://schemas.microsoft.com/office/drawing/2014/main" id="{535CA6CD-8E91-9B3B-3204-23851A37F1F3}"/>
              </a:ext>
            </a:extLst>
          </p:cNvPr>
          <p:cNvSpPr txBox="1"/>
          <p:nvPr>
            <p:custDataLst>
              <p:tags r:id="rId7"/>
            </p:custDataLst>
          </p:nvPr>
        </p:nvSpPr>
        <p:spPr>
          <a:xfrm>
            <a:off x="7818776" y="4268195"/>
            <a:ext cx="3291291" cy="861774"/>
          </a:xfrm>
          <a:prstGeom prst="rect">
            <a:avLst/>
          </a:prstGeom>
          <a:noFill/>
        </p:spPr>
        <p:txBody>
          <a:bodyPr wrap="square">
            <a:spAutoFit/>
          </a:bodyPr>
          <a:lstStyle/>
          <a:p>
            <a:pPr algn="ctr">
              <a:defRPr/>
            </a:pPr>
            <a:r>
              <a:rPr lang="zh-CN" altLang="en-US" sz="2400">
                <a:solidFill>
                  <a:prstClr val="black"/>
                </a:solidFill>
                <a:latin typeface="微软雅黑" panose="020B0503020204020204" pitchFamily="34" charset="-122"/>
              </a:rPr>
              <a:t>妨碍人们正常休息、</a:t>
            </a:r>
          </a:p>
          <a:p>
            <a:pPr algn="ctr">
              <a:defRPr/>
            </a:pPr>
            <a:r>
              <a:rPr lang="zh-CN" altLang="en-US" sz="2400">
                <a:solidFill>
                  <a:prstClr val="black"/>
                </a:solidFill>
                <a:latin typeface="微软雅黑" panose="020B0503020204020204" pitchFamily="34" charset="-122"/>
              </a:rPr>
              <a:t>学习和工作的声音</a:t>
            </a:r>
          </a:p>
        </p:txBody>
      </p:sp>
      <p:sp>
        <p:nvSpPr>
          <p:cNvPr id="23" name="文本框 22">
            <a:extLst>
              <a:ext uri="{FF2B5EF4-FFF2-40B4-BE49-F238E27FC236}">
                <a16:creationId xmlns:a16="http://schemas.microsoft.com/office/drawing/2014/main" id="{76C55A39-3988-0451-614C-6753EB66B2B4}"/>
              </a:ext>
            </a:extLst>
          </p:cNvPr>
          <p:cNvSpPr txBox="1"/>
          <p:nvPr>
            <p:custDataLst>
              <p:tags r:id="rId8"/>
            </p:custDataLst>
          </p:nvPr>
        </p:nvSpPr>
        <p:spPr>
          <a:xfrm>
            <a:off x="3963331" y="5218960"/>
            <a:ext cx="6094948" cy="1246495"/>
          </a:xfrm>
          <a:prstGeom prst="rect">
            <a:avLst/>
          </a:prstGeom>
          <a:noFill/>
        </p:spPr>
        <p:txBody>
          <a:bodyPr wrap="square">
            <a:spAutoFit/>
          </a:bodyPr>
          <a:lstStyle/>
          <a:p>
            <a:pPr marL="108000">
              <a:defRPr/>
            </a:pPr>
            <a:r>
              <a:rPr lang="zh-CN" altLang="en-US" sz="2400">
                <a:solidFill>
                  <a:prstClr val="black"/>
                </a:solidFill>
                <a:latin typeface="微软雅黑" panose="020B0503020204020204" pitchFamily="34" charset="-122"/>
              </a:rPr>
              <a:t>乐音和噪声都是由物体振动产生的，并没有严格的界限，有些声音从物理学角度看属于乐音，但从环保的角度看却属于噪声。</a:t>
            </a:r>
          </a:p>
        </p:txBody>
      </p:sp>
      <p:pic>
        <p:nvPicPr>
          <p:cNvPr id="25" name="图片 24">
            <a:extLst>
              <a:ext uri="{FF2B5EF4-FFF2-40B4-BE49-F238E27FC236}">
                <a16:creationId xmlns:a16="http://schemas.microsoft.com/office/drawing/2014/main" id="{91F6A594-BBBA-DD85-1C3C-4469CE7D4888}"/>
              </a:ext>
            </a:extLst>
          </p:cNvPr>
          <p:cNvPicPr/>
          <p:nvPr>
            <p:custDataLst>
              <p:tags r:id="rId9"/>
            </p:custDataLst>
          </p:nvPr>
        </p:nvPicPr>
        <p:blipFill>
          <a:blip r:embed="rId13">
            <a:extLst>
              <a:ext uri="{28A0092B-C50C-407E-A947-70E740481C1C}">
                <a14:useLocalDpi xmlns:a14="http://schemas.microsoft.com/office/drawing/2010/main" val="0"/>
              </a:ext>
            </a:extLst>
          </a:blip>
          <a:stretch>
            <a:fillRect/>
          </a:stretch>
        </p:blipFill>
        <p:spPr>
          <a:xfrm>
            <a:off x="7973179" y="3012168"/>
            <a:ext cx="2982487" cy="1138376"/>
          </a:xfrm>
          <a:prstGeom prst="rect">
            <a:avLst/>
          </a:prstGeom>
        </p:spPr>
      </p:pic>
      <p:sp>
        <p:nvSpPr>
          <p:cNvPr id="2" name="文本框 1">
            <a:extLst>
              <a:ext uri="{FF2B5EF4-FFF2-40B4-BE49-F238E27FC236}">
                <a16:creationId xmlns:a16="http://schemas.microsoft.com/office/drawing/2014/main" id="{69FF44AE-6DE0-7864-929D-4B116A2B4228}"/>
              </a:ext>
            </a:extLst>
          </p:cNvPr>
          <p:cNvSpPr txBox="1"/>
          <p:nvPr>
            <p:custDataLst>
              <p:tags r:id="rId10"/>
            </p:custDataLst>
          </p:nvPr>
        </p:nvSpPr>
        <p:spPr>
          <a:xfrm>
            <a:off x="1173970" y="303554"/>
            <a:ext cx="4274594" cy="430887"/>
          </a:xfrm>
          <a:prstGeom prst="rect">
            <a:avLst/>
          </a:prstGeom>
          <a:noFill/>
        </p:spPr>
        <p:txBody>
          <a:bodyPr wrap="square" lIns="0" tIns="0" rIns="0" bIns="0" rtlCol="0">
            <a:spAutoFit/>
          </a:bodyPr>
          <a:lstStyle/>
          <a:p>
            <a:pPr fontAlgn="base">
              <a:defRPr/>
            </a:pPr>
            <a:r>
              <a:rPr lang="zh-CN" altLang="en-US" sz="2800" b="1">
                <a:solidFill>
                  <a:srgbClr val="7030A0"/>
                </a:solidFill>
                <a:latin typeface="Times New Roman" panose="02020603050405020304" pitchFamily="18" charset="0"/>
                <a:cs typeface="Times New Roman" panose="02020603050405020304" pitchFamily="18" charset="0"/>
              </a:rPr>
              <a:t>知识一、噪声的来源</a:t>
            </a:r>
          </a:p>
        </p:txBody>
      </p:sp>
      <p:pic>
        <p:nvPicPr>
          <p:cNvPr id="3" name="图片 2" descr="cbe3eb76672406fabbe30586b58813d">
            <a:extLst>
              <a:ext uri="{FF2B5EF4-FFF2-40B4-BE49-F238E27FC236}">
                <a16:creationId xmlns:a16="http://schemas.microsoft.com/office/drawing/2014/main" id="{60B99E53-C892-1014-FA62-7D2D853A2F88}"/>
              </a:ext>
            </a:extLst>
          </p:cNvPr>
          <p:cNvPicPr>
            <a:picLocks noChangeAspect="1"/>
          </p:cNvPicPr>
          <p:nvPr/>
        </p:nvPicPr>
        <p:blipFill>
          <a:blip r:embed="rId14"/>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4466131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arn(outVertical)">
                                      <p:cBhvr>
                                        <p:cTn id="17" dur="500"/>
                                        <p:tgtEl>
                                          <p:spTgt spid="18"/>
                                        </p:tgtEl>
                                      </p:cBhvr>
                                    </p:animEffect>
                                  </p:childTnLst>
                                </p:cTn>
                              </p:par>
                              <p:par>
                                <p:cTn id="18" presetID="16" presetClass="entr" presetSubtype="37"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barn(outVertical)">
                                      <p:cBhvr>
                                        <p:cTn id="20" dur="500"/>
                                        <p:tgtEl>
                                          <p:spTgt spid="16"/>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16" presetClass="entr" presetSubtype="37"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barn(outVertical)">
                                      <p:cBhvr>
                                        <p:cTn id="25" dur="500"/>
                                        <p:tgtEl>
                                          <p:spTgt spid="19"/>
                                        </p:tgtEl>
                                      </p:cBhvr>
                                    </p:animEffect>
                                  </p:childTnLst>
                                </p:cTn>
                              </p:par>
                              <p:par>
                                <p:cTn id="26" presetID="16" presetClass="entr" presetSubtype="21" fill="hold"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barn(inVertical)">
                                      <p:cBhvr>
                                        <p:cTn id="28" dur="500"/>
                                        <p:tgtEl>
                                          <p:spTgt spid="25"/>
                                        </p:tgtEl>
                                      </p:cBhvr>
                                    </p:animEffect>
                                  </p:childTnLst>
                                </p:cTn>
                              </p:par>
                            </p:childTnLst>
                          </p:cTn>
                        </p:par>
                      </p:childTnLst>
                    </p:cTn>
                  </p:par>
                  <p:par>
                    <p:cTn id="29" fill="hold" nodeType="clickPar">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blinds(horizontal)">
                                      <p:cBhvr>
                                        <p:cTn id="33" dur="500"/>
                                        <p:tgtEl>
                                          <p:spTgt spid="21"/>
                                        </p:tgtEl>
                                      </p:cBhvr>
                                    </p:animEffect>
                                  </p:childTnLst>
                                </p:cTn>
                              </p:par>
                            </p:childTnLst>
                          </p:cTn>
                        </p:par>
                      </p:childTnLst>
                    </p:cTn>
                  </p:par>
                  <p:par>
                    <p:cTn id="34" fill="hold" nodeType="clickPar">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blinds(horizontal)">
                                      <p:cBhvr>
                                        <p:cTn id="38" dur="500"/>
                                        <p:tgtEl>
                                          <p:spTgt spid="22"/>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blinds(horizontal)">
                                      <p:cBhvr>
                                        <p:cTn id="4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1" grpId="0"/>
      <p:bldP spid="22" grpId="0"/>
      <p:bldP spid="2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a:extLst>
              <a:ext uri="{FF2B5EF4-FFF2-40B4-BE49-F238E27FC236}">
                <a16:creationId xmlns:a16="http://schemas.microsoft.com/office/drawing/2014/main" id="{BFAF8E70-D818-A1C5-0321-7E84234CDF6E}"/>
              </a:ext>
            </a:extLst>
          </p:cNvPr>
          <p:cNvSpPr txBox="1"/>
          <p:nvPr>
            <p:custDataLst>
              <p:tags r:id="rId1"/>
            </p:custDataLst>
          </p:nvPr>
        </p:nvSpPr>
        <p:spPr>
          <a:xfrm>
            <a:off x="1732104" y="1214616"/>
            <a:ext cx="8727791" cy="4294702"/>
          </a:xfrm>
          <a:prstGeom prst="rect">
            <a:avLst/>
          </a:prstGeom>
          <a:noFill/>
        </p:spPr>
        <p:txBody>
          <a:bodyPr wrap="square">
            <a:spAutoFit/>
          </a:bodyPr>
          <a:lstStyle/>
          <a:p>
            <a:pPr indent="612000">
              <a:lnSpc>
                <a:spcPts val="3600"/>
              </a:lnSpc>
              <a:spcAft>
                <a:spcPts val="600"/>
              </a:spcAft>
              <a:defRPr/>
            </a:pPr>
            <a:r>
              <a:rPr lang="en-US" altLang="zh-CN" sz="2600" b="1" kern="0">
                <a:solidFill>
                  <a:srgbClr val="0070C0"/>
                </a:solidFill>
                <a:latin typeface="Times New Roman" panose="02020603050405020304" pitchFamily="18" charset="0"/>
                <a:cs typeface="Times New Roman" panose="02020603050405020304" pitchFamily="18" charset="0"/>
              </a:rPr>
              <a:t>1. </a:t>
            </a:r>
            <a:r>
              <a:rPr lang="zh-CN" altLang="en-US" sz="2600" b="1" kern="0">
                <a:solidFill>
                  <a:srgbClr val="0070C0"/>
                </a:solidFill>
                <a:latin typeface="Times New Roman" panose="02020603050405020304" pitchFamily="18" charset="0"/>
                <a:cs typeface="Times New Roman" panose="02020603050405020304" pitchFamily="18" charset="0"/>
              </a:rPr>
              <a:t>噪声的危害</a:t>
            </a:r>
            <a:endParaRPr lang="en-US" altLang="zh-CN" sz="2600" b="1" kern="0">
              <a:solidFill>
                <a:srgbClr val="0070C0"/>
              </a:solidFill>
              <a:latin typeface="Times New Roman" panose="02020603050405020304" pitchFamily="18" charset="0"/>
              <a:cs typeface="Times New Roman" panose="02020603050405020304" pitchFamily="18" charset="0"/>
            </a:endParaRPr>
          </a:p>
          <a:p>
            <a:pPr indent="576000">
              <a:lnSpc>
                <a:spcPts val="3500"/>
              </a:lnSpc>
              <a:defRPr/>
            </a:pPr>
            <a:r>
              <a:rPr lang="zh-CN" altLang="en-US" sz="2400" kern="100">
                <a:solidFill>
                  <a:prstClr val="black"/>
                </a:solidFill>
                <a:latin typeface="Times New Roman" panose="02020603050405020304" pitchFamily="18" charset="0"/>
                <a:cs typeface="Times New Roman" panose="02020603050405020304" pitchFamily="18" charset="0"/>
              </a:rPr>
              <a:t>噪声对人们的</a:t>
            </a:r>
            <a:r>
              <a:rPr lang="zh-CN" altLang="en-US" sz="2400" b="1" kern="100">
                <a:solidFill>
                  <a:srgbClr val="C00000"/>
                </a:solidFill>
                <a:latin typeface="Times New Roman" panose="02020603050405020304" pitchFamily="18" charset="0"/>
                <a:cs typeface="Times New Roman" panose="02020603050405020304" pitchFamily="18" charset="0"/>
              </a:rPr>
              <a:t>心理</a:t>
            </a:r>
            <a:r>
              <a:rPr lang="zh-CN" altLang="en-US" sz="2400" kern="100">
                <a:solidFill>
                  <a:prstClr val="black"/>
                </a:solidFill>
                <a:latin typeface="Times New Roman" panose="02020603050405020304" pitchFamily="18" charset="0"/>
                <a:cs typeface="Times New Roman" panose="02020603050405020304" pitchFamily="18" charset="0"/>
              </a:rPr>
              <a:t>和</a:t>
            </a:r>
            <a:r>
              <a:rPr lang="zh-CN" altLang="en-US" sz="2400" b="1" kern="100">
                <a:solidFill>
                  <a:srgbClr val="C00000"/>
                </a:solidFill>
                <a:latin typeface="Times New Roman" panose="02020603050405020304" pitchFamily="18" charset="0"/>
                <a:cs typeface="Times New Roman" panose="02020603050405020304" pitchFamily="18" charset="0"/>
              </a:rPr>
              <a:t>生理</a:t>
            </a:r>
            <a:r>
              <a:rPr lang="zh-CN" altLang="en-US" sz="2400" kern="100">
                <a:solidFill>
                  <a:prstClr val="black"/>
                </a:solidFill>
                <a:latin typeface="Times New Roman" panose="02020603050405020304" pitchFamily="18" charset="0"/>
                <a:cs typeface="Times New Roman" panose="02020603050405020304" pitchFamily="18" charset="0"/>
              </a:rPr>
              <a:t>都会有伤害。轻则分散注意力，影响情绪；重则伤害身体，甚至危及生命。</a:t>
            </a:r>
          </a:p>
          <a:p>
            <a:pPr indent="576000">
              <a:lnSpc>
                <a:spcPts val="3500"/>
              </a:lnSpc>
              <a:defRPr/>
            </a:pPr>
            <a:r>
              <a:rPr lang="zh-CN" altLang="en-US" sz="2400" kern="100">
                <a:solidFill>
                  <a:prstClr val="black"/>
                </a:solidFill>
                <a:latin typeface="Times New Roman" panose="02020603050405020304" pitchFamily="18" charset="0"/>
                <a:cs typeface="Times New Roman" panose="02020603050405020304" pitchFamily="18" charset="0"/>
              </a:rPr>
              <a:t>声音强度超过</a:t>
            </a:r>
            <a:r>
              <a:rPr lang="en-US" altLang="zh-CN" sz="2400" kern="100">
                <a:solidFill>
                  <a:prstClr val="black"/>
                </a:solidFill>
                <a:latin typeface="Times New Roman" panose="02020603050405020304" pitchFamily="18" charset="0"/>
                <a:cs typeface="Times New Roman" panose="02020603050405020304" pitchFamily="18" charset="0"/>
              </a:rPr>
              <a:t>50 dB</a:t>
            </a:r>
            <a:r>
              <a:rPr lang="zh-CN" altLang="en-US" sz="2400" kern="100">
                <a:solidFill>
                  <a:prstClr val="black"/>
                </a:solidFill>
                <a:latin typeface="Times New Roman" panose="02020603050405020304" pitchFamily="18" charset="0"/>
                <a:cs typeface="Times New Roman" panose="02020603050405020304" pitchFamily="18" charset="0"/>
              </a:rPr>
              <a:t>就会影响人的休息和睡眠；</a:t>
            </a:r>
            <a:r>
              <a:rPr lang="en-US" altLang="zh-CN" sz="2400" kern="100">
                <a:solidFill>
                  <a:prstClr val="black"/>
                </a:solidFill>
                <a:latin typeface="Times New Roman" panose="02020603050405020304" pitchFamily="18" charset="0"/>
                <a:cs typeface="Times New Roman" panose="02020603050405020304" pitchFamily="18" charset="0"/>
              </a:rPr>
              <a:t>70 dB</a:t>
            </a:r>
            <a:r>
              <a:rPr lang="zh-CN" altLang="en-US" sz="2400" kern="100">
                <a:solidFill>
                  <a:prstClr val="black"/>
                </a:solidFill>
                <a:latin typeface="Times New Roman" panose="02020603050405020304" pitchFamily="18" charset="0"/>
                <a:cs typeface="Times New Roman" panose="02020603050405020304" pitchFamily="18" charset="0"/>
              </a:rPr>
              <a:t>以上会干扰谈话，影响工作效率；长期生活在</a:t>
            </a:r>
            <a:r>
              <a:rPr lang="en-US" altLang="zh-CN" sz="2400" kern="100">
                <a:solidFill>
                  <a:prstClr val="black"/>
                </a:solidFill>
                <a:latin typeface="Times New Roman" panose="02020603050405020304" pitchFamily="18" charset="0"/>
                <a:cs typeface="Times New Roman" panose="02020603050405020304" pitchFamily="18" charset="0"/>
              </a:rPr>
              <a:t>90 dB</a:t>
            </a:r>
            <a:r>
              <a:rPr lang="zh-CN" altLang="en-US" sz="2400" kern="100">
                <a:solidFill>
                  <a:prstClr val="black"/>
                </a:solidFill>
                <a:latin typeface="Times New Roman" panose="02020603050405020304" pitchFamily="18" charset="0"/>
                <a:cs typeface="Times New Roman" panose="02020603050405020304" pitchFamily="18" charset="0"/>
              </a:rPr>
              <a:t>以上的噪声环境中，会严重影响听力和引起神经衰弱、头痛、血压升高等疾病。</a:t>
            </a:r>
            <a:endParaRPr lang="en-US" altLang="zh-CN" sz="2500" kern="100">
              <a:solidFill>
                <a:prstClr val="black"/>
              </a:solidFill>
              <a:latin typeface="Times New Roman" panose="02020603050405020304" pitchFamily="18" charset="0"/>
              <a:cs typeface="Times New Roman" panose="02020603050405020304" pitchFamily="18" charset="0"/>
            </a:endParaRPr>
          </a:p>
          <a:p>
            <a:pPr indent="612000">
              <a:lnSpc>
                <a:spcPts val="3600"/>
              </a:lnSpc>
              <a:spcAft>
                <a:spcPts val="600"/>
              </a:spcAft>
              <a:defRPr/>
            </a:pPr>
            <a:r>
              <a:rPr lang="en-US" altLang="zh-CN" sz="2600" b="1" kern="0">
                <a:solidFill>
                  <a:srgbClr val="0070C0"/>
                </a:solidFill>
                <a:latin typeface="Times New Roman" panose="02020603050405020304" pitchFamily="18" charset="0"/>
                <a:cs typeface="Times New Roman" panose="02020603050405020304" pitchFamily="18" charset="0"/>
                <a:sym typeface="Arial" panose="020B0604020202020204" pitchFamily="34" charset="0"/>
              </a:rPr>
              <a:t>2. </a:t>
            </a:r>
            <a:r>
              <a:rPr lang="zh-CN" altLang="en-US" sz="2600" b="1" kern="0">
                <a:solidFill>
                  <a:srgbClr val="0070C0"/>
                </a:solidFill>
                <a:latin typeface="Times New Roman" panose="02020603050405020304" pitchFamily="18" charset="0"/>
                <a:cs typeface="Times New Roman" panose="02020603050405020304" pitchFamily="18" charset="0"/>
                <a:sym typeface="Arial" panose="020B0604020202020204" pitchFamily="34" charset="0"/>
              </a:rPr>
              <a:t>声强级</a:t>
            </a:r>
            <a:endParaRPr lang="en-US" altLang="zh-CN" sz="2600" b="1" kern="0">
              <a:solidFill>
                <a:srgbClr val="0070C0"/>
              </a:solidFill>
              <a:latin typeface="Times New Roman" panose="02020603050405020304" pitchFamily="18" charset="0"/>
              <a:cs typeface="Times New Roman" panose="02020603050405020304" pitchFamily="18" charset="0"/>
              <a:sym typeface="Arial" panose="020B0604020202020204" pitchFamily="34" charset="0"/>
            </a:endParaRPr>
          </a:p>
          <a:p>
            <a:pPr indent="612000">
              <a:lnSpc>
                <a:spcPts val="3600"/>
              </a:lnSpc>
              <a:defRPr/>
            </a:pPr>
            <a:r>
              <a:rPr lang="zh-CN" altLang="en-US" sz="2400" b="1" kern="100">
                <a:solidFill>
                  <a:srgbClr val="00B0F0"/>
                </a:solidFill>
                <a:latin typeface="Times New Roman" panose="02020603050405020304" pitchFamily="18" charset="0"/>
                <a:cs typeface="Times New Roman" panose="02020603050405020304" pitchFamily="18" charset="0"/>
                <a:sym typeface="Arial" panose="020B0604020202020204" pitchFamily="34" charset="0"/>
              </a:rPr>
              <a:t>（</a:t>
            </a:r>
            <a:r>
              <a:rPr lang="en-US" altLang="zh-CN" sz="2400" b="1" kern="100">
                <a:solidFill>
                  <a:srgbClr val="00B0F0"/>
                </a:solidFill>
                <a:latin typeface="Times New Roman" panose="02020603050405020304" pitchFamily="18" charset="0"/>
                <a:cs typeface="Times New Roman" panose="02020603050405020304" pitchFamily="18" charset="0"/>
                <a:sym typeface="Arial" panose="020B0604020202020204" pitchFamily="34" charset="0"/>
              </a:rPr>
              <a:t>1</a:t>
            </a:r>
            <a:r>
              <a:rPr lang="zh-CN" altLang="en-US" sz="2400" b="1" kern="100">
                <a:solidFill>
                  <a:srgbClr val="00B0F0"/>
                </a:solidFill>
                <a:latin typeface="Times New Roman" panose="02020603050405020304" pitchFamily="18" charset="0"/>
                <a:cs typeface="Times New Roman" panose="02020603050405020304" pitchFamily="18" charset="0"/>
                <a:sym typeface="Arial" panose="020B0604020202020204" pitchFamily="34" charset="0"/>
              </a:rPr>
              <a:t>）声强级</a:t>
            </a:r>
            <a:r>
              <a:rPr lang="zh-CN" altLang="en-US" sz="2400" kern="100">
                <a:solidFill>
                  <a:prstClr val="black"/>
                </a:solidFill>
                <a:latin typeface="Times New Roman" panose="02020603050405020304" pitchFamily="18" charset="0"/>
                <a:cs typeface="Times New Roman" panose="02020603050405020304" pitchFamily="18" charset="0"/>
                <a:sym typeface="Arial" panose="020B0604020202020204" pitchFamily="34" charset="0"/>
              </a:rPr>
              <a:t>：用来客观描述声音的强弱，它的单位是分贝（符号为</a:t>
            </a:r>
            <a:r>
              <a:rPr lang="en-US" altLang="zh-CN" sz="2400" kern="100">
                <a:solidFill>
                  <a:prstClr val="black"/>
                </a:solidFill>
                <a:latin typeface="Times New Roman" panose="02020603050405020304" pitchFamily="18" charset="0"/>
                <a:cs typeface="Times New Roman" panose="02020603050405020304" pitchFamily="18" charset="0"/>
                <a:sym typeface="Arial" panose="020B0604020202020204" pitchFamily="34" charset="0"/>
              </a:rPr>
              <a:t>dB</a:t>
            </a:r>
            <a:r>
              <a:rPr lang="zh-CN" altLang="en-US" sz="2400" kern="100">
                <a:solidFill>
                  <a:prstClr val="black"/>
                </a:solidFill>
                <a:latin typeface="Times New Roman" panose="02020603050405020304" pitchFamily="18" charset="0"/>
                <a:cs typeface="Times New Roman" panose="02020603050405020304" pitchFamily="18" charset="0"/>
                <a:sym typeface="Arial" panose="020B0604020202020204" pitchFamily="34" charset="0"/>
              </a:rPr>
              <a:t>）。</a:t>
            </a:r>
            <a:endParaRPr lang="zh-CN" altLang="en-US" sz="2400" kern="100">
              <a:solidFill>
                <a:prstClr val="black"/>
              </a:solidFill>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53F40532-A04B-B061-E6E5-AB16F22BADC6}"/>
              </a:ext>
            </a:extLst>
          </p:cNvPr>
          <p:cNvSpPr txBox="1"/>
          <p:nvPr>
            <p:custDataLst>
              <p:tags r:id="rId2"/>
            </p:custDataLst>
          </p:nvPr>
        </p:nvSpPr>
        <p:spPr>
          <a:xfrm>
            <a:off x="1173970" y="303554"/>
            <a:ext cx="4274594" cy="430887"/>
          </a:xfrm>
          <a:prstGeom prst="rect">
            <a:avLst/>
          </a:prstGeom>
          <a:noFill/>
        </p:spPr>
        <p:txBody>
          <a:bodyPr wrap="square" lIns="0" tIns="0" rIns="0" bIns="0" rtlCol="0">
            <a:spAutoFit/>
          </a:bodyPr>
          <a:lstStyle/>
          <a:p>
            <a:pPr fontAlgn="base">
              <a:defRPr/>
            </a:pPr>
            <a:r>
              <a:rPr lang="zh-CN" altLang="en-US" sz="2800" b="1">
                <a:solidFill>
                  <a:srgbClr val="00B050"/>
                </a:solidFill>
                <a:latin typeface="Times New Roman" panose="02020603050405020304" pitchFamily="18" charset="0"/>
                <a:cs typeface="Times New Roman" panose="02020603050405020304" pitchFamily="18" charset="0"/>
              </a:rPr>
              <a:t>知识二、噪声的危害</a:t>
            </a:r>
          </a:p>
        </p:txBody>
      </p:sp>
      <p:pic>
        <p:nvPicPr>
          <p:cNvPr id="2" name="图片 1" descr="cbe3eb76672406fabbe30586b58813d">
            <a:extLst>
              <a:ext uri="{FF2B5EF4-FFF2-40B4-BE49-F238E27FC236}">
                <a16:creationId xmlns:a16="http://schemas.microsoft.com/office/drawing/2014/main" id="{BE4F030A-B0D1-067E-E87E-EE3948A1A038}"/>
              </a:ext>
            </a:extLst>
          </p:cNvPr>
          <p:cNvPicPr>
            <a:picLocks noChangeAspect="1"/>
          </p:cNvPicPr>
          <p:nvPr/>
        </p:nvPicPr>
        <p:blipFill>
          <a:blip r:embed="rId4"/>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6871747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barn(inVertical)">
                                      <p:cBhvr>
                                        <p:cTn id="7" dur="500"/>
                                        <p:tgtEl>
                                          <p:spTgt spid="24">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4">
                                            <p:txEl>
                                              <p:pRg st="1" end="1"/>
                                            </p:txEl>
                                          </p:spTgt>
                                        </p:tgtEl>
                                        <p:attrNameLst>
                                          <p:attrName>style.visibility</p:attrName>
                                        </p:attrNameLst>
                                      </p:cBhvr>
                                      <p:to>
                                        <p:strVal val="visible"/>
                                      </p:to>
                                    </p:set>
                                    <p:animEffect transition="in" filter="blinds(horizontal)">
                                      <p:cBhvr>
                                        <p:cTn id="12" dur="500"/>
                                        <p:tgtEl>
                                          <p:spTgt spid="24">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4">
                                            <p:txEl>
                                              <p:pRg st="2" end="2"/>
                                            </p:txEl>
                                          </p:spTgt>
                                        </p:tgtEl>
                                        <p:attrNameLst>
                                          <p:attrName>style.visibility</p:attrName>
                                        </p:attrNameLst>
                                      </p:cBhvr>
                                      <p:to>
                                        <p:strVal val="visible"/>
                                      </p:to>
                                    </p:set>
                                    <p:animEffect transition="in" filter="blinds(horizontal)">
                                      <p:cBhvr>
                                        <p:cTn id="17" dur="500"/>
                                        <p:tgtEl>
                                          <p:spTgt spid="24">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4">
                                            <p:txEl>
                                              <p:pRg st="3" end="3"/>
                                            </p:txEl>
                                          </p:spTgt>
                                        </p:tgtEl>
                                        <p:attrNameLst>
                                          <p:attrName>style.visibility</p:attrName>
                                        </p:attrNameLst>
                                      </p:cBhvr>
                                      <p:to>
                                        <p:strVal val="visible"/>
                                      </p:to>
                                    </p:set>
                                    <p:animEffect transition="in" filter="checkerboard(across)">
                                      <p:cBhvr>
                                        <p:cTn id="22" dur="500"/>
                                        <p:tgtEl>
                                          <p:spTgt spid="24">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4">
                                            <p:txEl>
                                              <p:pRg st="4" end="4"/>
                                            </p:txEl>
                                          </p:spTgt>
                                        </p:tgtEl>
                                        <p:attrNameLst>
                                          <p:attrName>style.visibility</p:attrName>
                                        </p:attrNameLst>
                                      </p:cBhvr>
                                      <p:to>
                                        <p:strVal val="visible"/>
                                      </p:to>
                                    </p:set>
                                    <p:animEffect transition="in" filter="checkerboard(across)">
                                      <p:cBhvr>
                                        <p:cTn id="27" dur="500"/>
                                        <p:tgtEl>
                                          <p:spTgt spid="2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a:extLst>
              <a:ext uri="{FF2B5EF4-FFF2-40B4-BE49-F238E27FC236}">
                <a16:creationId xmlns:a16="http://schemas.microsoft.com/office/drawing/2014/main" id="{BFAF8E70-D818-A1C5-0321-7E84234CDF6E}"/>
              </a:ext>
            </a:extLst>
          </p:cNvPr>
          <p:cNvSpPr txBox="1"/>
          <p:nvPr>
            <p:custDataLst>
              <p:tags r:id="rId1"/>
            </p:custDataLst>
          </p:nvPr>
        </p:nvSpPr>
        <p:spPr>
          <a:xfrm>
            <a:off x="2151328" y="1419065"/>
            <a:ext cx="8537694" cy="4281878"/>
          </a:xfrm>
          <a:prstGeom prst="rect">
            <a:avLst/>
          </a:prstGeom>
          <a:noFill/>
        </p:spPr>
        <p:txBody>
          <a:bodyPr wrap="square">
            <a:spAutoFit/>
          </a:bodyPr>
          <a:lstStyle/>
          <a:p>
            <a:pPr indent="457200">
              <a:lnSpc>
                <a:spcPts val="3600"/>
              </a:lnSpc>
              <a:spcAft>
                <a:spcPts val="600"/>
              </a:spcAft>
              <a:defRPr/>
            </a:pPr>
            <a:r>
              <a:rPr lang="zh-CN" altLang="en-US" sz="2600" b="1" kern="0">
                <a:solidFill>
                  <a:srgbClr val="00B0F0"/>
                </a:solidFill>
                <a:latin typeface="Times New Roman" panose="02020603050405020304" pitchFamily="18" charset="0"/>
                <a:cs typeface="Times New Roman" panose="02020603050405020304" pitchFamily="18" charset="0"/>
              </a:rPr>
              <a:t>（</a:t>
            </a:r>
            <a:r>
              <a:rPr lang="en-US" altLang="zh-CN" sz="2600" b="1" kern="0">
                <a:solidFill>
                  <a:srgbClr val="00B0F0"/>
                </a:solidFill>
                <a:latin typeface="Times New Roman" panose="02020603050405020304" pitchFamily="18" charset="0"/>
                <a:cs typeface="Times New Roman" panose="02020603050405020304" pitchFamily="18" charset="0"/>
              </a:rPr>
              <a:t>2</a:t>
            </a:r>
            <a:r>
              <a:rPr lang="zh-CN" altLang="en-US" sz="2600" b="1" kern="0">
                <a:solidFill>
                  <a:srgbClr val="00B0F0"/>
                </a:solidFill>
                <a:latin typeface="Times New Roman" panose="02020603050405020304" pitchFamily="18" charset="0"/>
                <a:cs typeface="Times New Roman" panose="02020603050405020304" pitchFamily="18" charset="0"/>
              </a:rPr>
              <a:t>）不同声强级的声音对人的影响</a:t>
            </a:r>
            <a:endParaRPr lang="en-US" altLang="zh-CN" sz="2600" b="1" kern="0">
              <a:solidFill>
                <a:srgbClr val="00B0F0"/>
              </a:solidFill>
              <a:latin typeface="Times New Roman" panose="02020603050405020304" pitchFamily="18" charset="0"/>
              <a:cs typeface="Times New Roman" panose="02020603050405020304" pitchFamily="18" charset="0"/>
            </a:endParaRPr>
          </a:p>
          <a:p>
            <a:pPr lvl="0" indent="457200" defTabSz="457200">
              <a:lnSpc>
                <a:spcPts val="3600"/>
              </a:lnSpc>
            </a:pPr>
            <a:r>
              <a:rPr lang="zh-CN" altLang="en-US" sz="2400" noProof="1">
                <a:solidFill>
                  <a:prstClr val="black"/>
                </a:solidFill>
                <a:latin typeface="Times New Roman" panose="02020603050405020304" pitchFamily="18" charset="0"/>
                <a:cs typeface="Times New Roman" panose="02020603050405020304" pitchFamily="18" charset="0"/>
              </a:rPr>
              <a:t>声强级为</a:t>
            </a:r>
            <a:r>
              <a:rPr lang="en-US" altLang="zh-CN" sz="2400" b="1" noProof="1">
                <a:solidFill>
                  <a:srgbClr val="C00000"/>
                </a:solidFill>
                <a:latin typeface="Times New Roman" panose="02020603050405020304" pitchFamily="18" charset="0"/>
                <a:cs typeface="Times New Roman" panose="02020603050405020304" pitchFamily="18" charset="0"/>
              </a:rPr>
              <a:t>0dB</a:t>
            </a:r>
            <a:r>
              <a:rPr lang="zh-CN" altLang="en-US" sz="2400" noProof="1">
                <a:solidFill>
                  <a:prstClr val="black"/>
                </a:solidFill>
                <a:latin typeface="Times New Roman" panose="02020603050405020304" pitchFamily="18" charset="0"/>
                <a:cs typeface="Times New Roman" panose="02020603050405020304" pitchFamily="18" charset="0"/>
              </a:rPr>
              <a:t>的声音，人耳刚刚能听到它；</a:t>
            </a:r>
            <a:endParaRPr lang="en-US" altLang="zh-CN" sz="2400" noProof="1">
              <a:solidFill>
                <a:prstClr val="black"/>
              </a:solidFill>
              <a:latin typeface="Times New Roman" panose="02020603050405020304" pitchFamily="18" charset="0"/>
              <a:cs typeface="Times New Roman" panose="02020603050405020304" pitchFamily="18" charset="0"/>
            </a:endParaRPr>
          </a:p>
          <a:p>
            <a:pPr lvl="0" indent="457200" defTabSz="457200">
              <a:lnSpc>
                <a:spcPts val="3600"/>
              </a:lnSpc>
            </a:pPr>
            <a:r>
              <a:rPr lang="en-US" altLang="zh-CN" sz="2400" b="1">
                <a:solidFill>
                  <a:srgbClr val="C00000"/>
                </a:solidFill>
                <a:latin typeface="Times New Roman" panose="02020603050405020304" pitchFamily="18" charset="0"/>
                <a:cs typeface="Times New Roman" panose="02020603050405020304" pitchFamily="18" charset="0"/>
              </a:rPr>
              <a:t>30~40 dB </a:t>
            </a:r>
            <a:r>
              <a:rPr lang="zh-CN" altLang="en-US" sz="2400">
                <a:solidFill>
                  <a:prstClr val="black"/>
                </a:solidFill>
                <a:latin typeface="Times New Roman" panose="02020603050405020304" pitchFamily="18" charset="0"/>
                <a:cs typeface="Times New Roman" panose="02020603050405020304" pitchFamily="18" charset="0"/>
              </a:rPr>
              <a:t>是较为理想的安静环境；</a:t>
            </a:r>
            <a:endParaRPr lang="en-US" altLang="zh-CN" sz="2400">
              <a:solidFill>
                <a:prstClr val="black"/>
              </a:solidFill>
              <a:latin typeface="Times New Roman" panose="02020603050405020304" pitchFamily="18" charset="0"/>
              <a:cs typeface="Times New Roman" panose="02020603050405020304" pitchFamily="18" charset="0"/>
            </a:endParaRPr>
          </a:p>
          <a:p>
            <a:pPr lvl="0" indent="457200" defTabSz="457200">
              <a:lnSpc>
                <a:spcPts val="3600"/>
              </a:lnSpc>
            </a:pPr>
            <a:r>
              <a:rPr lang="en-US" altLang="zh-CN" sz="2400" b="1">
                <a:solidFill>
                  <a:srgbClr val="C00000"/>
                </a:solidFill>
                <a:latin typeface="Times New Roman" panose="02020603050405020304" pitchFamily="18" charset="0"/>
                <a:cs typeface="Times New Roman" panose="02020603050405020304" pitchFamily="18" charset="0"/>
              </a:rPr>
              <a:t>70 dB </a:t>
            </a:r>
            <a:r>
              <a:rPr lang="zh-CN" altLang="en-US" sz="2400">
                <a:solidFill>
                  <a:prstClr val="black"/>
                </a:solidFill>
                <a:latin typeface="Times New Roman" panose="02020603050405020304" pitchFamily="18" charset="0"/>
                <a:cs typeface="Times New Roman" panose="02020603050405020304" pitchFamily="18" charset="0"/>
              </a:rPr>
              <a:t>会干扰谈话，影响工作效率；</a:t>
            </a:r>
            <a:endParaRPr lang="en-US" altLang="zh-CN" sz="2400">
              <a:solidFill>
                <a:prstClr val="black"/>
              </a:solidFill>
              <a:latin typeface="Times New Roman" panose="02020603050405020304" pitchFamily="18" charset="0"/>
              <a:cs typeface="Times New Roman" panose="02020603050405020304" pitchFamily="18" charset="0"/>
            </a:endParaRPr>
          </a:p>
          <a:p>
            <a:pPr lvl="0" indent="457200" defTabSz="457200">
              <a:lnSpc>
                <a:spcPts val="3600"/>
              </a:lnSpc>
            </a:pPr>
            <a:r>
              <a:rPr lang="en-US" altLang="zh-CN" sz="2400" b="1" noProof="1">
                <a:solidFill>
                  <a:srgbClr val="C00000"/>
                </a:solidFill>
                <a:latin typeface="Times New Roman" panose="02020603050405020304" pitchFamily="18" charset="0"/>
                <a:cs typeface="Times New Roman" panose="02020603050405020304" pitchFamily="18" charset="0"/>
              </a:rPr>
              <a:t>90 dB</a:t>
            </a:r>
            <a:r>
              <a:rPr lang="zh-CN" altLang="en-US" sz="2400" noProof="1">
                <a:solidFill>
                  <a:prstClr val="black"/>
                </a:solidFill>
                <a:latin typeface="Times New Roman" panose="02020603050405020304" pitchFamily="18" charset="0"/>
                <a:cs typeface="Times New Roman" panose="02020603050405020304" pitchFamily="18" charset="0"/>
              </a:rPr>
              <a:t>以上的噪声会对人的听力造成损伤；</a:t>
            </a:r>
            <a:endParaRPr lang="en-US" altLang="zh-CN" sz="2400" noProof="1">
              <a:solidFill>
                <a:prstClr val="black"/>
              </a:solidFill>
              <a:latin typeface="Times New Roman" panose="02020603050405020304" pitchFamily="18" charset="0"/>
              <a:cs typeface="Times New Roman" panose="02020603050405020304" pitchFamily="18" charset="0"/>
            </a:endParaRPr>
          </a:p>
          <a:p>
            <a:pPr lvl="0" indent="457200" defTabSz="457200">
              <a:lnSpc>
                <a:spcPts val="3600"/>
              </a:lnSpc>
            </a:pPr>
            <a:r>
              <a:rPr lang="zh-CN" altLang="en-US" sz="2400">
                <a:solidFill>
                  <a:prstClr val="black"/>
                </a:solidFill>
                <a:latin typeface="Times New Roman" panose="02020603050405020304" pitchFamily="18" charset="0"/>
                <a:cs typeface="Times New Roman" panose="02020603050405020304" pitchFamily="18" charset="0"/>
              </a:rPr>
              <a:t>长期生活在</a:t>
            </a:r>
            <a:r>
              <a:rPr lang="en-US" altLang="zh-CN" sz="2400" b="1">
                <a:solidFill>
                  <a:srgbClr val="C00000"/>
                </a:solidFill>
                <a:latin typeface="Times New Roman" panose="02020603050405020304" pitchFamily="18" charset="0"/>
                <a:cs typeface="Times New Roman" panose="02020603050405020304" pitchFamily="18" charset="0"/>
              </a:rPr>
              <a:t>90 dB </a:t>
            </a:r>
            <a:r>
              <a:rPr lang="zh-CN" altLang="en-US" sz="2400">
                <a:solidFill>
                  <a:prstClr val="black"/>
                </a:solidFill>
                <a:latin typeface="Times New Roman" panose="02020603050405020304" pitchFamily="18" charset="0"/>
                <a:cs typeface="Times New Roman" panose="02020603050405020304" pitchFamily="18" charset="0"/>
              </a:rPr>
              <a:t>以上的噪声环境中，听力会受到严重影响并产生神经衰弱、头疼、高血压等疾病；</a:t>
            </a:r>
            <a:endParaRPr lang="en-US" altLang="zh-CN" sz="2400">
              <a:solidFill>
                <a:prstClr val="black"/>
              </a:solidFill>
              <a:latin typeface="Times New Roman" panose="02020603050405020304" pitchFamily="18" charset="0"/>
              <a:cs typeface="Times New Roman" panose="02020603050405020304" pitchFamily="18" charset="0"/>
            </a:endParaRPr>
          </a:p>
          <a:p>
            <a:pPr lvl="0" indent="457200" defTabSz="457200">
              <a:lnSpc>
                <a:spcPts val="3600"/>
              </a:lnSpc>
            </a:pPr>
            <a:r>
              <a:rPr lang="zh-CN" altLang="en-US" sz="2400">
                <a:solidFill>
                  <a:prstClr val="black"/>
                </a:solidFill>
                <a:latin typeface="Times New Roman" panose="02020603050405020304" pitchFamily="18" charset="0"/>
                <a:cs typeface="Times New Roman" panose="02020603050405020304" pitchFamily="18" charset="0"/>
              </a:rPr>
              <a:t>如果突然暴露在高达</a:t>
            </a:r>
            <a:r>
              <a:rPr lang="en-US" altLang="zh-CN" sz="2400" b="1">
                <a:solidFill>
                  <a:srgbClr val="C00000"/>
                </a:solidFill>
                <a:latin typeface="Times New Roman" panose="02020603050405020304" pitchFamily="18" charset="0"/>
                <a:cs typeface="Times New Roman" panose="02020603050405020304" pitchFamily="18" charset="0"/>
              </a:rPr>
              <a:t>150 dB </a:t>
            </a:r>
            <a:r>
              <a:rPr lang="zh-CN" altLang="en-US" sz="2400">
                <a:solidFill>
                  <a:prstClr val="black"/>
                </a:solidFill>
                <a:latin typeface="Times New Roman" panose="02020603050405020304" pitchFamily="18" charset="0"/>
                <a:cs typeface="Times New Roman" panose="02020603050405020304" pitchFamily="18" charset="0"/>
              </a:rPr>
              <a:t>的噪声环境中，鼓膜会破裂出血，双耳完全失去听力。</a:t>
            </a:r>
            <a:endParaRPr lang="en-US" altLang="zh-CN" sz="2400" noProof="1">
              <a:solidFill>
                <a:prstClr val="black"/>
              </a:solidFill>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53F40532-A04B-B061-E6E5-AB16F22BADC6}"/>
              </a:ext>
            </a:extLst>
          </p:cNvPr>
          <p:cNvSpPr txBox="1"/>
          <p:nvPr>
            <p:custDataLst>
              <p:tags r:id="rId2"/>
            </p:custDataLst>
          </p:nvPr>
        </p:nvSpPr>
        <p:spPr>
          <a:xfrm>
            <a:off x="1173970" y="303554"/>
            <a:ext cx="4274594" cy="430887"/>
          </a:xfrm>
          <a:prstGeom prst="rect">
            <a:avLst/>
          </a:prstGeom>
          <a:noFill/>
        </p:spPr>
        <p:txBody>
          <a:bodyPr wrap="square" lIns="0" tIns="0" rIns="0" bIns="0" rtlCol="0">
            <a:spAutoFit/>
          </a:bodyPr>
          <a:lstStyle/>
          <a:p>
            <a:pPr fontAlgn="base">
              <a:defRPr/>
            </a:pPr>
            <a:r>
              <a:rPr lang="zh-CN" altLang="en-US" sz="2800" b="1">
                <a:solidFill>
                  <a:srgbClr val="7030A0"/>
                </a:solidFill>
                <a:latin typeface="Times New Roman" panose="02020603050405020304" pitchFamily="18" charset="0"/>
                <a:cs typeface="Times New Roman" panose="02020603050405020304" pitchFamily="18" charset="0"/>
              </a:rPr>
              <a:t>知识二、噪声的危害</a:t>
            </a:r>
          </a:p>
        </p:txBody>
      </p:sp>
      <p:pic>
        <p:nvPicPr>
          <p:cNvPr id="2" name="图片 1" descr="cbe3eb76672406fabbe30586b58813d">
            <a:extLst>
              <a:ext uri="{FF2B5EF4-FFF2-40B4-BE49-F238E27FC236}">
                <a16:creationId xmlns:a16="http://schemas.microsoft.com/office/drawing/2014/main" id="{F43753AF-00DD-4EB1-7930-E0938696522D}"/>
              </a:ext>
            </a:extLst>
          </p:cNvPr>
          <p:cNvPicPr>
            <a:picLocks noChangeAspect="1"/>
          </p:cNvPicPr>
          <p:nvPr/>
        </p:nvPicPr>
        <p:blipFill>
          <a:blip r:embed="rId4"/>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26874729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wipe(down)">
                                      <p:cBhvr>
                                        <p:cTn id="7" dur="500"/>
                                        <p:tgtEl>
                                          <p:spTgt spid="24">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4">
                                            <p:txEl>
                                              <p:pRg st="1" end="1"/>
                                            </p:txEl>
                                          </p:spTgt>
                                        </p:tgtEl>
                                        <p:attrNameLst>
                                          <p:attrName>style.visibility</p:attrName>
                                        </p:attrNameLst>
                                      </p:cBhvr>
                                      <p:to>
                                        <p:strVal val="visible"/>
                                      </p:to>
                                    </p:set>
                                    <p:animEffect transition="in" filter="barn(inVertical)">
                                      <p:cBhvr>
                                        <p:cTn id="12" dur="1000"/>
                                        <p:tgtEl>
                                          <p:spTgt spid="24">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4">
                                            <p:txEl>
                                              <p:pRg st="2" end="2"/>
                                            </p:txEl>
                                          </p:spTgt>
                                        </p:tgtEl>
                                        <p:attrNameLst>
                                          <p:attrName>style.visibility</p:attrName>
                                        </p:attrNameLst>
                                      </p:cBhvr>
                                      <p:to>
                                        <p:strVal val="visible"/>
                                      </p:to>
                                    </p:set>
                                    <p:animEffect transition="in" filter="barn(inVertical)">
                                      <p:cBhvr>
                                        <p:cTn id="17" dur="1000"/>
                                        <p:tgtEl>
                                          <p:spTgt spid="24">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4">
                                            <p:txEl>
                                              <p:pRg st="3" end="3"/>
                                            </p:txEl>
                                          </p:spTgt>
                                        </p:tgtEl>
                                        <p:attrNameLst>
                                          <p:attrName>style.visibility</p:attrName>
                                        </p:attrNameLst>
                                      </p:cBhvr>
                                      <p:to>
                                        <p:strVal val="visible"/>
                                      </p:to>
                                    </p:set>
                                    <p:animEffect transition="in" filter="barn(inVertical)">
                                      <p:cBhvr>
                                        <p:cTn id="22" dur="1000"/>
                                        <p:tgtEl>
                                          <p:spTgt spid="24">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4">
                                            <p:txEl>
                                              <p:pRg st="4" end="4"/>
                                            </p:txEl>
                                          </p:spTgt>
                                        </p:tgtEl>
                                        <p:attrNameLst>
                                          <p:attrName>style.visibility</p:attrName>
                                        </p:attrNameLst>
                                      </p:cBhvr>
                                      <p:to>
                                        <p:strVal val="visible"/>
                                      </p:to>
                                    </p:set>
                                    <p:animEffect transition="in" filter="barn(inVertical)">
                                      <p:cBhvr>
                                        <p:cTn id="27" dur="1000"/>
                                        <p:tgtEl>
                                          <p:spTgt spid="24">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4">
                                            <p:txEl>
                                              <p:pRg st="5" end="5"/>
                                            </p:txEl>
                                          </p:spTgt>
                                        </p:tgtEl>
                                        <p:attrNameLst>
                                          <p:attrName>style.visibility</p:attrName>
                                        </p:attrNameLst>
                                      </p:cBhvr>
                                      <p:to>
                                        <p:strVal val="visible"/>
                                      </p:to>
                                    </p:set>
                                    <p:animEffect transition="in" filter="blinds(horizontal)">
                                      <p:cBhvr>
                                        <p:cTn id="32" dur="500"/>
                                        <p:tgtEl>
                                          <p:spTgt spid="24">
                                            <p:txEl>
                                              <p:pRg st="5" end="5"/>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4">
                                            <p:txEl>
                                              <p:pRg st="6" end="6"/>
                                            </p:txEl>
                                          </p:spTgt>
                                        </p:tgtEl>
                                        <p:attrNameLst>
                                          <p:attrName>style.visibility</p:attrName>
                                        </p:attrNameLst>
                                      </p:cBhvr>
                                      <p:to>
                                        <p:strVal val="visible"/>
                                      </p:to>
                                    </p:set>
                                    <p:animEffect transition="in" filter="blinds(horizontal)">
                                      <p:cBhvr>
                                        <p:cTn id="37" dur="500"/>
                                        <p:tgtEl>
                                          <p:spTgt spid="2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a:extLst>
              <a:ext uri="{FF2B5EF4-FFF2-40B4-BE49-F238E27FC236}">
                <a16:creationId xmlns:a16="http://schemas.microsoft.com/office/drawing/2014/main" id="{46793A86-16D4-5496-C3F5-D11A957EC84D}"/>
              </a:ext>
            </a:extLst>
          </p:cNvPr>
          <p:cNvSpPr txBox="1"/>
          <p:nvPr>
            <p:custDataLst>
              <p:tags r:id="rId1"/>
            </p:custDataLst>
          </p:nvPr>
        </p:nvSpPr>
        <p:spPr>
          <a:xfrm>
            <a:off x="1173969" y="335304"/>
            <a:ext cx="4673938" cy="430887"/>
          </a:xfrm>
          <a:prstGeom prst="rect">
            <a:avLst/>
          </a:prstGeom>
          <a:noFill/>
        </p:spPr>
        <p:txBody>
          <a:bodyPr wrap="square" lIns="0" tIns="0" rIns="0" bIns="0" rtlCol="0">
            <a:spAutoFit/>
          </a:bodyPr>
          <a:lstStyle/>
          <a:p>
            <a:pPr fontAlgn="base">
              <a:defRPr/>
            </a:pPr>
            <a:r>
              <a:rPr lang="zh-CN" altLang="en-US" sz="2800" b="1">
                <a:solidFill>
                  <a:srgbClr val="4BACC6">
                    <a:lumMod val="75000"/>
                  </a:srgbClr>
                </a:solidFill>
                <a:latin typeface="Times New Roman" panose="02020603050405020304" pitchFamily="18" charset="0"/>
                <a:cs typeface="Times New Roman" panose="02020603050405020304" pitchFamily="18" charset="0"/>
              </a:rPr>
              <a:t>知识三、噪声的控制</a:t>
            </a:r>
          </a:p>
        </p:txBody>
      </p:sp>
      <p:sp>
        <p:nvSpPr>
          <p:cNvPr id="2" name="文本框 1">
            <a:extLst>
              <a:ext uri="{FF2B5EF4-FFF2-40B4-BE49-F238E27FC236}">
                <a16:creationId xmlns:a16="http://schemas.microsoft.com/office/drawing/2014/main" id="{7A4ED63F-408F-6780-233E-C01D81A4363B}"/>
              </a:ext>
            </a:extLst>
          </p:cNvPr>
          <p:cNvSpPr txBox="1"/>
          <p:nvPr>
            <p:custDataLst>
              <p:tags r:id="rId2"/>
            </p:custDataLst>
          </p:nvPr>
        </p:nvSpPr>
        <p:spPr>
          <a:xfrm>
            <a:off x="1838357" y="1072530"/>
            <a:ext cx="5457476" cy="3117905"/>
          </a:xfrm>
          <a:prstGeom prst="rect">
            <a:avLst/>
          </a:prstGeom>
          <a:noFill/>
        </p:spPr>
        <p:txBody>
          <a:bodyPr wrap="square">
            <a:spAutoFit/>
          </a:bodyPr>
          <a:lstStyle/>
          <a:p>
            <a:pPr indent="504000">
              <a:lnSpc>
                <a:spcPts val="4000"/>
              </a:lnSpc>
              <a:defRPr/>
            </a:pPr>
            <a:r>
              <a:rPr lang="en-US" altLang="zh-CN" sz="2500" b="1">
                <a:solidFill>
                  <a:srgbClr val="0070C0"/>
                </a:solidFill>
                <a:latin typeface="Times New Roman" panose="02020603050405020304" pitchFamily="18" charset="0"/>
                <a:cs typeface="Times New Roman" panose="02020603050405020304" pitchFamily="18" charset="0"/>
              </a:rPr>
              <a:t>1. </a:t>
            </a:r>
            <a:r>
              <a:rPr lang="zh-CN" altLang="en-US" sz="2500" b="1">
                <a:solidFill>
                  <a:srgbClr val="0070C0"/>
                </a:solidFill>
                <a:latin typeface="Times New Roman" panose="02020603050405020304" pitchFamily="18" charset="0"/>
                <a:cs typeface="Times New Roman" panose="02020603050405020304" pitchFamily="18" charset="0"/>
              </a:rPr>
              <a:t>噪声测试仪</a:t>
            </a:r>
            <a:r>
              <a:rPr lang="zh-CN" altLang="en-US" sz="2500">
                <a:latin typeface="Times New Roman" panose="02020603050405020304" pitchFamily="18" charset="0"/>
                <a:cs typeface="Times New Roman" panose="02020603050405020304" pitchFamily="18" charset="0"/>
                <a:sym typeface="Arial" panose="020B0604020202020204" pitchFamily="34" charset="0"/>
              </a:rPr>
              <a:t>：</a:t>
            </a:r>
            <a:endParaRPr lang="en-US" altLang="zh-CN" sz="2500">
              <a:latin typeface="Times New Roman" panose="02020603050405020304" pitchFamily="18" charset="0"/>
              <a:cs typeface="Times New Roman" panose="02020603050405020304" pitchFamily="18" charset="0"/>
              <a:sym typeface="Arial" panose="020B0604020202020204" pitchFamily="34" charset="0"/>
            </a:endParaRPr>
          </a:p>
          <a:p>
            <a:pPr indent="504000">
              <a:lnSpc>
                <a:spcPts val="4000"/>
              </a:lnSpc>
              <a:defRPr/>
            </a:pPr>
            <a:r>
              <a:rPr lang="zh-CN" altLang="en-US" sz="2500" noProof="1">
                <a:latin typeface="Times New Roman"/>
                <a:cs typeface="+mn-ea"/>
              </a:rPr>
              <a:t>测噪声的仪器，单位是分贝</a:t>
            </a:r>
            <a:r>
              <a:rPr lang="en-US" altLang="zh-CN" sz="2500" noProof="1">
                <a:latin typeface="Times New Roman"/>
                <a:cs typeface="+mn-ea"/>
              </a:rPr>
              <a:t>dB</a:t>
            </a:r>
            <a:r>
              <a:rPr lang="zh-CN" altLang="en-US" sz="2500" noProof="1">
                <a:latin typeface="Times New Roman"/>
                <a:cs typeface="+mn-ea"/>
              </a:rPr>
              <a:t>。</a:t>
            </a:r>
            <a:endParaRPr lang="en-US" altLang="zh-CN" sz="2500" noProof="1">
              <a:latin typeface="Times New Roman"/>
              <a:cs typeface="+mn-ea"/>
            </a:endParaRPr>
          </a:p>
          <a:p>
            <a:pPr indent="504000">
              <a:lnSpc>
                <a:spcPts val="4000"/>
              </a:lnSpc>
              <a:defRPr/>
            </a:pPr>
            <a:r>
              <a:rPr lang="en-US" altLang="zh-CN" sz="2500" b="1">
                <a:solidFill>
                  <a:srgbClr val="0070C0"/>
                </a:solidFill>
                <a:latin typeface="Times New Roman" panose="02020603050405020304" pitchFamily="18" charset="0"/>
                <a:cs typeface="Times New Roman" panose="02020603050405020304" pitchFamily="18" charset="0"/>
                <a:sym typeface="Arial" panose="020B0604020202020204" pitchFamily="34" charset="0"/>
              </a:rPr>
              <a:t>2. </a:t>
            </a:r>
            <a:r>
              <a:rPr lang="zh-CN" altLang="en-US" sz="2500" b="1">
                <a:solidFill>
                  <a:srgbClr val="0070C0"/>
                </a:solidFill>
                <a:latin typeface="Times New Roman" panose="02020603050405020304" pitchFamily="18" charset="0"/>
                <a:cs typeface="Times New Roman" panose="02020603050405020304" pitchFamily="18" charset="0"/>
                <a:sym typeface="Arial" panose="020B0604020202020204" pitchFamily="34" charset="0"/>
              </a:rPr>
              <a:t>控制噪声的措施</a:t>
            </a:r>
          </a:p>
          <a:p>
            <a:pPr indent="504000">
              <a:lnSpc>
                <a:spcPts val="4000"/>
              </a:lnSpc>
              <a:defRPr/>
            </a:pPr>
            <a:r>
              <a:rPr lang="zh-CN" altLang="en-US" sz="2500">
                <a:latin typeface="微软雅黑" panose="020B0503020204020204" pitchFamily="34" charset="-122"/>
              </a:rPr>
              <a:t>（</a:t>
            </a:r>
            <a:r>
              <a:rPr lang="en-US" altLang="zh-CN" sz="2500">
                <a:latin typeface="Times New Roman" panose="02020603050405020304" pitchFamily="18" charset="0"/>
                <a:cs typeface="Times New Roman" panose="02020603050405020304" pitchFamily="18" charset="0"/>
              </a:rPr>
              <a:t>1</a:t>
            </a:r>
            <a:r>
              <a:rPr lang="zh-CN" altLang="en-US" sz="2500">
                <a:latin typeface="微软雅黑" panose="020B0503020204020204" pitchFamily="34" charset="-122"/>
              </a:rPr>
              <a:t>）在</a:t>
            </a:r>
            <a:r>
              <a:rPr lang="zh-CN" altLang="en-US" sz="2500">
                <a:solidFill>
                  <a:srgbClr val="C00000"/>
                </a:solidFill>
                <a:latin typeface="微软雅黑" panose="020B0503020204020204" pitchFamily="34" charset="-122"/>
              </a:rPr>
              <a:t>声源处</a:t>
            </a:r>
            <a:r>
              <a:rPr lang="zh-CN" altLang="en-US" sz="2500">
                <a:latin typeface="微软雅黑" panose="020B0503020204020204" pitchFamily="34" charset="-122"/>
              </a:rPr>
              <a:t>控制噪声；</a:t>
            </a:r>
            <a:endParaRPr lang="en-US" altLang="zh-CN" sz="2500">
              <a:latin typeface="微软雅黑" panose="020B0503020204020204" pitchFamily="34" charset="-122"/>
            </a:endParaRPr>
          </a:p>
          <a:p>
            <a:pPr indent="504000">
              <a:lnSpc>
                <a:spcPts val="4000"/>
              </a:lnSpc>
              <a:defRPr/>
            </a:pPr>
            <a:r>
              <a:rPr lang="zh-CN" altLang="en-US" sz="2500">
                <a:latin typeface="Times New Roman" panose="02020603050405020304" pitchFamily="18" charset="0"/>
                <a:cs typeface="Times New Roman" panose="02020603050405020304" pitchFamily="18" charset="0"/>
              </a:rPr>
              <a:t>（</a:t>
            </a:r>
            <a:r>
              <a:rPr lang="en-US" altLang="zh-CN" sz="2500">
                <a:latin typeface="Times New Roman" panose="02020603050405020304" pitchFamily="18" charset="0"/>
                <a:cs typeface="Times New Roman" panose="02020603050405020304" pitchFamily="18" charset="0"/>
              </a:rPr>
              <a:t>2</a:t>
            </a:r>
            <a:r>
              <a:rPr lang="zh-CN" altLang="en-US" sz="2500">
                <a:latin typeface="Times New Roman" panose="02020603050405020304" pitchFamily="18" charset="0"/>
                <a:cs typeface="Times New Roman" panose="02020603050405020304" pitchFamily="18" charset="0"/>
              </a:rPr>
              <a:t>）在声音</a:t>
            </a:r>
            <a:r>
              <a:rPr lang="zh-CN" altLang="en-US" sz="2500">
                <a:solidFill>
                  <a:srgbClr val="C00000"/>
                </a:solidFill>
                <a:latin typeface="微软雅黑" panose="020B0503020204020204" pitchFamily="34" charset="-122"/>
              </a:rPr>
              <a:t>传播途中</a:t>
            </a:r>
            <a:r>
              <a:rPr lang="zh-CN" altLang="en-US" sz="2500">
                <a:latin typeface="Times New Roman" panose="02020603050405020304" pitchFamily="18" charset="0"/>
                <a:cs typeface="Times New Roman" panose="02020603050405020304" pitchFamily="18" charset="0"/>
              </a:rPr>
              <a:t>控制； </a:t>
            </a:r>
            <a:endParaRPr lang="zh-CN" altLang="zh-CN" sz="2500">
              <a:latin typeface="Times New Roman" panose="02020603050405020304" pitchFamily="18" charset="0"/>
              <a:cs typeface="Times New Roman" panose="02020603050405020304" pitchFamily="18" charset="0"/>
            </a:endParaRPr>
          </a:p>
          <a:p>
            <a:pPr indent="504000">
              <a:lnSpc>
                <a:spcPts val="4000"/>
              </a:lnSpc>
              <a:defRPr/>
            </a:pPr>
            <a:r>
              <a:rPr lang="zh-CN" altLang="en-US" sz="2500">
                <a:latin typeface="Times New Roman"/>
              </a:rPr>
              <a:t>（</a:t>
            </a:r>
            <a:r>
              <a:rPr lang="en-US" altLang="zh-CN" sz="2500">
                <a:latin typeface="Times New Roman"/>
              </a:rPr>
              <a:t>3</a:t>
            </a:r>
            <a:r>
              <a:rPr lang="zh-CN" altLang="en-US" sz="2500">
                <a:latin typeface="Times New Roman"/>
              </a:rPr>
              <a:t>）在声音</a:t>
            </a:r>
            <a:r>
              <a:rPr lang="zh-CN" altLang="en-US" sz="2500">
                <a:solidFill>
                  <a:srgbClr val="C00000"/>
                </a:solidFill>
                <a:latin typeface="微软雅黑" panose="020B0503020204020204" pitchFamily="34" charset="-122"/>
              </a:rPr>
              <a:t>接收处</a:t>
            </a:r>
            <a:r>
              <a:rPr lang="zh-CN" altLang="en-US" sz="2500">
                <a:latin typeface="Times New Roman"/>
              </a:rPr>
              <a:t>控制。</a:t>
            </a:r>
            <a:endParaRPr lang="en-US" altLang="zh-CN" sz="2500" noProof="1">
              <a:latin typeface="Times New Roman"/>
              <a:cs typeface="+mn-ea"/>
            </a:endParaRPr>
          </a:p>
        </p:txBody>
      </p:sp>
      <p:pic>
        <p:nvPicPr>
          <p:cNvPr id="5" name="图片 4">
            <a:extLst>
              <a:ext uri="{FF2B5EF4-FFF2-40B4-BE49-F238E27FC236}">
                <a16:creationId xmlns:a16="http://schemas.microsoft.com/office/drawing/2014/main" id="{77B6A56F-0B6B-9817-0B33-A8C1BB6E784F}"/>
              </a:ext>
            </a:extLst>
          </p:cNvPr>
          <p:cNvPicPr>
            <a:picLocks noChangeAspect="1"/>
          </p:cNvPicPr>
          <p:nvPr>
            <p:custDataLst>
              <p:tags r:id="rId3"/>
            </p:custDataLst>
          </p:nvPr>
        </p:nvPicPr>
        <p:blipFill>
          <a:blip r:embed="rId8"/>
          <a:stretch>
            <a:fillRect/>
          </a:stretch>
        </p:blipFill>
        <p:spPr>
          <a:xfrm>
            <a:off x="7941265" y="1619302"/>
            <a:ext cx="2597291" cy="2024360"/>
          </a:xfrm>
          <a:prstGeom prst="rect">
            <a:avLst/>
          </a:prstGeom>
          <a:effectLst>
            <a:softEdge rad="31750"/>
          </a:effectLst>
        </p:spPr>
      </p:pic>
      <p:pic>
        <p:nvPicPr>
          <p:cNvPr id="24" name="图片 23">
            <a:extLst>
              <a:ext uri="{FF2B5EF4-FFF2-40B4-BE49-F238E27FC236}">
                <a16:creationId xmlns:a16="http://schemas.microsoft.com/office/drawing/2014/main" id="{1FD1D918-E5B9-6AFE-DF7A-F345E306308B}"/>
              </a:ext>
            </a:extLst>
          </p:cNvPr>
          <p:cNvPicPr>
            <a:picLocks noChangeAspect="1"/>
          </p:cNvPicPr>
          <p:nvPr>
            <p:custDataLst>
              <p:tags r:id="rId4"/>
            </p:custDataLst>
          </p:nvPr>
        </p:nvPicPr>
        <p:blipFill>
          <a:blip r:embed="rId9"/>
          <a:stretch>
            <a:fillRect/>
          </a:stretch>
        </p:blipFill>
        <p:spPr>
          <a:xfrm>
            <a:off x="7624905" y="4400629"/>
            <a:ext cx="3230012" cy="1663945"/>
          </a:xfrm>
          <a:prstGeom prst="rect">
            <a:avLst/>
          </a:prstGeom>
          <a:effectLst>
            <a:softEdge rad="31750"/>
          </a:effectLst>
        </p:spPr>
      </p:pic>
      <p:pic>
        <p:nvPicPr>
          <p:cNvPr id="25" name="图片 24">
            <a:extLst>
              <a:ext uri="{FF2B5EF4-FFF2-40B4-BE49-F238E27FC236}">
                <a16:creationId xmlns:a16="http://schemas.microsoft.com/office/drawing/2014/main" id="{EC91AF67-7362-6AA2-D498-B381A5FFAD77}"/>
              </a:ext>
            </a:extLst>
          </p:cNvPr>
          <p:cNvPicPr>
            <a:picLocks noChangeAspect="1"/>
          </p:cNvPicPr>
          <p:nvPr>
            <p:custDataLst>
              <p:tags r:id="rId5"/>
            </p:custDataLst>
          </p:nvPr>
        </p:nvPicPr>
        <p:blipFill>
          <a:blip r:embed="rId10"/>
          <a:stretch>
            <a:fillRect/>
          </a:stretch>
        </p:blipFill>
        <p:spPr>
          <a:xfrm>
            <a:off x="1981190" y="4496775"/>
            <a:ext cx="2585905" cy="1573243"/>
          </a:xfrm>
          <a:prstGeom prst="rect">
            <a:avLst/>
          </a:prstGeom>
          <a:effectLst>
            <a:softEdge rad="31750"/>
          </a:effectLst>
        </p:spPr>
      </p:pic>
      <p:pic>
        <p:nvPicPr>
          <p:cNvPr id="26" name="图片 25">
            <a:extLst>
              <a:ext uri="{FF2B5EF4-FFF2-40B4-BE49-F238E27FC236}">
                <a16:creationId xmlns:a16="http://schemas.microsoft.com/office/drawing/2014/main" id="{28AF6F30-4075-D77F-5154-E9F81C276857}"/>
              </a:ext>
            </a:extLst>
          </p:cNvPr>
          <p:cNvPicPr>
            <a:picLocks noChangeAspect="1"/>
          </p:cNvPicPr>
          <p:nvPr>
            <p:custDataLst>
              <p:tags r:id="rId6"/>
            </p:custDataLst>
          </p:nvPr>
        </p:nvPicPr>
        <p:blipFill>
          <a:blip r:embed="rId11"/>
          <a:srcRect t="57770" r="60044"/>
          <a:stretch>
            <a:fillRect/>
          </a:stretch>
        </p:blipFill>
        <p:spPr>
          <a:xfrm>
            <a:off x="4899145" y="4496775"/>
            <a:ext cx="2393710" cy="1587797"/>
          </a:xfrm>
          <a:prstGeom prst="rect">
            <a:avLst/>
          </a:prstGeom>
          <a:effectLst>
            <a:softEdge rad="31750"/>
          </a:effectLst>
        </p:spPr>
      </p:pic>
      <p:pic>
        <p:nvPicPr>
          <p:cNvPr id="3" name="图片 2" descr="cbe3eb76672406fabbe30586b58813d">
            <a:extLst>
              <a:ext uri="{FF2B5EF4-FFF2-40B4-BE49-F238E27FC236}">
                <a16:creationId xmlns:a16="http://schemas.microsoft.com/office/drawing/2014/main" id="{CF11A10A-7064-D423-1B27-3E8FE58E109C}"/>
              </a:ext>
            </a:extLst>
          </p:cNvPr>
          <p:cNvPicPr>
            <a:picLocks noChangeAspect="1"/>
          </p:cNvPicPr>
          <p:nvPr/>
        </p:nvPicPr>
        <p:blipFill>
          <a:blip r:embed="rId12"/>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37994165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arn(outVertical)">
                                      <p:cBhvr>
                                        <p:cTn id="12" dur="750"/>
                                        <p:tgtEl>
                                          <p:spTgt spid="2">
                                            <p:txEl>
                                              <p:pRg st="1" end="1"/>
                                            </p:txEl>
                                          </p:spTgt>
                                        </p:tgtEl>
                                      </p:cBhvr>
                                    </p:animEffect>
                                  </p:childTnLst>
                                </p:cTn>
                              </p:par>
                            </p:childTnLst>
                          </p:cTn>
                        </p:par>
                        <p:par>
                          <p:cTn id="13" fill="hold" nodeType="afterGroup">
                            <p:stCondLst>
                              <p:cond delay="750"/>
                            </p:stCondLst>
                            <p:childTnLst>
                              <p:par>
                                <p:cTn id="14" presetID="16" presetClass="entr" presetSubtype="21"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inVertical)">
                                      <p:cBhvr>
                                        <p:cTn id="16" dur="750"/>
                                        <p:tgtEl>
                                          <p:spTgt spid="5"/>
                                        </p:tgtEl>
                                      </p:cBhvr>
                                    </p:animEffect>
                                  </p:childTnLst>
                                </p:cTn>
                              </p:par>
                            </p:childTnLst>
                          </p:cTn>
                        </p:par>
                      </p:childTnLst>
                    </p:cTn>
                  </p:par>
                  <p:par>
                    <p:cTn id="17" fill="hold" nodeType="clickPar">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checkerboard(across)">
                                      <p:cBhvr>
                                        <p:cTn id="21" dur="500"/>
                                        <p:tgtEl>
                                          <p:spTgt spid="2">
                                            <p:txEl>
                                              <p:pRg st="2" end="2"/>
                                            </p:txEl>
                                          </p:spTgt>
                                        </p:tgtEl>
                                      </p:cBhvr>
                                    </p:animEffect>
                                  </p:childTnLst>
                                </p:cTn>
                              </p:par>
                            </p:childTnLst>
                          </p:cTn>
                        </p:par>
                      </p:childTnLst>
                    </p:cTn>
                  </p:par>
                  <p:par>
                    <p:cTn id="22" fill="hold" nodeType="clickPar">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2">
                                            <p:txEl>
                                              <p:pRg st="3" end="3"/>
                                            </p:txEl>
                                          </p:spTgt>
                                        </p:tgtEl>
                                        <p:attrNameLst>
                                          <p:attrName>style.visibility</p:attrName>
                                        </p:attrNameLst>
                                      </p:cBhvr>
                                      <p:to>
                                        <p:strVal val="visible"/>
                                      </p:to>
                                    </p:set>
                                    <p:animEffect transition="in" filter="checkerboard(across)">
                                      <p:cBhvr>
                                        <p:cTn id="26" dur="500"/>
                                        <p:tgtEl>
                                          <p:spTgt spid="2">
                                            <p:txEl>
                                              <p:pRg st="3" end="3"/>
                                            </p:txEl>
                                          </p:spTgt>
                                        </p:tgtEl>
                                      </p:cBhvr>
                                    </p:animEffect>
                                  </p:childTnLst>
                                </p:cTn>
                              </p:par>
                              <p:par>
                                <p:cTn id="27" presetID="16" presetClass="entr" presetSubtype="21"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barn(inVertical)">
                                      <p:cBhvr>
                                        <p:cTn id="29" dur="500"/>
                                        <p:tgtEl>
                                          <p:spTgt spid="25"/>
                                        </p:tgtEl>
                                      </p:cBhvr>
                                    </p:animEffect>
                                  </p:childTnLst>
                                </p:cTn>
                              </p:par>
                            </p:childTnLst>
                          </p:cTn>
                        </p:par>
                      </p:childTnLst>
                    </p:cTn>
                  </p:par>
                  <p:par>
                    <p:cTn id="30" fill="hold" nodeType="clickPar">
                      <p:stCondLst>
                        <p:cond delay="indefinite"/>
                      </p:stCondLst>
                      <p:childTnLst>
                        <p:par>
                          <p:cTn id="31" fill="hold">
                            <p:stCondLst>
                              <p:cond delay="0"/>
                            </p:stCondLst>
                            <p:childTnLst>
                              <p:par>
                                <p:cTn id="32" presetID="5" presetClass="entr" presetSubtype="10" fill="hold" nodeType="clickEffect">
                                  <p:stCondLst>
                                    <p:cond delay="0"/>
                                  </p:stCondLst>
                                  <p:childTnLst>
                                    <p:set>
                                      <p:cBhvr>
                                        <p:cTn id="33" dur="1" fill="hold">
                                          <p:stCondLst>
                                            <p:cond delay="0"/>
                                          </p:stCondLst>
                                        </p:cTn>
                                        <p:tgtEl>
                                          <p:spTgt spid="2">
                                            <p:txEl>
                                              <p:pRg st="4" end="4"/>
                                            </p:txEl>
                                          </p:spTgt>
                                        </p:tgtEl>
                                        <p:attrNameLst>
                                          <p:attrName>style.visibility</p:attrName>
                                        </p:attrNameLst>
                                      </p:cBhvr>
                                      <p:to>
                                        <p:strVal val="visible"/>
                                      </p:to>
                                    </p:set>
                                    <p:animEffect transition="in" filter="checkerboard(across)">
                                      <p:cBhvr>
                                        <p:cTn id="34" dur="500"/>
                                        <p:tgtEl>
                                          <p:spTgt spid="2">
                                            <p:txEl>
                                              <p:pRg st="4" end="4"/>
                                            </p:txEl>
                                          </p:spTgt>
                                        </p:tgtEl>
                                      </p:cBhvr>
                                    </p:animEffect>
                                  </p:childTnLst>
                                </p:cTn>
                              </p:par>
                              <p:par>
                                <p:cTn id="35" presetID="16" presetClass="entr" presetSubtype="21"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barn(inVertical)">
                                      <p:cBhvr>
                                        <p:cTn id="37" dur="500"/>
                                        <p:tgtEl>
                                          <p:spTgt spid="26"/>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checkerboard(across)">
                                      <p:cBhvr>
                                        <p:cTn id="42" dur="500"/>
                                        <p:tgtEl>
                                          <p:spTgt spid="2">
                                            <p:txEl>
                                              <p:pRg st="5" end="5"/>
                                            </p:txEl>
                                          </p:spTgt>
                                        </p:tgtEl>
                                      </p:cBhvr>
                                    </p:animEffect>
                                  </p:childTnLst>
                                </p:cTn>
                              </p:par>
                              <p:par>
                                <p:cTn id="43" presetID="22" presetClass="entr" presetSubtype="4"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wipe(down)">
                                      <p:cBhvr>
                                        <p:cTn id="4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BCC070A-21A8-AACA-EFF5-A0F001A49F9E}"/>
              </a:ext>
            </a:extLst>
          </p:cNvPr>
          <p:cNvSpPr txBox="1"/>
          <p:nvPr>
            <p:custDataLst>
              <p:tags r:id="rId1"/>
            </p:custDataLst>
          </p:nvPr>
        </p:nvSpPr>
        <p:spPr>
          <a:xfrm>
            <a:off x="1008846" y="391060"/>
            <a:ext cx="3818335" cy="359073"/>
          </a:xfrm>
          <a:prstGeom prst="rect">
            <a:avLst/>
          </a:prstGeom>
          <a:noFill/>
        </p:spPr>
        <p:txBody>
          <a:bodyPr wrap="square" lIns="0" tIns="0" rIns="0" bIns="0" rtlCol="0">
            <a:spAutoFit/>
          </a:bodyPr>
          <a:lstStyle/>
          <a:p>
            <a:pPr marL="0" marR="0" lvl="0" indent="0" algn="l" defTabSz="914400" rtl="0" eaLnBrk="1" fontAlgn="auto" latinLnBrk="0" hangingPunct="1">
              <a:lnSpc>
                <a:spcPts val="2800"/>
              </a:lnSpc>
              <a:spcBef>
                <a:spcPct val="0"/>
              </a:spcBef>
              <a:spcAft>
                <a:spcPct val="0"/>
              </a:spcAft>
              <a:buClrTx/>
              <a:buSzTx/>
              <a:buFontTx/>
              <a:buNone/>
              <a:defRPr/>
            </a:pPr>
            <a:r>
              <a:rPr kumimoji="0" lang="zh-CN" altLang="en-US" sz="2800" b="1" i="0" u="none" strike="noStrike" kern="0" cap="none" spc="0" normalizeH="0" baseline="0" noProof="0">
                <a:ln>
                  <a:noFill/>
                </a:ln>
                <a:solidFill>
                  <a:srgbClr val="1F497D">
                    <a:lumMod val="60000"/>
                    <a:lumOff val="40000"/>
                  </a:srgbClr>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题型一、噪声的辨析</a:t>
            </a:r>
          </a:p>
        </p:txBody>
      </p:sp>
      <p:grpSp>
        <p:nvGrpSpPr>
          <p:cNvPr id="3" name="组合 2">
            <a:extLst>
              <a:ext uri="{FF2B5EF4-FFF2-40B4-BE49-F238E27FC236}">
                <a16:creationId xmlns:a16="http://schemas.microsoft.com/office/drawing/2014/main" id="{179A00B3-B7CC-3563-8A2F-E69591ED9CD8}"/>
              </a:ext>
            </a:extLst>
          </p:cNvPr>
          <p:cNvGrpSpPr/>
          <p:nvPr>
            <p:custDataLst>
              <p:tags r:id="rId2"/>
            </p:custDataLst>
          </p:nvPr>
        </p:nvGrpSpPr>
        <p:grpSpPr>
          <a:xfrm>
            <a:off x="0" y="4433018"/>
            <a:ext cx="12192000" cy="2381439"/>
            <a:chOff x="1802108" y="2722671"/>
            <a:chExt cx="6762965" cy="2194352"/>
          </a:xfrm>
        </p:grpSpPr>
        <p:sp>
          <p:nvSpPr>
            <p:cNvPr id="4" name="矩形 37">
              <a:extLst>
                <a:ext uri="{FF2B5EF4-FFF2-40B4-BE49-F238E27FC236}">
                  <a16:creationId xmlns:a16="http://schemas.microsoft.com/office/drawing/2014/main" id="{6472A98B-ECCE-DACC-F2B5-12005E91FEED}"/>
                </a:ext>
              </a:extLst>
            </p:cNvPr>
            <p:cNvSpPr>
              <a:spLocks noChangeArrowheads="1"/>
            </p:cNvSpPr>
            <p:nvPr>
              <p:custDataLst>
                <p:tags r:id="rId8"/>
              </p:custDataLst>
            </p:nvPr>
          </p:nvSpPr>
          <p:spPr bwMode="auto">
            <a:xfrm>
              <a:off x="1802108" y="2722671"/>
              <a:ext cx="6762965" cy="219435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1218002" rtl="0" eaLnBrk="1" fontAlgn="auto" latinLnBrk="0" hangingPunct="1">
                <a:lnSpc>
                  <a:spcPct val="100000"/>
                </a:lnSpc>
                <a:spcBef>
                  <a:spcPct val="0"/>
                </a:spcBef>
                <a:spcAft>
                  <a:spcPct val="0"/>
                </a:spcAft>
                <a:buClrTx/>
                <a:buSzTx/>
                <a:buFontTx/>
                <a:buNone/>
                <a:defRPr/>
              </a:pPr>
              <a:endParaRPr kumimoji="0" lang="zh-CN" altLang="en-US" sz="2399" b="0" i="0" u="none" strike="noStrike" kern="1200" cap="none" spc="0" normalizeH="0" baseline="0" noProof="0">
                <a:ln>
                  <a:noFill/>
                </a:ln>
                <a:solidFill>
                  <a:prstClr val="white"/>
                </a:solidFill>
                <a:effectLst/>
                <a:uLnTx/>
                <a:uFillTx/>
                <a:latin typeface="Times New Roman"/>
                <a:ea typeface="微软雅黑" panose="020B0503020204020204" charset="-122"/>
                <a:cs typeface="+mn-ea"/>
                <a:sym typeface="+mn-lt"/>
              </a:endParaRPr>
            </a:p>
          </p:txBody>
        </p:sp>
        <p:pic>
          <p:nvPicPr>
            <p:cNvPr id="5" name="图片 4">
              <a:extLst>
                <a:ext uri="{FF2B5EF4-FFF2-40B4-BE49-F238E27FC236}">
                  <a16:creationId xmlns:a16="http://schemas.microsoft.com/office/drawing/2014/main" id="{2E1AE1EE-944E-CFDD-DA7B-2C8689514A9C}"/>
                </a:ext>
              </a:extLst>
            </p:cNvPr>
            <p:cNvPicPr>
              <a:picLocks noChangeAspect="1"/>
            </p:cNvPicPr>
            <p:nvPr>
              <p:custDataLst>
                <p:tags r:id="rId9"/>
              </p:custDataLst>
            </p:nvPr>
          </p:nvPicPr>
          <p:blipFill>
            <a:blip r:embed="rId11"/>
            <a:srcRect l="16093" t="19040" r="16095" b="25092"/>
            <a:stretch>
              <a:fillRect/>
            </a:stretch>
          </p:blipFill>
          <p:spPr>
            <a:xfrm>
              <a:off x="1837449" y="2787876"/>
              <a:ext cx="649101" cy="580019"/>
            </a:xfrm>
            <a:prstGeom prst="rect">
              <a:avLst/>
            </a:prstGeom>
          </p:spPr>
        </p:pic>
      </p:grpSp>
      <p:pic>
        <p:nvPicPr>
          <p:cNvPr id="6" name="图片 5">
            <a:extLst>
              <a:ext uri="{FF2B5EF4-FFF2-40B4-BE49-F238E27FC236}">
                <a16:creationId xmlns:a16="http://schemas.microsoft.com/office/drawing/2014/main" id="{CAE057B9-AC20-766B-0839-4ABAC4452085}"/>
              </a:ext>
            </a:extLst>
          </p:cNvPr>
          <p:cNvPicPr>
            <a:picLocks noChangeAspect="1"/>
          </p:cNvPicPr>
          <p:nvPr>
            <p:custDataLst>
              <p:tags r:id="rId3"/>
            </p:custDataLst>
          </p:nvPr>
        </p:nvPicPr>
        <p:blipFill>
          <a:blip r:embed="rId12"/>
          <a:stretch>
            <a:fillRect/>
          </a:stretch>
        </p:blipFill>
        <p:spPr>
          <a:xfrm>
            <a:off x="2719421" y="2818703"/>
            <a:ext cx="7306680" cy="1495519"/>
          </a:xfrm>
          <a:prstGeom prst="rect">
            <a:avLst/>
          </a:prstGeom>
        </p:spPr>
      </p:pic>
      <p:sp>
        <p:nvSpPr>
          <p:cNvPr id="7" name="矩形 6">
            <a:extLst>
              <a:ext uri="{FF2B5EF4-FFF2-40B4-BE49-F238E27FC236}">
                <a16:creationId xmlns:a16="http://schemas.microsoft.com/office/drawing/2014/main" id="{646A6470-F956-BD7F-E76C-C4519B21F495}"/>
              </a:ext>
            </a:extLst>
          </p:cNvPr>
          <p:cNvSpPr/>
          <p:nvPr>
            <p:custDataLst>
              <p:tags r:id="rId4"/>
            </p:custDataLst>
          </p:nvPr>
        </p:nvSpPr>
        <p:spPr>
          <a:xfrm>
            <a:off x="851647" y="1229471"/>
            <a:ext cx="10488706" cy="1094852"/>
          </a:xfrm>
          <a:prstGeom prst="rect">
            <a:avLst/>
          </a:prstGeom>
        </p:spPr>
        <p:txBody>
          <a:bodyPr wrap="square">
            <a:spAutoFit/>
          </a:bodyPr>
          <a:lstStyle/>
          <a:p>
            <a:pPr marL="0" marR="0" lvl="0" indent="609585" algn="l" defTabSz="1219170" rtl="0" eaLnBrk="1" fontAlgn="base" latinLnBrk="0" hangingPunct="1">
              <a:lnSpc>
                <a:spcPts val="4100"/>
              </a:lnSpc>
              <a:spcBef>
                <a:spcPct val="0"/>
              </a:spcBef>
              <a:spcAft>
                <a:spcPct val="0"/>
              </a:spcAft>
              <a:buClrTx/>
              <a:buSzTx/>
              <a:buFontTx/>
              <a:buNone/>
              <a:defRPr/>
            </a:pPr>
            <a:r>
              <a:rPr kumimoji="0" lang="en-US" altLang="zh-CN" sz="2700" b="1" i="0" u="none" strike="noStrike" kern="1200" cap="none" spc="0" normalizeH="0" baseline="0" noProof="0">
                <a:ln>
                  <a:noFill/>
                </a:ln>
                <a:solidFill>
                  <a:srgbClr val="002060"/>
                </a:solidFill>
                <a:effectLst/>
                <a:uLnTx/>
                <a:uFillTx/>
                <a:latin typeface="Times New Roman"/>
                <a:ea typeface="微软雅黑" panose="020B0503020204020204" charset="-122"/>
                <a:cs typeface="+mn-cs"/>
              </a:rPr>
              <a:t>【</a:t>
            </a:r>
            <a:r>
              <a:rPr kumimoji="0" lang="zh-CN" altLang="en-US" sz="2700" b="1" i="0" u="none" strike="noStrike" kern="1200" cap="none" spc="0" normalizeH="0" baseline="0" noProof="0">
                <a:ln>
                  <a:noFill/>
                </a:ln>
                <a:solidFill>
                  <a:srgbClr val="002060"/>
                </a:solidFill>
                <a:effectLst/>
                <a:uLnTx/>
                <a:uFillTx/>
                <a:latin typeface="Times New Roman"/>
                <a:ea typeface="微软雅黑" panose="020B0503020204020204" charset="-122"/>
                <a:cs typeface="+mn-cs"/>
              </a:rPr>
              <a:t>例题</a:t>
            </a:r>
            <a:r>
              <a:rPr kumimoji="0" lang="en-US" altLang="zh-CN" sz="2700" b="1" i="0" u="none" strike="noStrike" kern="1200" cap="none" spc="0" normalizeH="0" baseline="0" noProof="0">
                <a:ln>
                  <a:noFill/>
                </a:ln>
                <a:solidFill>
                  <a:srgbClr val="002060"/>
                </a:solidFill>
                <a:effectLst/>
                <a:uLnTx/>
                <a:uFillTx/>
                <a:latin typeface="Times New Roman"/>
                <a:ea typeface="微软雅黑" panose="020B0503020204020204" charset="-122"/>
                <a:cs typeface="+mn-cs"/>
              </a:rPr>
              <a:t>1】</a:t>
            </a:r>
            <a:r>
              <a:rPr kumimoji="0" lang="zh-CN" altLang="en-US" sz="2700" b="0" i="0" u="none" strike="noStrike" kern="1200" cap="none" spc="0" normalizeH="0" baseline="0" noProof="0">
                <a:ln>
                  <a:noFill/>
                </a:ln>
                <a:solidFill>
                  <a:srgbClr val="002060"/>
                </a:solidFill>
                <a:effectLst/>
                <a:uLnTx/>
                <a:uFillTx/>
                <a:latin typeface="微软雅黑" panose="020B0503020204020204" charset="-122"/>
                <a:ea typeface="微软雅黑" panose="020B0503020204020204" charset="-122"/>
                <a:cs typeface="+mn-cs"/>
              </a:rPr>
              <a:t>如下图甲乙丙丁所示是四种声音的波形图，从物理学角度看，属于噪声的声音有</a:t>
            </a:r>
            <a:r>
              <a:rPr kumimoji="0" lang="en-US" altLang="zh-CN" sz="2700" b="0" i="0" u="none" strike="noStrike" kern="1200" cap="none" spc="0" normalizeH="0" baseline="0" noProof="0">
                <a:ln>
                  <a:noFill/>
                </a:ln>
                <a:solidFill>
                  <a:srgbClr val="002060"/>
                </a:solidFill>
                <a:effectLst/>
                <a:uLnTx/>
                <a:uFillTx/>
                <a:latin typeface="微软雅黑" panose="020B0503020204020204" charset="-122"/>
                <a:ea typeface="微软雅黑" panose="020B0503020204020204" charset="-122"/>
                <a:cs typeface="+mn-cs"/>
              </a:rPr>
              <a:t>_____</a:t>
            </a:r>
            <a:r>
              <a:rPr kumimoji="0" lang="zh-CN" altLang="en-US" sz="2700" b="0" i="0" u="none" strike="noStrike" kern="1200" cap="none" spc="0" normalizeH="0" baseline="0" noProof="0">
                <a:ln>
                  <a:noFill/>
                </a:ln>
                <a:solidFill>
                  <a:srgbClr val="002060"/>
                </a:solidFill>
                <a:effectLst/>
                <a:uLnTx/>
                <a:uFillTx/>
                <a:latin typeface="微软雅黑" panose="020B0503020204020204" charset="-122"/>
                <a:ea typeface="微软雅黑" panose="020B0503020204020204" charset="-122"/>
                <a:cs typeface="+mn-cs"/>
              </a:rPr>
              <a:t>，乐音中音调最高的是</a:t>
            </a:r>
            <a:r>
              <a:rPr kumimoji="0" lang="en-US" altLang="zh-CN" sz="2700" b="0" i="0" u="none" strike="noStrike" kern="1200" cap="none" spc="0" normalizeH="0" baseline="0" noProof="0">
                <a:ln>
                  <a:noFill/>
                </a:ln>
                <a:solidFill>
                  <a:srgbClr val="002060"/>
                </a:solidFill>
                <a:effectLst/>
                <a:uLnTx/>
                <a:uFillTx/>
                <a:latin typeface="微软雅黑" panose="020B0503020204020204" charset="-122"/>
                <a:ea typeface="微软雅黑" panose="020B0503020204020204" charset="-122"/>
                <a:cs typeface="+mn-cs"/>
              </a:rPr>
              <a:t>_____</a:t>
            </a:r>
            <a:r>
              <a:rPr kumimoji="0" lang="zh-CN" altLang="en-US" sz="2700" b="0" i="0" u="none" strike="noStrike" kern="1200" cap="none" spc="0" normalizeH="0" baseline="0" noProof="0">
                <a:ln>
                  <a:noFill/>
                </a:ln>
                <a:solidFill>
                  <a:srgbClr val="002060"/>
                </a:solidFill>
                <a:effectLst/>
                <a:uLnTx/>
                <a:uFillTx/>
                <a:latin typeface="微软雅黑" panose="020B0503020204020204" charset="-122"/>
                <a:ea typeface="微软雅黑" panose="020B0503020204020204" charset="-122"/>
                <a:cs typeface="+mn-cs"/>
              </a:rPr>
              <a:t>。</a:t>
            </a:r>
          </a:p>
        </p:txBody>
      </p:sp>
      <p:sp>
        <p:nvSpPr>
          <p:cNvPr id="8" name="矩形 2">
            <a:extLst>
              <a:ext uri="{FF2B5EF4-FFF2-40B4-BE49-F238E27FC236}">
                <a16:creationId xmlns:a16="http://schemas.microsoft.com/office/drawing/2014/main" id="{1C3925A5-06F4-6344-DE38-3AF90A80101F}"/>
              </a:ext>
            </a:extLst>
          </p:cNvPr>
          <p:cNvSpPr>
            <a:spLocks noChangeArrowheads="1"/>
          </p:cNvSpPr>
          <p:nvPr>
            <p:custDataLst>
              <p:tags r:id="rId5"/>
            </p:custDataLst>
          </p:nvPr>
        </p:nvSpPr>
        <p:spPr bwMode="auto">
          <a:xfrm>
            <a:off x="9344489" y="1816492"/>
            <a:ext cx="8794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742950" indent="-28575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2pPr>
            <a:lvl3pPr marL="11430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3pPr>
            <a:lvl4pPr marL="16002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4pPr>
            <a:lvl5pPr marL="20574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3524" rtl="0" eaLnBrk="1" fontAlgn="auto" latinLnBrk="0" hangingPunct="1">
              <a:lnSpc>
                <a:spcPct val="100000"/>
              </a:lnSpc>
              <a:spcBef>
                <a:spcPct val="0"/>
              </a:spcBef>
              <a:spcAft>
                <a:spcPct val="0"/>
              </a:spcAft>
              <a:buClrTx/>
              <a:buSzTx/>
              <a:buFontTx/>
              <a:buNone/>
              <a:defRPr/>
            </a:pPr>
            <a:r>
              <a:rPr kumimoji="0" lang="zh-CN" altLang="en-US" sz="2700" b="0"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丁</a:t>
            </a:r>
            <a:endParaRPr kumimoji="0" lang="zh-CN" altLang="en-US" sz="2700" b="0" i="0" u="none" strike="noStrike" kern="1200" cap="none" spc="0" normalizeH="0" baseline="30000" noProof="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Arial" panose="020B0604020202020204" pitchFamily="34" charset="0"/>
            </a:endParaRPr>
          </a:p>
        </p:txBody>
      </p:sp>
      <p:sp>
        <p:nvSpPr>
          <p:cNvPr id="9" name="矩形 2">
            <a:extLst>
              <a:ext uri="{FF2B5EF4-FFF2-40B4-BE49-F238E27FC236}">
                <a16:creationId xmlns:a16="http://schemas.microsoft.com/office/drawing/2014/main" id="{22DDF4ED-B882-3644-B6B2-80383CB342DE}"/>
              </a:ext>
            </a:extLst>
          </p:cNvPr>
          <p:cNvSpPr>
            <a:spLocks noChangeArrowheads="1"/>
          </p:cNvSpPr>
          <p:nvPr>
            <p:custDataLst>
              <p:tags r:id="rId6"/>
            </p:custDataLst>
          </p:nvPr>
        </p:nvSpPr>
        <p:spPr bwMode="auto">
          <a:xfrm>
            <a:off x="5109909" y="1816492"/>
            <a:ext cx="8794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742950" indent="-28575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2pPr>
            <a:lvl3pPr marL="11430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3pPr>
            <a:lvl4pPr marL="16002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4pPr>
            <a:lvl5pPr marL="20574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3524" rtl="0" eaLnBrk="1" fontAlgn="auto" latinLnBrk="0" hangingPunct="1">
              <a:lnSpc>
                <a:spcPct val="100000"/>
              </a:lnSpc>
              <a:spcBef>
                <a:spcPct val="0"/>
              </a:spcBef>
              <a:spcAft>
                <a:spcPct val="0"/>
              </a:spcAft>
              <a:buClrTx/>
              <a:buSzTx/>
              <a:buFontTx/>
              <a:buNone/>
              <a:defRPr/>
            </a:pPr>
            <a:r>
              <a:rPr kumimoji="0" lang="zh-CN" altLang="en-US" sz="2700" b="0"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Times New Roman" panose="02020603050405020304" pitchFamily="18" charset="0"/>
                <a:sym typeface="Arial" panose="020B0604020202020204" pitchFamily="34" charset="0"/>
              </a:rPr>
              <a:t>丙</a:t>
            </a:r>
            <a:endParaRPr kumimoji="0" lang="zh-CN" altLang="en-US" sz="2700" b="0" i="0" u="none" strike="noStrike" kern="1200" cap="none" spc="0" normalizeH="0" baseline="30000" noProof="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Arial" panose="020B0604020202020204" pitchFamily="34" charset="0"/>
            </a:endParaRPr>
          </a:p>
        </p:txBody>
      </p:sp>
      <p:sp>
        <p:nvSpPr>
          <p:cNvPr id="10" name="文本框 9">
            <a:extLst>
              <a:ext uri="{FF2B5EF4-FFF2-40B4-BE49-F238E27FC236}">
                <a16:creationId xmlns:a16="http://schemas.microsoft.com/office/drawing/2014/main" id="{0BC9E55F-7D99-70D7-E87F-4DBA04AB65AD}"/>
              </a:ext>
            </a:extLst>
          </p:cNvPr>
          <p:cNvSpPr txBox="1"/>
          <p:nvPr>
            <p:custDataLst>
              <p:tags r:id="rId7"/>
            </p:custDataLst>
          </p:nvPr>
        </p:nvSpPr>
        <p:spPr>
          <a:xfrm>
            <a:off x="1633308" y="4658397"/>
            <a:ext cx="9900744" cy="1848519"/>
          </a:xfrm>
          <a:prstGeom prst="rect">
            <a:avLst/>
          </a:prstGeom>
          <a:noFill/>
        </p:spPr>
        <p:txBody>
          <a:bodyPr wrap="square">
            <a:spAutoFit/>
          </a:bodyPr>
          <a:lstStyle/>
          <a:p>
            <a:pPr marL="0" marR="0" lvl="0" indent="609585" algn="l" defTabSz="1219170" rtl="0" eaLnBrk="1" fontAlgn="base" latinLnBrk="0" hangingPunct="1">
              <a:lnSpc>
                <a:spcPts val="3500"/>
              </a:lnSpc>
              <a:spcBef>
                <a:spcPct val="0"/>
              </a:spcBef>
              <a:spcAft>
                <a:spcPct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Times New Roman"/>
                <a:ea typeface="微软雅黑" panose="020B0503020204020204" charset="-122"/>
                <a:cs typeface="+mn-cs"/>
              </a:rPr>
              <a:t>对比各图可知：甲乙丁的波形很有规律，属于乐音；丙的波形杂乱无章，属于噪声。</a:t>
            </a:r>
          </a:p>
          <a:p>
            <a:pPr marL="0" marR="0" lvl="0" indent="609585" algn="l" defTabSz="1219170" rtl="0" eaLnBrk="1" fontAlgn="base" latinLnBrk="0" hangingPunct="1">
              <a:lnSpc>
                <a:spcPts val="3500"/>
              </a:lnSpc>
              <a:spcBef>
                <a:spcPct val="0"/>
              </a:spcBef>
              <a:spcAft>
                <a:spcPct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Times New Roman"/>
                <a:ea typeface="微软雅黑" panose="020B0503020204020204" charset="-122"/>
                <a:cs typeface="+mn-cs"/>
              </a:rPr>
              <a:t>从图中可以看出，甲和乙波形的振动幅度，频率相同，即声音的响度，音调相同；丁图振动频率最快，音调最高。</a:t>
            </a:r>
          </a:p>
        </p:txBody>
      </p:sp>
      <p:pic>
        <p:nvPicPr>
          <p:cNvPr id="11" name="图片 10" descr="cbe3eb76672406fabbe30586b58813d">
            <a:extLst>
              <a:ext uri="{FF2B5EF4-FFF2-40B4-BE49-F238E27FC236}">
                <a16:creationId xmlns:a16="http://schemas.microsoft.com/office/drawing/2014/main" id="{F6BEEFB7-FCEE-9379-9501-47D3D6CDDC51}"/>
              </a:ext>
            </a:extLst>
          </p:cNvPr>
          <p:cNvPicPr>
            <a:picLocks noChangeAspect="1"/>
          </p:cNvPicPr>
          <p:nvPr/>
        </p:nvPicPr>
        <p:blipFill>
          <a:blip r:embed="rId13"/>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308986580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blinds(horizontal)">
                                      <p:cBhvr>
                                        <p:cTn id="12" dur="500"/>
                                        <p:tgtEl>
                                          <p:spTgt spid="10">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blinds(horizontal)">
                                      <p:cBhvr>
                                        <p:cTn id="17" dur="500"/>
                                        <p:tgtEl>
                                          <p:spTgt spid="10">
                                            <p:txEl>
                                              <p:pRg st="1" end="1"/>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26"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435">
                                          <p:stCondLst>
                                            <p:cond delay="0"/>
                                          </p:stCondLst>
                                        </p:cTn>
                                        <p:tgtEl>
                                          <p:spTgt spid="9"/>
                                        </p:tgtEl>
                                      </p:cBhvr>
                                    </p:animEffect>
                                    <p:anim calcmode="lin" valueType="num">
                                      <p:cBhvr>
                                        <p:cTn id="23" dur="1366"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24" dur="498"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25" dur="498" tmFilter="0, 0; 0.125,0.2665; 0.25,0.4; 0.375,0.465; 0.5,0.5;  0.625,0.535; 0.75,0.6; 0.875,0.7335; 1,1">
                                          <p:stCondLst>
                                            <p:cond delay="498"/>
                                          </p:stCondLst>
                                        </p:cTn>
                                        <p:tgtEl>
                                          <p:spTgt spid="9"/>
                                        </p:tgtEl>
                                        <p:attrNameLst>
                                          <p:attrName>ppt_y</p:attrName>
                                        </p:attrNameLst>
                                      </p:cBhvr>
                                      <p:tavLst>
                                        <p:tav tm="0" fmla="#ppt_y-sin(pi*$)/9">
                                          <p:val>
                                            <p:fltVal val="0"/>
                                          </p:val>
                                        </p:tav>
                                        <p:tav tm="100000">
                                          <p:val>
                                            <p:fltVal val="1"/>
                                          </p:val>
                                        </p:tav>
                                      </p:tavLst>
                                    </p:anim>
                                    <p:anim calcmode="lin" valueType="num">
                                      <p:cBhvr>
                                        <p:cTn id="26" dur="249" tmFilter="0, 0; 0.125,0.2665; 0.25,0.4; 0.375,0.465; 0.5,0.5;  0.625,0.535; 0.75,0.6; 0.875,0.7335; 1,1">
                                          <p:stCondLst>
                                            <p:cond delay="993"/>
                                          </p:stCondLst>
                                        </p:cTn>
                                        <p:tgtEl>
                                          <p:spTgt spid="9"/>
                                        </p:tgtEl>
                                        <p:attrNameLst>
                                          <p:attrName>ppt_y</p:attrName>
                                        </p:attrNameLst>
                                      </p:cBhvr>
                                      <p:tavLst>
                                        <p:tav tm="0" fmla="#ppt_y-sin(pi*$)/27">
                                          <p:val>
                                            <p:fltVal val="0"/>
                                          </p:val>
                                        </p:tav>
                                        <p:tav tm="100000">
                                          <p:val>
                                            <p:fltVal val="1"/>
                                          </p:val>
                                        </p:tav>
                                      </p:tavLst>
                                    </p:anim>
                                    <p:anim calcmode="lin" valueType="num">
                                      <p:cBhvr>
                                        <p:cTn id="27" dur="123" tmFilter="0, 0; 0.125,0.2665; 0.25,0.4; 0.375,0.465; 0.5,0.5;  0.625,0.535; 0.75,0.6; 0.875,0.7335; 1,1">
                                          <p:stCondLst>
                                            <p:cond delay="1242"/>
                                          </p:stCondLst>
                                        </p:cTn>
                                        <p:tgtEl>
                                          <p:spTgt spid="9"/>
                                        </p:tgtEl>
                                        <p:attrNameLst>
                                          <p:attrName>ppt_y</p:attrName>
                                        </p:attrNameLst>
                                      </p:cBhvr>
                                      <p:tavLst>
                                        <p:tav tm="0" fmla="#ppt_y-sin(pi*$)/81">
                                          <p:val>
                                            <p:fltVal val="0"/>
                                          </p:val>
                                        </p:tav>
                                        <p:tav tm="100000">
                                          <p:val>
                                            <p:fltVal val="1"/>
                                          </p:val>
                                        </p:tav>
                                      </p:tavLst>
                                    </p:anim>
                                    <p:animScale>
                                      <p:cBhvr>
                                        <p:cTn id="28" dur="20">
                                          <p:stCondLst>
                                            <p:cond delay="488"/>
                                          </p:stCondLst>
                                        </p:cTn>
                                        <p:tgtEl>
                                          <p:spTgt spid="9"/>
                                        </p:tgtEl>
                                      </p:cBhvr>
                                      <p:to x="100000" y="60000"/>
                                    </p:animScale>
                                    <p:animScale>
                                      <p:cBhvr>
                                        <p:cTn id="29" dur="124" decel="50000">
                                          <p:stCondLst>
                                            <p:cond delay="507"/>
                                          </p:stCondLst>
                                        </p:cTn>
                                        <p:tgtEl>
                                          <p:spTgt spid="9"/>
                                        </p:tgtEl>
                                      </p:cBhvr>
                                      <p:to x="100000" y="100000"/>
                                    </p:animScale>
                                    <p:animScale>
                                      <p:cBhvr>
                                        <p:cTn id="30" dur="20">
                                          <p:stCondLst>
                                            <p:cond delay="984"/>
                                          </p:stCondLst>
                                        </p:cTn>
                                        <p:tgtEl>
                                          <p:spTgt spid="9"/>
                                        </p:tgtEl>
                                      </p:cBhvr>
                                      <p:to x="100000" y="80000"/>
                                    </p:animScale>
                                    <p:animScale>
                                      <p:cBhvr>
                                        <p:cTn id="31" dur="124" decel="50000">
                                          <p:stCondLst>
                                            <p:cond delay="1004"/>
                                          </p:stCondLst>
                                        </p:cTn>
                                        <p:tgtEl>
                                          <p:spTgt spid="9"/>
                                        </p:tgtEl>
                                      </p:cBhvr>
                                      <p:to x="100000" y="100000"/>
                                    </p:animScale>
                                    <p:animScale>
                                      <p:cBhvr>
                                        <p:cTn id="32" dur="20">
                                          <p:stCondLst>
                                            <p:cond delay="1232"/>
                                          </p:stCondLst>
                                        </p:cTn>
                                        <p:tgtEl>
                                          <p:spTgt spid="9"/>
                                        </p:tgtEl>
                                      </p:cBhvr>
                                      <p:to x="100000" y="90000"/>
                                    </p:animScale>
                                    <p:animScale>
                                      <p:cBhvr>
                                        <p:cTn id="33" dur="124" decel="50000">
                                          <p:stCondLst>
                                            <p:cond delay="1251"/>
                                          </p:stCondLst>
                                        </p:cTn>
                                        <p:tgtEl>
                                          <p:spTgt spid="9"/>
                                        </p:tgtEl>
                                      </p:cBhvr>
                                      <p:to x="100000" y="100000"/>
                                    </p:animScale>
                                    <p:animScale>
                                      <p:cBhvr>
                                        <p:cTn id="34" dur="20">
                                          <p:stCondLst>
                                            <p:cond delay="1356"/>
                                          </p:stCondLst>
                                        </p:cTn>
                                        <p:tgtEl>
                                          <p:spTgt spid="9"/>
                                        </p:tgtEl>
                                      </p:cBhvr>
                                      <p:to x="100000" y="95000"/>
                                    </p:animScale>
                                    <p:animScale>
                                      <p:cBhvr>
                                        <p:cTn id="35" dur="124" decel="50000">
                                          <p:stCondLst>
                                            <p:cond delay="1376"/>
                                          </p:stCondLst>
                                        </p:cTn>
                                        <p:tgtEl>
                                          <p:spTgt spid="9"/>
                                        </p:tgtEl>
                                      </p:cBhvr>
                                      <p:to x="100000" y="100000"/>
                                    </p:animScale>
                                  </p:childTnLst>
                                </p:cTn>
                              </p:par>
                            </p:childTnLst>
                          </p:cTn>
                        </p:par>
                      </p:childTnLst>
                    </p:cTn>
                  </p:par>
                  <p:par>
                    <p:cTn id="36" fill="hold" nodeType="clickPar">
                      <p:stCondLst>
                        <p:cond delay="indefinite"/>
                      </p:stCondLst>
                      <p:childTnLst>
                        <p:par>
                          <p:cTn id="37" fill="hold">
                            <p:stCondLst>
                              <p:cond delay="0"/>
                            </p:stCondLst>
                            <p:childTnLst>
                              <p:par>
                                <p:cTn id="38" presetID="26"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down)">
                                      <p:cBhvr>
                                        <p:cTn id="40" dur="435">
                                          <p:stCondLst>
                                            <p:cond delay="0"/>
                                          </p:stCondLst>
                                        </p:cTn>
                                        <p:tgtEl>
                                          <p:spTgt spid="8"/>
                                        </p:tgtEl>
                                      </p:cBhvr>
                                    </p:animEffect>
                                    <p:anim calcmode="lin" valueType="num">
                                      <p:cBhvr>
                                        <p:cTn id="41" dur="1366"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2" dur="498"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3" dur="498" tmFilter="0, 0; 0.125,0.2665; 0.25,0.4; 0.375,0.465; 0.5,0.5;  0.625,0.535; 0.75,0.6; 0.875,0.7335; 1,1">
                                          <p:stCondLst>
                                            <p:cond delay="498"/>
                                          </p:stCondLst>
                                        </p:cTn>
                                        <p:tgtEl>
                                          <p:spTgt spid="8"/>
                                        </p:tgtEl>
                                        <p:attrNameLst>
                                          <p:attrName>ppt_y</p:attrName>
                                        </p:attrNameLst>
                                      </p:cBhvr>
                                      <p:tavLst>
                                        <p:tav tm="0" fmla="#ppt_y-sin(pi*$)/9">
                                          <p:val>
                                            <p:fltVal val="0"/>
                                          </p:val>
                                        </p:tav>
                                        <p:tav tm="100000">
                                          <p:val>
                                            <p:fltVal val="1"/>
                                          </p:val>
                                        </p:tav>
                                      </p:tavLst>
                                    </p:anim>
                                    <p:anim calcmode="lin" valueType="num">
                                      <p:cBhvr>
                                        <p:cTn id="44" dur="249" tmFilter="0, 0; 0.125,0.2665; 0.25,0.4; 0.375,0.465; 0.5,0.5;  0.625,0.535; 0.75,0.6; 0.875,0.7335; 1,1">
                                          <p:stCondLst>
                                            <p:cond delay="993"/>
                                          </p:stCondLst>
                                        </p:cTn>
                                        <p:tgtEl>
                                          <p:spTgt spid="8"/>
                                        </p:tgtEl>
                                        <p:attrNameLst>
                                          <p:attrName>ppt_y</p:attrName>
                                        </p:attrNameLst>
                                      </p:cBhvr>
                                      <p:tavLst>
                                        <p:tav tm="0" fmla="#ppt_y-sin(pi*$)/27">
                                          <p:val>
                                            <p:fltVal val="0"/>
                                          </p:val>
                                        </p:tav>
                                        <p:tav tm="100000">
                                          <p:val>
                                            <p:fltVal val="1"/>
                                          </p:val>
                                        </p:tav>
                                      </p:tavLst>
                                    </p:anim>
                                    <p:anim calcmode="lin" valueType="num">
                                      <p:cBhvr>
                                        <p:cTn id="45" dur="123" tmFilter="0, 0; 0.125,0.2665; 0.25,0.4; 0.375,0.465; 0.5,0.5;  0.625,0.535; 0.75,0.6; 0.875,0.7335; 1,1">
                                          <p:stCondLst>
                                            <p:cond delay="1242"/>
                                          </p:stCondLst>
                                        </p:cTn>
                                        <p:tgtEl>
                                          <p:spTgt spid="8"/>
                                        </p:tgtEl>
                                        <p:attrNameLst>
                                          <p:attrName>ppt_y</p:attrName>
                                        </p:attrNameLst>
                                      </p:cBhvr>
                                      <p:tavLst>
                                        <p:tav tm="0" fmla="#ppt_y-sin(pi*$)/81">
                                          <p:val>
                                            <p:fltVal val="0"/>
                                          </p:val>
                                        </p:tav>
                                        <p:tav tm="100000">
                                          <p:val>
                                            <p:fltVal val="1"/>
                                          </p:val>
                                        </p:tav>
                                      </p:tavLst>
                                    </p:anim>
                                    <p:animScale>
                                      <p:cBhvr>
                                        <p:cTn id="46" dur="20">
                                          <p:stCondLst>
                                            <p:cond delay="488"/>
                                          </p:stCondLst>
                                        </p:cTn>
                                        <p:tgtEl>
                                          <p:spTgt spid="8"/>
                                        </p:tgtEl>
                                      </p:cBhvr>
                                      <p:to x="100000" y="60000"/>
                                    </p:animScale>
                                    <p:animScale>
                                      <p:cBhvr>
                                        <p:cTn id="47" dur="124" decel="50000">
                                          <p:stCondLst>
                                            <p:cond delay="507"/>
                                          </p:stCondLst>
                                        </p:cTn>
                                        <p:tgtEl>
                                          <p:spTgt spid="8"/>
                                        </p:tgtEl>
                                      </p:cBhvr>
                                      <p:to x="100000" y="100000"/>
                                    </p:animScale>
                                    <p:animScale>
                                      <p:cBhvr>
                                        <p:cTn id="48" dur="20">
                                          <p:stCondLst>
                                            <p:cond delay="984"/>
                                          </p:stCondLst>
                                        </p:cTn>
                                        <p:tgtEl>
                                          <p:spTgt spid="8"/>
                                        </p:tgtEl>
                                      </p:cBhvr>
                                      <p:to x="100000" y="80000"/>
                                    </p:animScale>
                                    <p:animScale>
                                      <p:cBhvr>
                                        <p:cTn id="49" dur="124" decel="50000">
                                          <p:stCondLst>
                                            <p:cond delay="1004"/>
                                          </p:stCondLst>
                                        </p:cTn>
                                        <p:tgtEl>
                                          <p:spTgt spid="8"/>
                                        </p:tgtEl>
                                      </p:cBhvr>
                                      <p:to x="100000" y="100000"/>
                                    </p:animScale>
                                    <p:animScale>
                                      <p:cBhvr>
                                        <p:cTn id="50" dur="20">
                                          <p:stCondLst>
                                            <p:cond delay="1232"/>
                                          </p:stCondLst>
                                        </p:cTn>
                                        <p:tgtEl>
                                          <p:spTgt spid="8"/>
                                        </p:tgtEl>
                                      </p:cBhvr>
                                      <p:to x="100000" y="90000"/>
                                    </p:animScale>
                                    <p:animScale>
                                      <p:cBhvr>
                                        <p:cTn id="51" dur="124" decel="50000">
                                          <p:stCondLst>
                                            <p:cond delay="1251"/>
                                          </p:stCondLst>
                                        </p:cTn>
                                        <p:tgtEl>
                                          <p:spTgt spid="8"/>
                                        </p:tgtEl>
                                      </p:cBhvr>
                                      <p:to x="100000" y="100000"/>
                                    </p:animScale>
                                    <p:animScale>
                                      <p:cBhvr>
                                        <p:cTn id="52" dur="20">
                                          <p:stCondLst>
                                            <p:cond delay="1356"/>
                                          </p:stCondLst>
                                        </p:cTn>
                                        <p:tgtEl>
                                          <p:spTgt spid="8"/>
                                        </p:tgtEl>
                                      </p:cBhvr>
                                      <p:to x="100000" y="95000"/>
                                    </p:animScale>
                                    <p:animScale>
                                      <p:cBhvr>
                                        <p:cTn id="53" dur="124" decel="50000">
                                          <p:stCondLst>
                                            <p:cond delay="1376"/>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BCC070A-21A8-AACA-EFF5-A0F001A49F9E}"/>
              </a:ext>
            </a:extLst>
          </p:cNvPr>
          <p:cNvSpPr txBox="1"/>
          <p:nvPr>
            <p:custDataLst>
              <p:tags r:id="rId1"/>
            </p:custDataLst>
          </p:nvPr>
        </p:nvSpPr>
        <p:spPr>
          <a:xfrm>
            <a:off x="1008846" y="391060"/>
            <a:ext cx="3818335" cy="359073"/>
          </a:xfrm>
          <a:prstGeom prst="rect">
            <a:avLst/>
          </a:prstGeom>
          <a:noFill/>
        </p:spPr>
        <p:txBody>
          <a:bodyPr wrap="square" lIns="0" tIns="0" rIns="0" bIns="0" rtlCol="0">
            <a:spAutoFit/>
          </a:bodyPr>
          <a:lstStyle/>
          <a:p>
            <a:pPr marL="0" marR="0" lvl="0" indent="0" algn="l" defTabSz="914400" rtl="0" eaLnBrk="1" fontAlgn="auto" latinLnBrk="0" hangingPunct="1">
              <a:lnSpc>
                <a:spcPts val="2800"/>
              </a:lnSpc>
              <a:spcBef>
                <a:spcPct val="0"/>
              </a:spcBef>
              <a:spcAft>
                <a:spcPct val="0"/>
              </a:spcAft>
              <a:buClrTx/>
              <a:buSzTx/>
              <a:buFontTx/>
              <a:buNone/>
              <a:defRPr/>
            </a:pPr>
            <a:r>
              <a:rPr kumimoji="0" lang="zh-CN" altLang="en-US" sz="2800" b="1" i="0" u="none" strike="noStrike" kern="0" cap="none" spc="0" normalizeH="0" baseline="0" noProof="0">
                <a:ln>
                  <a:noFill/>
                </a:ln>
                <a:solidFill>
                  <a:srgbClr val="1F497D">
                    <a:lumMod val="60000"/>
                    <a:lumOff val="40000"/>
                  </a:srgbClr>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题型一、噪声的辨析</a:t>
            </a:r>
          </a:p>
        </p:txBody>
      </p:sp>
      <p:grpSp>
        <p:nvGrpSpPr>
          <p:cNvPr id="3" name="组合 2">
            <a:extLst>
              <a:ext uri="{FF2B5EF4-FFF2-40B4-BE49-F238E27FC236}">
                <a16:creationId xmlns:a16="http://schemas.microsoft.com/office/drawing/2014/main" id="{179A00B3-B7CC-3563-8A2F-E69591ED9CD8}"/>
              </a:ext>
            </a:extLst>
          </p:cNvPr>
          <p:cNvGrpSpPr/>
          <p:nvPr>
            <p:custDataLst>
              <p:tags r:id="rId2"/>
            </p:custDataLst>
          </p:nvPr>
        </p:nvGrpSpPr>
        <p:grpSpPr>
          <a:xfrm>
            <a:off x="0" y="4113852"/>
            <a:ext cx="12192000" cy="2700605"/>
            <a:chOff x="1802108" y="2722671"/>
            <a:chExt cx="6762965" cy="2194352"/>
          </a:xfrm>
        </p:grpSpPr>
        <p:sp>
          <p:nvSpPr>
            <p:cNvPr id="4" name="矩形 37">
              <a:extLst>
                <a:ext uri="{FF2B5EF4-FFF2-40B4-BE49-F238E27FC236}">
                  <a16:creationId xmlns:a16="http://schemas.microsoft.com/office/drawing/2014/main" id="{6472A98B-ECCE-DACC-F2B5-12005E91FEED}"/>
                </a:ext>
              </a:extLst>
            </p:cNvPr>
            <p:cNvSpPr>
              <a:spLocks noChangeArrowheads="1"/>
            </p:cNvSpPr>
            <p:nvPr>
              <p:custDataLst>
                <p:tags r:id="rId10"/>
              </p:custDataLst>
            </p:nvPr>
          </p:nvSpPr>
          <p:spPr bwMode="auto">
            <a:xfrm>
              <a:off x="1802108" y="2722671"/>
              <a:ext cx="6762965" cy="219435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1218002" rtl="0" eaLnBrk="1" fontAlgn="auto" latinLnBrk="0" hangingPunct="1">
                <a:lnSpc>
                  <a:spcPct val="100000"/>
                </a:lnSpc>
                <a:spcBef>
                  <a:spcPct val="0"/>
                </a:spcBef>
                <a:spcAft>
                  <a:spcPct val="0"/>
                </a:spcAft>
                <a:buClrTx/>
                <a:buSzTx/>
                <a:buFontTx/>
                <a:buNone/>
                <a:defRPr/>
              </a:pPr>
              <a:endParaRPr kumimoji="0" lang="zh-CN" altLang="en-US" sz="2399" b="0" i="0" u="none" strike="noStrike" kern="1200" cap="none" spc="0" normalizeH="0" baseline="0" noProof="0">
                <a:ln>
                  <a:noFill/>
                </a:ln>
                <a:solidFill>
                  <a:prstClr val="white"/>
                </a:solidFill>
                <a:effectLst/>
                <a:uLnTx/>
                <a:uFillTx/>
                <a:latin typeface="Times New Roman"/>
                <a:ea typeface="微软雅黑" panose="020B0503020204020204" charset="-122"/>
                <a:cs typeface="+mn-ea"/>
                <a:sym typeface="+mn-lt"/>
              </a:endParaRPr>
            </a:p>
          </p:txBody>
        </p:sp>
        <p:pic>
          <p:nvPicPr>
            <p:cNvPr id="5" name="图片 4">
              <a:extLst>
                <a:ext uri="{FF2B5EF4-FFF2-40B4-BE49-F238E27FC236}">
                  <a16:creationId xmlns:a16="http://schemas.microsoft.com/office/drawing/2014/main" id="{2E1AE1EE-944E-CFDD-DA7B-2C8689514A9C}"/>
                </a:ext>
              </a:extLst>
            </p:cNvPr>
            <p:cNvPicPr>
              <a:picLocks noChangeAspect="1"/>
            </p:cNvPicPr>
            <p:nvPr>
              <p:custDataLst>
                <p:tags r:id="rId11"/>
              </p:custDataLst>
            </p:nvPr>
          </p:nvPicPr>
          <p:blipFill>
            <a:blip r:embed="rId13"/>
            <a:srcRect l="16093" t="19040" r="16095" b="25092"/>
            <a:stretch>
              <a:fillRect/>
            </a:stretch>
          </p:blipFill>
          <p:spPr>
            <a:xfrm>
              <a:off x="1837449" y="2787876"/>
              <a:ext cx="649101" cy="580019"/>
            </a:xfrm>
            <a:prstGeom prst="rect">
              <a:avLst/>
            </a:prstGeom>
          </p:spPr>
        </p:pic>
      </p:grpSp>
      <p:sp>
        <p:nvSpPr>
          <p:cNvPr id="7" name="矩形 6">
            <a:extLst>
              <a:ext uri="{FF2B5EF4-FFF2-40B4-BE49-F238E27FC236}">
                <a16:creationId xmlns:a16="http://schemas.microsoft.com/office/drawing/2014/main" id="{646A6470-F956-BD7F-E76C-C4519B21F495}"/>
              </a:ext>
            </a:extLst>
          </p:cNvPr>
          <p:cNvSpPr/>
          <p:nvPr>
            <p:custDataLst>
              <p:tags r:id="rId3"/>
            </p:custDataLst>
          </p:nvPr>
        </p:nvSpPr>
        <p:spPr>
          <a:xfrm>
            <a:off x="1368722" y="1234441"/>
            <a:ext cx="6350074" cy="2297360"/>
          </a:xfrm>
          <a:prstGeom prst="rect">
            <a:avLst/>
          </a:prstGeom>
        </p:spPr>
        <p:txBody>
          <a:bodyPr wrap="square">
            <a:spAutoFit/>
          </a:bodyPr>
          <a:lstStyle/>
          <a:p>
            <a:pPr marL="0" marR="0" lvl="0" indent="504000" algn="l" defTabSz="1219170" rtl="0" eaLnBrk="1" fontAlgn="base" latinLnBrk="0" hangingPunct="1">
              <a:lnSpc>
                <a:spcPts val="35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a:t>
            </a:r>
            <a:r>
              <a:rPr kumimoji="0" lang="zh-CN" altLang="en-US" sz="2400" b="1"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例题</a:t>
            </a:r>
            <a:r>
              <a:rPr kumimoji="0" lang="en-US" altLang="zh-CN" sz="2400" b="1"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2】</a:t>
            </a:r>
            <a:r>
              <a:rPr kumimoji="0" lang="zh-CN" altLang="en-US" sz="2400" b="0"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如图是立在街头的噪声监测仪，显示噪声值：</a:t>
            </a:r>
            <a:r>
              <a:rPr kumimoji="0" lang="en-US" altLang="zh-CN" sz="2400" b="0"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68.4________</a:t>
            </a:r>
            <a:r>
              <a:rPr kumimoji="0" lang="zh-CN" altLang="en-US" sz="2400" b="0"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（填单位）。医院使用的</a:t>
            </a:r>
            <a:r>
              <a:rPr kumimoji="0" lang="en-US" altLang="zh-CN" sz="2400" b="0"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B</a:t>
            </a:r>
            <a:r>
              <a:rPr kumimoji="0" lang="zh-CN" altLang="en-US" sz="2400" b="0"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超是</a:t>
            </a:r>
            <a:r>
              <a:rPr kumimoji="0" lang="en-US" altLang="zh-CN" sz="2400" b="0"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_______</a:t>
            </a:r>
            <a:r>
              <a:rPr kumimoji="0" lang="zh-CN" altLang="en-US" sz="2400" b="0"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波，它在空气中的传播速度一般是</a:t>
            </a:r>
            <a:r>
              <a:rPr kumimoji="0" lang="en-US" altLang="zh-CN" sz="2400" b="0"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_______m/s</a:t>
            </a:r>
            <a:r>
              <a:rPr kumimoji="0" lang="zh-CN" altLang="en-US" sz="2400" b="0"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a:t>
            </a:r>
            <a:r>
              <a:rPr kumimoji="0" lang="en-US" altLang="zh-CN" sz="2400" b="0"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B</a:t>
            </a:r>
            <a:r>
              <a:rPr kumimoji="0" lang="zh-CN" altLang="en-US" sz="2400" b="0"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超成像是利用声音能够传递</a:t>
            </a:r>
            <a:r>
              <a:rPr kumimoji="0" lang="en-US" altLang="zh-CN" sz="2400" b="0"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_______</a:t>
            </a:r>
            <a:r>
              <a:rPr kumimoji="0" lang="zh-CN" altLang="en-US" sz="2400" b="0"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（能量</a:t>
            </a:r>
            <a:r>
              <a:rPr kumimoji="0" lang="en-US" altLang="zh-CN" sz="2400" b="0"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a:t>
            </a:r>
            <a:r>
              <a:rPr kumimoji="0" lang="zh-CN" altLang="en-US" sz="2400" b="0" i="0" u="none" strike="noStrike" kern="1200" cap="none" spc="0" normalizeH="0" baseline="0" noProof="0">
                <a:ln>
                  <a:noFill/>
                </a:ln>
                <a:solidFill>
                  <a:srgbClr val="002060"/>
                </a:solidFill>
                <a:effectLst/>
                <a:uLnTx/>
                <a:uFillTx/>
                <a:latin typeface="Times New Roman" panose="02020603050405020304" pitchFamily="18" charset="0"/>
                <a:cs typeface="Times New Roman" panose="02020603050405020304" pitchFamily="18" charset="0"/>
              </a:rPr>
              <a:t>信息）。</a:t>
            </a:r>
          </a:p>
        </p:txBody>
      </p:sp>
      <p:sp>
        <p:nvSpPr>
          <p:cNvPr id="8" name="矩形 2">
            <a:extLst>
              <a:ext uri="{FF2B5EF4-FFF2-40B4-BE49-F238E27FC236}">
                <a16:creationId xmlns:a16="http://schemas.microsoft.com/office/drawing/2014/main" id="{1C3925A5-06F4-6344-DE38-3AF90A80101F}"/>
              </a:ext>
            </a:extLst>
          </p:cNvPr>
          <p:cNvSpPr>
            <a:spLocks noChangeArrowheads="1"/>
          </p:cNvSpPr>
          <p:nvPr>
            <p:custDataLst>
              <p:tags r:id="rId4"/>
            </p:custDataLst>
          </p:nvPr>
        </p:nvSpPr>
        <p:spPr bwMode="auto">
          <a:xfrm>
            <a:off x="2574813" y="3037747"/>
            <a:ext cx="21233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742950" indent="-28575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2pPr>
            <a:lvl3pPr marL="11430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3pPr>
            <a:lvl4pPr marL="16002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4pPr>
            <a:lvl5pPr marL="20574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9pPr>
          </a:lstStyle>
          <a:p>
            <a:pPr lvl="0" defTabSz="913524">
              <a:spcBef>
                <a:spcPct val="0"/>
              </a:spcBef>
              <a:buSzTx/>
              <a:buNone/>
              <a:defRPr/>
            </a:pPr>
            <a:r>
              <a:rPr lang="zh-CN" altLang="en-US" sz="2400">
                <a:solidFill>
                  <a:srgbClr val="C00000"/>
                </a:solidFill>
                <a:latin typeface="微软雅黑" panose="020B0503020204020204" charset="-122"/>
                <a:ea typeface="微软雅黑" panose="020B0503020204020204" charset="-122"/>
                <a:cs typeface="Times New Roman" panose="02020603050405020304" pitchFamily="18" charset="0"/>
              </a:rPr>
              <a:t>信息</a:t>
            </a:r>
          </a:p>
        </p:txBody>
      </p:sp>
      <p:sp>
        <p:nvSpPr>
          <p:cNvPr id="9" name="矩形 2">
            <a:extLst>
              <a:ext uri="{FF2B5EF4-FFF2-40B4-BE49-F238E27FC236}">
                <a16:creationId xmlns:a16="http://schemas.microsoft.com/office/drawing/2014/main" id="{22DDF4ED-B882-3644-B6B2-80383CB342DE}"/>
              </a:ext>
            </a:extLst>
          </p:cNvPr>
          <p:cNvSpPr>
            <a:spLocks noChangeArrowheads="1"/>
          </p:cNvSpPr>
          <p:nvPr>
            <p:custDataLst>
              <p:tags r:id="rId5"/>
            </p:custDataLst>
          </p:nvPr>
        </p:nvSpPr>
        <p:spPr bwMode="auto">
          <a:xfrm>
            <a:off x="4170284" y="1739495"/>
            <a:ext cx="8794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742950" indent="-28575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2pPr>
            <a:lvl3pPr marL="11430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3pPr>
            <a:lvl4pPr marL="16002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4pPr>
            <a:lvl5pPr marL="20574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9pPr>
          </a:lstStyle>
          <a:p>
            <a:pPr lvl="0" defTabSz="913524">
              <a:spcBef>
                <a:spcPct val="0"/>
              </a:spcBef>
              <a:buSzTx/>
              <a:buNone/>
              <a:defRPr/>
            </a:pPr>
            <a:r>
              <a:rPr lang="en-US" altLang="zh-CN" sz="2400">
                <a:solidFill>
                  <a:srgbClr val="C00000"/>
                </a:solidFill>
                <a:latin typeface="微软雅黑" panose="020B0503020204020204" charset="-122"/>
                <a:ea typeface="微软雅黑" panose="020B0503020204020204" charset="-122"/>
                <a:cs typeface="Times New Roman" panose="02020603050405020304" pitchFamily="18" charset="0"/>
              </a:rPr>
              <a:t>dB</a:t>
            </a:r>
            <a:endParaRPr kumimoji="0" lang="zh-CN" altLang="en-US" sz="2400" b="0" i="0" u="none" strike="noStrike" kern="1200" cap="none" spc="0" normalizeH="0" baseline="30000" noProof="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Arial" panose="020B0604020202020204" pitchFamily="34" charset="0"/>
            </a:endParaRPr>
          </a:p>
        </p:txBody>
      </p:sp>
      <p:sp>
        <p:nvSpPr>
          <p:cNvPr id="10" name="文本框 9">
            <a:extLst>
              <a:ext uri="{FF2B5EF4-FFF2-40B4-BE49-F238E27FC236}">
                <a16:creationId xmlns:a16="http://schemas.microsoft.com/office/drawing/2014/main" id="{0BC9E55F-7D99-70D7-E87F-4DBA04AB65AD}"/>
              </a:ext>
            </a:extLst>
          </p:cNvPr>
          <p:cNvSpPr txBox="1"/>
          <p:nvPr>
            <p:custDataLst>
              <p:tags r:id="rId6"/>
            </p:custDataLst>
          </p:nvPr>
        </p:nvSpPr>
        <p:spPr>
          <a:xfrm>
            <a:off x="1494570" y="4218816"/>
            <a:ext cx="9402555" cy="2297360"/>
          </a:xfrm>
          <a:prstGeom prst="rect">
            <a:avLst/>
          </a:prstGeom>
          <a:noFill/>
        </p:spPr>
        <p:txBody>
          <a:bodyPr wrap="square">
            <a:spAutoFit/>
          </a:bodyPr>
          <a:lstStyle/>
          <a:p>
            <a:pPr lvl="0" indent="609585" defTabSz="1219170" fontAlgn="base">
              <a:lnSpc>
                <a:spcPts val="3500"/>
              </a:lnSpc>
              <a:spcBef>
                <a:spcPct val="0"/>
              </a:spcBef>
              <a:spcAft>
                <a:spcPct val="0"/>
              </a:spcAft>
              <a:defRPr/>
            </a:pPr>
            <a:r>
              <a:rPr lang="zh-CN" altLang="en-US" sz="2400">
                <a:solidFill>
                  <a:prstClr val="white"/>
                </a:solidFill>
                <a:latin typeface="Times New Roman"/>
                <a:ea typeface="微软雅黑" panose="020B0503020204020204" charset="-122"/>
              </a:rPr>
              <a:t>据图所示的噪声监测器显示屏显示的数字是</a:t>
            </a:r>
            <a:r>
              <a:rPr lang="en-US" altLang="zh-CN" sz="2400">
                <a:solidFill>
                  <a:prstClr val="white"/>
                </a:solidFill>
                <a:latin typeface="Times New Roman"/>
                <a:ea typeface="微软雅黑" panose="020B0503020204020204" charset="-122"/>
              </a:rPr>
              <a:t>68.4</a:t>
            </a:r>
            <a:r>
              <a:rPr lang="zh-CN" altLang="en-US" sz="2400">
                <a:solidFill>
                  <a:prstClr val="white"/>
                </a:solidFill>
                <a:latin typeface="Times New Roman"/>
                <a:ea typeface="微软雅黑" panose="020B0503020204020204" charset="-122"/>
              </a:rPr>
              <a:t>，可知此时的噪声是</a:t>
            </a:r>
            <a:r>
              <a:rPr lang="en-US" altLang="zh-CN" sz="2400">
                <a:solidFill>
                  <a:prstClr val="white"/>
                </a:solidFill>
                <a:latin typeface="Times New Roman"/>
                <a:ea typeface="微软雅黑" panose="020B0503020204020204" charset="-122"/>
              </a:rPr>
              <a:t>68.4dB</a:t>
            </a:r>
            <a:r>
              <a:rPr lang="zh-CN" altLang="en-US" sz="2400">
                <a:solidFill>
                  <a:prstClr val="white"/>
                </a:solidFill>
                <a:latin typeface="Times New Roman"/>
                <a:ea typeface="微软雅黑" panose="020B0503020204020204" charset="-122"/>
              </a:rPr>
              <a:t>。</a:t>
            </a:r>
          </a:p>
          <a:p>
            <a:pPr lvl="0" indent="609585" defTabSz="1219170" fontAlgn="base">
              <a:lnSpc>
                <a:spcPts val="3500"/>
              </a:lnSpc>
              <a:spcBef>
                <a:spcPct val="0"/>
              </a:spcBef>
              <a:spcAft>
                <a:spcPct val="0"/>
              </a:spcAft>
              <a:defRPr/>
            </a:pPr>
            <a:r>
              <a:rPr lang="en-US" altLang="zh-CN" sz="2400">
                <a:solidFill>
                  <a:prstClr val="white"/>
                </a:solidFill>
                <a:latin typeface="Times New Roman"/>
                <a:ea typeface="微软雅黑" panose="020B0503020204020204" charset="-122"/>
              </a:rPr>
              <a:t>B</a:t>
            </a:r>
            <a:r>
              <a:rPr lang="zh-CN" altLang="en-US" sz="2400">
                <a:solidFill>
                  <a:prstClr val="white"/>
                </a:solidFill>
                <a:latin typeface="Times New Roman"/>
                <a:ea typeface="微软雅黑" panose="020B0503020204020204" charset="-122"/>
              </a:rPr>
              <a:t>超是超声波的应用，超声波属于声音，声音在空气中的传播速度一般是</a:t>
            </a:r>
            <a:r>
              <a:rPr lang="en-US" altLang="zh-CN" sz="2400">
                <a:solidFill>
                  <a:prstClr val="white"/>
                </a:solidFill>
                <a:latin typeface="Times New Roman"/>
                <a:ea typeface="微软雅黑" panose="020B0503020204020204" charset="-122"/>
              </a:rPr>
              <a:t>340m/s</a:t>
            </a:r>
            <a:r>
              <a:rPr lang="zh-CN" altLang="en-US" sz="2400">
                <a:solidFill>
                  <a:prstClr val="white"/>
                </a:solidFill>
                <a:latin typeface="Times New Roman"/>
                <a:ea typeface="微软雅黑" panose="020B0503020204020204" charset="-122"/>
              </a:rPr>
              <a:t>。</a:t>
            </a:r>
          </a:p>
          <a:p>
            <a:pPr lvl="0" indent="609585" defTabSz="1219170" fontAlgn="base">
              <a:lnSpc>
                <a:spcPts val="3500"/>
              </a:lnSpc>
              <a:spcBef>
                <a:spcPct val="0"/>
              </a:spcBef>
              <a:spcAft>
                <a:spcPct val="0"/>
              </a:spcAft>
              <a:defRPr/>
            </a:pPr>
            <a:r>
              <a:rPr lang="zh-CN" altLang="en-US" sz="2400">
                <a:solidFill>
                  <a:prstClr val="white"/>
                </a:solidFill>
                <a:latin typeface="Times New Roman"/>
                <a:ea typeface="微软雅黑" panose="020B0503020204020204" charset="-122"/>
              </a:rPr>
              <a:t>声音可以传递信息和能量，</a:t>
            </a:r>
            <a:r>
              <a:rPr lang="en-US" altLang="zh-CN" sz="2400">
                <a:solidFill>
                  <a:prstClr val="white"/>
                </a:solidFill>
                <a:latin typeface="Times New Roman"/>
                <a:ea typeface="微软雅黑" panose="020B0503020204020204" charset="-122"/>
              </a:rPr>
              <a:t>B</a:t>
            </a:r>
            <a:r>
              <a:rPr lang="zh-CN" altLang="en-US" sz="2400">
                <a:solidFill>
                  <a:prstClr val="white"/>
                </a:solidFill>
                <a:latin typeface="Times New Roman"/>
                <a:ea typeface="微软雅黑" panose="020B0503020204020204" charset="-122"/>
              </a:rPr>
              <a:t>超成像是利用声音能够传递信息。</a:t>
            </a:r>
          </a:p>
        </p:txBody>
      </p:sp>
      <p:pic>
        <p:nvPicPr>
          <p:cNvPr id="11" name="图片 10">
            <a:extLst>
              <a:ext uri="{FF2B5EF4-FFF2-40B4-BE49-F238E27FC236}">
                <a16:creationId xmlns:a16="http://schemas.microsoft.com/office/drawing/2014/main" id="{DD54438A-6FC2-0EE8-C2C6-B5BA8BB30371}"/>
              </a:ext>
            </a:extLst>
          </p:cNvPr>
          <p:cNvPicPr>
            <a:picLocks noChangeAspect="1"/>
          </p:cNvPicPr>
          <p:nvPr>
            <p:custDataLst>
              <p:tags r:id="rId7"/>
            </p:custDataLst>
          </p:nvPr>
        </p:nvPicPr>
        <p:blipFill>
          <a:blip r:embed="rId14"/>
          <a:stretch>
            <a:fillRect/>
          </a:stretch>
        </p:blipFill>
        <p:spPr>
          <a:xfrm>
            <a:off x="8376483" y="1308414"/>
            <a:ext cx="2768458" cy="1939485"/>
          </a:xfrm>
          <a:prstGeom prst="rect">
            <a:avLst/>
          </a:prstGeom>
        </p:spPr>
      </p:pic>
      <p:sp>
        <p:nvSpPr>
          <p:cNvPr id="12" name="矩形 2">
            <a:extLst>
              <a:ext uri="{FF2B5EF4-FFF2-40B4-BE49-F238E27FC236}">
                <a16:creationId xmlns:a16="http://schemas.microsoft.com/office/drawing/2014/main" id="{7844076D-E8A3-1740-7252-4EB71083B131}"/>
              </a:ext>
            </a:extLst>
          </p:cNvPr>
          <p:cNvSpPr>
            <a:spLocks noChangeArrowheads="1"/>
          </p:cNvSpPr>
          <p:nvPr>
            <p:custDataLst>
              <p:tags r:id="rId8"/>
            </p:custDataLst>
          </p:nvPr>
        </p:nvSpPr>
        <p:spPr bwMode="auto">
          <a:xfrm>
            <a:off x="3400168" y="2152288"/>
            <a:ext cx="8794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742950" indent="-28575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2pPr>
            <a:lvl3pPr marL="11430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3pPr>
            <a:lvl4pPr marL="16002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4pPr>
            <a:lvl5pPr marL="20574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9pPr>
          </a:lstStyle>
          <a:p>
            <a:pPr lvl="0" defTabSz="913524">
              <a:spcBef>
                <a:spcPct val="0"/>
              </a:spcBef>
              <a:buSzTx/>
              <a:buNone/>
              <a:defRPr/>
            </a:pPr>
            <a:r>
              <a:rPr lang="zh-CN" altLang="en-US" sz="2400">
                <a:solidFill>
                  <a:srgbClr val="C00000"/>
                </a:solidFill>
                <a:latin typeface="微软雅黑" panose="020B0503020204020204" charset="-122"/>
                <a:ea typeface="微软雅黑" panose="020B0503020204020204" charset="-122"/>
                <a:cs typeface="Times New Roman" panose="02020603050405020304" pitchFamily="18" charset="0"/>
              </a:rPr>
              <a:t>超声</a:t>
            </a:r>
            <a:endParaRPr kumimoji="0" lang="zh-CN" altLang="en-US" sz="2400" b="0" i="0" u="none" strike="noStrike" kern="1200" cap="none" spc="0" normalizeH="0" baseline="30000" noProof="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Arial" panose="020B0604020202020204" pitchFamily="34" charset="0"/>
            </a:endParaRPr>
          </a:p>
        </p:txBody>
      </p:sp>
      <p:sp>
        <p:nvSpPr>
          <p:cNvPr id="13" name="矩形 2">
            <a:extLst>
              <a:ext uri="{FF2B5EF4-FFF2-40B4-BE49-F238E27FC236}">
                <a16:creationId xmlns:a16="http://schemas.microsoft.com/office/drawing/2014/main" id="{4A9BA849-8C5D-A02C-E8ED-081A639CC295}"/>
              </a:ext>
            </a:extLst>
          </p:cNvPr>
          <p:cNvSpPr>
            <a:spLocks noChangeArrowheads="1"/>
          </p:cNvSpPr>
          <p:nvPr>
            <p:custDataLst>
              <p:tags r:id="rId9"/>
            </p:custDataLst>
          </p:nvPr>
        </p:nvSpPr>
        <p:spPr bwMode="auto">
          <a:xfrm>
            <a:off x="2960452" y="2588369"/>
            <a:ext cx="8794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1pPr>
            <a:lvl2pPr marL="742950" indent="-28575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2pPr>
            <a:lvl3pPr marL="11430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3pPr>
            <a:lvl4pPr marL="16002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4pPr>
            <a:lvl5pPr marL="2057400" indent="-228600">
              <a:spcBef>
                <a:spcPts val="700"/>
              </a:spcBef>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ts val="700"/>
              </a:spcBef>
              <a:spcAft>
                <a:spcPct val="0"/>
              </a:spcAft>
              <a:buSzTx/>
              <a:buChar char="»"/>
              <a:defRPr sz="3200">
                <a:solidFill>
                  <a:schemeClr val="tx1"/>
                </a:solidFill>
                <a:latin typeface="Arial" panose="020B0604020202020204" pitchFamily="34" charset="0"/>
                <a:cs typeface="Arial" panose="020B0604020202020204" pitchFamily="34" charset="0"/>
                <a:sym typeface="Arial" panose="020B0604020202020204" pitchFamily="34" charset="0"/>
              </a:defRPr>
            </a:lvl9pPr>
          </a:lstStyle>
          <a:p>
            <a:pPr lvl="0" defTabSz="913524">
              <a:spcBef>
                <a:spcPct val="0"/>
              </a:spcBef>
              <a:buSzTx/>
              <a:buNone/>
              <a:defRPr/>
            </a:pPr>
            <a:r>
              <a:rPr lang="en-US" altLang="zh-CN" sz="2400">
                <a:solidFill>
                  <a:srgbClr val="C00000"/>
                </a:solidFill>
                <a:latin typeface="微软雅黑" panose="020B0503020204020204" charset="-122"/>
                <a:ea typeface="微软雅黑" panose="020B0503020204020204" charset="-122"/>
                <a:cs typeface="Times New Roman" panose="02020603050405020304" pitchFamily="18" charset="0"/>
              </a:rPr>
              <a:t>340</a:t>
            </a:r>
            <a:endParaRPr kumimoji="0" lang="zh-CN" altLang="en-US" sz="2400" b="0" i="0" u="none" strike="noStrike" kern="1200" cap="none" spc="0" normalizeH="0" baseline="30000" noProof="0">
              <a:ln>
                <a:noFill/>
              </a:ln>
              <a:solidFill>
                <a:prstClr val="black"/>
              </a:solidFill>
              <a:effectLst/>
              <a:uLnTx/>
              <a:uFillTx/>
              <a:latin typeface="微软雅黑" panose="020B0503020204020204" charset="-122"/>
              <a:ea typeface="微软雅黑" panose="020B0503020204020204" charset="-122"/>
              <a:cs typeface="Times New Roman" panose="02020603050405020304" pitchFamily="18" charset="0"/>
              <a:sym typeface="Arial" panose="020B0604020202020204" pitchFamily="34" charset="0"/>
            </a:endParaRPr>
          </a:p>
        </p:txBody>
      </p:sp>
      <p:pic>
        <p:nvPicPr>
          <p:cNvPr id="6" name="图片 5" descr="cbe3eb76672406fabbe30586b58813d">
            <a:extLst>
              <a:ext uri="{FF2B5EF4-FFF2-40B4-BE49-F238E27FC236}">
                <a16:creationId xmlns:a16="http://schemas.microsoft.com/office/drawing/2014/main" id="{FF35EF83-B91C-09D4-8CD7-DB90DAE90E74}"/>
              </a:ext>
            </a:extLst>
          </p:cNvPr>
          <p:cNvPicPr>
            <a:picLocks noChangeAspect="1"/>
          </p:cNvPicPr>
          <p:nvPr/>
        </p:nvPicPr>
        <p:blipFill>
          <a:blip r:embed="rId15"/>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02176967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blinds(horizontal)">
                                      <p:cBhvr>
                                        <p:cTn id="12" dur="500"/>
                                        <p:tgtEl>
                                          <p:spTgt spid="10">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blinds(horizontal)">
                                      <p:cBhvr>
                                        <p:cTn id="17" dur="500"/>
                                        <p:tgtEl>
                                          <p:spTgt spid="10">
                                            <p:txEl>
                                              <p:pRg st="1" end="1"/>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
                                            <p:txEl>
                                              <p:pRg st="2" end="2"/>
                                            </p:txEl>
                                          </p:spTgt>
                                        </p:tgtEl>
                                        <p:attrNameLst>
                                          <p:attrName>style.visibility</p:attrName>
                                        </p:attrNameLst>
                                      </p:cBhvr>
                                      <p:to>
                                        <p:strVal val="visible"/>
                                      </p:to>
                                    </p:set>
                                    <p:animEffect transition="in" filter="blinds(horizontal)">
                                      <p:cBhvr>
                                        <p:cTn id="22" dur="500"/>
                                        <p:tgtEl>
                                          <p:spTgt spid="10">
                                            <p:txEl>
                                              <p:pRg st="2" end="2"/>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26"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435">
                                          <p:stCondLst>
                                            <p:cond delay="0"/>
                                          </p:stCondLst>
                                        </p:cTn>
                                        <p:tgtEl>
                                          <p:spTgt spid="9"/>
                                        </p:tgtEl>
                                      </p:cBhvr>
                                    </p:animEffect>
                                    <p:anim calcmode="lin" valueType="num">
                                      <p:cBhvr>
                                        <p:cTn id="28" dur="1366"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29" dur="498"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30" dur="498" tmFilter="0, 0; 0.125,0.2665; 0.25,0.4; 0.375,0.465; 0.5,0.5;  0.625,0.535; 0.75,0.6; 0.875,0.7335; 1,1">
                                          <p:stCondLst>
                                            <p:cond delay="498"/>
                                          </p:stCondLst>
                                        </p:cTn>
                                        <p:tgtEl>
                                          <p:spTgt spid="9"/>
                                        </p:tgtEl>
                                        <p:attrNameLst>
                                          <p:attrName>ppt_y</p:attrName>
                                        </p:attrNameLst>
                                      </p:cBhvr>
                                      <p:tavLst>
                                        <p:tav tm="0" fmla="#ppt_y-sin(pi*$)/9">
                                          <p:val>
                                            <p:fltVal val="0"/>
                                          </p:val>
                                        </p:tav>
                                        <p:tav tm="100000">
                                          <p:val>
                                            <p:fltVal val="1"/>
                                          </p:val>
                                        </p:tav>
                                      </p:tavLst>
                                    </p:anim>
                                    <p:anim calcmode="lin" valueType="num">
                                      <p:cBhvr>
                                        <p:cTn id="31" dur="249" tmFilter="0, 0; 0.125,0.2665; 0.25,0.4; 0.375,0.465; 0.5,0.5;  0.625,0.535; 0.75,0.6; 0.875,0.7335; 1,1">
                                          <p:stCondLst>
                                            <p:cond delay="993"/>
                                          </p:stCondLst>
                                        </p:cTn>
                                        <p:tgtEl>
                                          <p:spTgt spid="9"/>
                                        </p:tgtEl>
                                        <p:attrNameLst>
                                          <p:attrName>ppt_y</p:attrName>
                                        </p:attrNameLst>
                                      </p:cBhvr>
                                      <p:tavLst>
                                        <p:tav tm="0" fmla="#ppt_y-sin(pi*$)/27">
                                          <p:val>
                                            <p:fltVal val="0"/>
                                          </p:val>
                                        </p:tav>
                                        <p:tav tm="100000">
                                          <p:val>
                                            <p:fltVal val="1"/>
                                          </p:val>
                                        </p:tav>
                                      </p:tavLst>
                                    </p:anim>
                                    <p:anim calcmode="lin" valueType="num">
                                      <p:cBhvr>
                                        <p:cTn id="32" dur="123" tmFilter="0, 0; 0.125,0.2665; 0.25,0.4; 0.375,0.465; 0.5,0.5;  0.625,0.535; 0.75,0.6; 0.875,0.7335; 1,1">
                                          <p:stCondLst>
                                            <p:cond delay="1242"/>
                                          </p:stCondLst>
                                        </p:cTn>
                                        <p:tgtEl>
                                          <p:spTgt spid="9"/>
                                        </p:tgtEl>
                                        <p:attrNameLst>
                                          <p:attrName>ppt_y</p:attrName>
                                        </p:attrNameLst>
                                      </p:cBhvr>
                                      <p:tavLst>
                                        <p:tav tm="0" fmla="#ppt_y-sin(pi*$)/81">
                                          <p:val>
                                            <p:fltVal val="0"/>
                                          </p:val>
                                        </p:tav>
                                        <p:tav tm="100000">
                                          <p:val>
                                            <p:fltVal val="1"/>
                                          </p:val>
                                        </p:tav>
                                      </p:tavLst>
                                    </p:anim>
                                    <p:animScale>
                                      <p:cBhvr>
                                        <p:cTn id="33" dur="20">
                                          <p:stCondLst>
                                            <p:cond delay="488"/>
                                          </p:stCondLst>
                                        </p:cTn>
                                        <p:tgtEl>
                                          <p:spTgt spid="9"/>
                                        </p:tgtEl>
                                      </p:cBhvr>
                                      <p:to x="100000" y="60000"/>
                                    </p:animScale>
                                    <p:animScale>
                                      <p:cBhvr>
                                        <p:cTn id="34" dur="124" decel="50000">
                                          <p:stCondLst>
                                            <p:cond delay="507"/>
                                          </p:stCondLst>
                                        </p:cTn>
                                        <p:tgtEl>
                                          <p:spTgt spid="9"/>
                                        </p:tgtEl>
                                      </p:cBhvr>
                                      <p:to x="100000" y="100000"/>
                                    </p:animScale>
                                    <p:animScale>
                                      <p:cBhvr>
                                        <p:cTn id="35" dur="20">
                                          <p:stCondLst>
                                            <p:cond delay="984"/>
                                          </p:stCondLst>
                                        </p:cTn>
                                        <p:tgtEl>
                                          <p:spTgt spid="9"/>
                                        </p:tgtEl>
                                      </p:cBhvr>
                                      <p:to x="100000" y="80000"/>
                                    </p:animScale>
                                    <p:animScale>
                                      <p:cBhvr>
                                        <p:cTn id="36" dur="124" decel="50000">
                                          <p:stCondLst>
                                            <p:cond delay="1004"/>
                                          </p:stCondLst>
                                        </p:cTn>
                                        <p:tgtEl>
                                          <p:spTgt spid="9"/>
                                        </p:tgtEl>
                                      </p:cBhvr>
                                      <p:to x="100000" y="100000"/>
                                    </p:animScale>
                                    <p:animScale>
                                      <p:cBhvr>
                                        <p:cTn id="37" dur="20">
                                          <p:stCondLst>
                                            <p:cond delay="1232"/>
                                          </p:stCondLst>
                                        </p:cTn>
                                        <p:tgtEl>
                                          <p:spTgt spid="9"/>
                                        </p:tgtEl>
                                      </p:cBhvr>
                                      <p:to x="100000" y="90000"/>
                                    </p:animScale>
                                    <p:animScale>
                                      <p:cBhvr>
                                        <p:cTn id="38" dur="124" decel="50000">
                                          <p:stCondLst>
                                            <p:cond delay="1251"/>
                                          </p:stCondLst>
                                        </p:cTn>
                                        <p:tgtEl>
                                          <p:spTgt spid="9"/>
                                        </p:tgtEl>
                                      </p:cBhvr>
                                      <p:to x="100000" y="100000"/>
                                    </p:animScale>
                                    <p:animScale>
                                      <p:cBhvr>
                                        <p:cTn id="39" dur="20">
                                          <p:stCondLst>
                                            <p:cond delay="1356"/>
                                          </p:stCondLst>
                                        </p:cTn>
                                        <p:tgtEl>
                                          <p:spTgt spid="9"/>
                                        </p:tgtEl>
                                      </p:cBhvr>
                                      <p:to x="100000" y="95000"/>
                                    </p:animScale>
                                    <p:animScale>
                                      <p:cBhvr>
                                        <p:cTn id="40" dur="124" decel="50000">
                                          <p:stCondLst>
                                            <p:cond delay="1376"/>
                                          </p:stCondLst>
                                        </p:cTn>
                                        <p:tgtEl>
                                          <p:spTgt spid="9"/>
                                        </p:tgtEl>
                                      </p:cBhvr>
                                      <p:to x="100000" y="100000"/>
                                    </p:animScale>
                                  </p:childTnLst>
                                </p:cTn>
                              </p:par>
                            </p:childTnLst>
                          </p:cTn>
                        </p:par>
                      </p:childTnLst>
                    </p:cTn>
                  </p:par>
                  <p:par>
                    <p:cTn id="41" fill="hold" nodeType="clickPar">
                      <p:stCondLst>
                        <p:cond delay="indefinite"/>
                      </p:stCondLst>
                      <p:childTnLst>
                        <p:par>
                          <p:cTn id="42" fill="hold">
                            <p:stCondLst>
                              <p:cond delay="0"/>
                            </p:stCondLst>
                            <p:childTnLst>
                              <p:par>
                                <p:cTn id="43" presetID="26"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down)">
                                      <p:cBhvr>
                                        <p:cTn id="45" dur="435">
                                          <p:stCondLst>
                                            <p:cond delay="0"/>
                                          </p:stCondLst>
                                        </p:cTn>
                                        <p:tgtEl>
                                          <p:spTgt spid="12"/>
                                        </p:tgtEl>
                                      </p:cBhvr>
                                    </p:animEffect>
                                    <p:anim calcmode="lin" valueType="num">
                                      <p:cBhvr>
                                        <p:cTn id="46" dur="1366"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47" dur="498"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48" dur="498" tmFilter="0, 0; 0.125,0.2665; 0.25,0.4; 0.375,0.465; 0.5,0.5;  0.625,0.535; 0.75,0.6; 0.875,0.7335; 1,1">
                                          <p:stCondLst>
                                            <p:cond delay="498"/>
                                          </p:stCondLst>
                                        </p:cTn>
                                        <p:tgtEl>
                                          <p:spTgt spid="12"/>
                                        </p:tgtEl>
                                        <p:attrNameLst>
                                          <p:attrName>ppt_y</p:attrName>
                                        </p:attrNameLst>
                                      </p:cBhvr>
                                      <p:tavLst>
                                        <p:tav tm="0" fmla="#ppt_y-sin(pi*$)/9">
                                          <p:val>
                                            <p:fltVal val="0"/>
                                          </p:val>
                                        </p:tav>
                                        <p:tav tm="100000">
                                          <p:val>
                                            <p:fltVal val="1"/>
                                          </p:val>
                                        </p:tav>
                                      </p:tavLst>
                                    </p:anim>
                                    <p:anim calcmode="lin" valueType="num">
                                      <p:cBhvr>
                                        <p:cTn id="49" dur="249" tmFilter="0, 0; 0.125,0.2665; 0.25,0.4; 0.375,0.465; 0.5,0.5;  0.625,0.535; 0.75,0.6; 0.875,0.7335; 1,1">
                                          <p:stCondLst>
                                            <p:cond delay="993"/>
                                          </p:stCondLst>
                                        </p:cTn>
                                        <p:tgtEl>
                                          <p:spTgt spid="12"/>
                                        </p:tgtEl>
                                        <p:attrNameLst>
                                          <p:attrName>ppt_y</p:attrName>
                                        </p:attrNameLst>
                                      </p:cBhvr>
                                      <p:tavLst>
                                        <p:tav tm="0" fmla="#ppt_y-sin(pi*$)/27">
                                          <p:val>
                                            <p:fltVal val="0"/>
                                          </p:val>
                                        </p:tav>
                                        <p:tav tm="100000">
                                          <p:val>
                                            <p:fltVal val="1"/>
                                          </p:val>
                                        </p:tav>
                                      </p:tavLst>
                                    </p:anim>
                                    <p:anim calcmode="lin" valueType="num">
                                      <p:cBhvr>
                                        <p:cTn id="50" dur="123" tmFilter="0, 0; 0.125,0.2665; 0.25,0.4; 0.375,0.465; 0.5,0.5;  0.625,0.535; 0.75,0.6; 0.875,0.7335; 1,1">
                                          <p:stCondLst>
                                            <p:cond delay="1242"/>
                                          </p:stCondLst>
                                        </p:cTn>
                                        <p:tgtEl>
                                          <p:spTgt spid="12"/>
                                        </p:tgtEl>
                                        <p:attrNameLst>
                                          <p:attrName>ppt_y</p:attrName>
                                        </p:attrNameLst>
                                      </p:cBhvr>
                                      <p:tavLst>
                                        <p:tav tm="0" fmla="#ppt_y-sin(pi*$)/81">
                                          <p:val>
                                            <p:fltVal val="0"/>
                                          </p:val>
                                        </p:tav>
                                        <p:tav tm="100000">
                                          <p:val>
                                            <p:fltVal val="1"/>
                                          </p:val>
                                        </p:tav>
                                      </p:tavLst>
                                    </p:anim>
                                    <p:animScale>
                                      <p:cBhvr>
                                        <p:cTn id="51" dur="20">
                                          <p:stCondLst>
                                            <p:cond delay="488"/>
                                          </p:stCondLst>
                                        </p:cTn>
                                        <p:tgtEl>
                                          <p:spTgt spid="12"/>
                                        </p:tgtEl>
                                      </p:cBhvr>
                                      <p:to x="100000" y="60000"/>
                                    </p:animScale>
                                    <p:animScale>
                                      <p:cBhvr>
                                        <p:cTn id="52" dur="124" decel="50000">
                                          <p:stCondLst>
                                            <p:cond delay="507"/>
                                          </p:stCondLst>
                                        </p:cTn>
                                        <p:tgtEl>
                                          <p:spTgt spid="12"/>
                                        </p:tgtEl>
                                      </p:cBhvr>
                                      <p:to x="100000" y="100000"/>
                                    </p:animScale>
                                    <p:animScale>
                                      <p:cBhvr>
                                        <p:cTn id="53" dur="20">
                                          <p:stCondLst>
                                            <p:cond delay="984"/>
                                          </p:stCondLst>
                                        </p:cTn>
                                        <p:tgtEl>
                                          <p:spTgt spid="12"/>
                                        </p:tgtEl>
                                      </p:cBhvr>
                                      <p:to x="100000" y="80000"/>
                                    </p:animScale>
                                    <p:animScale>
                                      <p:cBhvr>
                                        <p:cTn id="54" dur="124" decel="50000">
                                          <p:stCondLst>
                                            <p:cond delay="1004"/>
                                          </p:stCondLst>
                                        </p:cTn>
                                        <p:tgtEl>
                                          <p:spTgt spid="12"/>
                                        </p:tgtEl>
                                      </p:cBhvr>
                                      <p:to x="100000" y="100000"/>
                                    </p:animScale>
                                    <p:animScale>
                                      <p:cBhvr>
                                        <p:cTn id="55" dur="20">
                                          <p:stCondLst>
                                            <p:cond delay="1232"/>
                                          </p:stCondLst>
                                        </p:cTn>
                                        <p:tgtEl>
                                          <p:spTgt spid="12"/>
                                        </p:tgtEl>
                                      </p:cBhvr>
                                      <p:to x="100000" y="90000"/>
                                    </p:animScale>
                                    <p:animScale>
                                      <p:cBhvr>
                                        <p:cTn id="56" dur="124" decel="50000">
                                          <p:stCondLst>
                                            <p:cond delay="1251"/>
                                          </p:stCondLst>
                                        </p:cTn>
                                        <p:tgtEl>
                                          <p:spTgt spid="12"/>
                                        </p:tgtEl>
                                      </p:cBhvr>
                                      <p:to x="100000" y="100000"/>
                                    </p:animScale>
                                    <p:animScale>
                                      <p:cBhvr>
                                        <p:cTn id="57" dur="20">
                                          <p:stCondLst>
                                            <p:cond delay="1356"/>
                                          </p:stCondLst>
                                        </p:cTn>
                                        <p:tgtEl>
                                          <p:spTgt spid="12"/>
                                        </p:tgtEl>
                                      </p:cBhvr>
                                      <p:to x="100000" y="95000"/>
                                    </p:animScale>
                                    <p:animScale>
                                      <p:cBhvr>
                                        <p:cTn id="58" dur="124" decel="50000">
                                          <p:stCondLst>
                                            <p:cond delay="1376"/>
                                          </p:stCondLst>
                                        </p:cTn>
                                        <p:tgtEl>
                                          <p:spTgt spid="12"/>
                                        </p:tgtEl>
                                      </p:cBhvr>
                                      <p:to x="100000" y="100000"/>
                                    </p:animScale>
                                  </p:childTnLst>
                                </p:cTn>
                              </p:par>
                            </p:childTnLst>
                          </p:cTn>
                        </p:par>
                      </p:childTnLst>
                    </p:cTn>
                  </p:par>
                  <p:par>
                    <p:cTn id="59" fill="hold" nodeType="clickPar">
                      <p:stCondLst>
                        <p:cond delay="indefinite"/>
                      </p:stCondLst>
                      <p:childTnLst>
                        <p:par>
                          <p:cTn id="60" fill="hold">
                            <p:stCondLst>
                              <p:cond delay="0"/>
                            </p:stCondLst>
                            <p:childTnLst>
                              <p:par>
                                <p:cTn id="61" presetID="26" presetClass="entr" presetSubtype="0"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wipe(down)">
                                      <p:cBhvr>
                                        <p:cTn id="63" dur="435">
                                          <p:stCondLst>
                                            <p:cond delay="0"/>
                                          </p:stCondLst>
                                        </p:cTn>
                                        <p:tgtEl>
                                          <p:spTgt spid="13"/>
                                        </p:tgtEl>
                                      </p:cBhvr>
                                    </p:animEffect>
                                    <p:anim calcmode="lin" valueType="num">
                                      <p:cBhvr>
                                        <p:cTn id="64" dur="1366"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65" dur="498"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66" dur="498" tmFilter="0, 0; 0.125,0.2665; 0.25,0.4; 0.375,0.465; 0.5,0.5;  0.625,0.535; 0.75,0.6; 0.875,0.7335; 1,1">
                                          <p:stCondLst>
                                            <p:cond delay="498"/>
                                          </p:stCondLst>
                                        </p:cTn>
                                        <p:tgtEl>
                                          <p:spTgt spid="13"/>
                                        </p:tgtEl>
                                        <p:attrNameLst>
                                          <p:attrName>ppt_y</p:attrName>
                                        </p:attrNameLst>
                                      </p:cBhvr>
                                      <p:tavLst>
                                        <p:tav tm="0" fmla="#ppt_y-sin(pi*$)/9">
                                          <p:val>
                                            <p:fltVal val="0"/>
                                          </p:val>
                                        </p:tav>
                                        <p:tav tm="100000">
                                          <p:val>
                                            <p:fltVal val="1"/>
                                          </p:val>
                                        </p:tav>
                                      </p:tavLst>
                                    </p:anim>
                                    <p:anim calcmode="lin" valueType="num">
                                      <p:cBhvr>
                                        <p:cTn id="67" dur="249" tmFilter="0, 0; 0.125,0.2665; 0.25,0.4; 0.375,0.465; 0.5,0.5;  0.625,0.535; 0.75,0.6; 0.875,0.7335; 1,1">
                                          <p:stCondLst>
                                            <p:cond delay="993"/>
                                          </p:stCondLst>
                                        </p:cTn>
                                        <p:tgtEl>
                                          <p:spTgt spid="13"/>
                                        </p:tgtEl>
                                        <p:attrNameLst>
                                          <p:attrName>ppt_y</p:attrName>
                                        </p:attrNameLst>
                                      </p:cBhvr>
                                      <p:tavLst>
                                        <p:tav tm="0" fmla="#ppt_y-sin(pi*$)/27">
                                          <p:val>
                                            <p:fltVal val="0"/>
                                          </p:val>
                                        </p:tav>
                                        <p:tav tm="100000">
                                          <p:val>
                                            <p:fltVal val="1"/>
                                          </p:val>
                                        </p:tav>
                                      </p:tavLst>
                                    </p:anim>
                                    <p:anim calcmode="lin" valueType="num">
                                      <p:cBhvr>
                                        <p:cTn id="68" dur="123" tmFilter="0, 0; 0.125,0.2665; 0.25,0.4; 0.375,0.465; 0.5,0.5;  0.625,0.535; 0.75,0.6; 0.875,0.7335; 1,1">
                                          <p:stCondLst>
                                            <p:cond delay="1242"/>
                                          </p:stCondLst>
                                        </p:cTn>
                                        <p:tgtEl>
                                          <p:spTgt spid="13"/>
                                        </p:tgtEl>
                                        <p:attrNameLst>
                                          <p:attrName>ppt_y</p:attrName>
                                        </p:attrNameLst>
                                      </p:cBhvr>
                                      <p:tavLst>
                                        <p:tav tm="0" fmla="#ppt_y-sin(pi*$)/81">
                                          <p:val>
                                            <p:fltVal val="0"/>
                                          </p:val>
                                        </p:tav>
                                        <p:tav tm="100000">
                                          <p:val>
                                            <p:fltVal val="1"/>
                                          </p:val>
                                        </p:tav>
                                      </p:tavLst>
                                    </p:anim>
                                    <p:animScale>
                                      <p:cBhvr>
                                        <p:cTn id="69" dur="20">
                                          <p:stCondLst>
                                            <p:cond delay="488"/>
                                          </p:stCondLst>
                                        </p:cTn>
                                        <p:tgtEl>
                                          <p:spTgt spid="13"/>
                                        </p:tgtEl>
                                      </p:cBhvr>
                                      <p:to x="100000" y="60000"/>
                                    </p:animScale>
                                    <p:animScale>
                                      <p:cBhvr>
                                        <p:cTn id="70" dur="124" decel="50000">
                                          <p:stCondLst>
                                            <p:cond delay="507"/>
                                          </p:stCondLst>
                                        </p:cTn>
                                        <p:tgtEl>
                                          <p:spTgt spid="13"/>
                                        </p:tgtEl>
                                      </p:cBhvr>
                                      <p:to x="100000" y="100000"/>
                                    </p:animScale>
                                    <p:animScale>
                                      <p:cBhvr>
                                        <p:cTn id="71" dur="20">
                                          <p:stCondLst>
                                            <p:cond delay="984"/>
                                          </p:stCondLst>
                                        </p:cTn>
                                        <p:tgtEl>
                                          <p:spTgt spid="13"/>
                                        </p:tgtEl>
                                      </p:cBhvr>
                                      <p:to x="100000" y="80000"/>
                                    </p:animScale>
                                    <p:animScale>
                                      <p:cBhvr>
                                        <p:cTn id="72" dur="124" decel="50000">
                                          <p:stCondLst>
                                            <p:cond delay="1004"/>
                                          </p:stCondLst>
                                        </p:cTn>
                                        <p:tgtEl>
                                          <p:spTgt spid="13"/>
                                        </p:tgtEl>
                                      </p:cBhvr>
                                      <p:to x="100000" y="100000"/>
                                    </p:animScale>
                                    <p:animScale>
                                      <p:cBhvr>
                                        <p:cTn id="73" dur="20">
                                          <p:stCondLst>
                                            <p:cond delay="1232"/>
                                          </p:stCondLst>
                                        </p:cTn>
                                        <p:tgtEl>
                                          <p:spTgt spid="13"/>
                                        </p:tgtEl>
                                      </p:cBhvr>
                                      <p:to x="100000" y="90000"/>
                                    </p:animScale>
                                    <p:animScale>
                                      <p:cBhvr>
                                        <p:cTn id="74" dur="124" decel="50000">
                                          <p:stCondLst>
                                            <p:cond delay="1251"/>
                                          </p:stCondLst>
                                        </p:cTn>
                                        <p:tgtEl>
                                          <p:spTgt spid="13"/>
                                        </p:tgtEl>
                                      </p:cBhvr>
                                      <p:to x="100000" y="100000"/>
                                    </p:animScale>
                                    <p:animScale>
                                      <p:cBhvr>
                                        <p:cTn id="75" dur="20">
                                          <p:stCondLst>
                                            <p:cond delay="1356"/>
                                          </p:stCondLst>
                                        </p:cTn>
                                        <p:tgtEl>
                                          <p:spTgt spid="13"/>
                                        </p:tgtEl>
                                      </p:cBhvr>
                                      <p:to x="100000" y="95000"/>
                                    </p:animScale>
                                    <p:animScale>
                                      <p:cBhvr>
                                        <p:cTn id="76" dur="124" decel="50000">
                                          <p:stCondLst>
                                            <p:cond delay="1376"/>
                                          </p:stCondLst>
                                        </p:cTn>
                                        <p:tgtEl>
                                          <p:spTgt spid="13"/>
                                        </p:tgtEl>
                                      </p:cBhvr>
                                      <p:to x="100000" y="100000"/>
                                    </p:animScale>
                                  </p:childTnLst>
                                </p:cTn>
                              </p:par>
                            </p:childTnLst>
                          </p:cTn>
                        </p:par>
                      </p:childTnLst>
                    </p:cTn>
                  </p:par>
                  <p:par>
                    <p:cTn id="77" fill="hold" nodeType="clickPar">
                      <p:stCondLst>
                        <p:cond delay="indefinite"/>
                      </p:stCondLst>
                      <p:childTnLst>
                        <p:par>
                          <p:cTn id="78" fill="hold">
                            <p:stCondLst>
                              <p:cond delay="0"/>
                            </p:stCondLst>
                            <p:childTnLst>
                              <p:par>
                                <p:cTn id="79" presetID="26" presetClass="entr" presetSubtype="0" fill="hold" grpId="0" nodeType="clickEffect">
                                  <p:stCondLst>
                                    <p:cond delay="0"/>
                                  </p:stCondLst>
                                  <p:childTnLst>
                                    <p:set>
                                      <p:cBhvr>
                                        <p:cTn id="80" dur="1" fill="hold">
                                          <p:stCondLst>
                                            <p:cond delay="0"/>
                                          </p:stCondLst>
                                        </p:cTn>
                                        <p:tgtEl>
                                          <p:spTgt spid="8"/>
                                        </p:tgtEl>
                                        <p:attrNameLst>
                                          <p:attrName>style.visibility</p:attrName>
                                        </p:attrNameLst>
                                      </p:cBhvr>
                                      <p:to>
                                        <p:strVal val="visible"/>
                                      </p:to>
                                    </p:set>
                                    <p:animEffect transition="in" filter="wipe(down)">
                                      <p:cBhvr>
                                        <p:cTn id="81" dur="435">
                                          <p:stCondLst>
                                            <p:cond delay="0"/>
                                          </p:stCondLst>
                                        </p:cTn>
                                        <p:tgtEl>
                                          <p:spTgt spid="8"/>
                                        </p:tgtEl>
                                      </p:cBhvr>
                                    </p:animEffect>
                                    <p:anim calcmode="lin" valueType="num">
                                      <p:cBhvr>
                                        <p:cTn id="82" dur="1366"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83" dur="498"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84" dur="498" tmFilter="0, 0; 0.125,0.2665; 0.25,0.4; 0.375,0.465; 0.5,0.5;  0.625,0.535; 0.75,0.6; 0.875,0.7335; 1,1">
                                          <p:stCondLst>
                                            <p:cond delay="498"/>
                                          </p:stCondLst>
                                        </p:cTn>
                                        <p:tgtEl>
                                          <p:spTgt spid="8"/>
                                        </p:tgtEl>
                                        <p:attrNameLst>
                                          <p:attrName>ppt_y</p:attrName>
                                        </p:attrNameLst>
                                      </p:cBhvr>
                                      <p:tavLst>
                                        <p:tav tm="0" fmla="#ppt_y-sin(pi*$)/9">
                                          <p:val>
                                            <p:fltVal val="0"/>
                                          </p:val>
                                        </p:tav>
                                        <p:tav tm="100000">
                                          <p:val>
                                            <p:fltVal val="1"/>
                                          </p:val>
                                        </p:tav>
                                      </p:tavLst>
                                    </p:anim>
                                    <p:anim calcmode="lin" valueType="num">
                                      <p:cBhvr>
                                        <p:cTn id="85" dur="249" tmFilter="0, 0; 0.125,0.2665; 0.25,0.4; 0.375,0.465; 0.5,0.5;  0.625,0.535; 0.75,0.6; 0.875,0.7335; 1,1">
                                          <p:stCondLst>
                                            <p:cond delay="993"/>
                                          </p:stCondLst>
                                        </p:cTn>
                                        <p:tgtEl>
                                          <p:spTgt spid="8"/>
                                        </p:tgtEl>
                                        <p:attrNameLst>
                                          <p:attrName>ppt_y</p:attrName>
                                        </p:attrNameLst>
                                      </p:cBhvr>
                                      <p:tavLst>
                                        <p:tav tm="0" fmla="#ppt_y-sin(pi*$)/27">
                                          <p:val>
                                            <p:fltVal val="0"/>
                                          </p:val>
                                        </p:tav>
                                        <p:tav tm="100000">
                                          <p:val>
                                            <p:fltVal val="1"/>
                                          </p:val>
                                        </p:tav>
                                      </p:tavLst>
                                    </p:anim>
                                    <p:anim calcmode="lin" valueType="num">
                                      <p:cBhvr>
                                        <p:cTn id="86" dur="123" tmFilter="0, 0; 0.125,0.2665; 0.25,0.4; 0.375,0.465; 0.5,0.5;  0.625,0.535; 0.75,0.6; 0.875,0.7335; 1,1">
                                          <p:stCondLst>
                                            <p:cond delay="1242"/>
                                          </p:stCondLst>
                                        </p:cTn>
                                        <p:tgtEl>
                                          <p:spTgt spid="8"/>
                                        </p:tgtEl>
                                        <p:attrNameLst>
                                          <p:attrName>ppt_y</p:attrName>
                                        </p:attrNameLst>
                                      </p:cBhvr>
                                      <p:tavLst>
                                        <p:tav tm="0" fmla="#ppt_y-sin(pi*$)/81">
                                          <p:val>
                                            <p:fltVal val="0"/>
                                          </p:val>
                                        </p:tav>
                                        <p:tav tm="100000">
                                          <p:val>
                                            <p:fltVal val="1"/>
                                          </p:val>
                                        </p:tav>
                                      </p:tavLst>
                                    </p:anim>
                                    <p:animScale>
                                      <p:cBhvr>
                                        <p:cTn id="87" dur="20">
                                          <p:stCondLst>
                                            <p:cond delay="488"/>
                                          </p:stCondLst>
                                        </p:cTn>
                                        <p:tgtEl>
                                          <p:spTgt spid="8"/>
                                        </p:tgtEl>
                                      </p:cBhvr>
                                      <p:to x="100000" y="60000"/>
                                    </p:animScale>
                                    <p:animScale>
                                      <p:cBhvr>
                                        <p:cTn id="88" dur="124" decel="50000">
                                          <p:stCondLst>
                                            <p:cond delay="507"/>
                                          </p:stCondLst>
                                        </p:cTn>
                                        <p:tgtEl>
                                          <p:spTgt spid="8"/>
                                        </p:tgtEl>
                                      </p:cBhvr>
                                      <p:to x="100000" y="100000"/>
                                    </p:animScale>
                                    <p:animScale>
                                      <p:cBhvr>
                                        <p:cTn id="89" dur="20">
                                          <p:stCondLst>
                                            <p:cond delay="984"/>
                                          </p:stCondLst>
                                        </p:cTn>
                                        <p:tgtEl>
                                          <p:spTgt spid="8"/>
                                        </p:tgtEl>
                                      </p:cBhvr>
                                      <p:to x="100000" y="80000"/>
                                    </p:animScale>
                                    <p:animScale>
                                      <p:cBhvr>
                                        <p:cTn id="90" dur="124" decel="50000">
                                          <p:stCondLst>
                                            <p:cond delay="1004"/>
                                          </p:stCondLst>
                                        </p:cTn>
                                        <p:tgtEl>
                                          <p:spTgt spid="8"/>
                                        </p:tgtEl>
                                      </p:cBhvr>
                                      <p:to x="100000" y="100000"/>
                                    </p:animScale>
                                    <p:animScale>
                                      <p:cBhvr>
                                        <p:cTn id="91" dur="20">
                                          <p:stCondLst>
                                            <p:cond delay="1232"/>
                                          </p:stCondLst>
                                        </p:cTn>
                                        <p:tgtEl>
                                          <p:spTgt spid="8"/>
                                        </p:tgtEl>
                                      </p:cBhvr>
                                      <p:to x="100000" y="90000"/>
                                    </p:animScale>
                                    <p:animScale>
                                      <p:cBhvr>
                                        <p:cTn id="92" dur="124" decel="50000">
                                          <p:stCondLst>
                                            <p:cond delay="1251"/>
                                          </p:stCondLst>
                                        </p:cTn>
                                        <p:tgtEl>
                                          <p:spTgt spid="8"/>
                                        </p:tgtEl>
                                      </p:cBhvr>
                                      <p:to x="100000" y="100000"/>
                                    </p:animScale>
                                    <p:animScale>
                                      <p:cBhvr>
                                        <p:cTn id="93" dur="20">
                                          <p:stCondLst>
                                            <p:cond delay="1356"/>
                                          </p:stCondLst>
                                        </p:cTn>
                                        <p:tgtEl>
                                          <p:spTgt spid="8"/>
                                        </p:tgtEl>
                                      </p:cBhvr>
                                      <p:to x="100000" y="95000"/>
                                    </p:animScale>
                                    <p:animScale>
                                      <p:cBhvr>
                                        <p:cTn id="94" dur="124" decel="50000">
                                          <p:stCondLst>
                                            <p:cond delay="1376"/>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9E5417A-C44D-9389-B018-A426368D8AFD}"/>
              </a:ext>
            </a:extLst>
          </p:cNvPr>
          <p:cNvSpPr txBox="1"/>
          <p:nvPr>
            <p:custDataLst>
              <p:tags r:id="rId1"/>
            </p:custDataLst>
          </p:nvPr>
        </p:nvSpPr>
        <p:spPr>
          <a:xfrm>
            <a:off x="1008846" y="391060"/>
            <a:ext cx="5285628" cy="359073"/>
          </a:xfrm>
          <a:prstGeom prst="rect">
            <a:avLst/>
          </a:prstGeom>
          <a:noFill/>
        </p:spPr>
        <p:txBody>
          <a:bodyPr wrap="square" lIns="0" tIns="0" rIns="0" bIns="0" rtlCol="0">
            <a:spAutoFit/>
          </a:bodyPr>
          <a:lstStyle/>
          <a:p>
            <a:pPr marL="0" marR="0" lvl="0" indent="0" algn="l" defTabSz="914400" rtl="0" eaLnBrk="1" fontAlgn="auto" latinLnBrk="0" hangingPunct="1">
              <a:lnSpc>
                <a:spcPts val="2800"/>
              </a:lnSpc>
              <a:spcBef>
                <a:spcPct val="0"/>
              </a:spcBef>
              <a:spcAft>
                <a:spcPct val="0"/>
              </a:spcAft>
              <a:buClrTx/>
              <a:buSzTx/>
              <a:buFontTx/>
              <a:buNone/>
              <a:defRPr/>
            </a:pPr>
            <a:r>
              <a:rPr kumimoji="0" lang="zh-CN" altLang="en-US" sz="2800" b="1" i="0" u="none" strike="noStrike" kern="0" cap="none" spc="0" normalizeH="0" baseline="0" noProof="0">
                <a:ln>
                  <a:noFill/>
                </a:ln>
                <a:solidFill>
                  <a:srgbClr val="00B05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题型二、噪声的防治</a:t>
            </a:r>
          </a:p>
        </p:txBody>
      </p:sp>
      <p:grpSp>
        <p:nvGrpSpPr>
          <p:cNvPr id="10" name="组合 9">
            <a:extLst>
              <a:ext uri="{FF2B5EF4-FFF2-40B4-BE49-F238E27FC236}">
                <a16:creationId xmlns:a16="http://schemas.microsoft.com/office/drawing/2014/main" id="{A9FF2DB6-C285-FA9B-EF99-76F4C9C4915E}"/>
              </a:ext>
            </a:extLst>
          </p:cNvPr>
          <p:cNvGrpSpPr/>
          <p:nvPr>
            <p:custDataLst>
              <p:tags r:id="rId2"/>
            </p:custDataLst>
          </p:nvPr>
        </p:nvGrpSpPr>
        <p:grpSpPr>
          <a:xfrm>
            <a:off x="0" y="3703462"/>
            <a:ext cx="12192000" cy="3110996"/>
            <a:chOff x="1802108" y="2722671"/>
            <a:chExt cx="6762965" cy="2194352"/>
          </a:xfrm>
        </p:grpSpPr>
        <p:sp>
          <p:nvSpPr>
            <p:cNvPr id="12" name="矩形 37">
              <a:extLst>
                <a:ext uri="{FF2B5EF4-FFF2-40B4-BE49-F238E27FC236}">
                  <a16:creationId xmlns:a16="http://schemas.microsoft.com/office/drawing/2014/main" id="{66388C7F-0BEF-83F2-1EDD-F84013C9E93A}"/>
                </a:ext>
              </a:extLst>
            </p:cNvPr>
            <p:cNvSpPr>
              <a:spLocks noChangeArrowheads="1"/>
            </p:cNvSpPr>
            <p:nvPr>
              <p:custDataLst>
                <p:tags r:id="rId7"/>
              </p:custDataLst>
            </p:nvPr>
          </p:nvSpPr>
          <p:spPr bwMode="auto">
            <a:xfrm>
              <a:off x="1802108" y="2722671"/>
              <a:ext cx="6762965" cy="219435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1218002" rtl="0" eaLnBrk="1" fontAlgn="auto" latinLnBrk="0" hangingPunct="1">
                <a:lnSpc>
                  <a:spcPct val="100000"/>
                </a:lnSpc>
                <a:spcBef>
                  <a:spcPct val="0"/>
                </a:spcBef>
                <a:spcAft>
                  <a:spcPct val="0"/>
                </a:spcAft>
                <a:buClrTx/>
                <a:buSzTx/>
                <a:buFontTx/>
                <a:buNone/>
                <a:defRPr/>
              </a:pPr>
              <a:endParaRPr kumimoji="0" lang="zh-CN" altLang="en-US" sz="2399" b="0" i="0" u="none" strike="noStrike" kern="1200" cap="none" spc="0" normalizeH="0" baseline="0" noProof="0">
                <a:ln>
                  <a:noFill/>
                </a:ln>
                <a:solidFill>
                  <a:prstClr val="white"/>
                </a:solidFill>
                <a:effectLst/>
                <a:uLnTx/>
                <a:uFillTx/>
                <a:latin typeface="Times New Roman"/>
                <a:ea typeface="微软雅黑" panose="020B0503020204020204" charset="-122"/>
                <a:cs typeface="+mn-ea"/>
                <a:sym typeface="+mn-lt"/>
              </a:endParaRPr>
            </a:p>
          </p:txBody>
        </p:sp>
        <p:pic>
          <p:nvPicPr>
            <p:cNvPr id="13" name="图片 12">
              <a:extLst>
                <a:ext uri="{FF2B5EF4-FFF2-40B4-BE49-F238E27FC236}">
                  <a16:creationId xmlns:a16="http://schemas.microsoft.com/office/drawing/2014/main" id="{3D4CBE3F-1CC3-73EF-DAD7-9228FAB32BE1}"/>
                </a:ext>
              </a:extLst>
            </p:cNvPr>
            <p:cNvPicPr>
              <a:picLocks noChangeAspect="1"/>
            </p:cNvPicPr>
            <p:nvPr>
              <p:custDataLst>
                <p:tags r:id="rId8"/>
              </p:custDataLst>
            </p:nvPr>
          </p:nvPicPr>
          <p:blipFill>
            <a:blip r:embed="rId10"/>
            <a:srcRect l="16093" t="19040" r="16095" b="25092"/>
            <a:stretch>
              <a:fillRect/>
            </a:stretch>
          </p:blipFill>
          <p:spPr>
            <a:xfrm>
              <a:off x="1837449" y="2787876"/>
              <a:ext cx="649101" cy="580019"/>
            </a:xfrm>
            <a:prstGeom prst="rect">
              <a:avLst/>
            </a:prstGeom>
          </p:spPr>
        </p:pic>
      </p:grpSp>
      <p:sp>
        <p:nvSpPr>
          <p:cNvPr id="3" name="Rectangle 1">
            <a:extLst>
              <a:ext uri="{FF2B5EF4-FFF2-40B4-BE49-F238E27FC236}">
                <a16:creationId xmlns:a16="http://schemas.microsoft.com/office/drawing/2014/main" id="{AFC7B643-8C75-4790-83AA-F66EE1CF8A2E}"/>
              </a:ext>
            </a:extLst>
          </p:cNvPr>
          <p:cNvSpPr>
            <a:spLocks noChangeArrowheads="1"/>
          </p:cNvSpPr>
          <p:nvPr>
            <p:custDataLst>
              <p:tags r:id="rId3"/>
            </p:custDataLst>
          </p:nvPr>
        </p:nvSpPr>
        <p:spPr bwMode="auto">
          <a:xfrm>
            <a:off x="1008846" y="1220410"/>
            <a:ext cx="9976566" cy="2080762"/>
          </a:xfrm>
          <a:prstGeom prst="rect">
            <a:avLst/>
          </a:prstGeom>
          <a:noFill/>
          <a:ln w="9525">
            <a:noFill/>
            <a:miter lim="800000"/>
          </a:ln>
          <a:effectLst/>
        </p:spPr>
        <p:txBody>
          <a:bodyPr vert="horz" wrap="square" lIns="121920" tIns="60960" rIns="121920" bIns="60960" numCol="1" anchor="ctr" anchorCtr="0" compatLnSpc="1">
            <a:prstTxWarp prst="textNoShape">
              <a:avLst/>
            </a:prstTxWarp>
            <a:spAutoFit/>
          </a:bodyPr>
          <a:lstStyle/>
          <a:p>
            <a:pPr marL="0" marR="0" lvl="0" indent="609585" algn="l" defTabSz="457200" rtl="0" eaLnBrk="1" fontAlgn="base" latinLnBrk="0" hangingPunct="1">
              <a:lnSpc>
                <a:spcPts val="3900"/>
              </a:lnSpc>
              <a:spcBef>
                <a:spcPct val="0"/>
              </a:spcBef>
              <a:spcAft>
                <a:spcPct val="0"/>
              </a:spcAft>
              <a:buClrTx/>
              <a:buSzTx/>
              <a:buFontTx/>
              <a:buNone/>
              <a:defRPr/>
            </a:pPr>
            <a:r>
              <a:rPr kumimoji="0" lang="en-US" altLang="zh-CN" sz="27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mn-cs"/>
              </a:rPr>
              <a:t>  </a:t>
            </a:r>
            <a:r>
              <a:rPr kumimoji="0" lang="zh-CN" altLang="zh-CN" sz="2700" b="1"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mn-cs"/>
              </a:rPr>
              <a:t>【</a:t>
            </a:r>
            <a:r>
              <a:rPr kumimoji="0" lang="zh-CN" altLang="en-US" sz="2700" b="1"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mn-cs"/>
              </a:rPr>
              <a:t>例题</a:t>
            </a:r>
            <a:r>
              <a:rPr kumimoji="0" lang="en-US" altLang="zh-CN" sz="2700" b="1"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mn-cs"/>
              </a:rPr>
              <a:t>3</a:t>
            </a:r>
            <a:r>
              <a:rPr kumimoji="0" lang="zh-CN" altLang="zh-CN" sz="2700" b="1"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mn-cs"/>
              </a:rPr>
              <a:t>】</a:t>
            </a:r>
            <a:r>
              <a:rPr kumimoji="0" lang="zh-CN" altLang="en-US" sz="27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生活中经常需要控制噪声，以下措施中，属于在传播过程中减弱噪声的是（        ）</a:t>
            </a:r>
            <a:endParaRPr kumimoji="0" lang="zh-CN" altLang="en-US" sz="27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宋体" panose="02010600030101010101" pitchFamily="2" charset="-122"/>
            </a:endParaRPr>
          </a:p>
          <a:p>
            <a:pPr marL="0" marR="0" lvl="0" indent="609585" algn="l" defTabSz="1219170" rtl="0" eaLnBrk="0" fontAlgn="base" latinLnBrk="0" hangingPunct="0">
              <a:lnSpc>
                <a:spcPts val="3900"/>
              </a:lnSpc>
              <a:spcBef>
                <a:spcPct val="0"/>
              </a:spcBef>
              <a:spcAft>
                <a:spcPct val="0"/>
              </a:spcAft>
              <a:buClrTx/>
              <a:buSzTx/>
              <a:buFontTx/>
              <a:buNone/>
              <a:defRPr/>
            </a:pPr>
            <a:r>
              <a:rPr kumimoji="0" lang="en-US" altLang="zh-CN" sz="27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   A. </a:t>
            </a:r>
            <a:r>
              <a:rPr kumimoji="0" lang="zh-CN" altLang="en-US" sz="27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道路两旁栽行道树         </a:t>
            </a:r>
            <a:r>
              <a:rPr kumimoji="0" lang="en-US" altLang="zh-CN" sz="27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B. </a:t>
            </a:r>
            <a:r>
              <a:rPr kumimoji="0" lang="zh-CN" altLang="en-US" sz="27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考场周围禁鸣喇叭</a:t>
            </a:r>
            <a:endParaRPr kumimoji="0" lang="zh-CN" altLang="en-US" sz="27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宋体" panose="02010600030101010101" pitchFamily="2" charset="-122"/>
            </a:endParaRPr>
          </a:p>
          <a:p>
            <a:pPr marL="0" marR="0" lvl="0" indent="609585" algn="l" defTabSz="1219170" rtl="0" eaLnBrk="0" fontAlgn="base" latinLnBrk="0" hangingPunct="0">
              <a:lnSpc>
                <a:spcPts val="3900"/>
              </a:lnSpc>
              <a:spcBef>
                <a:spcPct val="0"/>
              </a:spcBef>
              <a:spcAft>
                <a:spcPct val="0"/>
              </a:spcAft>
              <a:buClrTx/>
              <a:buSzTx/>
              <a:buFontTx/>
              <a:buNone/>
              <a:defRPr/>
            </a:pPr>
            <a:r>
              <a:rPr kumimoji="0" lang="en-US" altLang="zh-CN" sz="27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   C. </a:t>
            </a:r>
            <a:r>
              <a:rPr kumimoji="0" lang="zh-CN" altLang="en-US" sz="27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机场员工佩戴耳罩         </a:t>
            </a:r>
            <a:r>
              <a:rPr kumimoji="0" lang="en-US" altLang="zh-CN" sz="27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D. </a:t>
            </a:r>
            <a:r>
              <a:rPr kumimoji="0" lang="zh-CN" altLang="en-US" sz="27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建筑工地限时工作</a:t>
            </a:r>
            <a:endParaRPr kumimoji="0" lang="zh-CN" altLang="en-US" sz="27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宋体" panose="02010600030101010101" pitchFamily="2" charset="-122"/>
            </a:endParaRPr>
          </a:p>
        </p:txBody>
      </p:sp>
      <p:sp>
        <p:nvSpPr>
          <p:cNvPr id="4" name="Rectangle 2">
            <a:extLst>
              <a:ext uri="{FF2B5EF4-FFF2-40B4-BE49-F238E27FC236}">
                <a16:creationId xmlns:a16="http://schemas.microsoft.com/office/drawing/2014/main" id="{86B67962-9596-405C-ADE2-F8B69F11D586}"/>
              </a:ext>
            </a:extLst>
          </p:cNvPr>
          <p:cNvSpPr>
            <a:spLocks noChangeArrowheads="1"/>
          </p:cNvSpPr>
          <p:nvPr>
            <p:custDataLst>
              <p:tags r:id="rId4"/>
            </p:custDataLst>
          </p:nvPr>
        </p:nvSpPr>
        <p:spPr bwMode="auto">
          <a:xfrm>
            <a:off x="920706" y="4065678"/>
            <a:ext cx="10607722" cy="2328138"/>
          </a:xfrm>
          <a:prstGeom prst="rect">
            <a:avLst/>
          </a:prstGeom>
          <a:noFill/>
          <a:ln w="9525">
            <a:noFill/>
            <a:miter lim="800000"/>
          </a:ln>
          <a:effectLst/>
        </p:spPr>
        <p:txBody>
          <a:bodyPr vert="horz" wrap="square" lIns="121920" tIns="60960" rIns="121920" bIns="60960" numCol="1" anchor="ctr" anchorCtr="0" compatLnSpc="1">
            <a:prstTxWarp prst="textNoShape">
              <a:avLst/>
            </a:prstTxWarp>
            <a:spAutoFit/>
          </a:bodyPr>
          <a:lstStyle/>
          <a:p>
            <a:pPr marL="0" marR="0" lvl="0" indent="576000" algn="l" defTabSz="1219170" rtl="0" eaLnBrk="1" fontAlgn="base" latinLnBrk="0" hangingPunct="1">
              <a:lnSpc>
                <a:spcPts val="35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Times New Roman"/>
                <a:ea typeface="微软雅黑" panose="020B0503020204020204" charset="-122"/>
                <a:cs typeface="Times New Roman" panose="02020603050405020304" pitchFamily="18" charset="0"/>
              </a:rPr>
              <a:t>A. </a:t>
            </a:r>
            <a:r>
              <a:rPr kumimoji="0" lang="zh-CN" altLang="en-US" sz="2400" b="0" i="0" u="none" strike="noStrike" kern="1200" cap="none" spc="0" normalizeH="0" baseline="0" noProof="0">
                <a:ln>
                  <a:noFill/>
                </a:ln>
                <a:solidFill>
                  <a:prstClr val="white"/>
                </a:solidFill>
                <a:effectLst/>
                <a:uLnTx/>
                <a:uFillTx/>
                <a:latin typeface="Times New Roman"/>
                <a:ea typeface="微软雅黑" panose="020B0503020204020204" charset="-122"/>
                <a:cs typeface="Times New Roman" panose="02020603050405020304" pitchFamily="18" charset="0"/>
              </a:rPr>
              <a:t>道路两旁栽树，一个作用是可以绿化环境，另一作用是可以隔离和吸收噪声；属于在传播过程中减弱噪声。所以</a:t>
            </a:r>
            <a:r>
              <a:rPr kumimoji="0" lang="en-US" altLang="zh-CN" sz="2400" b="0" i="0" u="none" strike="noStrike" kern="1200" cap="none" spc="0" normalizeH="0" baseline="0" noProof="0">
                <a:ln>
                  <a:noFill/>
                </a:ln>
                <a:solidFill>
                  <a:prstClr val="white"/>
                </a:solidFill>
                <a:effectLst/>
                <a:uLnTx/>
                <a:uFillTx/>
                <a:latin typeface="Times New Roman"/>
                <a:ea typeface="微软雅黑" panose="020B0503020204020204" charset="-122"/>
                <a:cs typeface="Times New Roman" panose="02020603050405020304" pitchFamily="18" charset="0"/>
              </a:rPr>
              <a:t>A</a:t>
            </a:r>
            <a:r>
              <a:rPr kumimoji="0" lang="zh-CN" altLang="en-US" sz="2400" b="0" i="0" u="none" strike="noStrike" kern="1200" cap="none" spc="0" normalizeH="0" baseline="0" noProof="0">
                <a:ln>
                  <a:noFill/>
                </a:ln>
                <a:solidFill>
                  <a:prstClr val="white"/>
                </a:solidFill>
                <a:effectLst/>
                <a:uLnTx/>
                <a:uFillTx/>
                <a:latin typeface="Times New Roman"/>
                <a:ea typeface="微软雅黑" panose="020B0503020204020204" charset="-122"/>
                <a:cs typeface="Times New Roman" panose="02020603050405020304" pitchFamily="18" charset="0"/>
              </a:rPr>
              <a:t>正确。</a:t>
            </a:r>
            <a:endParaRPr kumimoji="0" lang="en-US" altLang="zh-CN" sz="2400" b="0" i="0" u="none" strike="noStrike" kern="1200" cap="none" spc="0" normalizeH="0" baseline="0" noProof="0">
              <a:ln>
                <a:noFill/>
              </a:ln>
              <a:solidFill>
                <a:prstClr val="white"/>
              </a:solidFill>
              <a:effectLst/>
              <a:uLnTx/>
              <a:uFillTx/>
              <a:latin typeface="Times New Roman"/>
              <a:ea typeface="微软雅黑" panose="020B0503020204020204" charset="-122"/>
              <a:cs typeface="Times New Roman" panose="02020603050405020304" pitchFamily="18" charset="0"/>
            </a:endParaRPr>
          </a:p>
          <a:p>
            <a:pPr marL="0" marR="0" lvl="0" indent="576000" algn="l" defTabSz="1219170" rtl="0" eaLnBrk="1" fontAlgn="base" latinLnBrk="0" hangingPunct="1">
              <a:lnSpc>
                <a:spcPts val="35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Times New Roman"/>
                <a:ea typeface="微软雅黑" panose="020B0503020204020204" charset="-122"/>
                <a:cs typeface="Times New Roman" panose="02020603050405020304" pitchFamily="18" charset="0"/>
              </a:rPr>
              <a:t>B.</a:t>
            </a:r>
            <a:r>
              <a:rPr kumimoji="0" lang="zh-CN" altLang="en-US" sz="2400" b="0" i="0" u="none" strike="noStrike" kern="1200" cap="none" spc="0" normalizeH="0" baseline="0" noProof="0">
                <a:ln>
                  <a:noFill/>
                </a:ln>
                <a:solidFill>
                  <a:prstClr val="white"/>
                </a:solidFill>
                <a:effectLst/>
                <a:uLnTx/>
                <a:uFillTx/>
                <a:latin typeface="Times New Roman"/>
                <a:ea typeface="微软雅黑" panose="020B0503020204020204" charset="-122"/>
                <a:cs typeface="Times New Roman" panose="02020603050405020304" pitchFamily="18" charset="0"/>
              </a:rPr>
              <a:t>考场周围禁鸣喇叭，是在声源处减弱噪声；该选项错误。</a:t>
            </a:r>
          </a:p>
          <a:p>
            <a:pPr marL="0" marR="0" lvl="0" indent="576000" algn="l" defTabSz="1219170" rtl="0" eaLnBrk="1" fontAlgn="base" latinLnBrk="0" hangingPunct="1">
              <a:lnSpc>
                <a:spcPts val="35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Times New Roman"/>
                <a:ea typeface="微软雅黑" panose="020B0503020204020204" charset="-122"/>
                <a:cs typeface="Times New Roman" panose="02020603050405020304" pitchFamily="18" charset="0"/>
              </a:rPr>
              <a:t>C.</a:t>
            </a:r>
            <a:r>
              <a:rPr kumimoji="0" lang="zh-CN" altLang="en-US" sz="2400" b="0" i="0" u="none" strike="noStrike" kern="1200" cap="none" spc="0" normalizeH="0" baseline="0" noProof="0">
                <a:ln>
                  <a:noFill/>
                </a:ln>
                <a:solidFill>
                  <a:prstClr val="white"/>
                </a:solidFill>
                <a:effectLst/>
                <a:uLnTx/>
                <a:uFillTx/>
                <a:latin typeface="Times New Roman"/>
                <a:ea typeface="微软雅黑" panose="020B0503020204020204" charset="-122"/>
                <a:cs typeface="Times New Roman" panose="02020603050405020304" pitchFamily="18" charset="0"/>
              </a:rPr>
              <a:t>机场员工佩戴耳罩，是在人耳处减弱；该选项错误。 </a:t>
            </a:r>
            <a:endParaRPr kumimoji="0" lang="en-US" altLang="zh-CN" sz="2400" b="0" i="0" u="none" strike="noStrike" kern="1200" cap="none" spc="0" normalizeH="0" baseline="0" noProof="0">
              <a:ln>
                <a:noFill/>
              </a:ln>
              <a:solidFill>
                <a:prstClr val="white"/>
              </a:solidFill>
              <a:effectLst/>
              <a:uLnTx/>
              <a:uFillTx/>
              <a:latin typeface="Times New Roman"/>
              <a:ea typeface="微软雅黑" panose="020B0503020204020204" charset="-122"/>
              <a:cs typeface="Times New Roman" panose="02020603050405020304" pitchFamily="18" charset="0"/>
            </a:endParaRPr>
          </a:p>
          <a:p>
            <a:pPr marL="0" marR="0" lvl="0" indent="576000" algn="l" defTabSz="1219170" rtl="0" eaLnBrk="1" fontAlgn="base" latinLnBrk="0" hangingPunct="1">
              <a:lnSpc>
                <a:spcPts val="35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Times New Roman"/>
                <a:ea typeface="微软雅黑" panose="020B0503020204020204" charset="-122"/>
                <a:cs typeface="Times New Roman" panose="02020603050405020304" pitchFamily="18" charset="0"/>
              </a:rPr>
              <a:t>D.</a:t>
            </a:r>
            <a:r>
              <a:rPr kumimoji="0" lang="zh-CN" altLang="en-US" sz="2400" b="0" i="0" u="none" strike="noStrike" kern="1200" cap="none" spc="0" normalizeH="0" baseline="0" noProof="0">
                <a:ln>
                  <a:noFill/>
                </a:ln>
                <a:solidFill>
                  <a:prstClr val="white"/>
                </a:solidFill>
                <a:effectLst/>
                <a:uLnTx/>
                <a:uFillTx/>
                <a:latin typeface="Times New Roman"/>
                <a:ea typeface="微软雅黑" panose="020B0503020204020204" charset="-122"/>
                <a:cs typeface="Times New Roman" panose="02020603050405020304" pitchFamily="18" charset="0"/>
              </a:rPr>
              <a:t>建筑工地限时工作，是在声源处减弱噪声；该选项错误。</a:t>
            </a:r>
            <a:endParaRPr kumimoji="0" lang="zh-CN" altLang="en-US" sz="2400" b="0" i="0" u="none" strike="noStrike" kern="1200" cap="none" spc="0" normalizeH="0" baseline="0" noProof="0">
              <a:ln>
                <a:noFill/>
              </a:ln>
              <a:solidFill>
                <a:srgbClr val="FFFF00"/>
              </a:solidFill>
              <a:effectLst/>
              <a:uLnTx/>
              <a:uFillTx/>
              <a:latin typeface="Times New Roman"/>
              <a:ea typeface="微软雅黑" panose="020B0503020204020204" charset="-122"/>
              <a:cs typeface="Times New Roman" panose="02020603050405020304" pitchFamily="18" charset="0"/>
            </a:endParaRPr>
          </a:p>
        </p:txBody>
      </p:sp>
      <p:sp>
        <p:nvSpPr>
          <p:cNvPr id="6" name="矩形 5">
            <a:extLst>
              <a:ext uri="{FF2B5EF4-FFF2-40B4-BE49-F238E27FC236}">
                <a16:creationId xmlns:a16="http://schemas.microsoft.com/office/drawing/2014/main" id="{D33C9E9D-3FD4-4D33-A716-EB06A9A0D34F}"/>
              </a:ext>
            </a:extLst>
          </p:cNvPr>
          <p:cNvSpPr/>
          <p:nvPr>
            <p:custDataLst>
              <p:tags r:id="rId5"/>
            </p:custDataLst>
          </p:nvPr>
        </p:nvSpPr>
        <p:spPr>
          <a:xfrm>
            <a:off x="5248044" y="1743028"/>
            <a:ext cx="665924" cy="507831"/>
          </a:xfrm>
          <a:prstGeom prst="rect">
            <a:avLst/>
          </a:prstGeom>
        </p:spPr>
        <p:txBody>
          <a:bodyPr wrap="square">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2700" b="0" i="0" u="none" strike="noStrike" kern="1200" cap="none" spc="0" normalizeH="0" baseline="0" noProof="0">
                <a:ln>
                  <a:noFill/>
                </a:ln>
                <a:solidFill>
                  <a:srgbClr val="FF0000"/>
                </a:solidFill>
                <a:effectLst/>
                <a:uLnTx/>
                <a:uFillTx/>
                <a:latin typeface="Times New Roman"/>
                <a:ea typeface="微软雅黑" panose="020B0503020204020204" pitchFamily="34" charset="-122"/>
                <a:cs typeface="Times New Roman" panose="02020603050405020304" pitchFamily="18" charset="0"/>
              </a:rPr>
              <a:t>A</a:t>
            </a:r>
            <a:endParaRPr kumimoji="0" lang="zh-CN" altLang="en-US" sz="2700" b="0" i="0" u="none" strike="noStrike" kern="1200" cap="none" spc="0" normalizeH="0" baseline="0" noProof="0">
              <a:ln>
                <a:noFill/>
              </a:ln>
              <a:solidFill>
                <a:prstClr val="black"/>
              </a:solidFill>
              <a:effectLst/>
              <a:uLnTx/>
              <a:uFillTx/>
              <a:latin typeface="Times New Roman"/>
              <a:ea typeface="微软雅黑" panose="020B0503020204020204" pitchFamily="34" charset="-122"/>
              <a:cs typeface="+mn-cs"/>
            </a:endParaRPr>
          </a:p>
        </p:txBody>
      </p:sp>
      <p:sp>
        <p:nvSpPr>
          <p:cNvPr id="7" name="文本框 6">
            <a:extLst>
              <a:ext uri="{FF2B5EF4-FFF2-40B4-BE49-F238E27FC236}">
                <a16:creationId xmlns:a16="http://schemas.microsoft.com/office/drawing/2014/main" id="{2B280946-BE71-7E26-E899-1A02B338E9B0}"/>
              </a:ext>
            </a:extLst>
          </p:cNvPr>
          <p:cNvSpPr txBox="1"/>
          <p:nvPr>
            <p:custDataLst>
              <p:tags r:id="rId6"/>
            </p:custDataLst>
          </p:nvPr>
        </p:nvSpPr>
        <p:spPr>
          <a:xfrm>
            <a:off x="9959982" y="5668431"/>
            <a:ext cx="1826319" cy="461665"/>
          </a:xfrm>
          <a:prstGeom prst="rect">
            <a:avLst/>
          </a:prstGeom>
          <a:noFill/>
        </p:spPr>
        <p:txBody>
          <a:bodyPr wrap="square">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C000"/>
                </a:solidFill>
                <a:effectLst/>
                <a:uLnTx/>
                <a:uFillTx/>
                <a:latin typeface="Times New Roman"/>
                <a:ea typeface="微软雅黑" panose="020B0503020204020204" charset="-122"/>
                <a:cs typeface="Times New Roman" panose="02020603050405020304" pitchFamily="18" charset="0"/>
              </a:rPr>
              <a:t>所以选</a:t>
            </a:r>
            <a:r>
              <a:rPr kumimoji="0" lang="en-US" altLang="zh-CN" sz="2400" b="1" i="0" u="none" strike="noStrike" kern="1200" cap="none" spc="0" normalizeH="0" baseline="0" noProof="0">
                <a:ln>
                  <a:noFill/>
                </a:ln>
                <a:solidFill>
                  <a:srgbClr val="FFC000"/>
                </a:solidFill>
                <a:effectLst/>
                <a:uLnTx/>
                <a:uFillTx/>
                <a:latin typeface="Times New Roman"/>
                <a:ea typeface="微软雅黑" panose="020B0503020204020204" charset="-122"/>
                <a:cs typeface="Times New Roman" panose="02020603050405020304" pitchFamily="18" charset="0"/>
              </a:rPr>
              <a:t>A</a:t>
            </a:r>
            <a:r>
              <a:rPr kumimoji="0" lang="zh-CN" altLang="en-US" sz="2400" b="1" i="0" u="none" strike="noStrike" kern="1200" cap="none" spc="0" normalizeH="0" baseline="0" noProof="0">
                <a:ln>
                  <a:noFill/>
                </a:ln>
                <a:solidFill>
                  <a:srgbClr val="FFC000"/>
                </a:solidFill>
                <a:effectLst/>
                <a:uLnTx/>
                <a:uFillTx/>
                <a:latin typeface="Times New Roman"/>
                <a:ea typeface="微软雅黑" panose="020B0503020204020204" charset="-122"/>
                <a:cs typeface="Times New Roman" panose="02020603050405020304" pitchFamily="18" charset="0"/>
              </a:rPr>
              <a:t>。</a:t>
            </a:r>
            <a:endParaRPr kumimoji="0" lang="zh-CN" altLang="en-US" sz="2400" b="1" i="0" u="none" strike="noStrike" kern="1200" cap="none" spc="0" normalizeH="0" baseline="0" noProof="0">
              <a:ln>
                <a:noFill/>
              </a:ln>
              <a:solidFill>
                <a:srgbClr val="FFC000"/>
              </a:solidFill>
              <a:effectLst/>
              <a:uLnTx/>
              <a:uFillTx/>
              <a:latin typeface="Times New Roman"/>
              <a:ea typeface="微软雅黑" panose="020B0503020204020204" charset="-122"/>
              <a:cs typeface="+mn-cs"/>
            </a:endParaRPr>
          </a:p>
        </p:txBody>
      </p:sp>
      <p:pic>
        <p:nvPicPr>
          <p:cNvPr id="5" name="图片 4" descr="cbe3eb76672406fabbe30586b58813d">
            <a:extLst>
              <a:ext uri="{FF2B5EF4-FFF2-40B4-BE49-F238E27FC236}">
                <a16:creationId xmlns:a16="http://schemas.microsoft.com/office/drawing/2014/main" id="{586554FF-4508-3C76-A653-997E790C4BED}"/>
              </a:ext>
            </a:extLst>
          </p:cNvPr>
          <p:cNvPicPr>
            <a:picLocks noChangeAspect="1"/>
          </p:cNvPicPr>
          <p:nvPr/>
        </p:nvPicPr>
        <p:blipFill>
          <a:blip r:embed="rId11"/>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319912684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down)">
                                      <p:cBhvr>
                                        <p:cTn id="12" dur="500"/>
                                        <p:tgtEl>
                                          <p:spTgt spid="4">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down)">
                                      <p:cBhvr>
                                        <p:cTn id="17" dur="500"/>
                                        <p:tgtEl>
                                          <p:spTgt spid="4">
                                            <p:txEl>
                                              <p:pRg st="1" end="1"/>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wipe(down)">
                                      <p:cBhvr>
                                        <p:cTn id="22" dur="500"/>
                                        <p:tgtEl>
                                          <p:spTgt spid="4">
                                            <p:txEl>
                                              <p:pRg st="2" end="2"/>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wipe(left)">
                                      <p:cBhvr>
                                        <p:cTn id="27" dur="1500"/>
                                        <p:tgtEl>
                                          <p:spTgt spid="4">
                                            <p:txEl>
                                              <p:pRg st="3" end="3"/>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26"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down)">
                                      <p:cBhvr>
                                        <p:cTn id="32" dur="435">
                                          <p:stCondLst>
                                            <p:cond delay="0"/>
                                          </p:stCondLst>
                                        </p:cTn>
                                        <p:tgtEl>
                                          <p:spTgt spid="6"/>
                                        </p:tgtEl>
                                      </p:cBhvr>
                                    </p:animEffect>
                                    <p:anim calcmode="lin" valueType="num">
                                      <p:cBhvr>
                                        <p:cTn id="33" dur="1366"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34" dur="498"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35" dur="498" tmFilter="0, 0; 0.125,0.2665; 0.25,0.4; 0.375,0.465; 0.5,0.5;  0.625,0.535; 0.75,0.6; 0.875,0.7335; 1,1">
                                          <p:stCondLst>
                                            <p:cond delay="498"/>
                                          </p:stCondLst>
                                        </p:cTn>
                                        <p:tgtEl>
                                          <p:spTgt spid="6"/>
                                        </p:tgtEl>
                                        <p:attrNameLst>
                                          <p:attrName>ppt_y</p:attrName>
                                        </p:attrNameLst>
                                      </p:cBhvr>
                                      <p:tavLst>
                                        <p:tav tm="0" fmla="#ppt_y-sin(pi*$)/9">
                                          <p:val>
                                            <p:fltVal val="0"/>
                                          </p:val>
                                        </p:tav>
                                        <p:tav tm="100000">
                                          <p:val>
                                            <p:fltVal val="1"/>
                                          </p:val>
                                        </p:tav>
                                      </p:tavLst>
                                    </p:anim>
                                    <p:anim calcmode="lin" valueType="num">
                                      <p:cBhvr>
                                        <p:cTn id="36" dur="249" tmFilter="0, 0; 0.125,0.2665; 0.25,0.4; 0.375,0.465; 0.5,0.5;  0.625,0.535; 0.75,0.6; 0.875,0.7335; 1,1">
                                          <p:stCondLst>
                                            <p:cond delay="993"/>
                                          </p:stCondLst>
                                        </p:cTn>
                                        <p:tgtEl>
                                          <p:spTgt spid="6"/>
                                        </p:tgtEl>
                                        <p:attrNameLst>
                                          <p:attrName>ppt_y</p:attrName>
                                        </p:attrNameLst>
                                      </p:cBhvr>
                                      <p:tavLst>
                                        <p:tav tm="0" fmla="#ppt_y-sin(pi*$)/27">
                                          <p:val>
                                            <p:fltVal val="0"/>
                                          </p:val>
                                        </p:tav>
                                        <p:tav tm="100000">
                                          <p:val>
                                            <p:fltVal val="1"/>
                                          </p:val>
                                        </p:tav>
                                      </p:tavLst>
                                    </p:anim>
                                    <p:anim calcmode="lin" valueType="num">
                                      <p:cBhvr>
                                        <p:cTn id="37" dur="123" tmFilter="0, 0; 0.125,0.2665; 0.25,0.4; 0.375,0.465; 0.5,0.5;  0.625,0.535; 0.75,0.6; 0.875,0.7335; 1,1">
                                          <p:stCondLst>
                                            <p:cond delay="1242"/>
                                          </p:stCondLst>
                                        </p:cTn>
                                        <p:tgtEl>
                                          <p:spTgt spid="6"/>
                                        </p:tgtEl>
                                        <p:attrNameLst>
                                          <p:attrName>ppt_y</p:attrName>
                                        </p:attrNameLst>
                                      </p:cBhvr>
                                      <p:tavLst>
                                        <p:tav tm="0" fmla="#ppt_y-sin(pi*$)/81">
                                          <p:val>
                                            <p:fltVal val="0"/>
                                          </p:val>
                                        </p:tav>
                                        <p:tav tm="100000">
                                          <p:val>
                                            <p:fltVal val="1"/>
                                          </p:val>
                                        </p:tav>
                                      </p:tavLst>
                                    </p:anim>
                                    <p:animScale>
                                      <p:cBhvr>
                                        <p:cTn id="38" dur="20">
                                          <p:stCondLst>
                                            <p:cond delay="488"/>
                                          </p:stCondLst>
                                        </p:cTn>
                                        <p:tgtEl>
                                          <p:spTgt spid="6"/>
                                        </p:tgtEl>
                                      </p:cBhvr>
                                      <p:to x="100000" y="60000"/>
                                    </p:animScale>
                                    <p:animScale>
                                      <p:cBhvr>
                                        <p:cTn id="39" dur="124" decel="50000">
                                          <p:stCondLst>
                                            <p:cond delay="507"/>
                                          </p:stCondLst>
                                        </p:cTn>
                                        <p:tgtEl>
                                          <p:spTgt spid="6"/>
                                        </p:tgtEl>
                                      </p:cBhvr>
                                      <p:to x="100000" y="100000"/>
                                    </p:animScale>
                                    <p:animScale>
                                      <p:cBhvr>
                                        <p:cTn id="40" dur="20">
                                          <p:stCondLst>
                                            <p:cond delay="984"/>
                                          </p:stCondLst>
                                        </p:cTn>
                                        <p:tgtEl>
                                          <p:spTgt spid="6"/>
                                        </p:tgtEl>
                                      </p:cBhvr>
                                      <p:to x="100000" y="80000"/>
                                    </p:animScale>
                                    <p:animScale>
                                      <p:cBhvr>
                                        <p:cTn id="41" dur="124" decel="50000">
                                          <p:stCondLst>
                                            <p:cond delay="1004"/>
                                          </p:stCondLst>
                                        </p:cTn>
                                        <p:tgtEl>
                                          <p:spTgt spid="6"/>
                                        </p:tgtEl>
                                      </p:cBhvr>
                                      <p:to x="100000" y="100000"/>
                                    </p:animScale>
                                    <p:animScale>
                                      <p:cBhvr>
                                        <p:cTn id="42" dur="20">
                                          <p:stCondLst>
                                            <p:cond delay="1232"/>
                                          </p:stCondLst>
                                        </p:cTn>
                                        <p:tgtEl>
                                          <p:spTgt spid="6"/>
                                        </p:tgtEl>
                                      </p:cBhvr>
                                      <p:to x="100000" y="90000"/>
                                    </p:animScale>
                                    <p:animScale>
                                      <p:cBhvr>
                                        <p:cTn id="43" dur="124" decel="50000">
                                          <p:stCondLst>
                                            <p:cond delay="1251"/>
                                          </p:stCondLst>
                                        </p:cTn>
                                        <p:tgtEl>
                                          <p:spTgt spid="6"/>
                                        </p:tgtEl>
                                      </p:cBhvr>
                                      <p:to x="100000" y="100000"/>
                                    </p:animScale>
                                    <p:animScale>
                                      <p:cBhvr>
                                        <p:cTn id="44" dur="20">
                                          <p:stCondLst>
                                            <p:cond delay="1356"/>
                                          </p:stCondLst>
                                        </p:cTn>
                                        <p:tgtEl>
                                          <p:spTgt spid="6"/>
                                        </p:tgtEl>
                                      </p:cBhvr>
                                      <p:to x="100000" y="95000"/>
                                    </p:animScale>
                                    <p:animScale>
                                      <p:cBhvr>
                                        <p:cTn id="45" dur="124" decel="50000">
                                          <p:stCondLst>
                                            <p:cond delay="1376"/>
                                          </p:stCondLst>
                                        </p:cTn>
                                        <p:tgtEl>
                                          <p:spTgt spid="6"/>
                                        </p:tgtEl>
                                      </p:cBhvr>
                                      <p:to x="100000" y="100000"/>
                                    </p:animScale>
                                  </p:childTnLst>
                                </p:cTn>
                              </p:par>
                              <p:par>
                                <p:cTn id="46" presetID="16" presetClass="entr" presetSubtype="21" fill="hold" grpId="0" nodeType="with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barn(inVertical)">
                                      <p:cBhvr>
                                        <p:cTn id="4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A9FF2DB6-C285-FA9B-EF99-76F4C9C4915E}"/>
              </a:ext>
            </a:extLst>
          </p:cNvPr>
          <p:cNvGrpSpPr/>
          <p:nvPr>
            <p:custDataLst>
              <p:tags r:id="rId1"/>
            </p:custDataLst>
          </p:nvPr>
        </p:nvGrpSpPr>
        <p:grpSpPr>
          <a:xfrm>
            <a:off x="0" y="4244076"/>
            <a:ext cx="12192000" cy="2570381"/>
            <a:chOff x="1802108" y="2722671"/>
            <a:chExt cx="6762965" cy="2194352"/>
          </a:xfrm>
        </p:grpSpPr>
        <p:sp>
          <p:nvSpPr>
            <p:cNvPr id="12" name="矩形 37">
              <a:extLst>
                <a:ext uri="{FF2B5EF4-FFF2-40B4-BE49-F238E27FC236}">
                  <a16:creationId xmlns:a16="http://schemas.microsoft.com/office/drawing/2014/main" id="{66388C7F-0BEF-83F2-1EDD-F84013C9E93A}"/>
                </a:ext>
              </a:extLst>
            </p:cNvPr>
            <p:cNvSpPr>
              <a:spLocks noChangeArrowheads="1"/>
            </p:cNvSpPr>
            <p:nvPr>
              <p:custDataLst>
                <p:tags r:id="rId8"/>
              </p:custDataLst>
            </p:nvPr>
          </p:nvSpPr>
          <p:spPr bwMode="auto">
            <a:xfrm>
              <a:off x="1802108" y="2722671"/>
              <a:ext cx="6762965" cy="219435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1218002" rtl="0" eaLnBrk="1" fontAlgn="auto" latinLnBrk="0" hangingPunct="1">
                <a:lnSpc>
                  <a:spcPct val="100000"/>
                </a:lnSpc>
                <a:spcBef>
                  <a:spcPct val="0"/>
                </a:spcBef>
                <a:spcAft>
                  <a:spcPct val="0"/>
                </a:spcAft>
                <a:buClrTx/>
                <a:buSzTx/>
                <a:buFontTx/>
                <a:buNone/>
                <a:defRPr/>
              </a:pPr>
              <a:endParaRPr kumimoji="0" lang="zh-CN" altLang="en-US" sz="2399" b="0" i="0" u="none" strike="noStrike" kern="1200" cap="none" spc="0" normalizeH="0" baseline="0" noProof="0">
                <a:ln>
                  <a:noFill/>
                </a:ln>
                <a:solidFill>
                  <a:prstClr val="white"/>
                </a:solidFill>
                <a:effectLst/>
                <a:uLnTx/>
                <a:uFillTx/>
                <a:latin typeface="Times New Roman"/>
                <a:ea typeface="微软雅黑" panose="020B0503020204020204" charset="-122"/>
                <a:cs typeface="+mn-ea"/>
                <a:sym typeface="+mn-lt"/>
              </a:endParaRPr>
            </a:p>
          </p:txBody>
        </p:sp>
        <p:pic>
          <p:nvPicPr>
            <p:cNvPr id="13" name="图片 12">
              <a:extLst>
                <a:ext uri="{FF2B5EF4-FFF2-40B4-BE49-F238E27FC236}">
                  <a16:creationId xmlns:a16="http://schemas.microsoft.com/office/drawing/2014/main" id="{3D4CBE3F-1CC3-73EF-DAD7-9228FAB32BE1}"/>
                </a:ext>
              </a:extLst>
            </p:cNvPr>
            <p:cNvPicPr>
              <a:picLocks noChangeAspect="1"/>
            </p:cNvPicPr>
            <p:nvPr>
              <p:custDataLst>
                <p:tags r:id="rId9"/>
              </p:custDataLst>
            </p:nvPr>
          </p:nvPicPr>
          <p:blipFill>
            <a:blip r:embed="rId11"/>
            <a:srcRect l="16093" t="19040" r="16095" b="25092"/>
            <a:stretch>
              <a:fillRect/>
            </a:stretch>
          </p:blipFill>
          <p:spPr>
            <a:xfrm>
              <a:off x="1837449" y="2787876"/>
              <a:ext cx="649101" cy="580019"/>
            </a:xfrm>
            <a:prstGeom prst="rect">
              <a:avLst/>
            </a:prstGeom>
          </p:spPr>
        </p:pic>
      </p:grpSp>
      <p:sp>
        <p:nvSpPr>
          <p:cNvPr id="3" name="Rectangle 1">
            <a:extLst>
              <a:ext uri="{FF2B5EF4-FFF2-40B4-BE49-F238E27FC236}">
                <a16:creationId xmlns:a16="http://schemas.microsoft.com/office/drawing/2014/main" id="{AFC7B643-8C75-4790-83AA-F66EE1CF8A2E}"/>
              </a:ext>
            </a:extLst>
          </p:cNvPr>
          <p:cNvSpPr>
            <a:spLocks noChangeArrowheads="1"/>
          </p:cNvSpPr>
          <p:nvPr>
            <p:custDataLst>
              <p:tags r:id="rId2"/>
            </p:custDataLst>
          </p:nvPr>
        </p:nvSpPr>
        <p:spPr bwMode="auto">
          <a:xfrm>
            <a:off x="990613" y="902791"/>
            <a:ext cx="10159299" cy="3271024"/>
          </a:xfrm>
          <a:prstGeom prst="rect">
            <a:avLst/>
          </a:prstGeom>
          <a:noFill/>
          <a:ln w="9525">
            <a:noFill/>
            <a:miter lim="800000"/>
          </a:ln>
          <a:effectLst/>
        </p:spPr>
        <p:txBody>
          <a:bodyPr vert="horz" wrap="square" lIns="121920" tIns="60960" rIns="121920" bIns="60960" numCol="1" anchor="ctr" anchorCtr="0" compatLnSpc="1">
            <a:prstTxWarp prst="textNoShape">
              <a:avLst/>
            </a:prstTxWarp>
            <a:spAutoFit/>
          </a:bodyPr>
          <a:lstStyle/>
          <a:p>
            <a:pPr marL="0" marR="0" lvl="0" indent="468000" algn="l" defTabSz="457200" rtl="0" eaLnBrk="1" fontAlgn="base" latinLnBrk="0" hangingPunct="1">
              <a:lnSpc>
                <a:spcPts val="3100"/>
              </a:lnSpc>
              <a:spcBef>
                <a:spcPct val="0"/>
              </a:spcBef>
              <a:spcAft>
                <a:spcPct val="0"/>
              </a:spcAft>
              <a:buClrTx/>
              <a:buSzTx/>
              <a:buFontTx/>
              <a:buNone/>
              <a:defRPr/>
            </a:pPr>
            <a:r>
              <a:rPr kumimoji="0" lang="en-US" altLang="zh-CN" sz="22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mn-cs"/>
              </a:rPr>
              <a:t>  </a:t>
            </a:r>
            <a:r>
              <a:rPr kumimoji="0" lang="zh-CN" altLang="zh-CN" sz="2200" b="1"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mn-cs"/>
              </a:rPr>
              <a:t>【</a:t>
            </a:r>
            <a:r>
              <a:rPr kumimoji="0" lang="zh-CN" altLang="en-US" sz="2200" b="1"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mn-cs"/>
              </a:rPr>
              <a:t>例题</a:t>
            </a:r>
            <a:r>
              <a:rPr kumimoji="0" lang="en-US" altLang="zh-CN" sz="2200" b="1"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mn-cs"/>
              </a:rPr>
              <a:t>4</a:t>
            </a:r>
            <a:r>
              <a:rPr kumimoji="0" lang="zh-CN" altLang="zh-CN" sz="2200" b="1"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mn-cs"/>
              </a:rPr>
              <a:t>】</a:t>
            </a:r>
            <a:r>
              <a:rPr kumimoji="0" lang="en-US" altLang="zh-CN" sz="22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2023</a:t>
            </a:r>
            <a:r>
              <a:rPr kumimoji="0" lang="zh-CN" altLang="en-US" sz="22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年</a:t>
            </a:r>
            <a:r>
              <a:rPr kumimoji="0" lang="en-US" altLang="zh-CN" sz="22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11</a:t>
            </a:r>
            <a:r>
              <a:rPr kumimoji="0" lang="zh-CN" altLang="en-US" sz="22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月</a:t>
            </a:r>
            <a:r>
              <a:rPr kumimoji="0" lang="en-US" altLang="zh-CN" sz="22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30</a:t>
            </a:r>
            <a:r>
              <a:rPr kumimoji="0" lang="zh-CN" altLang="en-US" sz="22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日，深圳市“无噪新潮舞”静音广场舞推广活动第八场在南山区开展。现场舞者一人一副耳机，所有耳机都能同步接收到同一首歌，他们像往常一样翩翩起舞，现场却没有大分贝的音乐声，受到舞团成员和围观群众一致好评。下列说法正确的是（　　）</a:t>
            </a:r>
          </a:p>
          <a:p>
            <a:pPr marL="0" marR="0" lvl="0" indent="468000" algn="l" defTabSz="457200" rtl="0" eaLnBrk="1" fontAlgn="base" latinLnBrk="0" hangingPunct="1">
              <a:lnSpc>
                <a:spcPts val="3100"/>
              </a:lnSpc>
              <a:spcBef>
                <a:spcPct val="0"/>
              </a:spcBef>
              <a:spcAft>
                <a:spcPct val="0"/>
              </a:spcAft>
              <a:buClrTx/>
              <a:buSzTx/>
              <a:buFontTx/>
              <a:buNone/>
              <a:defRPr/>
            </a:pPr>
            <a:r>
              <a:rPr kumimoji="0" lang="en-US" altLang="zh-CN" sz="22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A</a:t>
            </a:r>
            <a:r>
              <a:rPr kumimoji="0" lang="zh-CN" altLang="en-US" sz="22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．蓝牙耳机中的发声部件没有振动</a:t>
            </a:r>
          </a:p>
          <a:p>
            <a:pPr marL="0" marR="0" lvl="0" indent="468000" algn="l" defTabSz="457200" rtl="0" eaLnBrk="1" fontAlgn="base" latinLnBrk="0" hangingPunct="1">
              <a:lnSpc>
                <a:spcPts val="3100"/>
              </a:lnSpc>
              <a:spcBef>
                <a:spcPct val="0"/>
              </a:spcBef>
              <a:spcAft>
                <a:spcPct val="0"/>
              </a:spcAft>
              <a:buClrTx/>
              <a:buSzTx/>
              <a:buFontTx/>
              <a:buNone/>
              <a:defRPr/>
            </a:pPr>
            <a:r>
              <a:rPr kumimoji="0" lang="en-US" altLang="zh-CN" sz="22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B</a:t>
            </a:r>
            <a:r>
              <a:rPr kumimoji="0" lang="zh-CN" altLang="en-US" sz="22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．蓝牙耳机发出超声波，故围观群众听不到歌曲声</a:t>
            </a:r>
          </a:p>
          <a:p>
            <a:pPr marL="0" marR="0" lvl="0" indent="468000" algn="l" defTabSz="457200" rtl="0" eaLnBrk="1" fontAlgn="base" latinLnBrk="0" hangingPunct="1">
              <a:lnSpc>
                <a:spcPts val="3100"/>
              </a:lnSpc>
              <a:spcBef>
                <a:spcPct val="0"/>
              </a:spcBef>
              <a:spcAft>
                <a:spcPct val="0"/>
              </a:spcAft>
              <a:buClrTx/>
              <a:buSzTx/>
              <a:buFontTx/>
              <a:buNone/>
              <a:defRPr/>
            </a:pPr>
            <a:r>
              <a:rPr kumimoji="0" lang="en-US" altLang="zh-CN" sz="22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C</a:t>
            </a:r>
            <a:r>
              <a:rPr kumimoji="0" lang="zh-CN" altLang="en-US" sz="22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．舞者佩戴的蓝牙耳机发出声音的强弱等级约为</a:t>
            </a:r>
            <a:r>
              <a:rPr kumimoji="0" lang="en-US" altLang="zh-CN" sz="22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120dB</a:t>
            </a:r>
          </a:p>
          <a:p>
            <a:pPr marL="0" marR="0" lvl="0" indent="468000" algn="l" defTabSz="457200" rtl="0" eaLnBrk="1" fontAlgn="base" latinLnBrk="0" hangingPunct="1">
              <a:lnSpc>
                <a:spcPts val="3100"/>
              </a:lnSpc>
              <a:spcBef>
                <a:spcPct val="0"/>
              </a:spcBef>
              <a:spcAft>
                <a:spcPct val="0"/>
              </a:spcAft>
              <a:buClrTx/>
              <a:buSzTx/>
              <a:buFontTx/>
              <a:buNone/>
              <a:defRPr/>
            </a:pPr>
            <a:r>
              <a:rPr kumimoji="0" lang="en-US" altLang="zh-CN" sz="22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D</a:t>
            </a:r>
            <a:r>
              <a:rPr kumimoji="0" lang="zh-CN" altLang="en-US" sz="22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．此活动的优点是在声源处减弱扰民噪声</a:t>
            </a:r>
          </a:p>
        </p:txBody>
      </p:sp>
      <p:sp>
        <p:nvSpPr>
          <p:cNvPr id="4" name="Rectangle 2">
            <a:extLst>
              <a:ext uri="{FF2B5EF4-FFF2-40B4-BE49-F238E27FC236}">
                <a16:creationId xmlns:a16="http://schemas.microsoft.com/office/drawing/2014/main" id="{86B67962-9596-405C-ADE2-F8B69F11D586}"/>
              </a:ext>
            </a:extLst>
          </p:cNvPr>
          <p:cNvSpPr>
            <a:spLocks noChangeArrowheads="1"/>
          </p:cNvSpPr>
          <p:nvPr>
            <p:custDataLst>
              <p:tags r:id="rId3"/>
            </p:custDataLst>
          </p:nvPr>
        </p:nvSpPr>
        <p:spPr bwMode="auto">
          <a:xfrm>
            <a:off x="947352" y="4377744"/>
            <a:ext cx="10504720" cy="2248629"/>
          </a:xfrm>
          <a:prstGeom prst="rect">
            <a:avLst/>
          </a:prstGeom>
          <a:noFill/>
          <a:ln w="9525">
            <a:noFill/>
            <a:miter lim="800000"/>
          </a:ln>
          <a:effectLst/>
        </p:spPr>
        <p:txBody>
          <a:bodyPr vert="horz" wrap="square" lIns="121920" tIns="60960" rIns="121920" bIns="60960" numCol="1" anchor="ctr" anchorCtr="0" compatLnSpc="1">
            <a:prstTxWarp prst="textNoShape">
              <a:avLst/>
            </a:prstTxWarp>
            <a:spAutoFit/>
          </a:bodyPr>
          <a:lstStyle/>
          <a:p>
            <a:pPr lvl="0" indent="468000" defTabSz="1219170" fontAlgn="base">
              <a:lnSpc>
                <a:spcPts val="2800"/>
              </a:lnSpc>
              <a:spcBef>
                <a:spcPct val="0"/>
              </a:spcBef>
              <a:spcAft>
                <a:spcPct val="0"/>
              </a:spcAft>
              <a:defRPr/>
            </a:pPr>
            <a:r>
              <a:rPr lang="en-US" altLang="zh-CN" sz="2000">
                <a:solidFill>
                  <a:prstClr val="white"/>
                </a:solidFill>
                <a:latin typeface="Times New Roman"/>
                <a:ea typeface="微软雅黑" panose="020B0503020204020204" charset="-122"/>
                <a:cs typeface="Times New Roman" panose="02020603050405020304" pitchFamily="18" charset="0"/>
              </a:rPr>
              <a:t>A</a:t>
            </a:r>
            <a:r>
              <a:rPr lang="zh-CN" altLang="en-US" sz="2000">
                <a:solidFill>
                  <a:prstClr val="white"/>
                </a:solidFill>
                <a:latin typeface="Times New Roman"/>
                <a:ea typeface="微软雅黑" panose="020B0503020204020204" charset="-122"/>
                <a:cs typeface="Times New Roman" panose="02020603050405020304" pitchFamily="18" charset="0"/>
              </a:rPr>
              <a:t>．声音由物体振动产生，蓝牙耳机中的发声部件需要振动才能产生声音，</a:t>
            </a:r>
            <a:r>
              <a:rPr lang="en-US" altLang="zh-CN" sz="2000">
                <a:solidFill>
                  <a:prstClr val="white"/>
                </a:solidFill>
                <a:latin typeface="Times New Roman"/>
                <a:ea typeface="微软雅黑" panose="020B0503020204020204" charset="-122"/>
                <a:cs typeface="Times New Roman" panose="02020603050405020304" pitchFamily="18" charset="0"/>
              </a:rPr>
              <a:t>A</a:t>
            </a:r>
            <a:r>
              <a:rPr lang="zh-CN" altLang="en-US" sz="2000">
                <a:solidFill>
                  <a:prstClr val="white"/>
                </a:solidFill>
                <a:latin typeface="Times New Roman"/>
                <a:ea typeface="微软雅黑" panose="020B0503020204020204" charset="-122"/>
                <a:cs typeface="Times New Roman" panose="02020603050405020304" pitchFamily="18" charset="0"/>
              </a:rPr>
              <a:t>错误；</a:t>
            </a:r>
          </a:p>
          <a:p>
            <a:pPr lvl="0" indent="468000" defTabSz="1219170" fontAlgn="base">
              <a:lnSpc>
                <a:spcPts val="2800"/>
              </a:lnSpc>
              <a:spcBef>
                <a:spcPct val="0"/>
              </a:spcBef>
              <a:spcAft>
                <a:spcPct val="0"/>
              </a:spcAft>
              <a:defRPr/>
            </a:pPr>
            <a:r>
              <a:rPr lang="en-US" altLang="zh-CN" sz="2000">
                <a:solidFill>
                  <a:prstClr val="white"/>
                </a:solidFill>
                <a:latin typeface="Times New Roman"/>
                <a:ea typeface="微软雅黑" panose="020B0503020204020204" charset="-122"/>
                <a:cs typeface="Times New Roman" panose="02020603050405020304" pitchFamily="18" charset="0"/>
              </a:rPr>
              <a:t>B</a:t>
            </a:r>
            <a:r>
              <a:rPr lang="zh-CN" altLang="en-US" sz="2000">
                <a:solidFill>
                  <a:prstClr val="white"/>
                </a:solidFill>
                <a:latin typeface="Times New Roman"/>
                <a:ea typeface="微软雅黑" panose="020B0503020204020204" charset="-122"/>
                <a:cs typeface="Times New Roman" panose="02020603050405020304" pitchFamily="18" charset="0"/>
              </a:rPr>
              <a:t>．蓝牙耳机发出的是可听见的声音，不是超声波，周围群众听不到是因为耳机减弱了声音传播到空气中，故</a:t>
            </a:r>
            <a:r>
              <a:rPr lang="en-US" altLang="zh-CN" sz="2000">
                <a:solidFill>
                  <a:prstClr val="white"/>
                </a:solidFill>
                <a:latin typeface="Times New Roman"/>
                <a:ea typeface="微软雅黑" panose="020B0503020204020204" charset="-122"/>
                <a:cs typeface="Times New Roman" panose="02020603050405020304" pitchFamily="18" charset="0"/>
              </a:rPr>
              <a:t>B</a:t>
            </a:r>
            <a:r>
              <a:rPr lang="zh-CN" altLang="en-US" sz="2000">
                <a:solidFill>
                  <a:prstClr val="white"/>
                </a:solidFill>
                <a:latin typeface="Times New Roman"/>
                <a:ea typeface="微软雅黑" panose="020B0503020204020204" charset="-122"/>
                <a:cs typeface="Times New Roman" panose="02020603050405020304" pitchFamily="18" charset="0"/>
              </a:rPr>
              <a:t>错误；</a:t>
            </a:r>
          </a:p>
          <a:p>
            <a:pPr lvl="0" indent="468000" defTabSz="1219170" fontAlgn="base">
              <a:lnSpc>
                <a:spcPts val="2800"/>
              </a:lnSpc>
              <a:spcBef>
                <a:spcPct val="0"/>
              </a:spcBef>
              <a:spcAft>
                <a:spcPct val="0"/>
              </a:spcAft>
              <a:defRPr/>
            </a:pPr>
            <a:r>
              <a:rPr lang="en-US" altLang="zh-CN" sz="2000">
                <a:solidFill>
                  <a:prstClr val="white"/>
                </a:solidFill>
                <a:latin typeface="Times New Roman"/>
                <a:ea typeface="微软雅黑" panose="020B0503020204020204" charset="-122"/>
                <a:cs typeface="Times New Roman" panose="02020603050405020304" pitchFamily="18" charset="0"/>
              </a:rPr>
              <a:t>C</a:t>
            </a:r>
            <a:r>
              <a:rPr lang="zh-CN" altLang="en-US" sz="2000">
                <a:solidFill>
                  <a:prstClr val="white"/>
                </a:solidFill>
                <a:latin typeface="Times New Roman"/>
                <a:ea typeface="微软雅黑" panose="020B0503020204020204" charset="-122"/>
                <a:cs typeface="Times New Roman" panose="02020603050405020304" pitchFamily="18" charset="0"/>
              </a:rPr>
              <a:t>．舞者佩戴的蓝牙耳机发出声音的强弱等级不超过</a:t>
            </a:r>
            <a:r>
              <a:rPr lang="en-US" altLang="zh-CN" sz="2000">
                <a:solidFill>
                  <a:prstClr val="white"/>
                </a:solidFill>
                <a:latin typeface="Times New Roman"/>
                <a:ea typeface="微软雅黑" panose="020B0503020204020204" charset="-122"/>
                <a:cs typeface="Times New Roman" panose="02020603050405020304" pitchFamily="18" charset="0"/>
              </a:rPr>
              <a:t>90dB</a:t>
            </a:r>
            <a:r>
              <a:rPr lang="zh-CN" altLang="en-US" sz="2000">
                <a:solidFill>
                  <a:prstClr val="white"/>
                </a:solidFill>
                <a:latin typeface="Times New Roman"/>
                <a:ea typeface="微软雅黑" panose="020B0503020204020204" charset="-122"/>
                <a:cs typeface="Times New Roman" panose="02020603050405020304" pitchFamily="18" charset="0"/>
              </a:rPr>
              <a:t>，因为超过</a:t>
            </a:r>
            <a:r>
              <a:rPr lang="en-US" altLang="zh-CN" sz="2000">
                <a:solidFill>
                  <a:prstClr val="white"/>
                </a:solidFill>
                <a:latin typeface="Times New Roman"/>
                <a:ea typeface="微软雅黑" panose="020B0503020204020204" charset="-122"/>
                <a:cs typeface="Times New Roman" panose="02020603050405020304" pitchFamily="18" charset="0"/>
              </a:rPr>
              <a:t>90dB</a:t>
            </a:r>
            <a:r>
              <a:rPr lang="zh-CN" altLang="en-US" sz="2000">
                <a:solidFill>
                  <a:prstClr val="white"/>
                </a:solidFill>
                <a:latin typeface="Times New Roman"/>
                <a:ea typeface="微软雅黑" panose="020B0503020204020204" charset="-122"/>
                <a:cs typeface="Times New Roman" panose="02020603050405020304" pitchFamily="18" charset="0"/>
              </a:rPr>
              <a:t>会损坏听力，所以不可能为</a:t>
            </a:r>
            <a:r>
              <a:rPr lang="en-US" altLang="zh-CN" sz="2000">
                <a:solidFill>
                  <a:prstClr val="white"/>
                </a:solidFill>
                <a:latin typeface="Times New Roman"/>
                <a:ea typeface="微软雅黑" panose="020B0503020204020204" charset="-122"/>
                <a:cs typeface="Times New Roman" panose="02020603050405020304" pitchFamily="18" charset="0"/>
              </a:rPr>
              <a:t>120dB</a:t>
            </a:r>
            <a:r>
              <a:rPr lang="zh-CN" altLang="en-US" sz="2000">
                <a:solidFill>
                  <a:prstClr val="white"/>
                </a:solidFill>
                <a:latin typeface="Times New Roman"/>
                <a:ea typeface="微软雅黑" panose="020B0503020204020204" charset="-122"/>
                <a:cs typeface="Times New Roman" panose="02020603050405020304" pitchFamily="18" charset="0"/>
              </a:rPr>
              <a:t>，故</a:t>
            </a:r>
            <a:r>
              <a:rPr lang="en-US" altLang="zh-CN" sz="2000">
                <a:solidFill>
                  <a:prstClr val="white"/>
                </a:solidFill>
                <a:latin typeface="Times New Roman"/>
                <a:ea typeface="微软雅黑" panose="020B0503020204020204" charset="-122"/>
                <a:cs typeface="Times New Roman" panose="02020603050405020304" pitchFamily="18" charset="0"/>
              </a:rPr>
              <a:t>C</a:t>
            </a:r>
            <a:r>
              <a:rPr lang="zh-CN" altLang="en-US" sz="2000">
                <a:solidFill>
                  <a:prstClr val="white"/>
                </a:solidFill>
                <a:latin typeface="Times New Roman"/>
                <a:ea typeface="微软雅黑" panose="020B0503020204020204" charset="-122"/>
                <a:cs typeface="Times New Roman" panose="02020603050405020304" pitchFamily="18" charset="0"/>
              </a:rPr>
              <a:t>错误；</a:t>
            </a:r>
          </a:p>
          <a:p>
            <a:pPr lvl="0" indent="468000" defTabSz="1219170" fontAlgn="base">
              <a:lnSpc>
                <a:spcPts val="2800"/>
              </a:lnSpc>
              <a:spcBef>
                <a:spcPct val="0"/>
              </a:spcBef>
              <a:spcAft>
                <a:spcPct val="0"/>
              </a:spcAft>
              <a:defRPr/>
            </a:pPr>
            <a:r>
              <a:rPr lang="en-US" altLang="zh-CN" sz="2000">
                <a:solidFill>
                  <a:prstClr val="white"/>
                </a:solidFill>
                <a:latin typeface="Times New Roman"/>
                <a:ea typeface="微软雅黑" panose="020B0503020204020204" charset="-122"/>
                <a:cs typeface="Times New Roman" panose="02020603050405020304" pitchFamily="18" charset="0"/>
              </a:rPr>
              <a:t>D</a:t>
            </a:r>
            <a:r>
              <a:rPr lang="zh-CN" altLang="en-US" sz="2000">
                <a:solidFill>
                  <a:prstClr val="white"/>
                </a:solidFill>
                <a:latin typeface="Times New Roman"/>
                <a:ea typeface="微软雅黑" panose="020B0503020204020204" charset="-122"/>
                <a:cs typeface="Times New Roman" panose="02020603050405020304" pitchFamily="18" charset="0"/>
              </a:rPr>
              <a:t>．现场舞者一人一副耳机，可以在声源处减弱噪声，故</a:t>
            </a:r>
            <a:r>
              <a:rPr lang="en-US" altLang="zh-CN" sz="2000">
                <a:solidFill>
                  <a:prstClr val="white"/>
                </a:solidFill>
                <a:latin typeface="Times New Roman"/>
                <a:ea typeface="微软雅黑" panose="020B0503020204020204" charset="-122"/>
                <a:cs typeface="Times New Roman" panose="02020603050405020304" pitchFamily="18" charset="0"/>
              </a:rPr>
              <a:t>D</a:t>
            </a:r>
            <a:r>
              <a:rPr lang="zh-CN" altLang="en-US" sz="2000">
                <a:solidFill>
                  <a:prstClr val="white"/>
                </a:solidFill>
                <a:latin typeface="Times New Roman"/>
                <a:ea typeface="微软雅黑" panose="020B0503020204020204" charset="-122"/>
                <a:cs typeface="Times New Roman" panose="02020603050405020304" pitchFamily="18" charset="0"/>
              </a:rPr>
              <a:t>正确。</a:t>
            </a:r>
          </a:p>
        </p:txBody>
      </p:sp>
      <p:sp>
        <p:nvSpPr>
          <p:cNvPr id="6" name="矩形 5">
            <a:extLst>
              <a:ext uri="{FF2B5EF4-FFF2-40B4-BE49-F238E27FC236}">
                <a16:creationId xmlns:a16="http://schemas.microsoft.com/office/drawing/2014/main" id="{D33C9E9D-3FD4-4D33-A716-EB06A9A0D34F}"/>
              </a:ext>
            </a:extLst>
          </p:cNvPr>
          <p:cNvSpPr/>
          <p:nvPr>
            <p:custDataLst>
              <p:tags r:id="rId4"/>
            </p:custDataLst>
          </p:nvPr>
        </p:nvSpPr>
        <p:spPr>
          <a:xfrm>
            <a:off x="5330025" y="2099838"/>
            <a:ext cx="665924" cy="461665"/>
          </a:xfrm>
          <a:prstGeom prst="rect">
            <a:avLst/>
          </a:prstGeom>
        </p:spPr>
        <p:txBody>
          <a:bodyPr wrap="square">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rgbClr val="FF0000"/>
                </a:solidFill>
                <a:effectLst/>
                <a:uLnTx/>
                <a:uFillTx/>
                <a:latin typeface="Times New Roman"/>
                <a:ea typeface="微软雅黑" panose="020B0503020204020204" pitchFamily="34" charset="-122"/>
                <a:cs typeface="Times New Roman" panose="02020603050405020304" pitchFamily="18" charset="0"/>
              </a:rPr>
              <a:t>D</a:t>
            </a:r>
            <a:endParaRPr kumimoji="0" lang="zh-CN" altLang="en-US" sz="2400" b="0" i="0" u="none" strike="noStrike" kern="1200" cap="none" spc="0" normalizeH="0" baseline="0" noProof="0">
              <a:ln>
                <a:noFill/>
              </a:ln>
              <a:solidFill>
                <a:prstClr val="black"/>
              </a:solidFill>
              <a:effectLst/>
              <a:uLnTx/>
              <a:uFillTx/>
              <a:latin typeface="Times New Roman"/>
              <a:ea typeface="微软雅黑" panose="020B0503020204020204" pitchFamily="34" charset="-122"/>
            </a:endParaRPr>
          </a:p>
        </p:txBody>
      </p:sp>
      <p:sp>
        <p:nvSpPr>
          <p:cNvPr id="7" name="文本框 6">
            <a:extLst>
              <a:ext uri="{FF2B5EF4-FFF2-40B4-BE49-F238E27FC236}">
                <a16:creationId xmlns:a16="http://schemas.microsoft.com/office/drawing/2014/main" id="{2B280946-BE71-7E26-E899-1A02B338E9B0}"/>
              </a:ext>
            </a:extLst>
          </p:cNvPr>
          <p:cNvSpPr txBox="1"/>
          <p:nvPr>
            <p:custDataLst>
              <p:tags r:id="rId5"/>
            </p:custDataLst>
          </p:nvPr>
        </p:nvSpPr>
        <p:spPr>
          <a:xfrm>
            <a:off x="9418329" y="5955209"/>
            <a:ext cx="1826319" cy="461665"/>
          </a:xfrm>
          <a:prstGeom prst="rect">
            <a:avLst/>
          </a:prstGeom>
          <a:noFill/>
        </p:spPr>
        <p:txBody>
          <a:bodyPr wrap="square">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C000"/>
                </a:solidFill>
                <a:effectLst/>
                <a:uLnTx/>
                <a:uFillTx/>
                <a:latin typeface="Times New Roman"/>
                <a:ea typeface="微软雅黑" panose="020B0503020204020204" charset="-122"/>
                <a:cs typeface="Times New Roman" panose="02020603050405020304" pitchFamily="18" charset="0"/>
              </a:rPr>
              <a:t>所以选</a:t>
            </a:r>
            <a:r>
              <a:rPr kumimoji="0" lang="en-US" altLang="zh-CN" sz="2400" b="1" i="0" u="none" strike="noStrike" kern="1200" cap="none" spc="0" normalizeH="0" baseline="0" noProof="0">
                <a:ln>
                  <a:noFill/>
                </a:ln>
                <a:solidFill>
                  <a:srgbClr val="FFC000"/>
                </a:solidFill>
                <a:effectLst/>
                <a:uLnTx/>
                <a:uFillTx/>
                <a:latin typeface="Times New Roman"/>
                <a:ea typeface="微软雅黑" panose="020B0503020204020204" charset="-122"/>
                <a:cs typeface="Times New Roman" panose="02020603050405020304" pitchFamily="18" charset="0"/>
              </a:rPr>
              <a:t>D</a:t>
            </a:r>
            <a:r>
              <a:rPr kumimoji="0" lang="zh-CN" altLang="en-US" sz="2400" b="1" i="0" u="none" strike="noStrike" kern="1200" cap="none" spc="0" normalizeH="0" baseline="0" noProof="0">
                <a:ln>
                  <a:noFill/>
                </a:ln>
                <a:solidFill>
                  <a:srgbClr val="FFC000"/>
                </a:solidFill>
                <a:effectLst/>
                <a:uLnTx/>
                <a:uFillTx/>
                <a:latin typeface="Times New Roman"/>
                <a:ea typeface="微软雅黑" panose="020B0503020204020204" charset="-122"/>
                <a:cs typeface="Times New Roman" panose="02020603050405020304" pitchFamily="18" charset="0"/>
              </a:rPr>
              <a:t>。</a:t>
            </a:r>
            <a:endParaRPr kumimoji="0" lang="zh-CN" altLang="en-US" sz="2400" b="1" i="0" u="none" strike="noStrike" kern="1200" cap="none" spc="0" normalizeH="0" baseline="0" noProof="0">
              <a:ln>
                <a:noFill/>
              </a:ln>
              <a:solidFill>
                <a:srgbClr val="FFC000"/>
              </a:solidFill>
              <a:effectLst/>
              <a:uLnTx/>
              <a:uFillTx/>
              <a:latin typeface="Times New Roman"/>
              <a:ea typeface="微软雅黑" panose="020B0503020204020204" charset="-122"/>
              <a:cs typeface="+mn-cs"/>
            </a:endParaRPr>
          </a:p>
        </p:txBody>
      </p:sp>
      <p:pic>
        <p:nvPicPr>
          <p:cNvPr id="5" name="图片 4">
            <a:extLst>
              <a:ext uri="{FF2B5EF4-FFF2-40B4-BE49-F238E27FC236}">
                <a16:creationId xmlns:a16="http://schemas.microsoft.com/office/drawing/2014/main" id="{DBEB8E78-6DD5-8905-A74F-815ED2B46B41}"/>
              </a:ext>
            </a:extLst>
          </p:cNvPr>
          <p:cNvPicPr>
            <a:picLocks noChangeAspect="1"/>
          </p:cNvPicPr>
          <p:nvPr>
            <p:custDataLst>
              <p:tags r:id="rId6"/>
            </p:custDataLst>
          </p:nvPr>
        </p:nvPicPr>
        <p:blipFill>
          <a:blip r:embed="rId12"/>
          <a:stretch>
            <a:fillRect/>
          </a:stretch>
        </p:blipFill>
        <p:spPr>
          <a:xfrm>
            <a:off x="9525535" y="2330670"/>
            <a:ext cx="1400175" cy="1752600"/>
          </a:xfrm>
          <a:prstGeom prst="rect">
            <a:avLst/>
          </a:prstGeom>
        </p:spPr>
      </p:pic>
      <p:sp>
        <p:nvSpPr>
          <p:cNvPr id="8" name="文本框 7">
            <a:extLst>
              <a:ext uri="{FF2B5EF4-FFF2-40B4-BE49-F238E27FC236}">
                <a16:creationId xmlns:a16="http://schemas.microsoft.com/office/drawing/2014/main" id="{55D9D0BF-5649-B278-2B09-F8795010F010}"/>
              </a:ext>
            </a:extLst>
          </p:cNvPr>
          <p:cNvSpPr txBox="1"/>
          <p:nvPr>
            <p:custDataLst>
              <p:tags r:id="rId7"/>
            </p:custDataLst>
          </p:nvPr>
        </p:nvSpPr>
        <p:spPr>
          <a:xfrm>
            <a:off x="1008846" y="391060"/>
            <a:ext cx="5285628" cy="359073"/>
          </a:xfrm>
          <a:prstGeom prst="rect">
            <a:avLst/>
          </a:prstGeom>
          <a:noFill/>
        </p:spPr>
        <p:txBody>
          <a:bodyPr wrap="square" lIns="0" tIns="0" rIns="0" bIns="0" rtlCol="0">
            <a:spAutoFit/>
          </a:bodyPr>
          <a:lstStyle/>
          <a:p>
            <a:pPr marL="0" marR="0" lvl="0" indent="0" algn="l" defTabSz="914400" rtl="0" eaLnBrk="1" fontAlgn="auto" latinLnBrk="0" hangingPunct="1">
              <a:lnSpc>
                <a:spcPts val="2800"/>
              </a:lnSpc>
              <a:spcBef>
                <a:spcPct val="0"/>
              </a:spcBef>
              <a:spcAft>
                <a:spcPct val="0"/>
              </a:spcAft>
              <a:buClrTx/>
              <a:buSzTx/>
              <a:buFontTx/>
              <a:buNone/>
              <a:defRPr/>
            </a:pPr>
            <a:r>
              <a:rPr kumimoji="0" lang="zh-CN" altLang="en-US" sz="2800" b="1" i="0" u="none" strike="noStrike" kern="0" cap="none" spc="0" normalizeH="0" baseline="0" noProof="0">
                <a:ln>
                  <a:noFill/>
                </a:ln>
                <a:solidFill>
                  <a:srgbClr val="00B05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题型二、噪声的防治</a:t>
            </a:r>
          </a:p>
        </p:txBody>
      </p:sp>
      <p:pic>
        <p:nvPicPr>
          <p:cNvPr id="2" name="图片 1" descr="cbe3eb76672406fabbe30586b58813d">
            <a:extLst>
              <a:ext uri="{FF2B5EF4-FFF2-40B4-BE49-F238E27FC236}">
                <a16:creationId xmlns:a16="http://schemas.microsoft.com/office/drawing/2014/main" id="{1ABB8740-70BF-3C1E-2F99-AE22DF6C99B5}"/>
              </a:ext>
            </a:extLst>
          </p:cNvPr>
          <p:cNvPicPr>
            <a:picLocks noChangeAspect="1"/>
          </p:cNvPicPr>
          <p:nvPr/>
        </p:nvPicPr>
        <p:blipFill>
          <a:blip r:embed="rId13"/>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75467096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down)">
                                      <p:cBhvr>
                                        <p:cTn id="12" dur="500"/>
                                        <p:tgtEl>
                                          <p:spTgt spid="4">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down)">
                                      <p:cBhvr>
                                        <p:cTn id="17" dur="500"/>
                                        <p:tgtEl>
                                          <p:spTgt spid="4">
                                            <p:txEl>
                                              <p:pRg st="1" end="1"/>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wipe(down)">
                                      <p:cBhvr>
                                        <p:cTn id="22" dur="500"/>
                                        <p:tgtEl>
                                          <p:spTgt spid="4">
                                            <p:txEl>
                                              <p:pRg st="2" end="2"/>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wipe(down)">
                                      <p:cBhvr>
                                        <p:cTn id="27" dur="500"/>
                                        <p:tgtEl>
                                          <p:spTgt spid="4">
                                            <p:txEl>
                                              <p:pRg st="3" end="3"/>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26"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down)">
                                      <p:cBhvr>
                                        <p:cTn id="32" dur="435">
                                          <p:stCondLst>
                                            <p:cond delay="0"/>
                                          </p:stCondLst>
                                        </p:cTn>
                                        <p:tgtEl>
                                          <p:spTgt spid="6"/>
                                        </p:tgtEl>
                                      </p:cBhvr>
                                    </p:animEffect>
                                    <p:anim calcmode="lin" valueType="num">
                                      <p:cBhvr>
                                        <p:cTn id="33" dur="1366"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34" dur="498"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35" dur="498" tmFilter="0, 0; 0.125,0.2665; 0.25,0.4; 0.375,0.465; 0.5,0.5;  0.625,0.535; 0.75,0.6; 0.875,0.7335; 1,1">
                                          <p:stCondLst>
                                            <p:cond delay="498"/>
                                          </p:stCondLst>
                                        </p:cTn>
                                        <p:tgtEl>
                                          <p:spTgt spid="6"/>
                                        </p:tgtEl>
                                        <p:attrNameLst>
                                          <p:attrName>ppt_y</p:attrName>
                                        </p:attrNameLst>
                                      </p:cBhvr>
                                      <p:tavLst>
                                        <p:tav tm="0" fmla="#ppt_y-sin(pi*$)/9">
                                          <p:val>
                                            <p:fltVal val="0"/>
                                          </p:val>
                                        </p:tav>
                                        <p:tav tm="100000">
                                          <p:val>
                                            <p:fltVal val="1"/>
                                          </p:val>
                                        </p:tav>
                                      </p:tavLst>
                                    </p:anim>
                                    <p:anim calcmode="lin" valueType="num">
                                      <p:cBhvr>
                                        <p:cTn id="36" dur="249" tmFilter="0, 0; 0.125,0.2665; 0.25,0.4; 0.375,0.465; 0.5,0.5;  0.625,0.535; 0.75,0.6; 0.875,0.7335; 1,1">
                                          <p:stCondLst>
                                            <p:cond delay="993"/>
                                          </p:stCondLst>
                                        </p:cTn>
                                        <p:tgtEl>
                                          <p:spTgt spid="6"/>
                                        </p:tgtEl>
                                        <p:attrNameLst>
                                          <p:attrName>ppt_y</p:attrName>
                                        </p:attrNameLst>
                                      </p:cBhvr>
                                      <p:tavLst>
                                        <p:tav tm="0" fmla="#ppt_y-sin(pi*$)/27">
                                          <p:val>
                                            <p:fltVal val="0"/>
                                          </p:val>
                                        </p:tav>
                                        <p:tav tm="100000">
                                          <p:val>
                                            <p:fltVal val="1"/>
                                          </p:val>
                                        </p:tav>
                                      </p:tavLst>
                                    </p:anim>
                                    <p:anim calcmode="lin" valueType="num">
                                      <p:cBhvr>
                                        <p:cTn id="37" dur="123" tmFilter="0, 0; 0.125,0.2665; 0.25,0.4; 0.375,0.465; 0.5,0.5;  0.625,0.535; 0.75,0.6; 0.875,0.7335; 1,1">
                                          <p:stCondLst>
                                            <p:cond delay="1242"/>
                                          </p:stCondLst>
                                        </p:cTn>
                                        <p:tgtEl>
                                          <p:spTgt spid="6"/>
                                        </p:tgtEl>
                                        <p:attrNameLst>
                                          <p:attrName>ppt_y</p:attrName>
                                        </p:attrNameLst>
                                      </p:cBhvr>
                                      <p:tavLst>
                                        <p:tav tm="0" fmla="#ppt_y-sin(pi*$)/81">
                                          <p:val>
                                            <p:fltVal val="0"/>
                                          </p:val>
                                        </p:tav>
                                        <p:tav tm="100000">
                                          <p:val>
                                            <p:fltVal val="1"/>
                                          </p:val>
                                        </p:tav>
                                      </p:tavLst>
                                    </p:anim>
                                    <p:animScale>
                                      <p:cBhvr>
                                        <p:cTn id="38" dur="20">
                                          <p:stCondLst>
                                            <p:cond delay="488"/>
                                          </p:stCondLst>
                                        </p:cTn>
                                        <p:tgtEl>
                                          <p:spTgt spid="6"/>
                                        </p:tgtEl>
                                      </p:cBhvr>
                                      <p:to x="100000" y="60000"/>
                                    </p:animScale>
                                    <p:animScale>
                                      <p:cBhvr>
                                        <p:cTn id="39" dur="124" decel="50000">
                                          <p:stCondLst>
                                            <p:cond delay="507"/>
                                          </p:stCondLst>
                                        </p:cTn>
                                        <p:tgtEl>
                                          <p:spTgt spid="6"/>
                                        </p:tgtEl>
                                      </p:cBhvr>
                                      <p:to x="100000" y="100000"/>
                                    </p:animScale>
                                    <p:animScale>
                                      <p:cBhvr>
                                        <p:cTn id="40" dur="20">
                                          <p:stCondLst>
                                            <p:cond delay="984"/>
                                          </p:stCondLst>
                                        </p:cTn>
                                        <p:tgtEl>
                                          <p:spTgt spid="6"/>
                                        </p:tgtEl>
                                      </p:cBhvr>
                                      <p:to x="100000" y="80000"/>
                                    </p:animScale>
                                    <p:animScale>
                                      <p:cBhvr>
                                        <p:cTn id="41" dur="124" decel="50000">
                                          <p:stCondLst>
                                            <p:cond delay="1004"/>
                                          </p:stCondLst>
                                        </p:cTn>
                                        <p:tgtEl>
                                          <p:spTgt spid="6"/>
                                        </p:tgtEl>
                                      </p:cBhvr>
                                      <p:to x="100000" y="100000"/>
                                    </p:animScale>
                                    <p:animScale>
                                      <p:cBhvr>
                                        <p:cTn id="42" dur="20">
                                          <p:stCondLst>
                                            <p:cond delay="1232"/>
                                          </p:stCondLst>
                                        </p:cTn>
                                        <p:tgtEl>
                                          <p:spTgt spid="6"/>
                                        </p:tgtEl>
                                      </p:cBhvr>
                                      <p:to x="100000" y="90000"/>
                                    </p:animScale>
                                    <p:animScale>
                                      <p:cBhvr>
                                        <p:cTn id="43" dur="124" decel="50000">
                                          <p:stCondLst>
                                            <p:cond delay="1251"/>
                                          </p:stCondLst>
                                        </p:cTn>
                                        <p:tgtEl>
                                          <p:spTgt spid="6"/>
                                        </p:tgtEl>
                                      </p:cBhvr>
                                      <p:to x="100000" y="100000"/>
                                    </p:animScale>
                                    <p:animScale>
                                      <p:cBhvr>
                                        <p:cTn id="44" dur="20">
                                          <p:stCondLst>
                                            <p:cond delay="1356"/>
                                          </p:stCondLst>
                                        </p:cTn>
                                        <p:tgtEl>
                                          <p:spTgt spid="6"/>
                                        </p:tgtEl>
                                      </p:cBhvr>
                                      <p:to x="100000" y="95000"/>
                                    </p:animScale>
                                    <p:animScale>
                                      <p:cBhvr>
                                        <p:cTn id="45" dur="124" decel="50000">
                                          <p:stCondLst>
                                            <p:cond delay="1376"/>
                                          </p:stCondLst>
                                        </p:cTn>
                                        <p:tgtEl>
                                          <p:spTgt spid="6"/>
                                        </p:tgtEl>
                                      </p:cBhvr>
                                      <p:to x="100000" y="100000"/>
                                    </p:animScale>
                                  </p:childTnLst>
                                </p:cTn>
                              </p:par>
                              <p:par>
                                <p:cTn id="46" presetID="16" presetClass="entr" presetSubtype="21" fill="hold" grpId="0" nodeType="with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barn(inVertical)">
                                      <p:cBhvr>
                                        <p:cTn id="4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A9FF2DB6-C285-FA9B-EF99-76F4C9C4915E}"/>
              </a:ext>
            </a:extLst>
          </p:cNvPr>
          <p:cNvGrpSpPr/>
          <p:nvPr>
            <p:custDataLst>
              <p:tags r:id="rId1"/>
            </p:custDataLst>
          </p:nvPr>
        </p:nvGrpSpPr>
        <p:grpSpPr>
          <a:xfrm>
            <a:off x="0" y="4054892"/>
            <a:ext cx="12192000" cy="2759566"/>
            <a:chOff x="1802108" y="2722671"/>
            <a:chExt cx="6762965" cy="2194352"/>
          </a:xfrm>
        </p:grpSpPr>
        <p:sp>
          <p:nvSpPr>
            <p:cNvPr id="12" name="矩形 37">
              <a:extLst>
                <a:ext uri="{FF2B5EF4-FFF2-40B4-BE49-F238E27FC236}">
                  <a16:creationId xmlns:a16="http://schemas.microsoft.com/office/drawing/2014/main" id="{66388C7F-0BEF-83F2-1EDD-F84013C9E93A}"/>
                </a:ext>
              </a:extLst>
            </p:cNvPr>
            <p:cNvSpPr>
              <a:spLocks noChangeArrowheads="1"/>
            </p:cNvSpPr>
            <p:nvPr>
              <p:custDataLst>
                <p:tags r:id="rId9"/>
              </p:custDataLst>
            </p:nvPr>
          </p:nvSpPr>
          <p:spPr bwMode="auto">
            <a:xfrm>
              <a:off x="1802108" y="2722671"/>
              <a:ext cx="6762965" cy="219435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1218002" rtl="0" eaLnBrk="1" fontAlgn="auto" latinLnBrk="0" hangingPunct="1">
                <a:lnSpc>
                  <a:spcPct val="100000"/>
                </a:lnSpc>
                <a:spcBef>
                  <a:spcPct val="0"/>
                </a:spcBef>
                <a:spcAft>
                  <a:spcPct val="0"/>
                </a:spcAft>
                <a:buClrTx/>
                <a:buSzTx/>
                <a:buFontTx/>
                <a:buNone/>
                <a:defRPr/>
              </a:pPr>
              <a:endParaRPr kumimoji="0" lang="zh-CN" altLang="en-US" sz="2399" b="0" i="0" u="none" strike="noStrike" kern="1200" cap="none" spc="0" normalizeH="0" baseline="0" noProof="0">
                <a:ln>
                  <a:noFill/>
                </a:ln>
                <a:solidFill>
                  <a:prstClr val="white"/>
                </a:solidFill>
                <a:effectLst/>
                <a:uLnTx/>
                <a:uFillTx/>
                <a:latin typeface="Times New Roman"/>
                <a:ea typeface="微软雅黑" panose="020B0503020204020204" charset="-122"/>
                <a:cs typeface="+mn-ea"/>
                <a:sym typeface="+mn-lt"/>
              </a:endParaRPr>
            </a:p>
          </p:txBody>
        </p:sp>
        <p:pic>
          <p:nvPicPr>
            <p:cNvPr id="13" name="图片 12">
              <a:extLst>
                <a:ext uri="{FF2B5EF4-FFF2-40B4-BE49-F238E27FC236}">
                  <a16:creationId xmlns:a16="http://schemas.microsoft.com/office/drawing/2014/main" id="{3D4CBE3F-1CC3-73EF-DAD7-9228FAB32BE1}"/>
                </a:ext>
              </a:extLst>
            </p:cNvPr>
            <p:cNvPicPr>
              <a:picLocks noChangeAspect="1"/>
            </p:cNvPicPr>
            <p:nvPr>
              <p:custDataLst>
                <p:tags r:id="rId10"/>
              </p:custDataLst>
            </p:nvPr>
          </p:nvPicPr>
          <p:blipFill>
            <a:blip r:embed="rId12"/>
            <a:srcRect l="16093" t="19040" r="16095" b="25092"/>
            <a:stretch>
              <a:fillRect/>
            </a:stretch>
          </p:blipFill>
          <p:spPr>
            <a:xfrm>
              <a:off x="1837449" y="2787876"/>
              <a:ext cx="649101" cy="580019"/>
            </a:xfrm>
            <a:prstGeom prst="rect">
              <a:avLst/>
            </a:prstGeom>
          </p:spPr>
        </p:pic>
      </p:grpSp>
      <p:sp>
        <p:nvSpPr>
          <p:cNvPr id="3" name="Rectangle 1">
            <a:extLst>
              <a:ext uri="{FF2B5EF4-FFF2-40B4-BE49-F238E27FC236}">
                <a16:creationId xmlns:a16="http://schemas.microsoft.com/office/drawing/2014/main" id="{AFC7B643-8C75-4790-83AA-F66EE1CF8A2E}"/>
              </a:ext>
            </a:extLst>
          </p:cNvPr>
          <p:cNvSpPr>
            <a:spLocks noChangeArrowheads="1"/>
          </p:cNvSpPr>
          <p:nvPr>
            <p:custDataLst>
              <p:tags r:id="rId2"/>
            </p:custDataLst>
          </p:nvPr>
        </p:nvSpPr>
        <p:spPr bwMode="auto">
          <a:xfrm>
            <a:off x="1008846" y="1145484"/>
            <a:ext cx="6918056" cy="2703241"/>
          </a:xfrm>
          <a:prstGeom prst="rect">
            <a:avLst/>
          </a:prstGeom>
          <a:noFill/>
          <a:ln w="9525">
            <a:noFill/>
            <a:miter lim="800000"/>
          </a:ln>
          <a:effectLst/>
        </p:spPr>
        <p:txBody>
          <a:bodyPr vert="horz" wrap="square" lIns="121920" tIns="60960" rIns="121920" bIns="60960" numCol="1" anchor="ctr" anchorCtr="0" compatLnSpc="1">
            <a:prstTxWarp prst="textNoShape">
              <a:avLst/>
            </a:prstTxWarp>
            <a:spAutoFit/>
          </a:bodyPr>
          <a:lstStyle/>
          <a:p>
            <a:pPr marL="0" marR="0" lvl="0" indent="468000" algn="l" defTabSz="457200" rtl="0" eaLnBrk="1" fontAlgn="base" latinLnBrk="0" hangingPunct="1">
              <a:lnSpc>
                <a:spcPts val="3400"/>
              </a:lnSpc>
              <a:spcBef>
                <a:spcPct val="0"/>
              </a:spcBef>
              <a:spcAft>
                <a:spcPct val="0"/>
              </a:spcAft>
              <a:buClrTx/>
              <a:buSzTx/>
              <a:buFontTx/>
              <a:buNone/>
              <a:defRPr/>
            </a:pPr>
            <a:r>
              <a:rPr kumimoji="0" lang="en-US" altLang="zh-CN" sz="24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mn-cs"/>
              </a:rPr>
              <a:t>  </a:t>
            </a:r>
            <a:r>
              <a:rPr kumimoji="0" lang="zh-CN" altLang="zh-CN" sz="2400" b="1"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mn-cs"/>
              </a:rPr>
              <a:t>【</a:t>
            </a:r>
            <a:r>
              <a:rPr kumimoji="0" lang="zh-CN" altLang="en-US" sz="2400" b="1"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mn-cs"/>
              </a:rPr>
              <a:t>例题</a:t>
            </a:r>
            <a:r>
              <a:rPr kumimoji="0" lang="en-US" altLang="zh-CN" sz="2400" b="1"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mn-cs"/>
              </a:rPr>
              <a:t>5</a:t>
            </a:r>
            <a:r>
              <a:rPr kumimoji="0" lang="zh-CN" altLang="zh-CN" sz="2400" b="1"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mn-cs"/>
              </a:rPr>
              <a:t>】</a:t>
            </a:r>
            <a:r>
              <a:rPr kumimoji="0" lang="zh-CN" altLang="en-US" sz="24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如图所示，用大小相同的力从左向右敲击水瓶琴瓶口，其发出的音调将</a:t>
            </a:r>
            <a:r>
              <a:rPr kumimoji="0" lang="en-US" altLang="zh-CN" sz="24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_______</a:t>
            </a:r>
            <a:r>
              <a:rPr kumimoji="0" lang="zh-CN" altLang="en-US" sz="24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（选填“升高”或“降低”）；珠海市区有些路段设有噪声监测设备，该设备的显示屏上显示数字</a:t>
            </a:r>
            <a:r>
              <a:rPr kumimoji="0" lang="en-US" altLang="zh-CN" sz="24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49.20</a:t>
            </a:r>
            <a:r>
              <a:rPr kumimoji="0" lang="zh-CN" altLang="en-US" sz="24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，它的单位是</a:t>
            </a:r>
            <a:r>
              <a:rPr kumimoji="0" lang="en-US" altLang="zh-CN" sz="24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_______</a:t>
            </a:r>
            <a:r>
              <a:rPr kumimoji="0" lang="zh-CN" altLang="en-US" sz="24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，城市街道两旁种植了大量树木，这是在</a:t>
            </a:r>
            <a:r>
              <a:rPr kumimoji="0" lang="en-US" altLang="zh-CN" sz="24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___________</a:t>
            </a:r>
            <a:r>
              <a:rPr kumimoji="0" lang="zh-CN" altLang="en-US" sz="2400" b="0" i="0" u="none" strike="noStrike" kern="1200" cap="none" spc="0" normalizeH="0" baseline="0" noProof="0">
                <a:ln>
                  <a:noFill/>
                </a:ln>
                <a:solidFill>
                  <a:srgbClr val="002060"/>
                </a:solidFill>
                <a:effectLst/>
                <a:uLnTx/>
                <a:uFillTx/>
                <a:latin typeface="Times New Roman"/>
                <a:ea typeface="微软雅黑" panose="020B0503020204020204" pitchFamily="34" charset="-122"/>
                <a:cs typeface="Times New Roman" panose="02020603050405020304" pitchFamily="18" charset="0"/>
              </a:rPr>
              <a:t>减弱噪声。</a:t>
            </a:r>
          </a:p>
        </p:txBody>
      </p:sp>
      <p:sp>
        <p:nvSpPr>
          <p:cNvPr id="4" name="Rectangle 2">
            <a:extLst>
              <a:ext uri="{FF2B5EF4-FFF2-40B4-BE49-F238E27FC236}">
                <a16:creationId xmlns:a16="http://schemas.microsoft.com/office/drawing/2014/main" id="{86B67962-9596-405C-ADE2-F8B69F11D586}"/>
              </a:ext>
            </a:extLst>
          </p:cNvPr>
          <p:cNvSpPr>
            <a:spLocks noChangeArrowheads="1"/>
          </p:cNvSpPr>
          <p:nvPr>
            <p:custDataLst>
              <p:tags r:id="rId3"/>
            </p:custDataLst>
          </p:nvPr>
        </p:nvSpPr>
        <p:spPr bwMode="auto">
          <a:xfrm>
            <a:off x="1879246" y="4119050"/>
            <a:ext cx="8853917" cy="2475934"/>
          </a:xfrm>
          <a:prstGeom prst="rect">
            <a:avLst/>
          </a:prstGeom>
          <a:noFill/>
          <a:ln w="9525">
            <a:noFill/>
            <a:miter lim="800000"/>
          </a:ln>
          <a:effectLst/>
        </p:spPr>
        <p:txBody>
          <a:bodyPr vert="horz" wrap="square" lIns="121920" tIns="60960" rIns="121920" bIns="60960" numCol="1" anchor="ctr" anchorCtr="0" compatLnSpc="1">
            <a:prstTxWarp prst="textNoShape">
              <a:avLst/>
            </a:prstTxWarp>
            <a:spAutoFit/>
          </a:bodyPr>
          <a:lstStyle/>
          <a:p>
            <a:pPr lvl="0" indent="468000" defTabSz="1219170" fontAlgn="base">
              <a:lnSpc>
                <a:spcPts val="3100"/>
              </a:lnSpc>
              <a:spcBef>
                <a:spcPct val="0"/>
              </a:spcBef>
              <a:spcAft>
                <a:spcPct val="0"/>
              </a:spcAft>
              <a:defRPr/>
            </a:pPr>
            <a:r>
              <a:rPr lang="zh-CN" altLang="en-US" sz="2200">
                <a:solidFill>
                  <a:prstClr val="white"/>
                </a:solidFill>
                <a:latin typeface="Times New Roman"/>
                <a:ea typeface="微软雅黑" panose="020B0503020204020204" charset="-122"/>
                <a:cs typeface="Times New Roman" panose="02020603050405020304" pitchFamily="18" charset="0"/>
              </a:rPr>
              <a:t>用大小相同的力敲击瓶子，声音是由瓶子和瓶内的水振动发出的，水越少，越容易振动，振动越快，音调越高，音调将升高。</a:t>
            </a:r>
          </a:p>
          <a:p>
            <a:pPr lvl="0" indent="468000" defTabSz="1219170" fontAlgn="base">
              <a:lnSpc>
                <a:spcPts val="3100"/>
              </a:lnSpc>
              <a:spcBef>
                <a:spcPct val="0"/>
              </a:spcBef>
              <a:spcAft>
                <a:spcPct val="0"/>
              </a:spcAft>
              <a:defRPr/>
            </a:pPr>
            <a:r>
              <a:rPr lang="zh-CN" altLang="en-US" sz="2200">
                <a:solidFill>
                  <a:prstClr val="white"/>
                </a:solidFill>
                <a:latin typeface="Times New Roman"/>
                <a:ea typeface="微软雅黑" panose="020B0503020204020204" charset="-122"/>
                <a:cs typeface="Times New Roman" panose="02020603050405020304" pitchFamily="18" charset="0"/>
              </a:rPr>
              <a:t>声音的强弱用分贝来表示，所以噪声监测设备上的数字</a:t>
            </a:r>
            <a:r>
              <a:rPr lang="en-US" altLang="zh-CN" sz="2200">
                <a:solidFill>
                  <a:prstClr val="white"/>
                </a:solidFill>
                <a:latin typeface="Times New Roman"/>
                <a:ea typeface="微软雅黑" panose="020B0503020204020204" charset="-122"/>
                <a:cs typeface="Times New Roman" panose="02020603050405020304" pitchFamily="18" charset="0"/>
              </a:rPr>
              <a:t>49.20</a:t>
            </a:r>
            <a:r>
              <a:rPr lang="zh-CN" altLang="en-US" sz="2200">
                <a:solidFill>
                  <a:prstClr val="white"/>
                </a:solidFill>
                <a:latin typeface="Times New Roman"/>
                <a:ea typeface="微软雅黑" panose="020B0503020204020204" charset="-122"/>
                <a:cs typeface="Times New Roman" panose="02020603050405020304" pitchFamily="18" charset="0"/>
              </a:rPr>
              <a:t>的单位是分贝</a:t>
            </a:r>
            <a:r>
              <a:rPr lang="en-US" altLang="zh-CN" sz="2200">
                <a:solidFill>
                  <a:prstClr val="white"/>
                </a:solidFill>
                <a:latin typeface="Times New Roman"/>
                <a:ea typeface="微软雅黑" panose="020B0503020204020204" charset="-122"/>
                <a:cs typeface="Times New Roman" panose="02020603050405020304" pitchFamily="18" charset="0"/>
              </a:rPr>
              <a:t>(dB)</a:t>
            </a:r>
            <a:r>
              <a:rPr lang="zh-CN" altLang="en-US" sz="2200">
                <a:solidFill>
                  <a:prstClr val="white"/>
                </a:solidFill>
                <a:latin typeface="Times New Roman"/>
                <a:ea typeface="微软雅黑" panose="020B0503020204020204" charset="-122"/>
                <a:cs typeface="Times New Roman" panose="02020603050405020304" pitchFamily="18" charset="0"/>
              </a:rPr>
              <a:t>。</a:t>
            </a:r>
          </a:p>
          <a:p>
            <a:pPr lvl="0" indent="468000" defTabSz="1219170" fontAlgn="base">
              <a:lnSpc>
                <a:spcPts val="3100"/>
              </a:lnSpc>
              <a:spcBef>
                <a:spcPct val="0"/>
              </a:spcBef>
              <a:spcAft>
                <a:spcPct val="0"/>
              </a:spcAft>
              <a:defRPr/>
            </a:pPr>
            <a:r>
              <a:rPr lang="zh-CN" altLang="en-US" sz="2200">
                <a:solidFill>
                  <a:prstClr val="white"/>
                </a:solidFill>
                <a:latin typeface="Times New Roman"/>
                <a:ea typeface="微软雅黑" panose="020B0503020204020204" charset="-122"/>
                <a:cs typeface="Times New Roman" panose="02020603050405020304" pitchFamily="18" charset="0"/>
              </a:rPr>
              <a:t>噪声可以在声源处、传播过程中、人耳处减弱，城市街道两旁种植了大量树木，是在传播过程中减弱噪声。</a:t>
            </a:r>
          </a:p>
        </p:txBody>
      </p:sp>
      <p:sp>
        <p:nvSpPr>
          <p:cNvPr id="6" name="矩形 5">
            <a:extLst>
              <a:ext uri="{FF2B5EF4-FFF2-40B4-BE49-F238E27FC236}">
                <a16:creationId xmlns:a16="http://schemas.microsoft.com/office/drawing/2014/main" id="{D33C9E9D-3FD4-4D33-A716-EB06A9A0D34F}"/>
              </a:ext>
            </a:extLst>
          </p:cNvPr>
          <p:cNvSpPr/>
          <p:nvPr>
            <p:custDataLst>
              <p:tags r:id="rId4"/>
            </p:custDataLst>
          </p:nvPr>
        </p:nvSpPr>
        <p:spPr>
          <a:xfrm>
            <a:off x="3299427" y="3331860"/>
            <a:ext cx="2508590" cy="461665"/>
          </a:xfrm>
          <a:prstGeom prst="rect">
            <a:avLst/>
          </a:prstGeom>
        </p:spPr>
        <p:txBody>
          <a:bodyPr wrap="square">
            <a:spAutoFit/>
          </a:bodyPr>
          <a:lstStyle/>
          <a:p>
            <a:pPr lvl="0" defTabSz="457200">
              <a:defRPr/>
            </a:pPr>
            <a:r>
              <a:rPr lang="zh-CN" altLang="en-US" sz="2400">
                <a:solidFill>
                  <a:srgbClr val="FF0000"/>
                </a:solidFill>
                <a:latin typeface="Times New Roman"/>
                <a:cs typeface="Times New Roman" panose="02020603050405020304" pitchFamily="18" charset="0"/>
              </a:rPr>
              <a:t>    传播过程中</a:t>
            </a:r>
          </a:p>
        </p:txBody>
      </p:sp>
      <p:sp>
        <p:nvSpPr>
          <p:cNvPr id="8" name="文本框 7">
            <a:extLst>
              <a:ext uri="{FF2B5EF4-FFF2-40B4-BE49-F238E27FC236}">
                <a16:creationId xmlns:a16="http://schemas.microsoft.com/office/drawing/2014/main" id="{55D9D0BF-5649-B278-2B09-F8795010F010}"/>
              </a:ext>
            </a:extLst>
          </p:cNvPr>
          <p:cNvSpPr txBox="1"/>
          <p:nvPr>
            <p:custDataLst>
              <p:tags r:id="rId5"/>
            </p:custDataLst>
          </p:nvPr>
        </p:nvSpPr>
        <p:spPr>
          <a:xfrm>
            <a:off x="1008846" y="391060"/>
            <a:ext cx="3955419" cy="359073"/>
          </a:xfrm>
          <a:prstGeom prst="rect">
            <a:avLst/>
          </a:prstGeom>
          <a:noFill/>
        </p:spPr>
        <p:txBody>
          <a:bodyPr wrap="square" lIns="0" tIns="0" rIns="0" bIns="0" rtlCol="0">
            <a:spAutoFit/>
          </a:bodyPr>
          <a:lstStyle/>
          <a:p>
            <a:pPr marL="0" marR="0" lvl="0" indent="0" algn="l" defTabSz="914400" rtl="0" eaLnBrk="1" fontAlgn="auto" latinLnBrk="0" hangingPunct="1">
              <a:lnSpc>
                <a:spcPts val="2800"/>
              </a:lnSpc>
              <a:spcBef>
                <a:spcPct val="0"/>
              </a:spcBef>
              <a:spcAft>
                <a:spcPct val="0"/>
              </a:spcAft>
              <a:buClrTx/>
              <a:buSzTx/>
              <a:buFontTx/>
              <a:buNone/>
              <a:defRPr/>
            </a:pPr>
            <a:r>
              <a:rPr kumimoji="0" lang="zh-CN" altLang="en-US" sz="2800" b="1" i="0" u="none" strike="noStrike" kern="0" cap="none" spc="0" normalizeH="0" baseline="0" noProof="0">
                <a:ln>
                  <a:noFill/>
                </a:ln>
                <a:solidFill>
                  <a:srgbClr val="00B05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题型二、噪声的防治</a:t>
            </a:r>
          </a:p>
        </p:txBody>
      </p:sp>
      <p:pic>
        <p:nvPicPr>
          <p:cNvPr id="2" name="图片 1">
            <a:extLst>
              <a:ext uri="{FF2B5EF4-FFF2-40B4-BE49-F238E27FC236}">
                <a16:creationId xmlns:a16="http://schemas.microsoft.com/office/drawing/2014/main" id="{BFD74BAE-7399-DE0B-14B9-DABD6A44B243}"/>
              </a:ext>
            </a:extLst>
          </p:cNvPr>
          <p:cNvPicPr>
            <a:picLocks noChangeAspect="1"/>
          </p:cNvPicPr>
          <p:nvPr>
            <p:custDataLst>
              <p:tags r:id="rId6"/>
            </p:custDataLst>
          </p:nvPr>
        </p:nvPicPr>
        <p:blipFill>
          <a:blip r:embed="rId13"/>
          <a:stretch>
            <a:fillRect/>
          </a:stretch>
        </p:blipFill>
        <p:spPr>
          <a:xfrm>
            <a:off x="8176244" y="1403657"/>
            <a:ext cx="3483933" cy="1680845"/>
          </a:xfrm>
          <a:prstGeom prst="rect">
            <a:avLst/>
          </a:prstGeom>
        </p:spPr>
      </p:pic>
      <p:sp>
        <p:nvSpPr>
          <p:cNvPr id="11" name="文本框 10">
            <a:extLst>
              <a:ext uri="{FF2B5EF4-FFF2-40B4-BE49-F238E27FC236}">
                <a16:creationId xmlns:a16="http://schemas.microsoft.com/office/drawing/2014/main" id="{8A194192-4589-4EAD-1665-9517955DC1AE}"/>
              </a:ext>
            </a:extLst>
          </p:cNvPr>
          <p:cNvSpPr txBox="1"/>
          <p:nvPr>
            <p:custDataLst>
              <p:tags r:id="rId7"/>
            </p:custDataLst>
          </p:nvPr>
        </p:nvSpPr>
        <p:spPr>
          <a:xfrm>
            <a:off x="3547242" y="2903352"/>
            <a:ext cx="1554479" cy="461665"/>
          </a:xfrm>
          <a:prstGeom prst="rect">
            <a:avLst/>
          </a:prstGeom>
          <a:noFill/>
        </p:spPr>
        <p:txBody>
          <a:bodyPr wrap="square">
            <a:spAutoFit/>
          </a:bodyPr>
          <a:lstStyle/>
          <a:p>
            <a:r>
              <a:rPr kumimoji="0" lang="en-US" altLang="zh-CN" sz="2400" b="0" i="0" u="none" strike="noStrike" kern="1200" cap="none" spc="0" normalizeH="0" baseline="0" noProof="0">
                <a:ln>
                  <a:noFill/>
                </a:ln>
                <a:solidFill>
                  <a:srgbClr val="FF0000"/>
                </a:solidFill>
                <a:effectLst/>
                <a:uLnTx/>
                <a:uFillTx/>
                <a:latin typeface="Times New Roman"/>
                <a:ea typeface="微软雅黑" panose="020B0503020204020204" pitchFamily="34" charset="-122"/>
                <a:cs typeface="Times New Roman" panose="02020603050405020304" pitchFamily="18" charset="0"/>
              </a:rPr>
              <a:t>dB/</a:t>
            </a:r>
            <a:r>
              <a:rPr kumimoji="0" lang="zh-CN" altLang="en-US" sz="2400" b="0" i="0" u="none" strike="noStrike" kern="1200" cap="none" spc="0" normalizeH="0" baseline="0" noProof="0">
                <a:ln>
                  <a:noFill/>
                </a:ln>
                <a:solidFill>
                  <a:srgbClr val="FF0000"/>
                </a:solidFill>
                <a:effectLst/>
                <a:uLnTx/>
                <a:uFillTx/>
                <a:latin typeface="Times New Roman"/>
                <a:ea typeface="微软雅黑" panose="020B0503020204020204" pitchFamily="34" charset="-122"/>
                <a:cs typeface="Times New Roman" panose="02020603050405020304" pitchFamily="18" charset="0"/>
              </a:rPr>
              <a:t>分贝     </a:t>
            </a:r>
            <a:endParaRPr lang="zh-CN" altLang="en-US"/>
          </a:p>
        </p:txBody>
      </p:sp>
      <p:sp>
        <p:nvSpPr>
          <p:cNvPr id="15" name="文本框 14">
            <a:extLst>
              <a:ext uri="{FF2B5EF4-FFF2-40B4-BE49-F238E27FC236}">
                <a16:creationId xmlns:a16="http://schemas.microsoft.com/office/drawing/2014/main" id="{5865F213-AC7F-256B-72E8-BD56E72B6A64}"/>
              </a:ext>
            </a:extLst>
          </p:cNvPr>
          <p:cNvSpPr txBox="1"/>
          <p:nvPr>
            <p:custDataLst>
              <p:tags r:id="rId8"/>
            </p:custDataLst>
          </p:nvPr>
        </p:nvSpPr>
        <p:spPr>
          <a:xfrm>
            <a:off x="6173902" y="1654724"/>
            <a:ext cx="1251781" cy="461665"/>
          </a:xfrm>
          <a:prstGeom prst="rect">
            <a:avLst/>
          </a:prstGeom>
          <a:noFill/>
        </p:spPr>
        <p:txBody>
          <a:bodyPr wrap="square">
            <a:spAutoFit/>
          </a:bodyPr>
          <a:lstStyle/>
          <a:p>
            <a:r>
              <a:rPr kumimoji="0" lang="zh-CN" altLang="en-US" sz="2400" b="0" i="0" u="none" strike="noStrike" kern="1200" cap="none" spc="0" normalizeH="0" baseline="0" noProof="0">
                <a:ln>
                  <a:noFill/>
                </a:ln>
                <a:solidFill>
                  <a:srgbClr val="FF0000"/>
                </a:solidFill>
                <a:effectLst/>
                <a:uLnTx/>
                <a:uFillTx/>
                <a:latin typeface="Times New Roman"/>
                <a:ea typeface="微软雅黑" panose="020B0503020204020204" pitchFamily="34" charset="-122"/>
                <a:cs typeface="Times New Roman" panose="02020603050405020304" pitchFamily="18" charset="0"/>
              </a:rPr>
              <a:t>升高 </a:t>
            </a:r>
            <a:endParaRPr lang="zh-CN" altLang="en-US"/>
          </a:p>
        </p:txBody>
      </p:sp>
      <p:pic>
        <p:nvPicPr>
          <p:cNvPr id="5" name="图片 4" descr="cbe3eb76672406fabbe30586b58813d">
            <a:extLst>
              <a:ext uri="{FF2B5EF4-FFF2-40B4-BE49-F238E27FC236}">
                <a16:creationId xmlns:a16="http://schemas.microsoft.com/office/drawing/2014/main" id="{41B1DD76-DE6D-748B-8B6F-81F5015B4FED}"/>
              </a:ext>
            </a:extLst>
          </p:cNvPr>
          <p:cNvPicPr>
            <a:picLocks noChangeAspect="1"/>
          </p:cNvPicPr>
          <p:nvPr/>
        </p:nvPicPr>
        <p:blipFill>
          <a:blip r:embed="rId14"/>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267670099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down)">
                                      <p:cBhvr>
                                        <p:cTn id="12" dur="500"/>
                                        <p:tgtEl>
                                          <p:spTgt spid="4">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down)">
                                      <p:cBhvr>
                                        <p:cTn id="17" dur="500"/>
                                        <p:tgtEl>
                                          <p:spTgt spid="4">
                                            <p:txEl>
                                              <p:pRg st="1" end="1"/>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wipe(down)">
                                      <p:cBhvr>
                                        <p:cTn id="22" dur="500"/>
                                        <p:tgtEl>
                                          <p:spTgt spid="4">
                                            <p:txEl>
                                              <p:pRg st="2" end="2"/>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arn(inVertical)">
                                      <p:cBhvr>
                                        <p:cTn id="27" dur="500"/>
                                        <p:tgtEl>
                                          <p:spTgt spid="15"/>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arn(inVertical)">
                                      <p:cBhvr>
                                        <p:cTn id="32" dur="500"/>
                                        <p:tgtEl>
                                          <p:spTgt spid="11"/>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26"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down)">
                                      <p:cBhvr>
                                        <p:cTn id="37" dur="435">
                                          <p:stCondLst>
                                            <p:cond delay="0"/>
                                          </p:stCondLst>
                                        </p:cTn>
                                        <p:tgtEl>
                                          <p:spTgt spid="6"/>
                                        </p:tgtEl>
                                      </p:cBhvr>
                                    </p:animEffect>
                                    <p:anim calcmode="lin" valueType="num">
                                      <p:cBhvr>
                                        <p:cTn id="38" dur="1366"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39" dur="498"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40" dur="498" tmFilter="0, 0; 0.125,0.2665; 0.25,0.4; 0.375,0.465; 0.5,0.5;  0.625,0.535; 0.75,0.6; 0.875,0.7335; 1,1">
                                          <p:stCondLst>
                                            <p:cond delay="498"/>
                                          </p:stCondLst>
                                        </p:cTn>
                                        <p:tgtEl>
                                          <p:spTgt spid="6"/>
                                        </p:tgtEl>
                                        <p:attrNameLst>
                                          <p:attrName>ppt_y</p:attrName>
                                        </p:attrNameLst>
                                      </p:cBhvr>
                                      <p:tavLst>
                                        <p:tav tm="0" fmla="#ppt_y-sin(pi*$)/9">
                                          <p:val>
                                            <p:fltVal val="0"/>
                                          </p:val>
                                        </p:tav>
                                        <p:tav tm="100000">
                                          <p:val>
                                            <p:fltVal val="1"/>
                                          </p:val>
                                        </p:tav>
                                      </p:tavLst>
                                    </p:anim>
                                    <p:anim calcmode="lin" valueType="num">
                                      <p:cBhvr>
                                        <p:cTn id="41" dur="249" tmFilter="0, 0; 0.125,0.2665; 0.25,0.4; 0.375,0.465; 0.5,0.5;  0.625,0.535; 0.75,0.6; 0.875,0.7335; 1,1">
                                          <p:stCondLst>
                                            <p:cond delay="993"/>
                                          </p:stCondLst>
                                        </p:cTn>
                                        <p:tgtEl>
                                          <p:spTgt spid="6"/>
                                        </p:tgtEl>
                                        <p:attrNameLst>
                                          <p:attrName>ppt_y</p:attrName>
                                        </p:attrNameLst>
                                      </p:cBhvr>
                                      <p:tavLst>
                                        <p:tav tm="0" fmla="#ppt_y-sin(pi*$)/27">
                                          <p:val>
                                            <p:fltVal val="0"/>
                                          </p:val>
                                        </p:tav>
                                        <p:tav tm="100000">
                                          <p:val>
                                            <p:fltVal val="1"/>
                                          </p:val>
                                        </p:tav>
                                      </p:tavLst>
                                    </p:anim>
                                    <p:anim calcmode="lin" valueType="num">
                                      <p:cBhvr>
                                        <p:cTn id="42" dur="123" tmFilter="0, 0; 0.125,0.2665; 0.25,0.4; 0.375,0.465; 0.5,0.5;  0.625,0.535; 0.75,0.6; 0.875,0.7335; 1,1">
                                          <p:stCondLst>
                                            <p:cond delay="1242"/>
                                          </p:stCondLst>
                                        </p:cTn>
                                        <p:tgtEl>
                                          <p:spTgt spid="6"/>
                                        </p:tgtEl>
                                        <p:attrNameLst>
                                          <p:attrName>ppt_y</p:attrName>
                                        </p:attrNameLst>
                                      </p:cBhvr>
                                      <p:tavLst>
                                        <p:tav tm="0" fmla="#ppt_y-sin(pi*$)/81">
                                          <p:val>
                                            <p:fltVal val="0"/>
                                          </p:val>
                                        </p:tav>
                                        <p:tav tm="100000">
                                          <p:val>
                                            <p:fltVal val="1"/>
                                          </p:val>
                                        </p:tav>
                                      </p:tavLst>
                                    </p:anim>
                                    <p:animScale>
                                      <p:cBhvr>
                                        <p:cTn id="43" dur="20">
                                          <p:stCondLst>
                                            <p:cond delay="488"/>
                                          </p:stCondLst>
                                        </p:cTn>
                                        <p:tgtEl>
                                          <p:spTgt spid="6"/>
                                        </p:tgtEl>
                                      </p:cBhvr>
                                      <p:to x="100000" y="60000"/>
                                    </p:animScale>
                                    <p:animScale>
                                      <p:cBhvr>
                                        <p:cTn id="44" dur="124" decel="50000">
                                          <p:stCondLst>
                                            <p:cond delay="507"/>
                                          </p:stCondLst>
                                        </p:cTn>
                                        <p:tgtEl>
                                          <p:spTgt spid="6"/>
                                        </p:tgtEl>
                                      </p:cBhvr>
                                      <p:to x="100000" y="100000"/>
                                    </p:animScale>
                                    <p:animScale>
                                      <p:cBhvr>
                                        <p:cTn id="45" dur="20">
                                          <p:stCondLst>
                                            <p:cond delay="984"/>
                                          </p:stCondLst>
                                        </p:cTn>
                                        <p:tgtEl>
                                          <p:spTgt spid="6"/>
                                        </p:tgtEl>
                                      </p:cBhvr>
                                      <p:to x="100000" y="80000"/>
                                    </p:animScale>
                                    <p:animScale>
                                      <p:cBhvr>
                                        <p:cTn id="46" dur="124" decel="50000">
                                          <p:stCondLst>
                                            <p:cond delay="1004"/>
                                          </p:stCondLst>
                                        </p:cTn>
                                        <p:tgtEl>
                                          <p:spTgt spid="6"/>
                                        </p:tgtEl>
                                      </p:cBhvr>
                                      <p:to x="100000" y="100000"/>
                                    </p:animScale>
                                    <p:animScale>
                                      <p:cBhvr>
                                        <p:cTn id="47" dur="20">
                                          <p:stCondLst>
                                            <p:cond delay="1232"/>
                                          </p:stCondLst>
                                        </p:cTn>
                                        <p:tgtEl>
                                          <p:spTgt spid="6"/>
                                        </p:tgtEl>
                                      </p:cBhvr>
                                      <p:to x="100000" y="90000"/>
                                    </p:animScale>
                                    <p:animScale>
                                      <p:cBhvr>
                                        <p:cTn id="48" dur="124" decel="50000">
                                          <p:stCondLst>
                                            <p:cond delay="1251"/>
                                          </p:stCondLst>
                                        </p:cTn>
                                        <p:tgtEl>
                                          <p:spTgt spid="6"/>
                                        </p:tgtEl>
                                      </p:cBhvr>
                                      <p:to x="100000" y="100000"/>
                                    </p:animScale>
                                    <p:animScale>
                                      <p:cBhvr>
                                        <p:cTn id="49" dur="20">
                                          <p:stCondLst>
                                            <p:cond delay="1356"/>
                                          </p:stCondLst>
                                        </p:cTn>
                                        <p:tgtEl>
                                          <p:spTgt spid="6"/>
                                        </p:tgtEl>
                                      </p:cBhvr>
                                      <p:to x="100000" y="95000"/>
                                    </p:animScale>
                                    <p:animScale>
                                      <p:cBhvr>
                                        <p:cTn id="50" dur="124" decel="50000">
                                          <p:stCondLst>
                                            <p:cond delay="1376"/>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custDataLst>
              <p:tags r:id="rId1"/>
            </p:custDataLst>
          </p:nvPr>
        </p:nvSpPr>
        <p:spPr>
          <a:xfrm>
            <a:off x="0" y="2143991"/>
            <a:ext cx="12240348" cy="2815938"/>
          </a:xfrm>
          <a:prstGeom prst="rect">
            <a:avLst/>
          </a:prstGeom>
          <a:solidFill>
            <a:srgbClr val="37496B"/>
          </a:solidFill>
          <a:ln w="12700" cap="flat" cmpd="sng" algn="ctr">
            <a:noFill/>
            <a:prstDash val="solid"/>
            <a:miter lim="800000"/>
          </a:ln>
          <a:effectLst>
            <a:outerShdw blurRad="190500" dist="63500" dir="2700000" algn="tl" rotWithShape="0">
              <a:prstClr val="black">
                <a:alpha val="25000"/>
              </a:prstClr>
            </a:outerShdw>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阿里巴巴普惠体"/>
              <a:ea typeface="阿里巴巴普惠体"/>
              <a:cs typeface="+mn-cs"/>
            </a:endParaRPr>
          </a:p>
        </p:txBody>
      </p:sp>
      <p:sp>
        <p:nvSpPr>
          <p:cNvPr id="8" name="文本框 7"/>
          <p:cNvSpPr txBox="1"/>
          <p:nvPr>
            <p:custDataLst>
              <p:tags r:id="rId2"/>
            </p:custDataLst>
          </p:nvPr>
        </p:nvSpPr>
        <p:spPr>
          <a:xfrm>
            <a:off x="4532754" y="3198017"/>
            <a:ext cx="7039485" cy="707886"/>
          </a:xfrm>
          <a:prstGeom prst="rect">
            <a:avLst/>
          </a:prstGeom>
          <a:noFill/>
        </p:spPr>
        <p:txBody>
          <a:bodyPr wrap="square" rtlCol="0">
            <a:spAutoFit/>
          </a:bodyPr>
          <a:lstStyle/>
          <a:p>
            <a:pPr lvl="0" algn="ctr">
              <a:defRPr/>
            </a:pPr>
            <a:r>
              <a:rPr kumimoji="0" lang="zh-CN" altLang="en-US" sz="4000" b="1" i="0" u="none" strike="noStrike" kern="0" cap="none" spc="0" normalizeH="0" baseline="0" noProof="0">
                <a:ln>
                  <a:noFill/>
                </a:ln>
                <a:solidFill>
                  <a:srgbClr val="FFC000"/>
                </a:solidFill>
                <a:effectLst>
                  <a:outerShdw blurRad="25400" dist="25400" dir="2700000" algn="tl">
                    <a:srgbClr val="000000">
                      <a:alpha val="25000"/>
                    </a:srgbClr>
                  </a:outerShdw>
                </a:effectLst>
                <a:uLnTx/>
                <a:uFillTx/>
                <a:latin typeface="微软雅黑" panose="020B0503020204020204" pitchFamily="34" charset="-122"/>
                <a:ea typeface="微软雅黑" panose="020B0503020204020204" pitchFamily="34" charset="-122"/>
                <a:cs typeface="Aparajita" panose="020B0604020202020204" pitchFamily="34" charset="0"/>
              </a:rPr>
              <a:t>第</a:t>
            </a:r>
            <a:r>
              <a:rPr lang="zh-CN" altLang="en-US" sz="4000" b="1" kern="0">
                <a:solidFill>
                  <a:srgbClr val="FFC000"/>
                </a:solidFill>
                <a:effectLst>
                  <a:outerShdw blurRad="25400" dist="25400" dir="2700000" algn="tl">
                    <a:srgbClr val="000000">
                      <a:alpha val="25000"/>
                    </a:srgbClr>
                  </a:outerShdw>
                </a:effectLst>
                <a:latin typeface="微软雅黑" panose="020B0503020204020204" pitchFamily="34" charset="-122"/>
                <a:ea typeface="微软雅黑" panose="020B0503020204020204" pitchFamily="34" charset="-122"/>
                <a:cs typeface="Aparajita" panose="020B0604020202020204" pitchFamily="34" charset="0"/>
              </a:rPr>
              <a:t>四</a:t>
            </a:r>
            <a:r>
              <a:rPr lang="zh-CN" altLang="en-US" sz="4000" b="1" kern="0">
                <a:solidFill>
                  <a:srgbClr val="FFC000"/>
                </a:solidFill>
                <a:effectLst>
                  <a:outerShdw blurRad="25400" dist="25400" dir="2700000" algn="tl">
                    <a:srgbClr val="000000">
                      <a:alpha val="25000"/>
                    </a:srgbClr>
                  </a:outerShdw>
                </a:effectLst>
                <a:latin typeface="微软雅黑" panose="020B0503020204020204" pitchFamily="34" charset="-122"/>
                <a:cs typeface="Aparajita" panose="020B0604020202020204" pitchFamily="34" charset="0"/>
              </a:rPr>
              <a:t>节  人耳听不到的声音</a:t>
            </a:r>
            <a:endParaRPr kumimoji="0" lang="zh-CN" altLang="en-US" sz="3500" b="1" i="0" u="none" strike="noStrike" kern="0" cap="none" spc="0" normalizeH="0" baseline="0" noProof="0">
              <a:ln>
                <a:noFill/>
              </a:ln>
              <a:solidFill>
                <a:srgbClr val="FFC000"/>
              </a:solidFill>
              <a:effectLst>
                <a:outerShdw blurRad="25400" dist="25400" dir="2700000" algn="tl">
                  <a:srgbClr val="000000">
                    <a:alpha val="25000"/>
                  </a:srgbClr>
                </a:outerShdw>
              </a:effectLst>
              <a:uLnTx/>
              <a:uFillTx/>
              <a:latin typeface="微软雅黑" panose="020B0503020204020204" pitchFamily="34" charset="-122"/>
              <a:ea typeface="微软雅黑" panose="020B0503020204020204" pitchFamily="34" charset="-122"/>
              <a:cs typeface="Aparajita" panose="020B0604020202020204" pitchFamily="34" charset="0"/>
            </a:endParaRPr>
          </a:p>
        </p:txBody>
      </p:sp>
      <p:sp>
        <p:nvSpPr>
          <p:cNvPr id="3" name="椭圆 2">
            <a:extLst>
              <a:ext uri="{FF2B5EF4-FFF2-40B4-BE49-F238E27FC236}">
                <a16:creationId xmlns:a16="http://schemas.microsoft.com/office/drawing/2014/main" id="{CBB6FF3E-6B6E-13FF-7853-341928FE8689}"/>
              </a:ext>
            </a:extLst>
          </p:cNvPr>
          <p:cNvSpPr/>
          <p:nvPr>
            <p:custDataLst>
              <p:tags r:id="rId3"/>
            </p:custDataLst>
          </p:nvPr>
        </p:nvSpPr>
        <p:spPr>
          <a:xfrm>
            <a:off x="868147" y="2615570"/>
            <a:ext cx="3664607" cy="1752979"/>
          </a:xfrm>
          <a:prstGeom prst="ellipse">
            <a:avLst/>
          </a:prstGeom>
          <a:blipFill>
            <a:blip r:embed="rId6">
              <a:extLst>
                <a:ext uri="{28A0092B-C50C-407E-A947-70E740481C1C}">
                  <a14:useLocalDpi xmlns:a14="http://schemas.microsoft.com/office/drawing/2010/main" val="0"/>
                </a:ext>
              </a:extLst>
            </a:blip>
            <a:stretch>
              <a:fillRect/>
            </a:stretch>
          </a:blip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a:ea typeface="微软雅黑" panose="020B0503020204020204" charset="-122"/>
              <a:cs typeface="+mn-cs"/>
            </a:endParaRPr>
          </a:p>
        </p:txBody>
      </p:sp>
      <p:sp>
        <p:nvSpPr>
          <p:cNvPr id="2" name="文本框 1">
            <a:extLst>
              <a:ext uri="{FF2B5EF4-FFF2-40B4-BE49-F238E27FC236}">
                <a16:creationId xmlns:a16="http://schemas.microsoft.com/office/drawing/2014/main" id="{F2B461FB-150C-6C1E-95B7-9FDEA741CB48}"/>
              </a:ext>
            </a:extLst>
          </p:cNvPr>
          <p:cNvSpPr txBox="1"/>
          <p:nvPr>
            <p:custDataLst>
              <p:tags r:id="rId4"/>
            </p:custDataLst>
          </p:nvPr>
        </p:nvSpPr>
        <p:spPr>
          <a:xfrm>
            <a:off x="345264" y="151763"/>
            <a:ext cx="3766383" cy="584775"/>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300" normalizeH="0" baseline="0" noProof="0">
                <a:ln>
                  <a:noFill/>
                </a:ln>
                <a:solidFill>
                  <a:srgbClr val="0070C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第一章    声现象</a:t>
            </a:r>
          </a:p>
        </p:txBody>
      </p:sp>
      <p:pic>
        <p:nvPicPr>
          <p:cNvPr id="4" name="图片 3" descr="cbe3eb76672406fabbe30586b58813d">
            <a:extLst>
              <a:ext uri="{FF2B5EF4-FFF2-40B4-BE49-F238E27FC236}">
                <a16:creationId xmlns:a16="http://schemas.microsoft.com/office/drawing/2014/main" id="{F3CC939B-6798-E2B2-B3A6-156A5AC0C270}"/>
              </a:ext>
            </a:extLst>
          </p:cNvPr>
          <p:cNvPicPr>
            <a:picLocks noChangeAspect="1"/>
          </p:cNvPicPr>
          <p:nvPr/>
        </p:nvPicPr>
        <p:blipFill>
          <a:blip r:embed="rId7"/>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2867486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1250"/>
                                        <p:tgtEl>
                                          <p:spTgt spid="12"/>
                                        </p:tgtEl>
                                      </p:cBhvr>
                                    </p:animEffect>
                                  </p:childTnLst>
                                </p:cTn>
                              </p:par>
                            </p:childTnLst>
                          </p:cTn>
                        </p:par>
                        <p:par>
                          <p:cTn id="8" fill="hold" nodeType="afterGroup">
                            <p:stCondLst>
                              <p:cond delay="1250"/>
                            </p:stCondLst>
                            <p:childTnLst>
                              <p:par>
                                <p:cTn id="9" presetID="16" presetClass="entr" presetSubtype="37"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outVertical)">
                                      <p:cBhvr>
                                        <p:cTn id="11" dur="500"/>
                                        <p:tgtEl>
                                          <p:spTgt spid="3"/>
                                        </p:tgtEl>
                                      </p:cBhvr>
                                    </p:animEffect>
                                  </p:childTnLst>
                                </p:cTn>
                              </p:par>
                            </p:childTnLst>
                          </p:cTn>
                        </p:par>
                        <p:par>
                          <p:cTn id="12" fill="hold" nodeType="afterGroup">
                            <p:stCondLst>
                              <p:cond delay="1750"/>
                            </p:stCondLst>
                            <p:childTnLst>
                              <p:par>
                                <p:cTn id="13" presetID="41" presetClass="entr" presetSubtype="0" fill="hold" grpId="0" nodeType="afterEffect">
                                  <p:stCondLst>
                                    <p:cond delay="0"/>
                                  </p:stCondLst>
                                  <p:iterate type="lt">
                                    <p:tmPct val="10000"/>
                                  </p:iterate>
                                  <p:childTnLst>
                                    <p:set>
                                      <p:cBhvr>
                                        <p:cTn id="14" dur="1" fill="hold">
                                          <p:stCondLst>
                                            <p:cond delay="0"/>
                                          </p:stCondLst>
                                        </p:cTn>
                                        <p:tgtEl>
                                          <p:spTgt spid="8"/>
                                        </p:tgtEl>
                                        <p:attrNameLst>
                                          <p:attrName>style.visibility</p:attrName>
                                        </p:attrNameLst>
                                      </p:cBhvr>
                                      <p:to>
                                        <p:strVal val="visible"/>
                                      </p:to>
                                    </p:set>
                                    <p:anim calcmode="lin" valueType="num">
                                      <p:cBhvr>
                                        <p:cTn id="15" dur="125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16" dur="1250" fill="hold"/>
                                        <p:tgtEl>
                                          <p:spTgt spid="8"/>
                                        </p:tgtEl>
                                        <p:attrNameLst>
                                          <p:attrName>ppt_y</p:attrName>
                                        </p:attrNameLst>
                                      </p:cBhvr>
                                      <p:tavLst>
                                        <p:tav tm="0">
                                          <p:val>
                                            <p:strVal val="#ppt_y"/>
                                          </p:val>
                                        </p:tav>
                                        <p:tav tm="100000">
                                          <p:val>
                                            <p:strVal val="#ppt_y"/>
                                          </p:val>
                                        </p:tav>
                                      </p:tavLst>
                                    </p:anim>
                                    <p:anim calcmode="lin" valueType="num">
                                      <p:cBhvr>
                                        <p:cTn id="17" dur="125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8" dur="125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9" dur="1250" tmFilter="0,0; .5, 1; 1, 1"/>
                                        <p:tgtEl>
                                          <p:spTgt spid="8"/>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arn(inVertic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8" grpId="0"/>
      <p:bldP spid="3" grpId="0" animBg="1"/>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72AA96-CA0B-375B-546D-0BE96DEDAA8A}"/>
              </a:ext>
            </a:extLst>
          </p:cNvPr>
          <p:cNvSpPr txBox="1"/>
          <p:nvPr>
            <p:custDataLst>
              <p:tags r:id="rId1"/>
            </p:custDataLst>
          </p:nvPr>
        </p:nvSpPr>
        <p:spPr>
          <a:xfrm>
            <a:off x="1178091" y="174077"/>
            <a:ext cx="2553937" cy="541880"/>
          </a:xfrm>
          <a:prstGeom prst="rect">
            <a:avLst/>
          </a:prstGeom>
          <a:noFill/>
        </p:spPr>
        <p:txBody>
          <a:bodyPr wrap="square" lIns="0" tIns="0" rIns="0" bIns="0" rtlCol="0">
            <a:spAutoFit/>
          </a:bodyPr>
          <a:lstStyle/>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31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 知识结构</a:t>
            </a:r>
            <a:endParaRPr kumimoji="0" lang="en-US" sz="31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82F048B8-D950-304C-720F-F6A67E512566}"/>
              </a:ext>
            </a:extLst>
          </p:cNvPr>
          <p:cNvSpPr/>
          <p:nvPr>
            <p:custDataLst>
              <p:tags r:id="rId2"/>
            </p:custDataLst>
          </p:nvPr>
        </p:nvSpPr>
        <p:spPr>
          <a:xfrm>
            <a:off x="7612912" y="273750"/>
            <a:ext cx="4148164" cy="507831"/>
          </a:xfrm>
          <a:prstGeom prst="rect">
            <a:avLst/>
          </a:prstGeom>
          <a:noFill/>
        </p:spPr>
        <p:txBody>
          <a:bodyPr wrap="square" lIns="91440" tIns="45720" rIns="91440" bIns="45720">
            <a:spAutoFit/>
          </a:body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zh-CN" altLang="en-US" sz="2700" b="1" i="0" u="none" strike="noStrike" kern="1200" cap="none" spc="-150" normalizeH="0" baseline="0" noProof="0">
                <a:ln>
                  <a:noFill/>
                </a:ln>
                <a:solidFill>
                  <a:srgbClr val="0070C0"/>
                </a:solidFill>
                <a:effectLst/>
                <a:uLnTx/>
                <a:uFillTx/>
                <a:latin typeface="华文楷体" panose="02010600040101010101" pitchFamily="2" charset="-122"/>
                <a:ea typeface="华文楷体" panose="02010600040101010101" pitchFamily="2" charset="-122"/>
                <a:cs typeface="+mn-cs"/>
              </a:rPr>
              <a:t>第四节 人耳听不到的声音</a:t>
            </a:r>
          </a:p>
        </p:txBody>
      </p:sp>
      <p:sp>
        <p:nvSpPr>
          <p:cNvPr id="6" name="Oval 6">
            <a:extLst>
              <a:ext uri="{FF2B5EF4-FFF2-40B4-BE49-F238E27FC236}">
                <a16:creationId xmlns:a16="http://schemas.microsoft.com/office/drawing/2014/main" id="{034A8A53-25DD-D232-1E9A-6810D80DCE0D}"/>
              </a:ext>
            </a:extLst>
          </p:cNvPr>
          <p:cNvSpPr>
            <a:spLocks noChangeArrowheads="1"/>
          </p:cNvSpPr>
          <p:nvPr>
            <p:custDataLst>
              <p:tags r:id="rId3"/>
            </p:custDataLst>
          </p:nvPr>
        </p:nvSpPr>
        <p:spPr bwMode="auto">
          <a:xfrm>
            <a:off x="5564527" y="3525752"/>
            <a:ext cx="5539439" cy="509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200">
              <a:lnSpc>
                <a:spcPts val="4000"/>
              </a:lnSpc>
            </a:pPr>
            <a:endParaRPr lang="zh-CN" altLang="en-US" sz="2667" spc="-133">
              <a:solidFill>
                <a:prstClr val="black"/>
              </a:solidFill>
              <a:latin typeface="微软雅黑" panose="020B0503020204020204" charset="-122"/>
            </a:endParaRPr>
          </a:p>
        </p:txBody>
      </p:sp>
      <p:sp>
        <p:nvSpPr>
          <p:cNvPr id="19" name="文本框 18">
            <a:extLst>
              <a:ext uri="{FF2B5EF4-FFF2-40B4-BE49-F238E27FC236}">
                <a16:creationId xmlns:a16="http://schemas.microsoft.com/office/drawing/2014/main" id="{F8E3953C-CC86-ED39-5657-C51E97FD3849}"/>
              </a:ext>
            </a:extLst>
          </p:cNvPr>
          <p:cNvSpPr txBox="1"/>
          <p:nvPr>
            <p:custDataLst>
              <p:tags r:id="rId4"/>
            </p:custDataLst>
          </p:nvPr>
        </p:nvSpPr>
        <p:spPr>
          <a:xfrm>
            <a:off x="3749261" y="1352866"/>
            <a:ext cx="8112713" cy="4660187"/>
          </a:xfrm>
          <a:prstGeom prst="rect">
            <a:avLst/>
          </a:prstGeom>
          <a:noFill/>
        </p:spPr>
        <p:txBody>
          <a:bodyPr wrap="square">
            <a:spAutoFit/>
          </a:bodyPr>
          <a:lstStyle/>
          <a:p>
            <a:pPr defTabSz="457200">
              <a:lnSpc>
                <a:spcPts val="3800"/>
              </a:lnSpc>
              <a:defRPr/>
            </a:pPr>
            <a:r>
              <a:rPr lang="zh-CN" altLang="en-US" sz="2400">
                <a:solidFill>
                  <a:prstClr val="black"/>
                </a:solidFill>
                <a:latin typeface="Times New Roman" panose="02020603050405020304" pitchFamily="18" charset="0"/>
                <a:cs typeface="Times New Roman" panose="02020603050405020304" pitchFamily="18" charset="0"/>
                <a:sym typeface="Helvetica"/>
              </a:rPr>
              <a:t>人能够听到的声音频率范围为：</a:t>
            </a:r>
            <a:r>
              <a:rPr lang="en-US" altLang="zh-CN" sz="2400">
                <a:solidFill>
                  <a:prstClr val="black"/>
                </a:solidFill>
                <a:latin typeface="Times New Roman" panose="02020603050405020304" pitchFamily="18" charset="0"/>
                <a:cs typeface="Times New Roman" panose="02020603050405020304" pitchFamily="18" charset="0"/>
                <a:sym typeface="Helvetica"/>
              </a:rPr>
              <a:t>20Hz</a:t>
            </a:r>
            <a:r>
              <a:rPr lang="zh-CN" altLang="en-US" sz="2400">
                <a:solidFill>
                  <a:prstClr val="black"/>
                </a:solidFill>
                <a:latin typeface="Times New Roman" panose="02020603050405020304" pitchFamily="18" charset="0"/>
                <a:cs typeface="Times New Roman" panose="02020603050405020304" pitchFamily="18" charset="0"/>
                <a:sym typeface="Helvetica"/>
              </a:rPr>
              <a:t>～</a:t>
            </a:r>
            <a:r>
              <a:rPr lang="en-US" altLang="zh-CN" sz="2400">
                <a:solidFill>
                  <a:prstClr val="black"/>
                </a:solidFill>
                <a:latin typeface="Times New Roman" panose="02020603050405020304" pitchFamily="18" charset="0"/>
                <a:cs typeface="Times New Roman" panose="02020603050405020304" pitchFamily="18" charset="0"/>
                <a:sym typeface="Helvetica"/>
              </a:rPr>
              <a:t>20000Hz</a:t>
            </a:r>
            <a:r>
              <a:rPr lang="zh-CN" altLang="en-US" sz="2400">
                <a:solidFill>
                  <a:prstClr val="black"/>
                </a:solidFill>
                <a:latin typeface="Times New Roman" panose="02020603050405020304" pitchFamily="18" charset="0"/>
                <a:cs typeface="Times New Roman" panose="02020603050405020304" pitchFamily="18" charset="0"/>
                <a:sym typeface="Helvetica"/>
              </a:rPr>
              <a:t>。</a:t>
            </a:r>
            <a:endParaRPr lang="en-US" altLang="zh-CN" sz="2400">
              <a:solidFill>
                <a:prstClr val="black"/>
              </a:solidFill>
              <a:latin typeface="Times New Roman" panose="02020603050405020304" pitchFamily="18" charset="0"/>
              <a:cs typeface="Times New Roman" panose="02020603050405020304" pitchFamily="18" charset="0"/>
              <a:sym typeface="Helvetica"/>
            </a:endParaRPr>
          </a:p>
          <a:p>
            <a:pPr defTabSz="457200">
              <a:lnSpc>
                <a:spcPts val="3800"/>
              </a:lnSpc>
              <a:spcBef>
                <a:spcPts val="600"/>
              </a:spcBef>
              <a:defRPr/>
            </a:pPr>
            <a:r>
              <a:rPr lang="zh-CN" altLang="en-US" sz="2400" kern="0">
                <a:solidFill>
                  <a:srgbClr val="0070C0"/>
                </a:solidFill>
                <a:latin typeface="Times New Roman" panose="02020603050405020304" pitchFamily="18" charset="0"/>
                <a:cs typeface="Times New Roman" panose="02020603050405020304" pitchFamily="18" charset="0"/>
                <a:sym typeface="Helvetica"/>
              </a:rPr>
              <a:t>定义：把频率高于</a:t>
            </a:r>
            <a:r>
              <a:rPr lang="en-US" altLang="zh-CN" sz="2400" kern="0">
                <a:solidFill>
                  <a:srgbClr val="0070C0"/>
                </a:solidFill>
                <a:latin typeface="Times New Roman" panose="02020603050405020304" pitchFamily="18" charset="0"/>
                <a:cs typeface="Times New Roman" panose="02020603050405020304" pitchFamily="18" charset="0"/>
                <a:sym typeface="Helvetica"/>
              </a:rPr>
              <a:t>20000Hz</a:t>
            </a:r>
            <a:r>
              <a:rPr lang="zh-CN" altLang="en-US" sz="2400" kern="0">
                <a:solidFill>
                  <a:srgbClr val="0070C0"/>
                </a:solidFill>
                <a:latin typeface="Times New Roman" panose="02020603050405020304" pitchFamily="18" charset="0"/>
                <a:cs typeface="Times New Roman" panose="02020603050405020304" pitchFamily="18" charset="0"/>
                <a:sym typeface="Helvetica"/>
              </a:rPr>
              <a:t>的声叫超声波</a:t>
            </a:r>
            <a:r>
              <a:rPr lang="en-US" altLang="zh-CN" sz="2400" kern="0">
                <a:solidFill>
                  <a:srgbClr val="0070C0"/>
                </a:solidFill>
                <a:latin typeface="Times New Roman" panose="02020603050405020304" pitchFamily="18" charset="0"/>
                <a:cs typeface="Times New Roman" panose="02020603050405020304" pitchFamily="18" charset="0"/>
                <a:sym typeface="Helvetica"/>
              </a:rPr>
              <a:t>.</a:t>
            </a:r>
          </a:p>
          <a:p>
            <a:pPr defTabSz="457200">
              <a:lnSpc>
                <a:spcPts val="3800"/>
              </a:lnSpc>
              <a:defRPr/>
            </a:pPr>
            <a:r>
              <a:rPr lang="zh-CN" altLang="en-US" sz="2400">
                <a:solidFill>
                  <a:srgbClr val="0070C0"/>
                </a:solidFill>
                <a:latin typeface="Times New Roman"/>
              </a:rPr>
              <a:t>特点：方向性好、穿透能力强、易于获得较集中的声能</a:t>
            </a:r>
            <a:r>
              <a:rPr lang="en-US" altLang="zh-CN" sz="2400">
                <a:solidFill>
                  <a:srgbClr val="0070C0"/>
                </a:solidFill>
                <a:latin typeface="Times New Roman"/>
              </a:rPr>
              <a:t>.</a:t>
            </a:r>
          </a:p>
          <a:p>
            <a:pPr defTabSz="457200">
              <a:lnSpc>
                <a:spcPts val="3800"/>
              </a:lnSpc>
              <a:defRPr/>
            </a:pPr>
            <a:r>
              <a:rPr lang="zh-CN" altLang="en-US" sz="2400">
                <a:solidFill>
                  <a:srgbClr val="0070C0"/>
                </a:solidFill>
                <a:latin typeface="Times New Roman"/>
              </a:rPr>
              <a:t>应用：超声导航、声呐、超声诊断仪、清洗等</a:t>
            </a:r>
            <a:r>
              <a:rPr lang="en-US" altLang="zh-CN" sz="2400">
                <a:solidFill>
                  <a:srgbClr val="0070C0"/>
                </a:solidFill>
                <a:latin typeface="Times New Roman"/>
              </a:rPr>
              <a:t>.</a:t>
            </a:r>
            <a:endParaRPr lang="zh-CN" altLang="en-US" sz="2400">
              <a:solidFill>
                <a:srgbClr val="0070C0"/>
              </a:solidFill>
              <a:latin typeface="Times New Roman"/>
            </a:endParaRPr>
          </a:p>
          <a:p>
            <a:pPr defTabSz="457200">
              <a:lnSpc>
                <a:spcPts val="3800"/>
              </a:lnSpc>
              <a:spcBef>
                <a:spcPts val="600"/>
              </a:spcBef>
              <a:defRPr/>
            </a:pPr>
            <a:r>
              <a:rPr lang="zh-CN" altLang="en-US" sz="2400" kern="0">
                <a:solidFill>
                  <a:prstClr val="black"/>
                </a:solidFill>
                <a:latin typeface="Times New Roman" panose="02020603050405020304" pitchFamily="18" charset="0"/>
                <a:cs typeface="Times New Roman" panose="02020603050405020304" pitchFamily="18" charset="0"/>
                <a:sym typeface="Helvetica"/>
              </a:rPr>
              <a:t>定义：把频率低于</a:t>
            </a:r>
            <a:r>
              <a:rPr lang="en-US" altLang="zh-CN" sz="2400" kern="0">
                <a:solidFill>
                  <a:prstClr val="black"/>
                </a:solidFill>
                <a:latin typeface="Times New Roman" panose="02020603050405020304" pitchFamily="18" charset="0"/>
                <a:cs typeface="Times New Roman" panose="02020603050405020304" pitchFamily="18" charset="0"/>
                <a:sym typeface="Helvetica"/>
              </a:rPr>
              <a:t>20Hz</a:t>
            </a:r>
            <a:r>
              <a:rPr lang="zh-CN" altLang="en-US" sz="2400" kern="0">
                <a:solidFill>
                  <a:prstClr val="black"/>
                </a:solidFill>
                <a:latin typeface="Times New Roman" panose="02020603050405020304" pitchFamily="18" charset="0"/>
                <a:cs typeface="Times New Roman" panose="02020603050405020304" pitchFamily="18" charset="0"/>
                <a:sym typeface="Helvetica"/>
              </a:rPr>
              <a:t>的声波称为次声波</a:t>
            </a:r>
            <a:r>
              <a:rPr lang="en-US" altLang="zh-CN" sz="2400" kern="0">
                <a:solidFill>
                  <a:prstClr val="black"/>
                </a:solidFill>
                <a:latin typeface="Times New Roman" panose="02020603050405020304" pitchFamily="18" charset="0"/>
                <a:cs typeface="Times New Roman" panose="02020603050405020304" pitchFamily="18" charset="0"/>
                <a:sym typeface="Helvetica"/>
              </a:rPr>
              <a:t>.</a:t>
            </a:r>
          </a:p>
          <a:p>
            <a:pPr defTabSz="457200">
              <a:lnSpc>
                <a:spcPts val="3800"/>
              </a:lnSpc>
              <a:defRPr/>
            </a:pPr>
            <a:r>
              <a:rPr lang="zh-CN" altLang="en-US" sz="2400">
                <a:solidFill>
                  <a:prstClr val="black"/>
                </a:solidFill>
                <a:latin typeface="Times New Roman"/>
              </a:rPr>
              <a:t>特点：次声波来源广、传播远、能绕过障碍物</a:t>
            </a:r>
            <a:r>
              <a:rPr lang="en-US" altLang="zh-CN" sz="2400">
                <a:solidFill>
                  <a:prstClr val="black"/>
                </a:solidFill>
                <a:latin typeface="Times New Roman"/>
              </a:rPr>
              <a:t>.</a:t>
            </a:r>
          </a:p>
          <a:p>
            <a:pPr defTabSz="457200">
              <a:lnSpc>
                <a:spcPts val="3800"/>
              </a:lnSpc>
              <a:defRPr/>
            </a:pPr>
            <a:r>
              <a:rPr lang="zh-CN" altLang="en-US" sz="2400">
                <a:solidFill>
                  <a:prstClr val="black"/>
                </a:solidFill>
                <a:latin typeface="Times New Roman"/>
              </a:rPr>
              <a:t>应用：</a:t>
            </a:r>
            <a:r>
              <a:rPr lang="zh-CN" altLang="en-US" sz="2400">
                <a:solidFill>
                  <a:prstClr val="black"/>
                </a:solidFill>
                <a:latin typeface="Times New Roman"/>
                <a:sym typeface="幼圆" panose="02010509060101010101" pitchFamily="49" charset="-122"/>
              </a:rPr>
              <a:t>检测预警自然灾害等</a:t>
            </a:r>
            <a:r>
              <a:rPr lang="en-US" altLang="zh-CN" sz="2400">
                <a:solidFill>
                  <a:prstClr val="black"/>
                </a:solidFill>
                <a:latin typeface="Times New Roman"/>
              </a:rPr>
              <a:t>.</a:t>
            </a:r>
          </a:p>
          <a:p>
            <a:pPr defTabSz="457200">
              <a:lnSpc>
                <a:spcPts val="3800"/>
              </a:lnSpc>
              <a:defRPr/>
            </a:pPr>
            <a:r>
              <a:rPr lang="zh-CN" altLang="en-US" sz="2400">
                <a:solidFill>
                  <a:prstClr val="black"/>
                </a:solidFill>
                <a:latin typeface="Times New Roman"/>
              </a:rPr>
              <a:t>危害：</a:t>
            </a:r>
            <a:r>
              <a:rPr lang="zh-CN" altLang="en-US" sz="2400">
                <a:solidFill>
                  <a:prstClr val="black"/>
                </a:solidFill>
                <a:latin typeface="Times New Roman"/>
                <a:sym typeface="幼圆" panose="02010509060101010101" pitchFamily="49" charset="-122"/>
              </a:rPr>
              <a:t>能量很大的次声具有极大的破坏力</a:t>
            </a:r>
            <a:r>
              <a:rPr lang="en-US" altLang="zh-CN" sz="2400">
                <a:solidFill>
                  <a:prstClr val="black"/>
                </a:solidFill>
                <a:latin typeface="Times New Roman"/>
              </a:rPr>
              <a:t>.</a:t>
            </a:r>
          </a:p>
          <a:p>
            <a:pPr defTabSz="457200">
              <a:lnSpc>
                <a:spcPts val="3800"/>
              </a:lnSpc>
              <a:spcBef>
                <a:spcPts val="600"/>
              </a:spcBef>
              <a:defRPr/>
            </a:pPr>
            <a:r>
              <a:rPr lang="zh-CN" altLang="en-US" sz="2400">
                <a:solidFill>
                  <a:srgbClr val="0070C0"/>
                </a:solidFill>
                <a:latin typeface="Times New Roman"/>
              </a:rPr>
              <a:t>声波可以传递信息和能量</a:t>
            </a:r>
            <a:r>
              <a:rPr lang="en-US" altLang="zh-CN" sz="2400">
                <a:solidFill>
                  <a:srgbClr val="0070C0"/>
                </a:solidFill>
                <a:latin typeface="Times New Roman"/>
              </a:rPr>
              <a:t>.</a:t>
            </a:r>
          </a:p>
        </p:txBody>
      </p:sp>
      <p:sp>
        <p:nvSpPr>
          <p:cNvPr id="21" name="文本框 20">
            <a:extLst>
              <a:ext uri="{FF2B5EF4-FFF2-40B4-BE49-F238E27FC236}">
                <a16:creationId xmlns:a16="http://schemas.microsoft.com/office/drawing/2014/main" id="{3E4B2E8F-C363-0AF4-525D-B8E56221DB15}"/>
              </a:ext>
            </a:extLst>
          </p:cNvPr>
          <p:cNvSpPr txBox="1"/>
          <p:nvPr>
            <p:custDataLst>
              <p:tags r:id="rId5"/>
            </p:custDataLst>
          </p:nvPr>
        </p:nvSpPr>
        <p:spPr>
          <a:xfrm>
            <a:off x="2209074" y="4185557"/>
            <a:ext cx="1273175" cy="446276"/>
          </a:xfrm>
          <a:prstGeom prst="rect">
            <a:avLst/>
          </a:prstGeom>
          <a:solidFill>
            <a:srgbClr val="FFC000"/>
          </a:solidFill>
          <a:ln>
            <a:solidFill>
              <a:sysClr val="windowText" lastClr="000000"/>
            </a:solidFill>
          </a:ln>
        </p:spPr>
        <p:txBody>
          <a:bodyPr wrap="square">
            <a:spAutoFit/>
          </a:bodyPr>
          <a:lstStyle/>
          <a:p>
            <a:pPr algn="ctr" defTabSz="457200">
              <a:defRPr/>
            </a:pPr>
            <a:r>
              <a:rPr lang="zh-CN" altLang="en-US" sz="2300" kern="0">
                <a:solidFill>
                  <a:prstClr val="black"/>
                </a:solidFill>
                <a:latin typeface="Times New Roman"/>
              </a:rPr>
              <a:t>次声波</a:t>
            </a:r>
          </a:p>
        </p:txBody>
      </p:sp>
      <p:grpSp>
        <p:nvGrpSpPr>
          <p:cNvPr id="23" name="组合 22">
            <a:extLst>
              <a:ext uri="{FF2B5EF4-FFF2-40B4-BE49-F238E27FC236}">
                <a16:creationId xmlns:a16="http://schemas.microsoft.com/office/drawing/2014/main" id="{B7024CB8-ED08-8AD3-410B-9B479F4F8396}"/>
              </a:ext>
            </a:extLst>
          </p:cNvPr>
          <p:cNvGrpSpPr/>
          <p:nvPr>
            <p:custDataLst>
              <p:tags r:id="rId6"/>
            </p:custDataLst>
          </p:nvPr>
        </p:nvGrpSpPr>
        <p:grpSpPr>
          <a:xfrm>
            <a:off x="3440029" y="2188941"/>
            <a:ext cx="362986" cy="1075667"/>
            <a:chOff x="2666033" y="4155282"/>
            <a:chExt cx="419208" cy="2120010"/>
          </a:xfrm>
        </p:grpSpPr>
        <p:grpSp>
          <p:nvGrpSpPr>
            <p:cNvPr id="24" name="组合 23">
              <a:extLst>
                <a:ext uri="{FF2B5EF4-FFF2-40B4-BE49-F238E27FC236}">
                  <a16:creationId xmlns:a16="http://schemas.microsoft.com/office/drawing/2014/main" id="{49AAB18F-415E-11E5-98CA-51641A1D1AB5}"/>
                </a:ext>
              </a:extLst>
            </p:cNvPr>
            <p:cNvGrpSpPr/>
            <p:nvPr>
              <p:custDataLst>
                <p:tags r:id="rId29"/>
              </p:custDataLst>
            </p:nvPr>
          </p:nvGrpSpPr>
          <p:grpSpPr>
            <a:xfrm>
              <a:off x="2827872" y="4155282"/>
              <a:ext cx="257369" cy="2120010"/>
              <a:chOff x="4110340" y="1791339"/>
              <a:chExt cx="407665" cy="1129513"/>
            </a:xfrm>
          </p:grpSpPr>
          <p:cxnSp>
            <p:nvCxnSpPr>
              <p:cNvPr id="28" name="直接连接符 27">
                <a:extLst>
                  <a:ext uri="{FF2B5EF4-FFF2-40B4-BE49-F238E27FC236}">
                    <a16:creationId xmlns:a16="http://schemas.microsoft.com/office/drawing/2014/main" id="{93AE9FA8-E684-99BC-19F5-8A477B3FF7EB}"/>
                  </a:ext>
                </a:extLst>
              </p:cNvPr>
              <p:cNvCxnSpPr/>
              <p:nvPr>
                <p:custDataLst>
                  <p:tags r:id="rId31"/>
                </p:custDataLst>
              </p:nvPr>
            </p:nvCxnSpPr>
            <p:spPr>
              <a:xfrm flipH="1">
                <a:off x="4121149" y="1791339"/>
                <a:ext cx="0" cy="1129513"/>
              </a:xfrm>
              <a:prstGeom prst="line">
                <a:avLst/>
              </a:prstGeom>
              <a:noFill/>
              <a:ln w="19050" cap="flat" cmpd="sng" algn="ctr">
                <a:solidFill>
                  <a:sysClr val="windowText" lastClr="000000"/>
                </a:solidFill>
                <a:prstDash val="solid"/>
                <a:miter lim="800000"/>
              </a:ln>
              <a:effectLst/>
            </p:spPr>
          </p:cxnSp>
          <p:cxnSp>
            <p:nvCxnSpPr>
              <p:cNvPr id="29" name="直接连接符 28">
                <a:extLst>
                  <a:ext uri="{FF2B5EF4-FFF2-40B4-BE49-F238E27FC236}">
                    <a16:creationId xmlns:a16="http://schemas.microsoft.com/office/drawing/2014/main" id="{DEF25E7C-E39B-37DE-5235-F9BA43F8B825}"/>
                  </a:ext>
                </a:extLst>
              </p:cNvPr>
              <p:cNvCxnSpPr/>
              <p:nvPr>
                <p:custDataLst>
                  <p:tags r:id="rId32"/>
                </p:custDataLst>
              </p:nvPr>
            </p:nvCxnSpPr>
            <p:spPr>
              <a:xfrm>
                <a:off x="4110340" y="2916200"/>
                <a:ext cx="406040" cy="0"/>
              </a:xfrm>
              <a:prstGeom prst="line">
                <a:avLst/>
              </a:prstGeom>
              <a:noFill/>
              <a:ln w="19050" cap="flat" cmpd="sng" algn="ctr">
                <a:solidFill>
                  <a:sysClr val="windowText" lastClr="000000"/>
                </a:solidFill>
                <a:prstDash val="solid"/>
                <a:miter lim="800000"/>
              </a:ln>
              <a:effectLst/>
            </p:spPr>
          </p:cxnSp>
          <p:cxnSp>
            <p:nvCxnSpPr>
              <p:cNvPr id="31" name="直接连接符 30">
                <a:extLst>
                  <a:ext uri="{FF2B5EF4-FFF2-40B4-BE49-F238E27FC236}">
                    <a16:creationId xmlns:a16="http://schemas.microsoft.com/office/drawing/2014/main" id="{77D1EFF8-B932-02E8-2F93-F790D12725EF}"/>
                  </a:ext>
                </a:extLst>
              </p:cNvPr>
              <p:cNvCxnSpPr/>
              <p:nvPr>
                <p:custDataLst>
                  <p:tags r:id="rId33"/>
                </p:custDataLst>
              </p:nvPr>
            </p:nvCxnSpPr>
            <p:spPr>
              <a:xfrm>
                <a:off x="4111965" y="1791339"/>
                <a:ext cx="406040" cy="0"/>
              </a:xfrm>
              <a:prstGeom prst="line">
                <a:avLst/>
              </a:prstGeom>
              <a:noFill/>
              <a:ln w="19050" cap="flat" cmpd="sng" algn="ctr">
                <a:solidFill>
                  <a:sysClr val="windowText" lastClr="000000"/>
                </a:solidFill>
                <a:prstDash val="solid"/>
                <a:miter lim="800000"/>
              </a:ln>
              <a:effectLst/>
            </p:spPr>
          </p:cxnSp>
        </p:grpSp>
        <p:cxnSp>
          <p:nvCxnSpPr>
            <p:cNvPr id="26" name="直接连接符 25">
              <a:extLst>
                <a:ext uri="{FF2B5EF4-FFF2-40B4-BE49-F238E27FC236}">
                  <a16:creationId xmlns:a16="http://schemas.microsoft.com/office/drawing/2014/main" id="{32A53C20-65F5-5DE6-B991-E41F5693E8C5}"/>
                </a:ext>
              </a:extLst>
            </p:cNvPr>
            <p:cNvCxnSpPr/>
            <p:nvPr>
              <p:custDataLst>
                <p:tags r:id="rId30"/>
              </p:custDataLst>
            </p:nvPr>
          </p:nvCxnSpPr>
          <p:spPr>
            <a:xfrm>
              <a:off x="2666033" y="5208105"/>
              <a:ext cx="161839" cy="0"/>
            </a:xfrm>
            <a:prstGeom prst="line">
              <a:avLst/>
            </a:prstGeom>
            <a:noFill/>
            <a:ln w="19050" cap="flat" cmpd="sng" algn="ctr">
              <a:solidFill>
                <a:sysClr val="windowText" lastClr="000000"/>
              </a:solidFill>
              <a:prstDash val="solid"/>
              <a:miter lim="800000"/>
            </a:ln>
            <a:effectLst/>
          </p:spPr>
        </p:cxnSp>
      </p:grpSp>
      <p:sp>
        <p:nvSpPr>
          <p:cNvPr id="33" name="文本框 32">
            <a:extLst>
              <a:ext uri="{FF2B5EF4-FFF2-40B4-BE49-F238E27FC236}">
                <a16:creationId xmlns:a16="http://schemas.microsoft.com/office/drawing/2014/main" id="{D418FAEC-6717-9F9F-FB03-8B2EC703056A}"/>
              </a:ext>
            </a:extLst>
          </p:cNvPr>
          <p:cNvSpPr txBox="1"/>
          <p:nvPr>
            <p:custDataLst>
              <p:tags r:id="rId7"/>
            </p:custDataLst>
          </p:nvPr>
        </p:nvSpPr>
        <p:spPr>
          <a:xfrm>
            <a:off x="1006249" y="2274400"/>
            <a:ext cx="569387" cy="2676269"/>
          </a:xfrm>
          <a:prstGeom prst="rect">
            <a:avLst/>
          </a:prstGeom>
          <a:solidFill>
            <a:srgbClr val="FFA8A8"/>
          </a:solidFill>
          <a:ln>
            <a:solidFill>
              <a:sysClr val="windowText" lastClr="000000"/>
            </a:solidFill>
          </a:ln>
        </p:spPr>
        <p:txBody>
          <a:bodyPr vert="eaVert" wrap="square">
            <a:spAutoFit/>
          </a:bodyPr>
          <a:lstStyle/>
          <a:p>
            <a:pPr algn="ctr" defTabSz="457200">
              <a:defRPr/>
            </a:pPr>
            <a:r>
              <a:rPr lang="zh-CN" altLang="en-US" sz="2500" kern="0">
                <a:solidFill>
                  <a:prstClr val="black"/>
                </a:solidFill>
                <a:latin typeface="微软雅黑" panose="020B0503020204020204" charset="-122"/>
              </a:rPr>
              <a:t>人耳听不到的声音</a:t>
            </a:r>
          </a:p>
        </p:txBody>
      </p:sp>
      <p:grpSp>
        <p:nvGrpSpPr>
          <p:cNvPr id="37" name="组合 36">
            <a:extLst>
              <a:ext uri="{FF2B5EF4-FFF2-40B4-BE49-F238E27FC236}">
                <a16:creationId xmlns:a16="http://schemas.microsoft.com/office/drawing/2014/main" id="{AAFDE787-7FBA-91B3-7728-2DB89606AAFA}"/>
              </a:ext>
            </a:extLst>
          </p:cNvPr>
          <p:cNvGrpSpPr/>
          <p:nvPr>
            <p:custDataLst>
              <p:tags r:id="rId8"/>
            </p:custDataLst>
          </p:nvPr>
        </p:nvGrpSpPr>
        <p:grpSpPr>
          <a:xfrm>
            <a:off x="3505046" y="3667835"/>
            <a:ext cx="307382" cy="1551596"/>
            <a:chOff x="2666033" y="4155282"/>
            <a:chExt cx="419208" cy="2120010"/>
          </a:xfrm>
        </p:grpSpPr>
        <p:grpSp>
          <p:nvGrpSpPr>
            <p:cNvPr id="38" name="组合 37">
              <a:extLst>
                <a:ext uri="{FF2B5EF4-FFF2-40B4-BE49-F238E27FC236}">
                  <a16:creationId xmlns:a16="http://schemas.microsoft.com/office/drawing/2014/main" id="{C826E0ED-8357-90D3-1E82-48BE163EEA76}"/>
                </a:ext>
              </a:extLst>
            </p:cNvPr>
            <p:cNvGrpSpPr/>
            <p:nvPr>
              <p:custDataLst>
                <p:tags r:id="rId24"/>
              </p:custDataLst>
            </p:nvPr>
          </p:nvGrpSpPr>
          <p:grpSpPr>
            <a:xfrm>
              <a:off x="2827872" y="4155282"/>
              <a:ext cx="257369" cy="2120010"/>
              <a:chOff x="4110340" y="1791339"/>
              <a:chExt cx="407665" cy="1129513"/>
            </a:xfrm>
          </p:grpSpPr>
          <p:cxnSp>
            <p:nvCxnSpPr>
              <p:cNvPr id="44" name="直接连接符 43">
                <a:extLst>
                  <a:ext uri="{FF2B5EF4-FFF2-40B4-BE49-F238E27FC236}">
                    <a16:creationId xmlns:a16="http://schemas.microsoft.com/office/drawing/2014/main" id="{86EBE46C-E7AE-6BA0-48B5-A82E95DB1E4E}"/>
                  </a:ext>
                </a:extLst>
              </p:cNvPr>
              <p:cNvCxnSpPr/>
              <p:nvPr>
                <p:custDataLst>
                  <p:tags r:id="rId26"/>
                </p:custDataLst>
              </p:nvPr>
            </p:nvCxnSpPr>
            <p:spPr>
              <a:xfrm flipH="1">
                <a:off x="4121149" y="1791339"/>
                <a:ext cx="0" cy="1129513"/>
              </a:xfrm>
              <a:prstGeom prst="line">
                <a:avLst/>
              </a:prstGeom>
              <a:noFill/>
              <a:ln w="19050" cap="flat" cmpd="sng" algn="ctr">
                <a:solidFill>
                  <a:sysClr val="windowText" lastClr="000000"/>
                </a:solidFill>
                <a:prstDash val="solid"/>
                <a:miter lim="800000"/>
              </a:ln>
              <a:effectLst/>
            </p:spPr>
          </p:cxnSp>
          <p:cxnSp>
            <p:nvCxnSpPr>
              <p:cNvPr id="46" name="直接连接符 45">
                <a:extLst>
                  <a:ext uri="{FF2B5EF4-FFF2-40B4-BE49-F238E27FC236}">
                    <a16:creationId xmlns:a16="http://schemas.microsoft.com/office/drawing/2014/main" id="{725A1145-CB70-E1FF-9C14-6AC650B828C3}"/>
                  </a:ext>
                </a:extLst>
              </p:cNvPr>
              <p:cNvCxnSpPr/>
              <p:nvPr>
                <p:custDataLst>
                  <p:tags r:id="rId27"/>
                </p:custDataLst>
              </p:nvPr>
            </p:nvCxnSpPr>
            <p:spPr>
              <a:xfrm>
                <a:off x="4110340" y="2916200"/>
                <a:ext cx="406040" cy="0"/>
              </a:xfrm>
              <a:prstGeom prst="line">
                <a:avLst/>
              </a:prstGeom>
              <a:noFill/>
              <a:ln w="19050" cap="flat" cmpd="sng" algn="ctr">
                <a:solidFill>
                  <a:sysClr val="windowText" lastClr="000000"/>
                </a:solidFill>
                <a:prstDash val="solid"/>
                <a:miter lim="800000"/>
              </a:ln>
              <a:effectLst/>
            </p:spPr>
          </p:cxnSp>
          <p:cxnSp>
            <p:nvCxnSpPr>
              <p:cNvPr id="47" name="直接连接符 46">
                <a:extLst>
                  <a:ext uri="{FF2B5EF4-FFF2-40B4-BE49-F238E27FC236}">
                    <a16:creationId xmlns:a16="http://schemas.microsoft.com/office/drawing/2014/main" id="{1F27F941-66BD-1A2F-1732-2296BC1DAA52}"/>
                  </a:ext>
                </a:extLst>
              </p:cNvPr>
              <p:cNvCxnSpPr/>
              <p:nvPr>
                <p:custDataLst>
                  <p:tags r:id="rId28"/>
                </p:custDataLst>
              </p:nvPr>
            </p:nvCxnSpPr>
            <p:spPr>
              <a:xfrm>
                <a:off x="4111965" y="1791339"/>
                <a:ext cx="406040" cy="0"/>
              </a:xfrm>
              <a:prstGeom prst="line">
                <a:avLst/>
              </a:prstGeom>
              <a:noFill/>
              <a:ln w="19050" cap="flat" cmpd="sng" algn="ctr">
                <a:solidFill>
                  <a:sysClr val="windowText" lastClr="000000"/>
                </a:solidFill>
                <a:prstDash val="solid"/>
                <a:miter lim="800000"/>
              </a:ln>
              <a:effectLst/>
            </p:spPr>
          </p:cxnSp>
        </p:grpSp>
        <p:cxnSp>
          <p:nvCxnSpPr>
            <p:cNvPr id="43" name="直接连接符 42">
              <a:extLst>
                <a:ext uri="{FF2B5EF4-FFF2-40B4-BE49-F238E27FC236}">
                  <a16:creationId xmlns:a16="http://schemas.microsoft.com/office/drawing/2014/main" id="{0817E240-BEC2-3291-73CB-3CE2C140BB31}"/>
                </a:ext>
              </a:extLst>
            </p:cNvPr>
            <p:cNvCxnSpPr/>
            <p:nvPr>
              <p:custDataLst>
                <p:tags r:id="rId25"/>
              </p:custDataLst>
            </p:nvPr>
          </p:nvCxnSpPr>
          <p:spPr>
            <a:xfrm>
              <a:off x="2666033" y="5208105"/>
              <a:ext cx="161839" cy="0"/>
            </a:xfrm>
            <a:prstGeom prst="line">
              <a:avLst/>
            </a:prstGeom>
            <a:noFill/>
            <a:ln w="19050" cap="flat" cmpd="sng" algn="ctr">
              <a:solidFill>
                <a:sysClr val="windowText" lastClr="000000"/>
              </a:solidFill>
              <a:prstDash val="solid"/>
              <a:miter lim="800000"/>
            </a:ln>
            <a:effectLst/>
          </p:spPr>
        </p:cxnSp>
      </p:grpSp>
      <p:grpSp>
        <p:nvGrpSpPr>
          <p:cNvPr id="48" name="组合 47">
            <a:extLst>
              <a:ext uri="{FF2B5EF4-FFF2-40B4-BE49-F238E27FC236}">
                <a16:creationId xmlns:a16="http://schemas.microsoft.com/office/drawing/2014/main" id="{8347ED34-DA1E-5D84-67EC-9E9249DBD764}"/>
              </a:ext>
            </a:extLst>
          </p:cNvPr>
          <p:cNvGrpSpPr/>
          <p:nvPr>
            <p:custDataLst>
              <p:tags r:id="rId9"/>
            </p:custDataLst>
          </p:nvPr>
        </p:nvGrpSpPr>
        <p:grpSpPr>
          <a:xfrm>
            <a:off x="2159459" y="1459849"/>
            <a:ext cx="1704070" cy="461665"/>
            <a:chOff x="1900987" y="1706001"/>
            <a:chExt cx="1704070" cy="461665"/>
          </a:xfrm>
        </p:grpSpPr>
        <p:sp>
          <p:nvSpPr>
            <p:cNvPr id="49" name="矩形 18455">
              <a:extLst>
                <a:ext uri="{FF2B5EF4-FFF2-40B4-BE49-F238E27FC236}">
                  <a16:creationId xmlns:a16="http://schemas.microsoft.com/office/drawing/2014/main" id="{75099233-BC1C-F1F1-969D-8BC0C1471E1B}"/>
                </a:ext>
              </a:extLst>
            </p:cNvPr>
            <p:cNvSpPr>
              <a:spLocks noChangeArrowheads="1"/>
            </p:cNvSpPr>
            <p:nvPr>
              <p:custDataLst>
                <p:tags r:id="rId22"/>
              </p:custDataLst>
            </p:nvPr>
          </p:nvSpPr>
          <p:spPr bwMode="auto">
            <a:xfrm>
              <a:off x="1900987" y="1706001"/>
              <a:ext cx="1322361" cy="461665"/>
            </a:xfrm>
            <a:prstGeom prst="rect">
              <a:avLst/>
            </a:prstGeom>
            <a:solidFill>
              <a:sysClr val="window" lastClr="FFFFFF">
                <a:lumMod val="95000"/>
              </a:sysClr>
            </a:solidFill>
            <a:ln w="9525">
              <a:solidFill>
                <a:srgbClr val="000000"/>
              </a:solidFill>
              <a:miter lim="800000"/>
            </a:ln>
          </p:spPr>
          <p:txBody>
            <a:bodyPr wrap="square">
              <a:spAutoFit/>
            </a:bodyPr>
            <a:lstStyle/>
            <a:p>
              <a:pPr algn="ctr" defTabSz="457200">
                <a:defRPr/>
              </a:pPr>
              <a:r>
                <a:rPr lang="zh-CN" altLang="en-US" sz="2300" kern="0">
                  <a:solidFill>
                    <a:prstClr val="black"/>
                  </a:solidFill>
                  <a:latin typeface="Times New Roman" panose="02020603050405020304" pitchFamily="18" charset="0"/>
                  <a:cs typeface="Times New Roman" panose="02020603050405020304" pitchFamily="18" charset="0"/>
                  <a:sym typeface="Helvetica"/>
                </a:rPr>
                <a:t>可听声</a:t>
              </a:r>
              <a:endParaRPr lang="zh-CN" altLang="en-US" sz="2300" kern="0">
                <a:solidFill>
                  <a:prstClr val="black"/>
                </a:solidFill>
                <a:latin typeface="微软雅黑" panose="020B0503020204020204" charset="-122"/>
              </a:endParaRPr>
            </a:p>
          </p:txBody>
        </p:sp>
        <p:cxnSp>
          <p:nvCxnSpPr>
            <p:cNvPr id="50" name="直接连接符 49">
              <a:extLst>
                <a:ext uri="{FF2B5EF4-FFF2-40B4-BE49-F238E27FC236}">
                  <a16:creationId xmlns:a16="http://schemas.microsoft.com/office/drawing/2014/main" id="{81EE709D-A630-A2A4-E63A-90E50C198319}"/>
                </a:ext>
              </a:extLst>
            </p:cNvPr>
            <p:cNvCxnSpPr/>
            <p:nvPr>
              <p:custDataLst>
                <p:tags r:id="rId23"/>
              </p:custDataLst>
            </p:nvPr>
          </p:nvCxnSpPr>
          <p:spPr>
            <a:xfrm>
              <a:off x="3225462" y="1952290"/>
              <a:ext cx="379595" cy="0"/>
            </a:xfrm>
            <a:prstGeom prst="line">
              <a:avLst/>
            </a:prstGeom>
            <a:noFill/>
            <a:ln w="19050" cap="flat" cmpd="sng" algn="ctr">
              <a:solidFill>
                <a:sysClr val="windowText" lastClr="000000"/>
              </a:solidFill>
              <a:prstDash val="solid"/>
              <a:miter lim="800000"/>
            </a:ln>
            <a:effectLst/>
          </p:spPr>
        </p:cxnSp>
      </p:grpSp>
      <p:grpSp>
        <p:nvGrpSpPr>
          <p:cNvPr id="51" name="组合 50">
            <a:extLst>
              <a:ext uri="{FF2B5EF4-FFF2-40B4-BE49-F238E27FC236}">
                <a16:creationId xmlns:a16="http://schemas.microsoft.com/office/drawing/2014/main" id="{83D11560-B50C-8E3A-7D94-C45EE26A55E7}"/>
              </a:ext>
            </a:extLst>
          </p:cNvPr>
          <p:cNvGrpSpPr/>
          <p:nvPr>
            <p:custDataLst>
              <p:tags r:id="rId10"/>
            </p:custDataLst>
          </p:nvPr>
        </p:nvGrpSpPr>
        <p:grpSpPr>
          <a:xfrm>
            <a:off x="2151736" y="5274390"/>
            <a:ext cx="1754369" cy="738664"/>
            <a:chOff x="1931796" y="5094645"/>
            <a:chExt cx="1754369" cy="738664"/>
          </a:xfrm>
        </p:grpSpPr>
        <p:sp>
          <p:nvSpPr>
            <p:cNvPr id="52" name="文本框 51">
              <a:extLst>
                <a:ext uri="{FF2B5EF4-FFF2-40B4-BE49-F238E27FC236}">
                  <a16:creationId xmlns:a16="http://schemas.microsoft.com/office/drawing/2014/main" id="{4B22D9CA-8C67-95DC-0B05-174899867B57}"/>
                </a:ext>
              </a:extLst>
            </p:cNvPr>
            <p:cNvSpPr txBox="1"/>
            <p:nvPr>
              <p:custDataLst>
                <p:tags r:id="rId20"/>
              </p:custDataLst>
            </p:nvPr>
          </p:nvSpPr>
          <p:spPr>
            <a:xfrm>
              <a:off x="1931796" y="5094645"/>
              <a:ext cx="1383625" cy="738664"/>
            </a:xfrm>
            <a:prstGeom prst="rect">
              <a:avLst/>
            </a:prstGeom>
            <a:solidFill>
              <a:srgbClr val="C9E8E6"/>
            </a:solidFill>
            <a:ln>
              <a:solidFill>
                <a:sysClr val="windowText" lastClr="000000"/>
              </a:solidFill>
            </a:ln>
          </p:spPr>
          <p:txBody>
            <a:bodyPr wrap="square">
              <a:spAutoFit/>
            </a:bodyPr>
            <a:lstStyle/>
            <a:p>
              <a:pPr algn="ctr" defTabSz="457200">
                <a:defRPr/>
              </a:pPr>
              <a:r>
                <a:rPr lang="zh-CN" altLang="en-US" sz="2100" kern="0" spc="-120">
                  <a:solidFill>
                    <a:prstClr val="black"/>
                  </a:solidFill>
                  <a:latin typeface="Times New Roman"/>
                </a:rPr>
                <a:t>声传递信</a:t>
              </a:r>
              <a:endParaRPr lang="en-US" altLang="zh-CN" sz="2100" kern="0" spc="-120">
                <a:solidFill>
                  <a:prstClr val="black"/>
                </a:solidFill>
                <a:latin typeface="Times New Roman"/>
              </a:endParaRPr>
            </a:p>
            <a:p>
              <a:pPr algn="ctr" defTabSz="457200">
                <a:defRPr/>
              </a:pPr>
              <a:r>
                <a:rPr lang="zh-CN" altLang="en-US" sz="2100" kern="0" spc="-120">
                  <a:solidFill>
                    <a:prstClr val="black"/>
                  </a:solidFill>
                  <a:latin typeface="Times New Roman"/>
                </a:rPr>
                <a:t>息与能量</a:t>
              </a:r>
            </a:p>
          </p:txBody>
        </p:sp>
        <p:cxnSp>
          <p:nvCxnSpPr>
            <p:cNvPr id="53" name="直接连接符 52">
              <a:extLst>
                <a:ext uri="{FF2B5EF4-FFF2-40B4-BE49-F238E27FC236}">
                  <a16:creationId xmlns:a16="http://schemas.microsoft.com/office/drawing/2014/main" id="{920A8B57-7359-A9F9-FBB3-476C4A581170}"/>
                </a:ext>
              </a:extLst>
            </p:cNvPr>
            <p:cNvCxnSpPr/>
            <p:nvPr>
              <p:custDataLst>
                <p:tags r:id="rId21"/>
              </p:custDataLst>
            </p:nvPr>
          </p:nvCxnSpPr>
          <p:spPr>
            <a:xfrm>
              <a:off x="3306570" y="5505317"/>
              <a:ext cx="379595" cy="0"/>
            </a:xfrm>
            <a:prstGeom prst="line">
              <a:avLst/>
            </a:prstGeom>
            <a:noFill/>
            <a:ln w="19050" cap="flat" cmpd="sng" algn="ctr">
              <a:solidFill>
                <a:sysClr val="windowText" lastClr="000000"/>
              </a:solidFill>
              <a:prstDash val="solid"/>
              <a:miter lim="800000"/>
            </a:ln>
            <a:effectLst/>
          </p:spPr>
        </p:cxnSp>
      </p:grpSp>
      <p:grpSp>
        <p:nvGrpSpPr>
          <p:cNvPr id="54" name="组合 53">
            <a:extLst>
              <a:ext uri="{FF2B5EF4-FFF2-40B4-BE49-F238E27FC236}">
                <a16:creationId xmlns:a16="http://schemas.microsoft.com/office/drawing/2014/main" id="{5AFCC3E9-F345-B5E1-4934-665A9FB70526}"/>
              </a:ext>
            </a:extLst>
          </p:cNvPr>
          <p:cNvGrpSpPr/>
          <p:nvPr>
            <p:custDataLst>
              <p:tags r:id="rId11"/>
            </p:custDataLst>
          </p:nvPr>
        </p:nvGrpSpPr>
        <p:grpSpPr>
          <a:xfrm>
            <a:off x="1575636" y="1664801"/>
            <a:ext cx="632716" cy="3978921"/>
            <a:chOff x="940807" y="1952290"/>
            <a:chExt cx="1116126" cy="3553027"/>
          </a:xfrm>
        </p:grpSpPr>
        <p:grpSp>
          <p:nvGrpSpPr>
            <p:cNvPr id="55" name="组合 54">
              <a:extLst>
                <a:ext uri="{FF2B5EF4-FFF2-40B4-BE49-F238E27FC236}">
                  <a16:creationId xmlns:a16="http://schemas.microsoft.com/office/drawing/2014/main" id="{EB3BFE83-63D7-F98E-E3D6-D874B6CD7869}"/>
                </a:ext>
              </a:extLst>
            </p:cNvPr>
            <p:cNvGrpSpPr/>
            <p:nvPr>
              <p:custDataLst>
                <p:tags r:id="rId13"/>
              </p:custDataLst>
            </p:nvPr>
          </p:nvGrpSpPr>
          <p:grpSpPr>
            <a:xfrm>
              <a:off x="940807" y="1952290"/>
              <a:ext cx="1019097" cy="3553027"/>
              <a:chOff x="1070901" y="1245491"/>
              <a:chExt cx="1466354" cy="2639817"/>
            </a:xfrm>
          </p:grpSpPr>
          <p:cxnSp>
            <p:nvCxnSpPr>
              <p:cNvPr id="58" name="直接连接符 57">
                <a:extLst>
                  <a:ext uri="{FF2B5EF4-FFF2-40B4-BE49-F238E27FC236}">
                    <a16:creationId xmlns:a16="http://schemas.microsoft.com/office/drawing/2014/main" id="{6625B18F-0A26-FA1A-98BD-DF728F783680}"/>
                  </a:ext>
                </a:extLst>
              </p:cNvPr>
              <p:cNvCxnSpPr/>
              <p:nvPr>
                <p:custDataLst>
                  <p:tags r:id="rId16"/>
                </p:custDataLst>
              </p:nvPr>
            </p:nvCxnSpPr>
            <p:spPr>
              <a:xfrm flipH="1">
                <a:off x="1851201" y="1245491"/>
                <a:ext cx="0" cy="2639817"/>
              </a:xfrm>
              <a:prstGeom prst="line">
                <a:avLst/>
              </a:prstGeom>
              <a:noFill/>
              <a:ln w="19050" cap="flat" cmpd="sng" algn="ctr">
                <a:solidFill>
                  <a:sysClr val="windowText" lastClr="000000"/>
                </a:solidFill>
                <a:prstDash val="solid"/>
                <a:miter lim="800000"/>
              </a:ln>
              <a:effectLst/>
            </p:spPr>
          </p:cxnSp>
          <p:cxnSp>
            <p:nvCxnSpPr>
              <p:cNvPr id="59" name="直接连接符 58">
                <a:extLst>
                  <a:ext uri="{FF2B5EF4-FFF2-40B4-BE49-F238E27FC236}">
                    <a16:creationId xmlns:a16="http://schemas.microsoft.com/office/drawing/2014/main" id="{77446F5C-9A64-79D3-433D-45F5AFD644B0}"/>
                  </a:ext>
                </a:extLst>
              </p:cNvPr>
              <p:cNvCxnSpPr/>
              <p:nvPr>
                <p:custDataLst>
                  <p:tags r:id="rId17"/>
                </p:custDataLst>
              </p:nvPr>
            </p:nvCxnSpPr>
            <p:spPr>
              <a:xfrm>
                <a:off x="1840248" y="1245491"/>
                <a:ext cx="683006" cy="0"/>
              </a:xfrm>
              <a:prstGeom prst="line">
                <a:avLst/>
              </a:prstGeom>
              <a:noFill/>
              <a:ln w="19050" cap="flat" cmpd="sng" algn="ctr">
                <a:solidFill>
                  <a:sysClr val="windowText" lastClr="000000"/>
                </a:solidFill>
                <a:prstDash val="solid"/>
                <a:miter lim="800000"/>
              </a:ln>
              <a:effectLst/>
            </p:spPr>
          </p:cxnSp>
          <p:cxnSp>
            <p:nvCxnSpPr>
              <p:cNvPr id="60" name="直接连接符 59">
                <a:extLst>
                  <a:ext uri="{FF2B5EF4-FFF2-40B4-BE49-F238E27FC236}">
                    <a16:creationId xmlns:a16="http://schemas.microsoft.com/office/drawing/2014/main" id="{F409040C-2D2C-42B3-C6A8-9BC25E593DB6}"/>
                  </a:ext>
                </a:extLst>
              </p:cNvPr>
              <p:cNvCxnSpPr>
                <a:stCxn id="33" idx="3"/>
              </p:cNvCxnSpPr>
              <p:nvPr>
                <p:custDataLst>
                  <p:tags r:id="rId18"/>
                </p:custDataLst>
              </p:nvPr>
            </p:nvCxnSpPr>
            <p:spPr>
              <a:xfrm>
                <a:off x="1070901" y="2537716"/>
                <a:ext cx="777806" cy="0"/>
              </a:xfrm>
              <a:prstGeom prst="line">
                <a:avLst/>
              </a:prstGeom>
              <a:noFill/>
              <a:ln w="19050" cap="flat" cmpd="sng" algn="ctr">
                <a:solidFill>
                  <a:sysClr val="windowText" lastClr="000000"/>
                </a:solidFill>
                <a:prstDash val="solid"/>
                <a:miter lim="800000"/>
              </a:ln>
              <a:effectLst/>
            </p:spPr>
          </p:cxnSp>
          <p:cxnSp>
            <p:nvCxnSpPr>
              <p:cNvPr id="61" name="直接连接符 60">
                <a:extLst>
                  <a:ext uri="{FF2B5EF4-FFF2-40B4-BE49-F238E27FC236}">
                    <a16:creationId xmlns:a16="http://schemas.microsoft.com/office/drawing/2014/main" id="{363FABA7-F6D5-10E3-781E-232D0C042179}"/>
                  </a:ext>
                </a:extLst>
              </p:cNvPr>
              <p:cNvCxnSpPr/>
              <p:nvPr>
                <p:custDataLst>
                  <p:tags r:id="rId19"/>
                </p:custDataLst>
              </p:nvPr>
            </p:nvCxnSpPr>
            <p:spPr>
              <a:xfrm>
                <a:off x="1853901" y="3881937"/>
                <a:ext cx="683354" cy="0"/>
              </a:xfrm>
              <a:prstGeom prst="line">
                <a:avLst/>
              </a:prstGeom>
              <a:noFill/>
              <a:ln w="19050" cap="flat" cmpd="sng" algn="ctr">
                <a:solidFill>
                  <a:sysClr val="windowText" lastClr="000000"/>
                </a:solidFill>
                <a:prstDash val="solid"/>
                <a:miter lim="800000"/>
              </a:ln>
              <a:effectLst/>
            </p:spPr>
          </p:cxnSp>
        </p:grpSp>
        <p:cxnSp>
          <p:nvCxnSpPr>
            <p:cNvPr id="56" name="直接连接符 55">
              <a:extLst>
                <a:ext uri="{FF2B5EF4-FFF2-40B4-BE49-F238E27FC236}">
                  <a16:creationId xmlns:a16="http://schemas.microsoft.com/office/drawing/2014/main" id="{12E7EE86-4DA4-2A0E-5F87-AE3F645189EF}"/>
                </a:ext>
              </a:extLst>
            </p:cNvPr>
            <p:cNvCxnSpPr/>
            <p:nvPr>
              <p:custDataLst>
                <p:tags r:id="rId14"/>
              </p:custDataLst>
            </p:nvPr>
          </p:nvCxnSpPr>
          <p:spPr>
            <a:xfrm>
              <a:off x="1511398" y="4428989"/>
              <a:ext cx="545535" cy="0"/>
            </a:xfrm>
            <a:prstGeom prst="line">
              <a:avLst/>
            </a:prstGeom>
            <a:noFill/>
            <a:ln w="19050" cap="flat" cmpd="sng" algn="ctr">
              <a:solidFill>
                <a:sysClr val="windowText" lastClr="000000"/>
              </a:solidFill>
              <a:prstDash val="solid"/>
              <a:miter lim="800000"/>
            </a:ln>
            <a:effectLst/>
          </p:spPr>
        </p:cxnSp>
        <p:cxnSp>
          <p:nvCxnSpPr>
            <p:cNvPr id="57" name="直接连接符 56">
              <a:extLst>
                <a:ext uri="{FF2B5EF4-FFF2-40B4-BE49-F238E27FC236}">
                  <a16:creationId xmlns:a16="http://schemas.microsoft.com/office/drawing/2014/main" id="{8F3A72A6-D258-9731-A8D0-76958BFEEE8B}"/>
                </a:ext>
              </a:extLst>
            </p:cNvPr>
            <p:cNvCxnSpPr>
              <a:endCxn id="62" idx="1"/>
            </p:cNvCxnSpPr>
            <p:nvPr>
              <p:custDataLst>
                <p:tags r:id="rId15"/>
              </p:custDataLst>
            </p:nvPr>
          </p:nvCxnSpPr>
          <p:spPr>
            <a:xfrm>
              <a:off x="1511398" y="2876746"/>
              <a:ext cx="508483" cy="0"/>
            </a:xfrm>
            <a:prstGeom prst="line">
              <a:avLst/>
            </a:prstGeom>
            <a:noFill/>
            <a:ln w="19050" cap="flat" cmpd="sng" algn="ctr">
              <a:solidFill>
                <a:sysClr val="windowText" lastClr="000000"/>
              </a:solidFill>
              <a:prstDash val="solid"/>
              <a:miter lim="800000"/>
            </a:ln>
            <a:effectLst/>
          </p:spPr>
        </p:cxnSp>
      </p:grpSp>
      <p:sp>
        <p:nvSpPr>
          <p:cNvPr id="62" name="矩形 18455">
            <a:extLst>
              <a:ext uri="{FF2B5EF4-FFF2-40B4-BE49-F238E27FC236}">
                <a16:creationId xmlns:a16="http://schemas.microsoft.com/office/drawing/2014/main" id="{240FE352-AB41-3AA1-A1C2-C41C8C4AABA5}"/>
              </a:ext>
            </a:extLst>
          </p:cNvPr>
          <p:cNvSpPr>
            <a:spLocks noChangeArrowheads="1"/>
          </p:cNvSpPr>
          <p:nvPr>
            <p:custDataLst>
              <p:tags r:id="rId12"/>
            </p:custDataLst>
          </p:nvPr>
        </p:nvSpPr>
        <p:spPr bwMode="auto">
          <a:xfrm>
            <a:off x="2127723" y="2476932"/>
            <a:ext cx="1309352" cy="446276"/>
          </a:xfrm>
          <a:prstGeom prst="rect">
            <a:avLst/>
          </a:prstGeom>
          <a:solidFill>
            <a:srgbClr val="70AD47">
              <a:lumMod val="40000"/>
              <a:lumOff val="60000"/>
            </a:srgbClr>
          </a:solidFill>
          <a:ln w="9525">
            <a:solidFill>
              <a:srgbClr val="000000"/>
            </a:solidFill>
            <a:miter lim="800000"/>
          </a:ln>
        </p:spPr>
        <p:txBody>
          <a:bodyPr wrap="square">
            <a:spAutoFit/>
          </a:bodyPr>
          <a:lstStyle/>
          <a:p>
            <a:pPr algn="ctr" defTabSz="457200">
              <a:defRPr/>
            </a:pPr>
            <a:r>
              <a:rPr lang="zh-CN" altLang="en-US" sz="2300" kern="0">
                <a:solidFill>
                  <a:prstClr val="black"/>
                </a:solidFill>
                <a:latin typeface="微软雅黑" panose="020B0503020204020204" charset="-122"/>
              </a:rPr>
              <a:t>超声波</a:t>
            </a:r>
          </a:p>
        </p:txBody>
      </p:sp>
    </p:spTree>
    <p:extLst>
      <p:ext uri="{BB962C8B-B14F-4D97-AF65-F5344CB8AC3E}">
        <p14:creationId xmlns:p14="http://schemas.microsoft.com/office/powerpoint/2010/main" val="29920670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arn(outHorizontal)">
                                      <p:cBhvr>
                                        <p:cTn id="7" dur="500"/>
                                        <p:tgtEl>
                                          <p:spTgt spid="33"/>
                                        </p:tgtEl>
                                      </p:cBhvr>
                                    </p:animEffect>
                                  </p:childTnLst>
                                </p:cTn>
                              </p:par>
                            </p:childTnLst>
                          </p:cTn>
                        </p:par>
                        <p:par>
                          <p:cTn id="8" fill="hold" nodeType="afterGroup">
                            <p:stCondLst>
                              <p:cond delay="500"/>
                            </p:stCondLst>
                            <p:childTnLst>
                              <p:par>
                                <p:cTn id="9" presetID="16" presetClass="entr" presetSubtype="42" fill="hold"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barn(outHorizontal)">
                                      <p:cBhvr>
                                        <p:cTn id="11" dur="500"/>
                                        <p:tgtEl>
                                          <p:spTgt spid="54"/>
                                        </p:tgtEl>
                                      </p:cBhvr>
                                    </p:animEffect>
                                  </p:childTnLst>
                                </p:cTn>
                              </p:par>
                            </p:childTnLst>
                          </p:cTn>
                        </p:par>
                      </p:childTnLst>
                    </p:cTn>
                  </p:par>
                  <p:par>
                    <p:cTn id="12" fill="hold" nodeType="clickPar">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wipe(left)">
                                      <p:cBhvr>
                                        <p:cTn id="16" dur="500"/>
                                        <p:tgtEl>
                                          <p:spTgt spid="48"/>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19">
                                            <p:txEl>
                                              <p:pRg st="0" end="0"/>
                                            </p:txEl>
                                          </p:spTgt>
                                        </p:tgtEl>
                                        <p:attrNameLst>
                                          <p:attrName>style.visibility</p:attrName>
                                        </p:attrNameLst>
                                      </p:cBhvr>
                                      <p:to>
                                        <p:strVal val="visible"/>
                                      </p:to>
                                    </p:set>
                                    <p:animEffect transition="in" filter="wipe(left)">
                                      <p:cBhvr>
                                        <p:cTn id="20" dur="1250"/>
                                        <p:tgtEl>
                                          <p:spTgt spid="19">
                                            <p:txEl>
                                              <p:pRg st="0" end="0"/>
                                            </p:txEl>
                                          </p:spTgt>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2"/>
                                        </p:tgtEl>
                                        <p:attrNameLst>
                                          <p:attrName>style.visibility</p:attrName>
                                        </p:attrNameLst>
                                      </p:cBhvr>
                                      <p:to>
                                        <p:strVal val="visible"/>
                                      </p:to>
                                    </p:set>
                                    <p:animEffect transition="in" filter="wipe(left)">
                                      <p:cBhvr>
                                        <p:cTn id="25" dur="500"/>
                                        <p:tgtEl>
                                          <p:spTgt spid="62"/>
                                        </p:tgtEl>
                                      </p:cBhvr>
                                    </p:animEffect>
                                  </p:childTnLst>
                                </p:cTn>
                              </p:par>
                              <p:par>
                                <p:cTn id="26" presetID="16" presetClass="entr" presetSubtype="42" fill="hold"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barn(outHorizontal)">
                                      <p:cBhvr>
                                        <p:cTn id="28" dur="500"/>
                                        <p:tgtEl>
                                          <p:spTgt spid="23"/>
                                        </p:tgtEl>
                                      </p:cBhvr>
                                    </p:animEffect>
                                  </p:childTnLst>
                                </p:cTn>
                              </p:par>
                            </p:childTnLst>
                          </p:cTn>
                        </p:par>
                      </p:childTnLst>
                    </p:cTn>
                  </p:par>
                  <p:par>
                    <p:cTn id="29" fill="hold" nodeType="clickPar">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9">
                                            <p:txEl>
                                              <p:pRg st="1" end="1"/>
                                            </p:txEl>
                                          </p:spTgt>
                                        </p:tgtEl>
                                        <p:attrNameLst>
                                          <p:attrName>style.visibility</p:attrName>
                                        </p:attrNameLst>
                                      </p:cBhvr>
                                      <p:to>
                                        <p:strVal val="visible"/>
                                      </p:to>
                                    </p:set>
                                    <p:animEffect transition="in" filter="wipe(left)">
                                      <p:cBhvr>
                                        <p:cTn id="33" dur="1250"/>
                                        <p:tgtEl>
                                          <p:spTgt spid="19">
                                            <p:txEl>
                                              <p:pRg st="1" end="1"/>
                                            </p:txEl>
                                          </p:spTgt>
                                        </p:tgtEl>
                                      </p:cBhvr>
                                    </p:animEffect>
                                  </p:childTnLst>
                                </p:cTn>
                              </p:par>
                            </p:childTnLst>
                          </p:cTn>
                        </p:par>
                      </p:childTnLst>
                    </p:cTn>
                  </p:par>
                  <p:par>
                    <p:cTn id="34" fill="hold" nodeType="clickPar">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9">
                                            <p:txEl>
                                              <p:pRg st="2" end="2"/>
                                            </p:txEl>
                                          </p:spTgt>
                                        </p:tgtEl>
                                        <p:attrNameLst>
                                          <p:attrName>style.visibility</p:attrName>
                                        </p:attrNameLst>
                                      </p:cBhvr>
                                      <p:to>
                                        <p:strVal val="visible"/>
                                      </p:to>
                                    </p:set>
                                    <p:animEffect transition="in" filter="wipe(left)">
                                      <p:cBhvr>
                                        <p:cTn id="38" dur="1250"/>
                                        <p:tgtEl>
                                          <p:spTgt spid="19">
                                            <p:txEl>
                                              <p:pRg st="2" end="2"/>
                                            </p:txEl>
                                          </p:spTgt>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9">
                                            <p:txEl>
                                              <p:pRg st="3" end="3"/>
                                            </p:txEl>
                                          </p:spTgt>
                                        </p:tgtEl>
                                        <p:attrNameLst>
                                          <p:attrName>style.visibility</p:attrName>
                                        </p:attrNameLst>
                                      </p:cBhvr>
                                      <p:to>
                                        <p:strVal val="visible"/>
                                      </p:to>
                                    </p:set>
                                    <p:animEffect transition="in" filter="wipe(left)">
                                      <p:cBhvr>
                                        <p:cTn id="43" dur="1250"/>
                                        <p:tgtEl>
                                          <p:spTgt spid="19">
                                            <p:txEl>
                                              <p:pRg st="3" end="3"/>
                                            </p:txEl>
                                          </p:spTgt>
                                        </p:tgtEl>
                                      </p:cBhvr>
                                    </p:animEffect>
                                  </p:childTnLst>
                                </p:cTn>
                              </p:par>
                            </p:childTnLst>
                          </p:cTn>
                        </p:par>
                      </p:childTnLst>
                    </p:cTn>
                  </p:par>
                  <p:par>
                    <p:cTn id="44" fill="hold" nodeType="clickPar">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barn(inVertical)">
                                      <p:cBhvr>
                                        <p:cTn id="48" dur="500"/>
                                        <p:tgtEl>
                                          <p:spTgt spid="21"/>
                                        </p:tgtEl>
                                      </p:cBhvr>
                                    </p:animEffect>
                                  </p:childTnLst>
                                </p:cTn>
                              </p:par>
                              <p:par>
                                <p:cTn id="49" presetID="16" presetClass="entr" presetSubtype="42" fill="hold" nodeType="with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barn(outHorizontal)">
                                      <p:cBhvr>
                                        <p:cTn id="51" dur="500"/>
                                        <p:tgtEl>
                                          <p:spTgt spid="37"/>
                                        </p:tgtEl>
                                      </p:cBhvr>
                                    </p:animEffect>
                                  </p:childTnLst>
                                </p:cTn>
                              </p:par>
                            </p:childTnLst>
                          </p:cTn>
                        </p:par>
                      </p:childTnLst>
                    </p:cTn>
                  </p:par>
                  <p:par>
                    <p:cTn id="52" fill="hold" nodeType="clickPar">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9">
                                            <p:txEl>
                                              <p:pRg st="4" end="4"/>
                                            </p:txEl>
                                          </p:spTgt>
                                        </p:tgtEl>
                                        <p:attrNameLst>
                                          <p:attrName>style.visibility</p:attrName>
                                        </p:attrNameLst>
                                      </p:cBhvr>
                                      <p:to>
                                        <p:strVal val="visible"/>
                                      </p:to>
                                    </p:set>
                                    <p:animEffect transition="in" filter="wipe(left)">
                                      <p:cBhvr>
                                        <p:cTn id="56" dur="1250"/>
                                        <p:tgtEl>
                                          <p:spTgt spid="19">
                                            <p:txEl>
                                              <p:pRg st="4" end="4"/>
                                            </p:txEl>
                                          </p:spTgt>
                                        </p:tgtEl>
                                      </p:cBhvr>
                                    </p:animEffect>
                                  </p:childTnLst>
                                </p:cTn>
                              </p:par>
                            </p:childTnLst>
                          </p:cTn>
                        </p:par>
                      </p:childTnLst>
                    </p:cTn>
                  </p:par>
                  <p:par>
                    <p:cTn id="57" fill="hold" nodeType="clickPar">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9">
                                            <p:txEl>
                                              <p:pRg st="5" end="5"/>
                                            </p:txEl>
                                          </p:spTgt>
                                        </p:tgtEl>
                                        <p:attrNameLst>
                                          <p:attrName>style.visibility</p:attrName>
                                        </p:attrNameLst>
                                      </p:cBhvr>
                                      <p:to>
                                        <p:strVal val="visible"/>
                                      </p:to>
                                    </p:set>
                                    <p:animEffect transition="in" filter="wipe(left)">
                                      <p:cBhvr>
                                        <p:cTn id="61" dur="1250"/>
                                        <p:tgtEl>
                                          <p:spTgt spid="19">
                                            <p:txEl>
                                              <p:pRg st="5" end="5"/>
                                            </p:txEl>
                                          </p:spTgt>
                                        </p:tgtEl>
                                      </p:cBhvr>
                                    </p:animEffect>
                                  </p:childTnLst>
                                </p:cTn>
                              </p:par>
                            </p:childTnLst>
                          </p:cTn>
                        </p:par>
                      </p:childTnLst>
                    </p:cTn>
                  </p:par>
                  <p:par>
                    <p:cTn id="62" fill="hold" nodeType="clickPar">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9">
                                            <p:txEl>
                                              <p:pRg st="6" end="6"/>
                                            </p:txEl>
                                          </p:spTgt>
                                        </p:tgtEl>
                                        <p:attrNameLst>
                                          <p:attrName>style.visibility</p:attrName>
                                        </p:attrNameLst>
                                      </p:cBhvr>
                                      <p:to>
                                        <p:strVal val="visible"/>
                                      </p:to>
                                    </p:set>
                                    <p:animEffect transition="in" filter="wipe(left)">
                                      <p:cBhvr>
                                        <p:cTn id="66" dur="1250"/>
                                        <p:tgtEl>
                                          <p:spTgt spid="19">
                                            <p:txEl>
                                              <p:pRg st="6" end="6"/>
                                            </p:txEl>
                                          </p:spTgt>
                                        </p:tgtEl>
                                      </p:cBhvr>
                                    </p:animEffect>
                                  </p:childTnLst>
                                </p:cTn>
                              </p:par>
                            </p:childTnLst>
                          </p:cTn>
                        </p:par>
                      </p:childTnLst>
                    </p:cTn>
                  </p:par>
                  <p:par>
                    <p:cTn id="67" fill="hold" nodeType="clickPar">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9">
                                            <p:txEl>
                                              <p:pRg st="7" end="7"/>
                                            </p:txEl>
                                          </p:spTgt>
                                        </p:tgtEl>
                                        <p:attrNameLst>
                                          <p:attrName>style.visibility</p:attrName>
                                        </p:attrNameLst>
                                      </p:cBhvr>
                                      <p:to>
                                        <p:strVal val="visible"/>
                                      </p:to>
                                    </p:set>
                                    <p:animEffect transition="in" filter="wipe(left)">
                                      <p:cBhvr>
                                        <p:cTn id="71" dur="1250"/>
                                        <p:tgtEl>
                                          <p:spTgt spid="19">
                                            <p:txEl>
                                              <p:pRg st="7" end="7"/>
                                            </p:txEl>
                                          </p:spTgt>
                                        </p:tgtEl>
                                      </p:cBhvr>
                                    </p:animEffect>
                                  </p:childTnLst>
                                </p:cTn>
                              </p:par>
                            </p:childTnLst>
                          </p:cTn>
                        </p:par>
                      </p:childTnLst>
                    </p:cTn>
                  </p:par>
                  <p:par>
                    <p:cTn id="72" fill="hold" nodeType="clickPar">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51"/>
                                        </p:tgtEl>
                                        <p:attrNameLst>
                                          <p:attrName>style.visibility</p:attrName>
                                        </p:attrNameLst>
                                      </p:cBhvr>
                                      <p:to>
                                        <p:strVal val="visible"/>
                                      </p:to>
                                    </p:set>
                                    <p:animEffect transition="in" filter="wipe(left)">
                                      <p:cBhvr>
                                        <p:cTn id="76" dur="500"/>
                                        <p:tgtEl>
                                          <p:spTgt spid="51"/>
                                        </p:tgtEl>
                                      </p:cBhvr>
                                    </p:animEffect>
                                  </p:childTnLst>
                                </p:cTn>
                              </p:par>
                            </p:childTnLst>
                          </p:cTn>
                        </p:par>
                      </p:childTnLst>
                    </p:cTn>
                  </p:par>
                  <p:par>
                    <p:cTn id="77" fill="hold" nodeType="clickPar">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9">
                                            <p:txEl>
                                              <p:pRg st="8" end="8"/>
                                            </p:txEl>
                                          </p:spTgt>
                                        </p:tgtEl>
                                        <p:attrNameLst>
                                          <p:attrName>style.visibility</p:attrName>
                                        </p:attrNameLst>
                                      </p:cBhvr>
                                      <p:to>
                                        <p:strVal val="visible"/>
                                      </p:to>
                                    </p:set>
                                    <p:animEffect transition="in" filter="wipe(left)">
                                      <p:cBhvr>
                                        <p:cTn id="81" dur="1250"/>
                                        <p:tgtEl>
                                          <p:spTgt spid="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3" grpId="0" animBg="1"/>
      <p:bldP spid="6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a:extLst>
              <a:ext uri="{FF2B5EF4-FFF2-40B4-BE49-F238E27FC236}">
                <a16:creationId xmlns:a16="http://schemas.microsoft.com/office/drawing/2014/main" id="{333EB1B0-8DD3-0952-06A2-A22679F7009D}"/>
              </a:ext>
            </a:extLst>
          </p:cNvPr>
          <p:cNvSpPr txBox="1"/>
          <p:nvPr>
            <p:custDataLst>
              <p:tags r:id="rId1"/>
            </p:custDataLst>
          </p:nvPr>
        </p:nvSpPr>
        <p:spPr>
          <a:xfrm>
            <a:off x="1173969" y="322604"/>
            <a:ext cx="5262926" cy="430887"/>
          </a:xfrm>
          <a:prstGeom prst="rect">
            <a:avLst/>
          </a:prstGeom>
          <a:noFill/>
        </p:spPr>
        <p:txBody>
          <a:bodyPr wrap="square" lIns="0" tIns="0" rIns="0" bIns="0" rtlCol="0">
            <a:spAutoFit/>
          </a:bodyPr>
          <a:lstStyle/>
          <a:p>
            <a:pPr fontAlgn="base">
              <a:defRPr/>
            </a:pPr>
            <a:r>
              <a:rPr lang="zh-CN" altLang="en-US" sz="2800" b="1">
                <a:solidFill>
                  <a:srgbClr val="7030A0"/>
                </a:solidFill>
                <a:latin typeface="Times New Roman" panose="02020603050405020304" pitchFamily="18" charset="0"/>
                <a:cs typeface="Times New Roman" panose="02020603050405020304" pitchFamily="18" charset="0"/>
              </a:rPr>
              <a:t>知识一、超声波及其应用</a:t>
            </a:r>
          </a:p>
        </p:txBody>
      </p:sp>
      <p:sp>
        <p:nvSpPr>
          <p:cNvPr id="2" name="文本框 1">
            <a:extLst>
              <a:ext uri="{FF2B5EF4-FFF2-40B4-BE49-F238E27FC236}">
                <a16:creationId xmlns:a16="http://schemas.microsoft.com/office/drawing/2014/main" id="{603F7AB6-50C7-0EA2-EC8F-2078F7055349}"/>
              </a:ext>
            </a:extLst>
          </p:cNvPr>
          <p:cNvSpPr txBox="1"/>
          <p:nvPr>
            <p:custDataLst>
              <p:tags r:id="rId2"/>
            </p:custDataLst>
          </p:nvPr>
        </p:nvSpPr>
        <p:spPr>
          <a:xfrm>
            <a:off x="1048286" y="1035363"/>
            <a:ext cx="10063252" cy="5137881"/>
          </a:xfrm>
          <a:prstGeom prst="rect">
            <a:avLst/>
          </a:prstGeom>
          <a:noFill/>
        </p:spPr>
        <p:txBody>
          <a:bodyPr wrap="square">
            <a:spAutoFit/>
          </a:bodyPr>
          <a:lstStyle/>
          <a:p>
            <a:pPr indent="468000">
              <a:lnSpc>
                <a:spcPts val="3300"/>
              </a:lnSpc>
              <a:defRPr/>
            </a:pPr>
            <a:r>
              <a:rPr lang="en-US" altLang="zh-CN" sz="2500" b="1" kern="0">
                <a:solidFill>
                  <a:srgbClr val="0070C0"/>
                </a:solidFill>
                <a:latin typeface="Times New Roman" panose="02020603050405020304" pitchFamily="18" charset="0"/>
                <a:cs typeface="Times New Roman" panose="02020603050405020304" pitchFamily="18" charset="0"/>
              </a:rPr>
              <a:t>1.  </a:t>
            </a:r>
            <a:r>
              <a:rPr lang="zh-CN" altLang="en-US" sz="2500" b="1" kern="0">
                <a:solidFill>
                  <a:srgbClr val="0070C0"/>
                </a:solidFill>
                <a:latin typeface="Times New Roman" panose="02020603050405020304" pitchFamily="18" charset="0"/>
                <a:cs typeface="Times New Roman" panose="02020603050405020304" pitchFamily="18" charset="0"/>
              </a:rPr>
              <a:t>超声波的概念</a:t>
            </a:r>
            <a:endParaRPr lang="en-US" altLang="zh-CN" sz="2500" b="1" kern="0">
              <a:solidFill>
                <a:srgbClr val="0070C0"/>
              </a:solidFill>
              <a:latin typeface="Times New Roman" panose="02020603050405020304" pitchFamily="18" charset="0"/>
              <a:cs typeface="Times New Roman" panose="02020603050405020304" pitchFamily="18" charset="0"/>
            </a:endParaRPr>
          </a:p>
          <a:p>
            <a:pPr indent="468000">
              <a:lnSpc>
                <a:spcPts val="3300"/>
              </a:lnSpc>
              <a:defRPr/>
            </a:pPr>
            <a:r>
              <a:rPr lang="zh-CN" altLang="en-US" sz="2400" kern="0">
                <a:solidFill>
                  <a:srgbClr val="000000"/>
                </a:solidFill>
                <a:latin typeface="Times New Roman" panose="02020603050405020304" pitchFamily="18" charset="0"/>
                <a:cs typeface="Times New Roman" panose="02020603050405020304" pitchFamily="18" charset="0"/>
              </a:rPr>
              <a:t>（</a:t>
            </a:r>
            <a:r>
              <a:rPr lang="en-US" altLang="zh-CN" sz="2400" kern="0">
                <a:solidFill>
                  <a:srgbClr val="000000"/>
                </a:solidFill>
                <a:latin typeface="Times New Roman" panose="02020603050405020304" pitchFamily="18" charset="0"/>
                <a:cs typeface="Times New Roman" panose="02020603050405020304" pitchFamily="18" charset="0"/>
              </a:rPr>
              <a:t>1</a:t>
            </a:r>
            <a:r>
              <a:rPr lang="zh-CN" altLang="en-US" sz="2400" kern="0">
                <a:solidFill>
                  <a:srgbClr val="000000"/>
                </a:solidFill>
                <a:latin typeface="Times New Roman" panose="02020603050405020304" pitchFamily="18" charset="0"/>
                <a:cs typeface="Times New Roman" panose="02020603050405020304" pitchFamily="18" charset="0"/>
              </a:rPr>
              <a:t>）人的听觉频率</a:t>
            </a:r>
            <a:r>
              <a:rPr lang="zh-CN" altLang="en-US" sz="2400" kern="0">
                <a:solidFill>
                  <a:prstClr val="black"/>
                </a:solidFill>
                <a:latin typeface="Times New Roman" panose="02020603050405020304" pitchFamily="18" charset="0"/>
                <a:cs typeface="Times New Roman" panose="02020603050405020304" pitchFamily="18" charset="0"/>
              </a:rPr>
              <a:t>范围：人能感受的声音频率有一定的范围。多数人能够听到的频率范围是从</a:t>
            </a:r>
            <a:r>
              <a:rPr lang="en-US" altLang="zh-CN" sz="2400" kern="0">
                <a:solidFill>
                  <a:prstClr val="black"/>
                </a:solidFill>
                <a:latin typeface="Times New Roman" panose="02020603050405020304" pitchFamily="18" charset="0"/>
                <a:cs typeface="Times New Roman" panose="02020603050405020304" pitchFamily="18" charset="0"/>
              </a:rPr>
              <a:t>_____ Hz</a:t>
            </a:r>
            <a:r>
              <a:rPr lang="zh-CN" altLang="en-US" sz="2400" kern="0">
                <a:solidFill>
                  <a:prstClr val="black"/>
                </a:solidFill>
                <a:latin typeface="Times New Roman" panose="02020603050405020304" pitchFamily="18" charset="0"/>
                <a:cs typeface="Times New Roman" panose="02020603050405020304" pitchFamily="18" charset="0"/>
              </a:rPr>
              <a:t>到 </a:t>
            </a:r>
            <a:r>
              <a:rPr lang="en-US" altLang="zh-CN" sz="2400" kern="0">
                <a:solidFill>
                  <a:prstClr val="black"/>
                </a:solidFill>
                <a:latin typeface="Times New Roman" panose="02020603050405020304" pitchFamily="18" charset="0"/>
                <a:cs typeface="Times New Roman" panose="02020603050405020304" pitchFamily="18" charset="0"/>
              </a:rPr>
              <a:t>________Hz</a:t>
            </a:r>
            <a:r>
              <a:rPr lang="zh-CN" altLang="en-US" sz="2400" kern="0">
                <a:solidFill>
                  <a:prstClr val="black"/>
                </a:solidFill>
                <a:latin typeface="Times New Roman" panose="02020603050405020304" pitchFamily="18" charset="0"/>
                <a:cs typeface="Times New Roman" panose="02020603050405020304" pitchFamily="18" charset="0"/>
              </a:rPr>
              <a:t>。</a:t>
            </a:r>
          </a:p>
          <a:p>
            <a:pPr indent="468000">
              <a:lnSpc>
                <a:spcPts val="3300"/>
              </a:lnSpc>
              <a:defRPr/>
            </a:pPr>
            <a:r>
              <a:rPr lang="zh-CN" altLang="en-US" sz="2400" kern="0">
                <a:solidFill>
                  <a:srgbClr val="000000"/>
                </a:solidFill>
                <a:latin typeface="Times New Roman" panose="02020603050405020304" pitchFamily="18" charset="0"/>
                <a:cs typeface="Times New Roman" panose="02020603050405020304" pitchFamily="18" charset="0"/>
              </a:rPr>
              <a:t>（</a:t>
            </a:r>
            <a:r>
              <a:rPr lang="en-US" altLang="zh-CN" sz="2400" kern="0">
                <a:solidFill>
                  <a:srgbClr val="000000"/>
                </a:solidFill>
                <a:latin typeface="Times New Roman" panose="02020603050405020304" pitchFamily="18" charset="0"/>
                <a:cs typeface="Times New Roman" panose="02020603050405020304" pitchFamily="18" charset="0"/>
              </a:rPr>
              <a:t>2</a:t>
            </a:r>
            <a:r>
              <a:rPr lang="zh-CN" altLang="en-US" sz="2400" kern="0">
                <a:solidFill>
                  <a:srgbClr val="000000"/>
                </a:solidFill>
                <a:latin typeface="Times New Roman" panose="02020603050405020304" pitchFamily="18" charset="0"/>
                <a:cs typeface="Times New Roman" panose="02020603050405020304" pitchFamily="18" charset="0"/>
              </a:rPr>
              <a:t>）超声波：通常把频率高于</a:t>
            </a:r>
            <a:r>
              <a:rPr lang="en-US" altLang="zh-CN" sz="2400" kern="0">
                <a:solidFill>
                  <a:srgbClr val="000000"/>
                </a:solidFill>
                <a:latin typeface="Times New Roman" panose="02020603050405020304" pitchFamily="18" charset="0"/>
                <a:cs typeface="Times New Roman" panose="02020603050405020304" pitchFamily="18" charset="0"/>
              </a:rPr>
              <a:t>_________ Hz</a:t>
            </a:r>
            <a:r>
              <a:rPr lang="zh-CN" altLang="en-US" sz="2400" kern="0">
                <a:solidFill>
                  <a:srgbClr val="000000"/>
                </a:solidFill>
                <a:latin typeface="Times New Roman" panose="02020603050405020304" pitchFamily="18" charset="0"/>
                <a:cs typeface="Times New Roman" panose="02020603050405020304" pitchFamily="18" charset="0"/>
              </a:rPr>
              <a:t>的声音称为超声波。因为它们超过人类听觉的上限。 </a:t>
            </a:r>
            <a:endParaRPr lang="en-US" altLang="zh-CN" sz="2400" kern="0">
              <a:solidFill>
                <a:srgbClr val="000000"/>
              </a:solidFill>
              <a:latin typeface="Times New Roman" panose="02020603050405020304" pitchFamily="18" charset="0"/>
              <a:cs typeface="Times New Roman" panose="02020603050405020304" pitchFamily="18" charset="0"/>
            </a:endParaRPr>
          </a:p>
          <a:p>
            <a:pPr indent="468000">
              <a:lnSpc>
                <a:spcPts val="3300"/>
              </a:lnSpc>
              <a:defRPr/>
            </a:pPr>
            <a:r>
              <a:rPr lang="en-US" altLang="zh-CN" sz="2500" b="1" kern="0">
                <a:solidFill>
                  <a:srgbClr val="0070C0"/>
                </a:solidFill>
                <a:latin typeface="Times New Roman" panose="02020603050405020304" pitchFamily="18" charset="0"/>
                <a:cs typeface="Times New Roman" panose="02020603050405020304" pitchFamily="18" charset="0"/>
              </a:rPr>
              <a:t>2. </a:t>
            </a:r>
            <a:r>
              <a:rPr lang="zh-CN" altLang="en-US" sz="2500" b="1" kern="0">
                <a:solidFill>
                  <a:srgbClr val="0070C0"/>
                </a:solidFill>
                <a:latin typeface="Times New Roman" panose="02020603050405020304" pitchFamily="18" charset="0"/>
                <a:cs typeface="Times New Roman" panose="02020603050405020304" pitchFamily="18" charset="0"/>
              </a:rPr>
              <a:t>超声波的特点及应用</a:t>
            </a:r>
          </a:p>
          <a:p>
            <a:pPr indent="468000">
              <a:lnSpc>
                <a:spcPts val="3300"/>
              </a:lnSpc>
              <a:defRPr/>
            </a:pPr>
            <a:r>
              <a:rPr lang="zh-CN" altLang="en-US" sz="2400" b="1" kern="0">
                <a:solidFill>
                  <a:srgbClr val="00B0F0"/>
                </a:solidFill>
                <a:latin typeface="Times New Roman" panose="02020603050405020304" pitchFamily="18" charset="0"/>
                <a:cs typeface="Times New Roman" panose="02020603050405020304" pitchFamily="18" charset="0"/>
              </a:rPr>
              <a:t>（</a:t>
            </a:r>
            <a:r>
              <a:rPr lang="en-US" altLang="zh-CN" sz="2400" b="1" kern="0">
                <a:solidFill>
                  <a:srgbClr val="00B0F0"/>
                </a:solidFill>
                <a:latin typeface="Times New Roman" panose="02020603050405020304" pitchFamily="18" charset="0"/>
                <a:cs typeface="Times New Roman" panose="02020603050405020304" pitchFamily="18" charset="0"/>
              </a:rPr>
              <a:t>1</a:t>
            </a:r>
            <a:r>
              <a:rPr lang="zh-CN" altLang="en-US" sz="2400" b="1" kern="0">
                <a:solidFill>
                  <a:srgbClr val="00B0F0"/>
                </a:solidFill>
                <a:latin typeface="Times New Roman" panose="02020603050405020304" pitchFamily="18" charset="0"/>
                <a:cs typeface="Times New Roman" panose="02020603050405020304" pitchFamily="18" charset="0"/>
              </a:rPr>
              <a:t>）频率高，方向性好，几乎沿直线传播，反射能力强。</a:t>
            </a:r>
            <a:r>
              <a:rPr lang="zh-CN" altLang="en-US" sz="2400" kern="0">
                <a:solidFill>
                  <a:srgbClr val="000000"/>
                </a:solidFill>
                <a:latin typeface="Times New Roman" panose="02020603050405020304" pitchFamily="18" charset="0"/>
                <a:cs typeface="Times New Roman" panose="02020603050405020304" pitchFamily="18" charset="0"/>
              </a:rPr>
              <a:t>应用如超声雷达（声呐）。可用来探测鱼群、潜艇，探测海底深度、暗礁等。</a:t>
            </a:r>
            <a:endParaRPr lang="en-US" altLang="zh-CN" sz="2400" kern="0">
              <a:solidFill>
                <a:srgbClr val="000000"/>
              </a:solidFill>
              <a:latin typeface="Times New Roman" panose="02020603050405020304" pitchFamily="18" charset="0"/>
              <a:cs typeface="Times New Roman" panose="02020603050405020304" pitchFamily="18" charset="0"/>
            </a:endParaRPr>
          </a:p>
          <a:p>
            <a:pPr indent="468000">
              <a:lnSpc>
                <a:spcPts val="3300"/>
              </a:lnSpc>
              <a:defRPr/>
            </a:pPr>
            <a:r>
              <a:rPr lang="zh-CN" altLang="en-US" sz="2400" b="1" kern="0">
                <a:solidFill>
                  <a:srgbClr val="00B0F0"/>
                </a:solidFill>
                <a:latin typeface="Times New Roman" panose="02020603050405020304" pitchFamily="18" charset="0"/>
                <a:cs typeface="Times New Roman" panose="02020603050405020304" pitchFamily="18" charset="0"/>
              </a:rPr>
              <a:t>（</a:t>
            </a:r>
            <a:r>
              <a:rPr lang="en-US" altLang="zh-CN" sz="2400" b="1" kern="0">
                <a:solidFill>
                  <a:srgbClr val="00B0F0"/>
                </a:solidFill>
                <a:latin typeface="Times New Roman" panose="02020603050405020304" pitchFamily="18" charset="0"/>
                <a:cs typeface="Times New Roman" panose="02020603050405020304" pitchFamily="18" charset="0"/>
              </a:rPr>
              <a:t>2</a:t>
            </a:r>
            <a:r>
              <a:rPr lang="zh-CN" altLang="en-US" sz="2400" b="1" kern="0">
                <a:solidFill>
                  <a:srgbClr val="00B0F0"/>
                </a:solidFill>
                <a:latin typeface="Times New Roman" panose="02020603050405020304" pitchFamily="18" charset="0"/>
                <a:cs typeface="Times New Roman" panose="02020603050405020304" pitchFamily="18" charset="0"/>
              </a:rPr>
              <a:t>）穿透能力强。</a:t>
            </a:r>
            <a:r>
              <a:rPr lang="zh-CN" altLang="en-US" sz="2400" kern="0">
                <a:solidFill>
                  <a:srgbClr val="000000"/>
                </a:solidFill>
                <a:latin typeface="Times New Roman" panose="02020603050405020304" pitchFamily="18" charset="0"/>
                <a:cs typeface="Times New Roman" panose="02020603050405020304" pitchFamily="18" charset="0"/>
              </a:rPr>
              <a:t>能穿透很多电磁波不能穿透的物质，对固体和液体都有很强的穿透力。应用如“</a:t>
            </a:r>
            <a:r>
              <a:rPr lang="en-US" altLang="zh-CN" sz="2400" kern="0">
                <a:solidFill>
                  <a:srgbClr val="000000"/>
                </a:solidFill>
                <a:latin typeface="Times New Roman" panose="02020603050405020304" pitchFamily="18" charset="0"/>
                <a:cs typeface="Times New Roman" panose="02020603050405020304" pitchFamily="18" charset="0"/>
              </a:rPr>
              <a:t>B</a:t>
            </a:r>
            <a:r>
              <a:rPr lang="zh-CN" altLang="en-US" sz="2400" kern="0">
                <a:solidFill>
                  <a:srgbClr val="000000"/>
                </a:solidFill>
                <a:latin typeface="Times New Roman" panose="02020603050405020304" pitchFamily="18" charset="0"/>
                <a:cs typeface="Times New Roman" panose="02020603050405020304" pitchFamily="18" charset="0"/>
              </a:rPr>
              <a:t>“超、超声探测仪等。</a:t>
            </a:r>
            <a:endParaRPr lang="en-US" altLang="zh-CN" sz="2400" kern="0">
              <a:solidFill>
                <a:srgbClr val="000000"/>
              </a:solidFill>
              <a:latin typeface="Times New Roman" panose="02020603050405020304" pitchFamily="18" charset="0"/>
              <a:cs typeface="Times New Roman" panose="02020603050405020304" pitchFamily="18" charset="0"/>
            </a:endParaRPr>
          </a:p>
          <a:p>
            <a:pPr indent="468000">
              <a:lnSpc>
                <a:spcPts val="3300"/>
              </a:lnSpc>
              <a:defRPr/>
            </a:pPr>
            <a:r>
              <a:rPr lang="zh-CN" altLang="en-US" sz="2400" kern="0">
                <a:solidFill>
                  <a:srgbClr val="000000"/>
                </a:solidFill>
                <a:latin typeface="Times New Roman" panose="02020603050405020304" pitchFamily="18" charset="0"/>
                <a:cs typeface="Times New Roman" panose="02020603050405020304" pitchFamily="18" charset="0"/>
              </a:rPr>
              <a:t>（</a:t>
            </a:r>
            <a:r>
              <a:rPr lang="en-US" altLang="zh-CN" sz="2400" kern="0">
                <a:solidFill>
                  <a:srgbClr val="000000"/>
                </a:solidFill>
                <a:latin typeface="Times New Roman" panose="02020603050405020304" pitchFamily="18" charset="0"/>
                <a:cs typeface="Times New Roman" panose="02020603050405020304" pitchFamily="18" charset="0"/>
              </a:rPr>
              <a:t>3</a:t>
            </a:r>
            <a:r>
              <a:rPr lang="zh-CN" altLang="en-US" sz="2400" kern="0">
                <a:solidFill>
                  <a:srgbClr val="000000"/>
                </a:solidFill>
                <a:latin typeface="Times New Roman" panose="02020603050405020304" pitchFamily="18" charset="0"/>
                <a:cs typeface="Times New Roman" panose="02020603050405020304" pitchFamily="18" charset="0"/>
              </a:rPr>
              <a:t>）超声波在传播过程中会跟介质发生相互作用，因此</a:t>
            </a:r>
            <a:r>
              <a:rPr lang="zh-CN" altLang="en-US" sz="2400" b="1" kern="0">
                <a:solidFill>
                  <a:srgbClr val="00B0F0"/>
                </a:solidFill>
                <a:latin typeface="Times New Roman" panose="02020603050405020304" pitchFamily="18" charset="0"/>
                <a:cs typeface="Times New Roman" panose="02020603050405020304" pitchFamily="18" charset="0"/>
              </a:rPr>
              <a:t>具有很强的破碎能力。</a:t>
            </a:r>
            <a:r>
              <a:rPr lang="zh-CN" altLang="en-US" sz="2400" kern="0">
                <a:solidFill>
                  <a:srgbClr val="000000"/>
                </a:solidFill>
                <a:latin typeface="Times New Roman" panose="02020603050405020304" pitchFamily="18" charset="0"/>
                <a:cs typeface="Times New Roman" panose="02020603050405020304" pitchFamily="18" charset="0"/>
              </a:rPr>
              <a:t>应用如超声波去污、超声波碎石等。</a:t>
            </a:r>
          </a:p>
        </p:txBody>
      </p:sp>
      <p:sp>
        <p:nvSpPr>
          <p:cNvPr id="5" name="文本框 4">
            <a:extLst>
              <a:ext uri="{FF2B5EF4-FFF2-40B4-BE49-F238E27FC236}">
                <a16:creationId xmlns:a16="http://schemas.microsoft.com/office/drawing/2014/main" id="{CE27B46B-EDCA-A8DD-DB82-3CFFA88D70B6}"/>
              </a:ext>
            </a:extLst>
          </p:cNvPr>
          <p:cNvSpPr txBox="1"/>
          <p:nvPr>
            <p:custDataLst>
              <p:tags r:id="rId3"/>
            </p:custDataLst>
          </p:nvPr>
        </p:nvSpPr>
        <p:spPr>
          <a:xfrm>
            <a:off x="4502629" y="1916908"/>
            <a:ext cx="1223407" cy="477054"/>
          </a:xfrm>
          <a:prstGeom prst="rect">
            <a:avLst/>
          </a:prstGeom>
          <a:noFill/>
        </p:spPr>
        <p:txBody>
          <a:bodyPr wrap="square">
            <a:spAutoFit/>
          </a:bodyPr>
          <a:lstStyle/>
          <a:p>
            <a:r>
              <a:rPr lang="en-US" altLang="zh-CN" sz="2500" kern="0">
                <a:solidFill>
                  <a:srgbClr val="FF0000"/>
                </a:solidFill>
                <a:latin typeface="Times New Roman" panose="02020603050405020304" pitchFamily="18" charset="0"/>
                <a:cs typeface="Times New Roman" panose="02020603050405020304" pitchFamily="18" charset="0"/>
              </a:rPr>
              <a:t>20</a:t>
            </a:r>
            <a:endParaRPr lang="zh-CN" altLang="en-US">
              <a:solidFill>
                <a:prstClr val="black"/>
              </a:solidFill>
              <a:latin typeface="等线" panose="020F0502020204030204"/>
              <a:ea typeface="等线" panose="02010600030101010101" pitchFamily="2" charset="-122"/>
            </a:endParaRPr>
          </a:p>
        </p:txBody>
      </p:sp>
      <p:sp>
        <p:nvSpPr>
          <p:cNvPr id="7" name="文本框 6">
            <a:extLst>
              <a:ext uri="{FF2B5EF4-FFF2-40B4-BE49-F238E27FC236}">
                <a16:creationId xmlns:a16="http://schemas.microsoft.com/office/drawing/2014/main" id="{D24B0668-C85A-88D0-50D9-4B11A085E82F}"/>
              </a:ext>
            </a:extLst>
          </p:cNvPr>
          <p:cNvSpPr txBox="1"/>
          <p:nvPr>
            <p:custDataLst>
              <p:tags r:id="rId4"/>
            </p:custDataLst>
          </p:nvPr>
        </p:nvSpPr>
        <p:spPr>
          <a:xfrm>
            <a:off x="5990896" y="1916908"/>
            <a:ext cx="1872945" cy="477054"/>
          </a:xfrm>
          <a:prstGeom prst="rect">
            <a:avLst/>
          </a:prstGeom>
          <a:noFill/>
        </p:spPr>
        <p:txBody>
          <a:bodyPr wrap="square">
            <a:spAutoFit/>
          </a:bodyPr>
          <a:lstStyle/>
          <a:p>
            <a:r>
              <a:rPr lang="en-US" altLang="zh-CN" sz="2500" kern="0">
                <a:solidFill>
                  <a:srgbClr val="FF0000"/>
                </a:solidFill>
                <a:latin typeface="Times New Roman" panose="02020603050405020304" pitchFamily="18" charset="0"/>
                <a:cs typeface="Times New Roman" panose="02020603050405020304" pitchFamily="18" charset="0"/>
              </a:rPr>
              <a:t>20 000 </a:t>
            </a:r>
            <a:endParaRPr lang="zh-CN" altLang="en-US">
              <a:solidFill>
                <a:prstClr val="black"/>
              </a:solidFill>
              <a:latin typeface="等线" panose="020F0502020204030204"/>
              <a:ea typeface="等线" panose="02010600030101010101" pitchFamily="2" charset="-122"/>
            </a:endParaRPr>
          </a:p>
        </p:txBody>
      </p:sp>
      <p:sp>
        <p:nvSpPr>
          <p:cNvPr id="9" name="文本框 8">
            <a:extLst>
              <a:ext uri="{FF2B5EF4-FFF2-40B4-BE49-F238E27FC236}">
                <a16:creationId xmlns:a16="http://schemas.microsoft.com/office/drawing/2014/main" id="{CD92F443-B87A-55F4-E081-AD5E82A7A1A3}"/>
              </a:ext>
            </a:extLst>
          </p:cNvPr>
          <p:cNvSpPr txBox="1"/>
          <p:nvPr>
            <p:custDataLst>
              <p:tags r:id="rId5"/>
            </p:custDataLst>
          </p:nvPr>
        </p:nvSpPr>
        <p:spPr>
          <a:xfrm>
            <a:off x="5940447" y="2320487"/>
            <a:ext cx="1556056" cy="477054"/>
          </a:xfrm>
          <a:prstGeom prst="rect">
            <a:avLst/>
          </a:prstGeom>
          <a:noFill/>
        </p:spPr>
        <p:txBody>
          <a:bodyPr wrap="square">
            <a:spAutoFit/>
          </a:bodyPr>
          <a:lstStyle/>
          <a:p>
            <a:r>
              <a:rPr lang="en-US" altLang="zh-CN" sz="2500" kern="0">
                <a:solidFill>
                  <a:srgbClr val="FF0000"/>
                </a:solidFill>
                <a:latin typeface="Times New Roman" panose="02020603050405020304" pitchFamily="18" charset="0"/>
                <a:cs typeface="Times New Roman" panose="02020603050405020304" pitchFamily="18" charset="0"/>
              </a:rPr>
              <a:t>20000</a:t>
            </a:r>
            <a:endParaRPr lang="zh-CN" altLang="en-US">
              <a:solidFill>
                <a:srgbClr val="FF0000"/>
              </a:solidFill>
              <a:latin typeface="等线" panose="020F0502020204030204"/>
              <a:ea typeface="等线" panose="02010600030101010101" pitchFamily="2" charset="-122"/>
            </a:endParaRPr>
          </a:p>
        </p:txBody>
      </p:sp>
      <p:pic>
        <p:nvPicPr>
          <p:cNvPr id="3" name="Picture 3"/>
          <p:cNvPicPr>
            <a:picLocks noChangeAspect="1"/>
          </p:cNvPicPr>
          <p:nvPr>
            <p:custDataLst>
              <p:tags r:id="rId6"/>
            </p:custDataLst>
          </p:nvPr>
        </p:nvPicPr>
        <p:blipFill>
          <a:blip r:embed="rId8"/>
          <a:stretch>
            <a:fillRect/>
          </a:stretch>
        </p:blipFill>
        <p:spPr>
          <a:xfrm flipH="1">
            <a:off x="11722100" y="10312400"/>
            <a:ext cx="0" cy="0"/>
          </a:xfrm>
          <a:prstGeom prst="rect">
            <a:avLst/>
          </a:prstGeom>
          <a:ln>
            <a:noFill/>
          </a:ln>
        </p:spPr>
      </p:pic>
      <p:pic>
        <p:nvPicPr>
          <p:cNvPr id="4" name="图片 3" descr="cbe3eb76672406fabbe30586b58813d">
            <a:extLst>
              <a:ext uri="{FF2B5EF4-FFF2-40B4-BE49-F238E27FC236}">
                <a16:creationId xmlns:a16="http://schemas.microsoft.com/office/drawing/2014/main" id="{82A7629A-81CE-C9F8-F468-EF5A06650C15}"/>
              </a:ext>
            </a:extLst>
          </p:cNvPr>
          <p:cNvPicPr>
            <a:picLocks noChangeAspect="1"/>
          </p:cNvPicPr>
          <p:nvPr/>
        </p:nvPicPr>
        <p:blipFill>
          <a:blip r:embed="rId9"/>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42759873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inVertical)">
                                      <p:cBhvr>
                                        <p:cTn id="22" dur="500"/>
                                        <p:tgtEl>
                                          <p:spTgt spid="7"/>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animEffect transition="in" filter="blinds(horizontal)">
                                      <p:cBhvr>
                                        <p:cTn id="27" dur="500"/>
                                        <p:tgtEl>
                                          <p:spTgt spid="2">
                                            <p:txEl>
                                              <p:pRg st="2" end="2"/>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2">
                                            <p:txEl>
                                              <p:pRg st="3" end="3"/>
                                            </p:txEl>
                                          </p:spTgt>
                                        </p:tgtEl>
                                        <p:attrNameLst>
                                          <p:attrName>style.visibility</p:attrName>
                                        </p:attrNameLst>
                                      </p:cBhvr>
                                      <p:to>
                                        <p:strVal val="visible"/>
                                      </p:to>
                                    </p:set>
                                    <p:animEffect transition="in" filter="barn(inVertical)">
                                      <p:cBhvr>
                                        <p:cTn id="37" dur="750"/>
                                        <p:tgtEl>
                                          <p:spTgt spid="2">
                                            <p:txEl>
                                              <p:pRg st="3" end="3"/>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blinds(horizontal)">
                                      <p:cBhvr>
                                        <p:cTn id="42" dur="500"/>
                                        <p:tgtEl>
                                          <p:spTgt spid="2">
                                            <p:txEl>
                                              <p:pRg st="4" end="4"/>
                                            </p:txEl>
                                          </p:spTgt>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
                                            <p:txEl>
                                              <p:pRg st="5" end="5"/>
                                            </p:txEl>
                                          </p:spTgt>
                                        </p:tgtEl>
                                        <p:attrNameLst>
                                          <p:attrName>style.visibility</p:attrName>
                                        </p:attrNameLst>
                                      </p:cBhvr>
                                      <p:to>
                                        <p:strVal val="visible"/>
                                      </p:to>
                                    </p:set>
                                    <p:animEffect transition="in" filter="blinds(horizontal)">
                                      <p:cBhvr>
                                        <p:cTn id="47" dur="500"/>
                                        <p:tgtEl>
                                          <p:spTgt spid="2">
                                            <p:txEl>
                                              <p:pRg st="5" end="5"/>
                                            </p:txEl>
                                          </p:spTgt>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
                                            <p:txEl>
                                              <p:pRg st="6" end="6"/>
                                            </p:txEl>
                                          </p:spTgt>
                                        </p:tgtEl>
                                        <p:attrNameLst>
                                          <p:attrName>style.visibility</p:attrName>
                                        </p:attrNameLst>
                                      </p:cBhvr>
                                      <p:to>
                                        <p:strVal val="visible"/>
                                      </p:to>
                                    </p:set>
                                    <p:animEffect transition="in" filter="blinds(horizontal)">
                                      <p:cBhvr>
                                        <p:cTn id="5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a:extLst>
              <a:ext uri="{FF2B5EF4-FFF2-40B4-BE49-F238E27FC236}">
                <a16:creationId xmlns:a16="http://schemas.microsoft.com/office/drawing/2014/main" id="{C4E869B0-783E-9A22-CB5F-271D1E97265C}"/>
              </a:ext>
            </a:extLst>
          </p:cNvPr>
          <p:cNvSpPr txBox="1"/>
          <p:nvPr>
            <p:custDataLst>
              <p:tags r:id="rId1"/>
            </p:custDataLst>
          </p:nvPr>
        </p:nvSpPr>
        <p:spPr>
          <a:xfrm>
            <a:off x="1173969" y="316254"/>
            <a:ext cx="5070419" cy="430887"/>
          </a:xfrm>
          <a:prstGeom prst="rect">
            <a:avLst/>
          </a:prstGeom>
          <a:noFill/>
        </p:spPr>
        <p:txBody>
          <a:bodyPr wrap="square" lIns="0" tIns="0" rIns="0" bIns="0" rtlCol="0">
            <a:spAutoFit/>
          </a:bodyPr>
          <a:lstStyle/>
          <a:p>
            <a:pPr fontAlgn="base">
              <a:defRPr/>
            </a:pPr>
            <a:r>
              <a:rPr lang="zh-CN" altLang="en-US" sz="2800" b="1">
                <a:solidFill>
                  <a:srgbClr val="4BACC6">
                    <a:lumMod val="75000"/>
                  </a:srgbClr>
                </a:solidFill>
                <a:latin typeface="Times New Roman" panose="02020603050405020304" pitchFamily="18" charset="0"/>
                <a:cs typeface="Times New Roman" panose="02020603050405020304" pitchFamily="18" charset="0"/>
              </a:rPr>
              <a:t>知识二、次声波及其应用</a:t>
            </a:r>
          </a:p>
        </p:txBody>
      </p:sp>
      <p:sp>
        <p:nvSpPr>
          <p:cNvPr id="2" name="文本框 1">
            <a:extLst>
              <a:ext uri="{FF2B5EF4-FFF2-40B4-BE49-F238E27FC236}">
                <a16:creationId xmlns:a16="http://schemas.microsoft.com/office/drawing/2014/main" id="{9F9CF508-E741-2978-391C-F1F56DB65C45}"/>
              </a:ext>
            </a:extLst>
          </p:cNvPr>
          <p:cNvSpPr txBox="1"/>
          <p:nvPr>
            <p:custDataLst>
              <p:tags r:id="rId2"/>
            </p:custDataLst>
          </p:nvPr>
        </p:nvSpPr>
        <p:spPr>
          <a:xfrm>
            <a:off x="1344237" y="1046751"/>
            <a:ext cx="9414151" cy="4993418"/>
          </a:xfrm>
          <a:prstGeom prst="rect">
            <a:avLst/>
          </a:prstGeom>
          <a:noFill/>
        </p:spPr>
        <p:txBody>
          <a:bodyPr wrap="square">
            <a:spAutoFit/>
          </a:bodyPr>
          <a:lstStyle/>
          <a:p>
            <a:pPr indent="612000" defTabSz="457200">
              <a:lnSpc>
                <a:spcPts val="3500"/>
              </a:lnSpc>
              <a:defRPr/>
            </a:pPr>
            <a:r>
              <a:rPr lang="en-US" altLang="zh-CN" sz="2500" b="1">
                <a:solidFill>
                  <a:srgbClr val="0070C0"/>
                </a:solidFill>
                <a:latin typeface="Times New Roman"/>
                <a:sym typeface="幼圆" panose="02010509060101010101" pitchFamily="49" charset="-122"/>
              </a:rPr>
              <a:t>1. </a:t>
            </a:r>
            <a:r>
              <a:rPr lang="zh-CN" altLang="en-US" sz="2500" b="1">
                <a:solidFill>
                  <a:srgbClr val="0070C0"/>
                </a:solidFill>
                <a:latin typeface="Times New Roman"/>
                <a:sym typeface="幼圆" panose="02010509060101010101" pitchFamily="49" charset="-122"/>
              </a:rPr>
              <a:t>次声波的概念</a:t>
            </a:r>
            <a:endParaRPr lang="en-US" altLang="zh-CN" sz="2500" b="1">
              <a:solidFill>
                <a:srgbClr val="0070C0"/>
              </a:solidFill>
              <a:latin typeface="Times New Roman"/>
              <a:sym typeface="幼圆" panose="02010509060101010101" pitchFamily="49" charset="-122"/>
            </a:endParaRPr>
          </a:p>
          <a:p>
            <a:pPr indent="612000" defTabSz="457200">
              <a:lnSpc>
                <a:spcPts val="3500"/>
              </a:lnSpc>
              <a:defRPr/>
            </a:pPr>
            <a:r>
              <a:rPr lang="zh-CN" altLang="en-US" sz="2500">
                <a:solidFill>
                  <a:prstClr val="black"/>
                </a:solidFill>
                <a:latin typeface="Times New Roman"/>
                <a:sym typeface="幼圆" panose="02010509060101010101" pitchFamily="49" charset="-122"/>
              </a:rPr>
              <a:t>把频率低于</a:t>
            </a:r>
            <a:r>
              <a:rPr lang="en-US" altLang="zh-CN" sz="2500">
                <a:solidFill>
                  <a:prstClr val="black"/>
                </a:solidFill>
                <a:latin typeface="Times New Roman"/>
                <a:sym typeface="幼圆" panose="02010509060101010101" pitchFamily="49" charset="-122"/>
              </a:rPr>
              <a:t>______Hz</a:t>
            </a:r>
            <a:r>
              <a:rPr lang="zh-CN" altLang="en-US" sz="2500">
                <a:solidFill>
                  <a:prstClr val="black"/>
                </a:solidFill>
                <a:latin typeface="Times New Roman"/>
                <a:sym typeface="幼圆" panose="02010509060101010101" pitchFamily="49" charset="-122"/>
              </a:rPr>
              <a:t>的声叫次声波。</a:t>
            </a:r>
            <a:endParaRPr lang="en-US" altLang="zh-CN" sz="2500">
              <a:solidFill>
                <a:prstClr val="black"/>
              </a:solidFill>
              <a:latin typeface="Times New Roman"/>
              <a:sym typeface="幼圆" panose="02010509060101010101" pitchFamily="49" charset="-122"/>
            </a:endParaRPr>
          </a:p>
          <a:p>
            <a:pPr indent="612000" defTabSz="457200">
              <a:lnSpc>
                <a:spcPts val="3500"/>
              </a:lnSpc>
              <a:defRPr/>
            </a:pPr>
            <a:r>
              <a:rPr lang="en-US" altLang="zh-CN" sz="2500" b="1">
                <a:solidFill>
                  <a:srgbClr val="0070C0"/>
                </a:solidFill>
                <a:latin typeface="Times New Roman"/>
                <a:sym typeface="幼圆" panose="02010509060101010101" pitchFamily="49" charset="-122"/>
              </a:rPr>
              <a:t>2. </a:t>
            </a:r>
            <a:r>
              <a:rPr lang="zh-CN" altLang="en-US" sz="2500" b="1">
                <a:solidFill>
                  <a:srgbClr val="0070C0"/>
                </a:solidFill>
                <a:latin typeface="Times New Roman"/>
                <a:sym typeface="幼圆" panose="02010509060101010101" pitchFamily="49" charset="-122"/>
              </a:rPr>
              <a:t>次声波的特点</a:t>
            </a:r>
            <a:r>
              <a:rPr lang="en-US" altLang="zh-CN" sz="2500" b="1">
                <a:solidFill>
                  <a:srgbClr val="0070C0"/>
                </a:solidFill>
                <a:latin typeface="Times New Roman"/>
                <a:sym typeface="幼圆" panose="02010509060101010101" pitchFamily="49" charset="-122"/>
              </a:rPr>
              <a:t> </a:t>
            </a:r>
          </a:p>
          <a:p>
            <a:pPr indent="612000" defTabSz="457200">
              <a:lnSpc>
                <a:spcPts val="3500"/>
              </a:lnSpc>
              <a:defRPr/>
            </a:pPr>
            <a:r>
              <a:rPr lang="zh-CN" altLang="en-US" sz="2500">
                <a:solidFill>
                  <a:prstClr val="black"/>
                </a:solidFill>
                <a:latin typeface="Times New Roman"/>
                <a:sym typeface="幼圆" panose="02010509060101010101" pitchFamily="49" charset="-122"/>
              </a:rPr>
              <a:t>次声波</a:t>
            </a:r>
            <a:r>
              <a:rPr lang="zh-CN" altLang="en-US" sz="2500">
                <a:solidFill>
                  <a:srgbClr val="C00000"/>
                </a:solidFill>
                <a:latin typeface="Times New Roman"/>
                <a:sym typeface="幼圆" panose="02010509060101010101" pitchFamily="49" charset="-122"/>
              </a:rPr>
              <a:t>来源广</a:t>
            </a:r>
            <a:r>
              <a:rPr lang="zh-CN" altLang="en-US" sz="2500">
                <a:solidFill>
                  <a:prstClr val="black"/>
                </a:solidFill>
                <a:latin typeface="Times New Roman"/>
                <a:sym typeface="幼圆" panose="02010509060101010101" pitchFamily="49" charset="-122"/>
              </a:rPr>
              <a:t>、</a:t>
            </a:r>
            <a:r>
              <a:rPr lang="zh-CN" altLang="en-US" sz="2500">
                <a:solidFill>
                  <a:srgbClr val="C00000"/>
                </a:solidFill>
                <a:latin typeface="Times New Roman"/>
                <a:sym typeface="幼圆" panose="02010509060101010101" pitchFamily="49" charset="-122"/>
              </a:rPr>
              <a:t>传播远</a:t>
            </a:r>
            <a:r>
              <a:rPr lang="zh-CN" altLang="en-US" sz="2500">
                <a:solidFill>
                  <a:prstClr val="black"/>
                </a:solidFill>
                <a:latin typeface="Times New Roman"/>
                <a:sym typeface="幼圆" panose="02010509060101010101" pitchFamily="49" charset="-122"/>
              </a:rPr>
              <a:t>、</a:t>
            </a:r>
            <a:r>
              <a:rPr lang="zh-CN" altLang="en-US" sz="2500">
                <a:solidFill>
                  <a:srgbClr val="C00000"/>
                </a:solidFill>
                <a:latin typeface="Times New Roman"/>
                <a:sym typeface="幼圆" panose="02010509060101010101" pitchFamily="49" charset="-122"/>
              </a:rPr>
              <a:t>能绕过障碍物</a:t>
            </a:r>
            <a:r>
              <a:rPr lang="zh-CN" altLang="en-US" sz="2500">
                <a:solidFill>
                  <a:prstClr val="black"/>
                </a:solidFill>
                <a:latin typeface="Times New Roman"/>
                <a:sym typeface="幼圆" panose="02010509060101010101" pitchFamily="49" charset="-122"/>
              </a:rPr>
              <a:t>，有极大的破坏力。自然界中，火山爆发、地震、海啸、风暴等都能产生次声；核爆炸、导弹发射等也能产生次声。</a:t>
            </a:r>
          </a:p>
          <a:p>
            <a:pPr indent="612000" defTabSz="457200">
              <a:lnSpc>
                <a:spcPts val="3500"/>
              </a:lnSpc>
              <a:defRPr/>
            </a:pPr>
            <a:r>
              <a:rPr lang="en-US" altLang="zh-CN" sz="2500" b="1">
                <a:solidFill>
                  <a:srgbClr val="0070C0"/>
                </a:solidFill>
                <a:latin typeface="Times New Roman"/>
                <a:sym typeface="幼圆" panose="02010509060101010101" pitchFamily="49" charset="-122"/>
              </a:rPr>
              <a:t>3. </a:t>
            </a:r>
            <a:r>
              <a:rPr lang="zh-CN" altLang="en-US" sz="2500" b="1">
                <a:solidFill>
                  <a:srgbClr val="0070C0"/>
                </a:solidFill>
                <a:latin typeface="Times New Roman"/>
                <a:sym typeface="幼圆" panose="02010509060101010101" pitchFamily="49" charset="-122"/>
              </a:rPr>
              <a:t>次声的危害</a:t>
            </a:r>
            <a:endParaRPr lang="en-US" altLang="zh-CN" sz="2500" b="1">
              <a:solidFill>
                <a:srgbClr val="0070C0"/>
              </a:solidFill>
              <a:latin typeface="Times New Roman"/>
              <a:sym typeface="幼圆" panose="02010509060101010101" pitchFamily="49" charset="-122"/>
            </a:endParaRPr>
          </a:p>
          <a:p>
            <a:pPr indent="612000" defTabSz="457200">
              <a:lnSpc>
                <a:spcPts val="3500"/>
              </a:lnSpc>
              <a:defRPr/>
            </a:pPr>
            <a:r>
              <a:rPr lang="zh-CN" altLang="en-US" sz="2500">
                <a:solidFill>
                  <a:prstClr val="black"/>
                </a:solidFill>
                <a:latin typeface="Times New Roman"/>
                <a:sym typeface="幼圆" panose="02010509060101010101" pitchFamily="49" charset="-122"/>
              </a:rPr>
              <a:t>能量很大的次声具有极大的</a:t>
            </a:r>
            <a:r>
              <a:rPr lang="zh-CN" altLang="en-US" sz="2500">
                <a:solidFill>
                  <a:srgbClr val="C00000"/>
                </a:solidFill>
                <a:latin typeface="Times New Roman"/>
                <a:sym typeface="幼圆" panose="02010509060101010101" pitchFamily="49" charset="-122"/>
              </a:rPr>
              <a:t>破坏力</a:t>
            </a:r>
            <a:r>
              <a:rPr lang="zh-CN" altLang="en-US" sz="2500">
                <a:solidFill>
                  <a:prstClr val="black"/>
                </a:solidFill>
                <a:latin typeface="Times New Roman"/>
                <a:sym typeface="幼圆" panose="02010509060101010101" pitchFamily="49" charset="-122"/>
              </a:rPr>
              <a:t>。强次声能使机器设备破裂、飞机解体、建筑物垮塌等；在强次声环境中，人的平衡器官的功能将遭到破坏，会使人产生恶心、晕眩、旋转感等症状，严重的会造成内脏破裂出血，危及生命。</a:t>
            </a:r>
          </a:p>
        </p:txBody>
      </p:sp>
      <p:sp>
        <p:nvSpPr>
          <p:cNvPr id="5" name="文本框 4">
            <a:extLst>
              <a:ext uri="{FF2B5EF4-FFF2-40B4-BE49-F238E27FC236}">
                <a16:creationId xmlns:a16="http://schemas.microsoft.com/office/drawing/2014/main" id="{8670DAA3-5D75-0FDF-7CFA-CD647AB22A8C}"/>
              </a:ext>
            </a:extLst>
          </p:cNvPr>
          <p:cNvSpPr txBox="1"/>
          <p:nvPr>
            <p:custDataLst>
              <p:tags r:id="rId3"/>
            </p:custDataLst>
          </p:nvPr>
        </p:nvSpPr>
        <p:spPr>
          <a:xfrm>
            <a:off x="3809517" y="1487984"/>
            <a:ext cx="1120489" cy="492443"/>
          </a:xfrm>
          <a:prstGeom prst="rect">
            <a:avLst/>
          </a:prstGeom>
          <a:noFill/>
        </p:spPr>
        <p:txBody>
          <a:bodyPr wrap="square">
            <a:spAutoFit/>
          </a:bodyPr>
          <a:lstStyle/>
          <a:p>
            <a:r>
              <a:rPr lang="en-US" altLang="zh-CN" sz="2600">
                <a:solidFill>
                  <a:srgbClr val="FF0000"/>
                </a:solidFill>
                <a:latin typeface="Times New Roman"/>
                <a:sym typeface="幼圆" panose="02010509060101010101" pitchFamily="49" charset="-122"/>
              </a:rPr>
              <a:t>20</a:t>
            </a:r>
            <a:endParaRPr lang="zh-CN" altLang="en-US">
              <a:solidFill>
                <a:srgbClr val="FF0000"/>
              </a:solidFill>
              <a:latin typeface="等线" panose="020F0502020204030204"/>
              <a:ea typeface="等线" panose="02010600030101010101" pitchFamily="2" charset="-122"/>
            </a:endParaRPr>
          </a:p>
        </p:txBody>
      </p:sp>
      <p:pic>
        <p:nvPicPr>
          <p:cNvPr id="3" name="图片 2" descr="cbe3eb76672406fabbe30586b58813d">
            <a:extLst>
              <a:ext uri="{FF2B5EF4-FFF2-40B4-BE49-F238E27FC236}">
                <a16:creationId xmlns:a16="http://schemas.microsoft.com/office/drawing/2014/main" id="{E8D0EF2B-7814-4DBE-4F9B-8B40FD0B5975}"/>
              </a:ext>
            </a:extLst>
          </p:cNvPr>
          <p:cNvPicPr>
            <a:picLocks noChangeAspect="1"/>
          </p:cNvPicPr>
          <p:nvPr/>
        </p:nvPicPr>
        <p:blipFill>
          <a:blip r:embed="rId5"/>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71594545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arn(outVertical)">
                                      <p:cBhvr>
                                        <p:cTn id="12" dur="750"/>
                                        <p:tgtEl>
                                          <p:spTgt spid="2">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barn(inVertical)">
                                      <p:cBhvr>
                                        <p:cTn id="22" dur="500"/>
                                        <p:tgtEl>
                                          <p:spTgt spid="2">
                                            <p:txEl>
                                              <p:pRg st="2" end="2"/>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blinds(horizontal)">
                                      <p:cBhvr>
                                        <p:cTn id="27" dur="500"/>
                                        <p:tgtEl>
                                          <p:spTgt spid="2">
                                            <p:txEl>
                                              <p:pRg st="3" end="3"/>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barn(inVertical)">
                                      <p:cBhvr>
                                        <p:cTn id="32" dur="500"/>
                                        <p:tgtEl>
                                          <p:spTgt spid="2">
                                            <p:txEl>
                                              <p:pRg st="4" end="4"/>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blinds(horizontal)">
                                      <p:cBhvr>
                                        <p:cTn id="3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3B089DD-7DEC-0915-EFB5-E0CC9FC53C21}"/>
              </a:ext>
            </a:extLst>
          </p:cNvPr>
          <p:cNvSpPr txBox="1"/>
          <p:nvPr>
            <p:custDataLst>
              <p:tags r:id="rId1"/>
            </p:custDataLst>
          </p:nvPr>
        </p:nvSpPr>
        <p:spPr>
          <a:xfrm>
            <a:off x="1373301" y="1297679"/>
            <a:ext cx="9612111" cy="4262642"/>
          </a:xfrm>
          <a:prstGeom prst="rect">
            <a:avLst/>
          </a:prstGeom>
          <a:noFill/>
        </p:spPr>
        <p:txBody>
          <a:bodyPr wrap="square">
            <a:spAutoFit/>
          </a:bodyPr>
          <a:lstStyle/>
          <a:p>
            <a:pPr indent="504000" defTabSz="457200">
              <a:lnSpc>
                <a:spcPts val="3600"/>
              </a:lnSpc>
              <a:spcAft>
                <a:spcPts val="600"/>
              </a:spcAft>
              <a:defRPr/>
            </a:pPr>
            <a:r>
              <a:rPr lang="en-US" altLang="zh-CN" sz="2600" b="1">
                <a:solidFill>
                  <a:srgbClr val="0070C0"/>
                </a:solidFill>
                <a:latin typeface="Times New Roman"/>
                <a:sym typeface="幼圆" panose="02010509060101010101" pitchFamily="49" charset="-122"/>
              </a:rPr>
              <a:t>4. </a:t>
            </a:r>
            <a:r>
              <a:rPr lang="zh-CN" altLang="en-US" sz="2600" b="1">
                <a:solidFill>
                  <a:srgbClr val="0070C0"/>
                </a:solidFill>
                <a:latin typeface="Times New Roman"/>
                <a:sym typeface="幼圆" panose="02010509060101010101" pitchFamily="49" charset="-122"/>
              </a:rPr>
              <a:t>次声的预防</a:t>
            </a:r>
            <a:endParaRPr lang="en-US" altLang="zh-CN" sz="2600" b="1">
              <a:solidFill>
                <a:srgbClr val="0070C0"/>
              </a:solidFill>
              <a:latin typeface="Times New Roman"/>
              <a:sym typeface="幼圆" panose="02010509060101010101" pitchFamily="49" charset="-122"/>
            </a:endParaRPr>
          </a:p>
          <a:p>
            <a:pPr indent="504000" defTabSz="457200">
              <a:lnSpc>
                <a:spcPts val="3400"/>
              </a:lnSpc>
              <a:defRPr/>
            </a:pPr>
            <a:r>
              <a:rPr lang="zh-CN" altLang="en-US" sz="2400">
                <a:solidFill>
                  <a:prstClr val="black"/>
                </a:solidFill>
                <a:latin typeface="Times New Roman"/>
                <a:sym typeface="幼圆" panose="02010509060101010101" pitchFamily="49" charset="-122"/>
              </a:rPr>
              <a:t>由于次声的破坏性强，危害性大，但人耳却无法直接听见，所以，在生产等活动中要尽量避免产生次声，尽量远离次声源。</a:t>
            </a:r>
          </a:p>
          <a:p>
            <a:pPr indent="504000" defTabSz="457200">
              <a:lnSpc>
                <a:spcPts val="3600"/>
              </a:lnSpc>
              <a:spcBef>
                <a:spcPts val="600"/>
              </a:spcBef>
              <a:spcAft>
                <a:spcPts val="600"/>
              </a:spcAft>
              <a:defRPr/>
            </a:pPr>
            <a:r>
              <a:rPr lang="en-US" altLang="zh-CN" sz="2600" b="1">
                <a:solidFill>
                  <a:srgbClr val="0070C0"/>
                </a:solidFill>
                <a:latin typeface="Times New Roman"/>
                <a:sym typeface="幼圆" panose="02010509060101010101" pitchFamily="49" charset="-122"/>
              </a:rPr>
              <a:t>5. </a:t>
            </a:r>
            <a:r>
              <a:rPr lang="zh-CN" altLang="en-US" sz="2600" b="1">
                <a:solidFill>
                  <a:srgbClr val="0070C0"/>
                </a:solidFill>
                <a:latin typeface="Times New Roman"/>
                <a:sym typeface="幼圆" panose="02010509060101010101" pitchFamily="49" charset="-122"/>
              </a:rPr>
              <a:t>次声的应用</a:t>
            </a:r>
            <a:endParaRPr lang="en-US" altLang="zh-CN" sz="2600" b="1">
              <a:solidFill>
                <a:srgbClr val="0070C0"/>
              </a:solidFill>
              <a:latin typeface="Times New Roman"/>
              <a:sym typeface="幼圆" panose="02010509060101010101" pitchFamily="49" charset="-122"/>
            </a:endParaRPr>
          </a:p>
          <a:p>
            <a:pPr indent="504000" defTabSz="457200">
              <a:lnSpc>
                <a:spcPts val="3400"/>
              </a:lnSpc>
              <a:defRPr/>
            </a:pPr>
            <a:r>
              <a:rPr lang="zh-CN" altLang="en-US" sz="2400" b="1">
                <a:solidFill>
                  <a:srgbClr val="00B0F0"/>
                </a:solidFill>
                <a:latin typeface="Times New Roman"/>
                <a:sym typeface="幼圆" panose="02010509060101010101" pitchFamily="49" charset="-122"/>
              </a:rPr>
              <a:t>（</a:t>
            </a:r>
            <a:r>
              <a:rPr lang="en-US" altLang="zh-CN" sz="2400" b="1">
                <a:solidFill>
                  <a:srgbClr val="00B0F0"/>
                </a:solidFill>
                <a:latin typeface="Times New Roman"/>
                <a:sym typeface="幼圆" panose="02010509060101010101" pitchFamily="49" charset="-122"/>
              </a:rPr>
              <a:t>1</a:t>
            </a:r>
            <a:r>
              <a:rPr lang="zh-CN" altLang="en-US" sz="2400" b="1">
                <a:solidFill>
                  <a:srgbClr val="00B0F0"/>
                </a:solidFill>
                <a:latin typeface="Times New Roman"/>
                <a:sym typeface="幼圆" panose="02010509060101010101" pitchFamily="49" charset="-122"/>
              </a:rPr>
              <a:t>）预测自然灾害：</a:t>
            </a:r>
            <a:r>
              <a:rPr lang="zh-CN" altLang="en-US" sz="2400">
                <a:solidFill>
                  <a:prstClr val="black"/>
                </a:solidFill>
                <a:latin typeface="Times New Roman"/>
                <a:sym typeface="幼圆" panose="02010509060101010101" pitchFamily="49" charset="-122"/>
              </a:rPr>
              <a:t>通过测定自然界产生的次声传播的特性，可以测定某些大规模气象过程的性质和规律。比如地震、龙卷风等。</a:t>
            </a:r>
          </a:p>
          <a:p>
            <a:pPr indent="504000" defTabSz="457200">
              <a:lnSpc>
                <a:spcPts val="3400"/>
              </a:lnSpc>
              <a:defRPr/>
            </a:pPr>
            <a:r>
              <a:rPr lang="zh-CN" altLang="en-US" sz="2400" b="1">
                <a:solidFill>
                  <a:srgbClr val="00B0F0"/>
                </a:solidFill>
                <a:latin typeface="Times New Roman"/>
                <a:sym typeface="幼圆" panose="02010509060101010101" pitchFamily="49" charset="-122"/>
              </a:rPr>
              <a:t>（</a:t>
            </a:r>
            <a:r>
              <a:rPr lang="en-US" altLang="zh-CN" sz="2400" b="1">
                <a:solidFill>
                  <a:srgbClr val="00B0F0"/>
                </a:solidFill>
                <a:latin typeface="Times New Roman"/>
                <a:sym typeface="幼圆" panose="02010509060101010101" pitchFamily="49" charset="-122"/>
              </a:rPr>
              <a:t>2</a:t>
            </a:r>
            <a:r>
              <a:rPr lang="zh-CN" altLang="en-US" sz="2400" b="1">
                <a:solidFill>
                  <a:srgbClr val="00B0F0"/>
                </a:solidFill>
                <a:latin typeface="Times New Roman"/>
                <a:sym typeface="幼圆" panose="02010509060101010101" pitchFamily="49" charset="-122"/>
              </a:rPr>
              <a:t>）医疗应用：</a:t>
            </a:r>
            <a:r>
              <a:rPr lang="zh-CN" altLang="en-US" sz="2400">
                <a:solidFill>
                  <a:prstClr val="black"/>
                </a:solidFill>
                <a:latin typeface="Times New Roman"/>
                <a:sym typeface="幼圆" panose="02010509060101010101" pitchFamily="49" charset="-122"/>
              </a:rPr>
              <a:t>通过测定人和其他动物的某些器官发出的微弱次声的特性，可以了解人和其他动物的相应器官的活动情况。</a:t>
            </a:r>
          </a:p>
          <a:p>
            <a:pPr indent="504000" defTabSz="457200">
              <a:lnSpc>
                <a:spcPts val="3400"/>
              </a:lnSpc>
              <a:defRPr/>
            </a:pPr>
            <a:r>
              <a:rPr lang="zh-CN" altLang="en-US" sz="2400" b="1">
                <a:solidFill>
                  <a:srgbClr val="00B0F0"/>
                </a:solidFill>
                <a:latin typeface="Times New Roman"/>
                <a:sym typeface="幼圆" panose="02010509060101010101" pitchFamily="49" charset="-122"/>
              </a:rPr>
              <a:t>（</a:t>
            </a:r>
            <a:r>
              <a:rPr lang="en-US" altLang="zh-CN" sz="2400" b="1">
                <a:solidFill>
                  <a:srgbClr val="00B0F0"/>
                </a:solidFill>
                <a:latin typeface="Times New Roman"/>
                <a:sym typeface="幼圆" panose="02010509060101010101" pitchFamily="49" charset="-122"/>
              </a:rPr>
              <a:t>3</a:t>
            </a:r>
            <a:r>
              <a:rPr lang="zh-CN" altLang="en-US" sz="2400" b="1">
                <a:solidFill>
                  <a:srgbClr val="00B0F0"/>
                </a:solidFill>
                <a:latin typeface="Times New Roman"/>
                <a:sym typeface="幼圆" panose="02010509060101010101" pitchFamily="49" charset="-122"/>
              </a:rPr>
              <a:t>）军事应用：</a:t>
            </a:r>
            <a:r>
              <a:rPr lang="zh-CN" altLang="en-US" sz="2400">
                <a:solidFill>
                  <a:prstClr val="black"/>
                </a:solidFill>
                <a:latin typeface="Times New Roman"/>
                <a:sym typeface="幼圆" panose="02010509060101010101" pitchFamily="49" charset="-122"/>
              </a:rPr>
              <a:t>利用次声的破坏力，可以制造武器。</a:t>
            </a:r>
          </a:p>
        </p:txBody>
      </p:sp>
      <p:sp>
        <p:nvSpPr>
          <p:cNvPr id="4" name="文本框 3">
            <a:extLst>
              <a:ext uri="{FF2B5EF4-FFF2-40B4-BE49-F238E27FC236}">
                <a16:creationId xmlns:a16="http://schemas.microsoft.com/office/drawing/2014/main" id="{D8E4ED51-8283-8A33-4D27-886A0D7FC6D4}"/>
              </a:ext>
            </a:extLst>
          </p:cNvPr>
          <p:cNvSpPr txBox="1"/>
          <p:nvPr>
            <p:custDataLst>
              <p:tags r:id="rId2"/>
            </p:custDataLst>
          </p:nvPr>
        </p:nvSpPr>
        <p:spPr>
          <a:xfrm>
            <a:off x="1173969" y="316254"/>
            <a:ext cx="5070419" cy="430887"/>
          </a:xfrm>
          <a:prstGeom prst="rect">
            <a:avLst/>
          </a:prstGeom>
          <a:noFill/>
        </p:spPr>
        <p:txBody>
          <a:bodyPr wrap="square" lIns="0" tIns="0" rIns="0" bIns="0" rtlCol="0">
            <a:spAutoFit/>
          </a:bodyPr>
          <a:lstStyle/>
          <a:p>
            <a:pPr fontAlgn="base">
              <a:defRPr/>
            </a:pPr>
            <a:r>
              <a:rPr lang="zh-CN" altLang="en-US" sz="2800" b="1">
                <a:solidFill>
                  <a:srgbClr val="4BACC6">
                    <a:lumMod val="75000"/>
                  </a:srgbClr>
                </a:solidFill>
                <a:latin typeface="Times New Roman" panose="02020603050405020304" pitchFamily="18" charset="0"/>
                <a:cs typeface="Times New Roman" panose="02020603050405020304" pitchFamily="18" charset="0"/>
              </a:rPr>
              <a:t>知识二、次声波及其应用</a:t>
            </a:r>
          </a:p>
        </p:txBody>
      </p:sp>
      <p:pic>
        <p:nvPicPr>
          <p:cNvPr id="2" name="图片 1" descr="cbe3eb76672406fabbe30586b58813d">
            <a:extLst>
              <a:ext uri="{FF2B5EF4-FFF2-40B4-BE49-F238E27FC236}">
                <a16:creationId xmlns:a16="http://schemas.microsoft.com/office/drawing/2014/main" id="{A2788556-7C16-94E4-8122-FE15CBE7FA17}"/>
              </a:ext>
            </a:extLst>
          </p:cNvPr>
          <p:cNvPicPr>
            <a:picLocks noChangeAspect="1"/>
          </p:cNvPicPr>
          <p:nvPr/>
        </p:nvPicPr>
        <p:blipFill>
          <a:blip r:embed="rId4"/>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27079283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C100D4B-79AD-21BB-6FF2-FC5B3680ABB7}"/>
              </a:ext>
            </a:extLst>
          </p:cNvPr>
          <p:cNvSpPr txBox="1"/>
          <p:nvPr>
            <p:custDataLst>
              <p:tags r:id="rId1"/>
            </p:custDataLst>
          </p:nvPr>
        </p:nvSpPr>
        <p:spPr>
          <a:xfrm>
            <a:off x="1173969" y="303643"/>
            <a:ext cx="5693490" cy="430887"/>
          </a:xfrm>
          <a:prstGeom prst="rect">
            <a:avLst/>
          </a:prstGeom>
          <a:noFill/>
        </p:spPr>
        <p:txBody>
          <a:bodyPr wrap="square" lIns="0" tIns="0" rIns="0" bIns="0" rtlCol="0">
            <a:spAutoFit/>
          </a:bodyPr>
          <a:lstStyle/>
          <a:p>
            <a:pPr fontAlgn="base"/>
            <a:r>
              <a:rPr lang="zh-CN" altLang="en-US" sz="2800" b="1">
                <a:solidFill>
                  <a:srgbClr val="00B050"/>
                </a:solidFill>
                <a:latin typeface="Times New Roman" panose="02020603050405020304" pitchFamily="18" charset="0"/>
                <a:cs typeface="Times New Roman" panose="02020603050405020304" pitchFamily="18" charset="0"/>
              </a:rPr>
              <a:t>知识三、区别声音传递信息与能量</a:t>
            </a:r>
          </a:p>
        </p:txBody>
      </p:sp>
      <p:sp>
        <p:nvSpPr>
          <p:cNvPr id="3" name="文本框 2">
            <a:extLst>
              <a:ext uri="{FF2B5EF4-FFF2-40B4-BE49-F238E27FC236}">
                <a16:creationId xmlns:a16="http://schemas.microsoft.com/office/drawing/2014/main" id="{705886ED-DE98-7716-62DF-F546E4162621}"/>
              </a:ext>
            </a:extLst>
          </p:cNvPr>
          <p:cNvSpPr txBox="1"/>
          <p:nvPr>
            <p:custDataLst>
              <p:tags r:id="rId2"/>
            </p:custDataLst>
          </p:nvPr>
        </p:nvSpPr>
        <p:spPr>
          <a:xfrm>
            <a:off x="1173970" y="1124485"/>
            <a:ext cx="5977270" cy="2114618"/>
          </a:xfrm>
          <a:prstGeom prst="rect">
            <a:avLst/>
          </a:prstGeom>
          <a:noFill/>
        </p:spPr>
        <p:txBody>
          <a:bodyPr wrap="square">
            <a:spAutoFit/>
          </a:bodyPr>
          <a:lstStyle/>
          <a:p>
            <a:pPr indent="457200" defTabSz="457200">
              <a:lnSpc>
                <a:spcPts val="3200"/>
              </a:lnSpc>
              <a:defRPr/>
            </a:pPr>
            <a:r>
              <a:rPr lang="zh-CN" altLang="en-US" sz="2400">
                <a:solidFill>
                  <a:srgbClr val="002060"/>
                </a:solidFill>
                <a:latin typeface="Times New Roman"/>
                <a:sym typeface="幼圆" panose="02010509060101010101" pitchFamily="49" charset="-122"/>
              </a:rPr>
              <a:t>声音可以传递信息，也可以传递能量。凡是声音引起其他物体变化的例子，均属于声音传递能量；声音未能引起其他物体的变化，而是根据声音对物体的状况或某些特征作出判断，属于声音传递信息。</a:t>
            </a:r>
          </a:p>
        </p:txBody>
      </p:sp>
      <p:graphicFrame>
        <p:nvGraphicFramePr>
          <p:cNvPr id="4" name="表格 3">
            <a:extLst>
              <a:ext uri="{FF2B5EF4-FFF2-40B4-BE49-F238E27FC236}">
                <a16:creationId xmlns:a16="http://schemas.microsoft.com/office/drawing/2014/main" id="{2ABDC384-3FAB-D52C-239C-9D13C86CF7F5}"/>
              </a:ext>
            </a:extLst>
          </p:cNvPr>
          <p:cNvGraphicFramePr>
            <a:graphicFrameLocks noGrp="1"/>
          </p:cNvGraphicFramePr>
          <p:nvPr>
            <p:custDataLst>
              <p:tags r:id="rId3"/>
            </p:custDataLst>
            <p:extLst>
              <p:ext uri="{D42A27DB-BD31-4B8C-83A1-F6EECF244321}">
                <p14:modId xmlns:p14="http://schemas.microsoft.com/office/powerpoint/2010/main" val="4207834269"/>
              </p:ext>
            </p:extLst>
          </p:nvPr>
        </p:nvGraphicFramePr>
        <p:xfrm>
          <a:off x="2932387" y="3629058"/>
          <a:ext cx="8470707" cy="3035364"/>
        </p:xfrm>
        <a:graphic>
          <a:graphicData uri="http://schemas.openxmlformats.org/drawingml/2006/table">
            <a:tbl>
              <a:tblPr firstRow="1" firstCol="1" bandRow="1">
                <a:effectLst/>
              </a:tblPr>
              <a:tblGrid>
                <a:gridCol w="4617221">
                  <a:extLst>
                    <a:ext uri="{9D8B030D-6E8A-4147-A177-3AD203B41FA5}">
                      <a16:colId xmlns:a16="http://schemas.microsoft.com/office/drawing/2014/main" val="1860632923"/>
                    </a:ext>
                  </a:extLst>
                </a:gridCol>
                <a:gridCol w="3853486">
                  <a:extLst>
                    <a:ext uri="{9D8B030D-6E8A-4147-A177-3AD203B41FA5}">
                      <a16:colId xmlns:a16="http://schemas.microsoft.com/office/drawing/2014/main" val="1112949186"/>
                    </a:ext>
                  </a:extLst>
                </a:gridCol>
              </a:tblGrid>
              <a:tr h="505894">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lnSpc>
                          <a:spcPct val="115000"/>
                        </a:lnSpc>
                      </a:pPr>
                      <a:r>
                        <a:rPr lang="zh-CN" sz="2400" b="0" u="none"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声传递</a:t>
                      </a:r>
                      <a:r>
                        <a:rPr lang="en-US" altLang="zh-CN" sz="2400" b="0" u="none"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2400" b="1" u="none" kern="100">
                          <a:solidFill>
                            <a:schemeClr val="accent2">
                              <a:lumMod val="75000"/>
                            </a:schemeClr>
                          </a:solidFill>
                          <a:effectLst/>
                          <a:latin typeface="Times New Roman" panose="02020603050405020304" pitchFamily="18" charset="0"/>
                          <a:ea typeface="微软雅黑" panose="020B0503020204020204" pitchFamily="34" charset="-122"/>
                          <a:cs typeface="Times New Roman" panose="02020603050405020304" pitchFamily="18" charset="0"/>
                        </a:rPr>
                        <a:t>信息</a:t>
                      </a:r>
                    </a:p>
                  </a:txBody>
                  <a:tcPr marL="87065" marR="87065" marT="0" marB="0" anchor="ctr">
                    <a:lnL w="9525" cap="flat" cmpd="sng" algn="ctr">
                      <a:solidFill>
                        <a:sysClr val="window" lastClr="FFFFFF">
                          <a:lumMod val="65000"/>
                        </a:sysClr>
                      </a:solidFill>
                      <a:prstDash val="solid"/>
                      <a:round/>
                      <a:headEnd type="none" w="med" len="med"/>
                      <a:tailEnd type="none" w="med" len="med"/>
                    </a:lnL>
                    <a:lnR w="9525" cap="flat" cmpd="sng" algn="ctr">
                      <a:solidFill>
                        <a:sysClr val="window" lastClr="FFFFFF">
                          <a:lumMod val="65000"/>
                        </a:sysClr>
                      </a:solidFill>
                      <a:prstDash val="solid"/>
                      <a:round/>
                      <a:headEnd type="none" w="med" len="med"/>
                      <a:tailEnd type="none" w="med" len="med"/>
                    </a:lnR>
                    <a:lnT w="9525" cap="flat" cmpd="sng" algn="ctr">
                      <a:solidFill>
                        <a:sysClr val="window" lastClr="FFFFFF">
                          <a:lumMod val="65000"/>
                        </a:sysClr>
                      </a:solidFill>
                      <a:prstDash val="solid"/>
                      <a:round/>
                      <a:headEnd type="none" w="med" len="med"/>
                      <a:tailEnd type="none" w="med" len="med"/>
                    </a:lnT>
                    <a:lnB w="9525"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C9E8E6"/>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lnSpc>
                          <a:spcPct val="115000"/>
                        </a:lnSpc>
                      </a:pPr>
                      <a:r>
                        <a:rPr lang="zh-CN" sz="2400" b="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声传递</a:t>
                      </a:r>
                      <a:r>
                        <a:rPr lang="en-US" altLang="zh-CN" sz="2400" b="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2400" b="1" kern="10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能量</a:t>
                      </a:r>
                    </a:p>
                  </a:txBody>
                  <a:tcPr marL="87065" marR="87065" marT="0" marB="0" anchor="ctr">
                    <a:lnL w="9525" cap="flat" cmpd="sng" algn="ctr">
                      <a:solidFill>
                        <a:sysClr val="window" lastClr="FFFFFF">
                          <a:lumMod val="65000"/>
                        </a:sysClr>
                      </a:solidFill>
                      <a:prstDash val="solid"/>
                      <a:round/>
                      <a:headEnd type="none" w="med" len="med"/>
                      <a:tailEnd type="none" w="med" len="med"/>
                    </a:lnL>
                    <a:lnR w="9525" cap="flat" cmpd="sng" algn="ctr">
                      <a:solidFill>
                        <a:sysClr val="window" lastClr="FFFFFF">
                          <a:lumMod val="65000"/>
                        </a:sysClr>
                      </a:solidFill>
                      <a:prstDash val="solid"/>
                      <a:round/>
                      <a:headEnd type="none" w="med" len="med"/>
                      <a:tailEnd type="none" w="med" len="med"/>
                    </a:lnR>
                    <a:lnT w="9525" cap="flat" cmpd="sng" algn="ctr">
                      <a:solidFill>
                        <a:sysClr val="window" lastClr="FFFFFF">
                          <a:lumMod val="65000"/>
                        </a:sysClr>
                      </a:solidFill>
                      <a:prstDash val="solid"/>
                      <a:round/>
                      <a:headEnd type="none" w="med" len="med"/>
                      <a:tailEnd type="none" w="med" len="med"/>
                    </a:lnT>
                    <a:lnB w="9525"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C9E8E6"/>
                    </a:solidFill>
                  </a:tcPr>
                </a:tc>
                <a:extLst>
                  <a:ext uri="{0D108BD9-81ED-4DB2-BD59-A6C34878D82A}">
                    <a16:rowId xmlns:a16="http://schemas.microsoft.com/office/drawing/2014/main" val="2906364337"/>
                  </a:ext>
                </a:extLst>
              </a:tr>
              <a:tr h="505894">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lnSpc>
                          <a:spcPct val="115000"/>
                        </a:lnSpc>
                      </a:pPr>
                      <a:r>
                        <a:rPr lang="zh-CN" sz="2300" b="0" u="none"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利用回声测距</a:t>
                      </a:r>
                      <a:r>
                        <a:rPr lang="zh-CN" altLang="en-US" sz="2300" b="0" u="none"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2300" b="0" u="none"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定位</a:t>
                      </a:r>
                      <a:r>
                        <a:rPr lang="zh-CN" altLang="en-US" sz="2300" b="0" u="none"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300" b="0" u="none"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声呐</a:t>
                      </a:r>
                      <a:r>
                        <a:rPr lang="zh-CN" altLang="en-US" sz="2300" b="0" u="none"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2300" b="0" u="none"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7065" marR="87065" marT="0" marB="0" anchor="ctr">
                    <a:lnL w="9525" cap="flat" cmpd="sng" algn="ctr">
                      <a:solidFill>
                        <a:sysClr val="window" lastClr="FFFFFF">
                          <a:lumMod val="65000"/>
                        </a:sysClr>
                      </a:solidFill>
                      <a:prstDash val="solid"/>
                      <a:round/>
                      <a:headEnd type="none" w="med" len="med"/>
                      <a:tailEnd type="none" w="med" len="med"/>
                    </a:lnL>
                    <a:lnR w="9525" cap="flat" cmpd="sng" algn="ctr">
                      <a:solidFill>
                        <a:sysClr val="window" lastClr="FFFFFF">
                          <a:lumMod val="65000"/>
                        </a:sysClr>
                      </a:solidFill>
                      <a:prstDash val="solid"/>
                      <a:round/>
                      <a:headEnd type="none" w="med" len="med"/>
                      <a:tailEnd type="none" w="med" len="med"/>
                    </a:lnR>
                    <a:lnT w="9525" cap="flat" cmpd="sng" algn="ctr">
                      <a:solidFill>
                        <a:sysClr val="window" lastClr="FFFFFF">
                          <a:lumMod val="65000"/>
                        </a:sysClr>
                      </a:solidFill>
                      <a:prstDash val="solid"/>
                      <a:round/>
                      <a:headEnd type="none" w="med" len="med"/>
                      <a:tailEnd type="none" w="med" len="med"/>
                    </a:lnT>
                    <a:lnB w="9525"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ct val="115000"/>
                        </a:lnSpc>
                      </a:pPr>
                      <a:r>
                        <a:rPr lang="zh-CN" sz="2300" b="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超声波清洗精密仪器</a:t>
                      </a:r>
                    </a:p>
                  </a:txBody>
                  <a:tcPr marL="87065" marR="87065" marT="0" marB="0" anchor="ctr">
                    <a:lnL w="9525" cap="flat" cmpd="sng" algn="ctr">
                      <a:solidFill>
                        <a:sysClr val="window" lastClr="FFFFFF">
                          <a:lumMod val="65000"/>
                        </a:sysClr>
                      </a:solidFill>
                      <a:prstDash val="solid"/>
                      <a:round/>
                      <a:headEnd type="none" w="med" len="med"/>
                      <a:tailEnd type="none" w="med" len="med"/>
                    </a:lnL>
                    <a:lnR w="9525" cap="flat" cmpd="sng" algn="ctr">
                      <a:solidFill>
                        <a:sysClr val="window" lastClr="FFFFFF">
                          <a:lumMod val="65000"/>
                        </a:sysClr>
                      </a:solidFill>
                      <a:prstDash val="solid"/>
                      <a:round/>
                      <a:headEnd type="none" w="med" len="med"/>
                      <a:tailEnd type="none" w="med" len="med"/>
                    </a:lnR>
                    <a:lnT w="9525" cap="flat" cmpd="sng" algn="ctr">
                      <a:solidFill>
                        <a:sysClr val="window" lastClr="FFFFFF">
                          <a:lumMod val="65000"/>
                        </a:sysClr>
                      </a:solidFill>
                      <a:prstDash val="solid"/>
                      <a:round/>
                      <a:headEnd type="none" w="med" len="med"/>
                      <a:tailEnd type="none" w="med" len="med"/>
                    </a:lnT>
                    <a:lnB w="9525"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113248"/>
                  </a:ext>
                </a:extLst>
              </a:tr>
              <a:tr h="505894">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lnSpc>
                          <a:spcPct val="115000"/>
                        </a:lnSpc>
                      </a:pPr>
                      <a:r>
                        <a:rPr lang="zh-CN" sz="2300" b="0" u="none"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用</a:t>
                      </a:r>
                      <a:r>
                        <a:rPr lang="en-US" sz="2300" b="0" u="none"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sz="2300" b="0" u="none" kern="100">
                          <a:solidFill>
                            <a:schemeClr val="tx1"/>
                          </a:solidFill>
                          <a:effectLst/>
                          <a:uFill>
                            <a:solidFill>
                              <a:srgbClr val="000000"/>
                            </a:solidFill>
                          </a:uFill>
                          <a:latin typeface="Times New Roman" panose="02020603050405020304" pitchFamily="18" charset="0"/>
                          <a:ea typeface="微软雅黑" panose="020B0503020204020204" pitchFamily="34" charset="-122"/>
                          <a:cs typeface="Times New Roman" panose="02020603050405020304" pitchFamily="18" charset="0"/>
                        </a:rPr>
                        <a:t>B</a:t>
                      </a:r>
                      <a:r>
                        <a:rPr lang="zh-CN" sz="2300" b="0" u="none" kern="100">
                          <a:solidFill>
                            <a:schemeClr val="tx1"/>
                          </a:solidFill>
                          <a:effectLst/>
                          <a:uFill>
                            <a:solidFill>
                              <a:srgbClr val="000000"/>
                            </a:solidFill>
                          </a:uFill>
                          <a:latin typeface="微软雅黑" panose="020B0503020204020204" pitchFamily="34" charset="-122"/>
                          <a:ea typeface="微软雅黑" panose="020B0503020204020204" pitchFamily="34" charset="-122"/>
                          <a:cs typeface="Times New Roman" panose="02020603050405020304" pitchFamily="18" charset="0"/>
                        </a:rPr>
                        <a:t>超</a:t>
                      </a:r>
                      <a:r>
                        <a:rPr lang="en-US" sz="2300" b="0" u="none"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sz="2300" b="0" u="none"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检查身体</a:t>
                      </a:r>
                    </a:p>
                  </a:txBody>
                  <a:tcPr marL="87065" marR="87065" marT="0" marB="0" anchor="ctr">
                    <a:lnL w="9525" cap="flat" cmpd="sng" algn="ctr">
                      <a:solidFill>
                        <a:sysClr val="window" lastClr="FFFFFF">
                          <a:lumMod val="65000"/>
                        </a:sysClr>
                      </a:solidFill>
                      <a:prstDash val="solid"/>
                      <a:round/>
                      <a:headEnd type="none" w="med" len="med"/>
                      <a:tailEnd type="none" w="med" len="med"/>
                    </a:lnL>
                    <a:lnR w="9525" cap="flat" cmpd="sng" algn="ctr">
                      <a:solidFill>
                        <a:sysClr val="window" lastClr="FFFFFF">
                          <a:lumMod val="65000"/>
                        </a:sysClr>
                      </a:solidFill>
                      <a:prstDash val="solid"/>
                      <a:round/>
                      <a:headEnd type="none" w="med" len="med"/>
                      <a:tailEnd type="none" w="med" len="med"/>
                    </a:lnR>
                    <a:lnT w="9525" cap="flat" cmpd="sng" algn="ctr">
                      <a:solidFill>
                        <a:sysClr val="window" lastClr="FFFFFF">
                          <a:lumMod val="65000"/>
                        </a:sysClr>
                      </a:solidFill>
                      <a:prstDash val="solid"/>
                      <a:round/>
                      <a:headEnd type="none" w="med" len="med"/>
                      <a:tailEnd type="none" w="med" len="med"/>
                    </a:lnT>
                    <a:lnB w="9525"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ct val="115000"/>
                        </a:lnSpc>
                      </a:pPr>
                      <a:r>
                        <a:rPr lang="zh-CN" sz="2300" b="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超声波碎石、洁齿</a:t>
                      </a:r>
                    </a:p>
                  </a:txBody>
                  <a:tcPr marL="87065" marR="87065" marT="0" marB="0" anchor="ctr">
                    <a:lnL w="9525" cap="flat" cmpd="sng" algn="ctr">
                      <a:solidFill>
                        <a:sysClr val="window" lastClr="FFFFFF">
                          <a:lumMod val="65000"/>
                        </a:sysClr>
                      </a:solidFill>
                      <a:prstDash val="solid"/>
                      <a:round/>
                      <a:headEnd type="none" w="med" len="med"/>
                      <a:tailEnd type="none" w="med" len="med"/>
                    </a:lnL>
                    <a:lnR w="9525" cap="flat" cmpd="sng" algn="ctr">
                      <a:solidFill>
                        <a:sysClr val="window" lastClr="FFFFFF">
                          <a:lumMod val="65000"/>
                        </a:sysClr>
                      </a:solidFill>
                      <a:prstDash val="solid"/>
                      <a:round/>
                      <a:headEnd type="none" w="med" len="med"/>
                      <a:tailEnd type="none" w="med" len="med"/>
                    </a:lnR>
                    <a:lnT w="9525" cap="flat" cmpd="sng" algn="ctr">
                      <a:solidFill>
                        <a:sysClr val="window" lastClr="FFFFFF">
                          <a:lumMod val="65000"/>
                        </a:sysClr>
                      </a:solidFill>
                      <a:prstDash val="solid"/>
                      <a:round/>
                      <a:headEnd type="none" w="med" len="med"/>
                      <a:tailEnd type="none" w="med" len="med"/>
                    </a:lnT>
                    <a:lnB w="9525"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4682189"/>
                  </a:ext>
                </a:extLst>
              </a:tr>
              <a:tr h="505894">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lnSpc>
                          <a:spcPct val="115000"/>
                        </a:lnSpc>
                      </a:pPr>
                      <a:r>
                        <a:rPr lang="zh-CN" sz="2300" b="0" u="none"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利用超声波探测金属内部裂纹</a:t>
                      </a:r>
                    </a:p>
                  </a:txBody>
                  <a:tcPr marL="87065" marR="87065" marT="0" marB="0" anchor="ctr">
                    <a:lnL w="9525" cap="flat" cmpd="sng" algn="ctr">
                      <a:solidFill>
                        <a:sysClr val="window" lastClr="FFFFFF">
                          <a:lumMod val="65000"/>
                        </a:sysClr>
                      </a:solidFill>
                      <a:prstDash val="solid"/>
                      <a:round/>
                      <a:headEnd type="none" w="med" len="med"/>
                      <a:tailEnd type="none" w="med" len="med"/>
                    </a:lnL>
                    <a:lnR w="9525" cap="flat" cmpd="sng" algn="ctr">
                      <a:solidFill>
                        <a:sysClr val="window" lastClr="FFFFFF">
                          <a:lumMod val="65000"/>
                        </a:sysClr>
                      </a:solidFill>
                      <a:prstDash val="solid"/>
                      <a:round/>
                      <a:headEnd type="none" w="med" len="med"/>
                      <a:tailEnd type="none" w="med" len="med"/>
                    </a:lnR>
                    <a:lnT w="9525" cap="flat" cmpd="sng" algn="ctr">
                      <a:solidFill>
                        <a:sysClr val="window" lastClr="FFFFFF">
                          <a:lumMod val="65000"/>
                        </a:sysClr>
                      </a:solidFill>
                      <a:prstDash val="solid"/>
                      <a:round/>
                      <a:headEnd type="none" w="med" len="med"/>
                      <a:tailEnd type="none" w="med" len="med"/>
                    </a:lnT>
                    <a:lnB w="9525"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ct val="115000"/>
                        </a:lnSpc>
                      </a:pPr>
                      <a:r>
                        <a:rPr lang="zh-CN" sz="2300" b="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超声波</a:t>
                      </a:r>
                      <a:r>
                        <a:rPr lang="zh-CN" altLang="en-US" sz="2300" b="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雾化</a:t>
                      </a:r>
                      <a:r>
                        <a:rPr lang="zh-CN" sz="2300" b="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器</a:t>
                      </a:r>
                    </a:p>
                  </a:txBody>
                  <a:tcPr marL="87065" marR="87065" marT="0" marB="0" anchor="ctr">
                    <a:lnL w="9525" cap="flat" cmpd="sng" algn="ctr">
                      <a:solidFill>
                        <a:sysClr val="window" lastClr="FFFFFF">
                          <a:lumMod val="65000"/>
                        </a:sysClr>
                      </a:solidFill>
                      <a:prstDash val="solid"/>
                      <a:round/>
                      <a:headEnd type="none" w="med" len="med"/>
                      <a:tailEnd type="none" w="med" len="med"/>
                    </a:lnL>
                    <a:lnR w="9525" cap="flat" cmpd="sng" algn="ctr">
                      <a:solidFill>
                        <a:sysClr val="window" lastClr="FFFFFF">
                          <a:lumMod val="65000"/>
                        </a:sysClr>
                      </a:solidFill>
                      <a:prstDash val="solid"/>
                      <a:round/>
                      <a:headEnd type="none" w="med" len="med"/>
                      <a:tailEnd type="none" w="med" len="med"/>
                    </a:lnR>
                    <a:lnT w="9525" cap="flat" cmpd="sng" algn="ctr">
                      <a:solidFill>
                        <a:sysClr val="window" lastClr="FFFFFF">
                          <a:lumMod val="65000"/>
                        </a:sysClr>
                      </a:solidFill>
                      <a:prstDash val="solid"/>
                      <a:round/>
                      <a:headEnd type="none" w="med" len="med"/>
                      <a:tailEnd type="none" w="med" len="med"/>
                    </a:lnT>
                    <a:lnB w="9525"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7506188"/>
                  </a:ext>
                </a:extLst>
              </a:tr>
              <a:tr h="505894">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lnSpc>
                          <a:spcPct val="115000"/>
                        </a:lnSpc>
                      </a:pPr>
                      <a:r>
                        <a:rPr lang="zh-CN" sz="2300" b="0" u="none"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利用</a:t>
                      </a:r>
                      <a:r>
                        <a:rPr lang="zh-CN" sz="2300" b="0" u="none" kern="100">
                          <a:solidFill>
                            <a:schemeClr val="tx1"/>
                          </a:solidFill>
                          <a:effectLst/>
                          <a:uFill>
                            <a:solidFill>
                              <a:srgbClr val="000000"/>
                            </a:solidFill>
                          </a:uFill>
                          <a:latin typeface="Times New Roman" panose="02020603050405020304" pitchFamily="18" charset="0"/>
                          <a:ea typeface="微软雅黑" panose="020B0503020204020204" pitchFamily="34" charset="-122"/>
                          <a:cs typeface="Times New Roman" panose="02020603050405020304" pitchFamily="18" charset="0"/>
                        </a:rPr>
                        <a:t>次</a:t>
                      </a:r>
                      <a:r>
                        <a:rPr lang="zh-CN" sz="2300" b="0" u="none"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声波预测地震等</a:t>
                      </a:r>
                    </a:p>
                  </a:txBody>
                  <a:tcPr marL="87065" marR="87065" marT="0" marB="0" anchor="ctr">
                    <a:lnL w="9525" cap="flat" cmpd="sng" algn="ctr">
                      <a:solidFill>
                        <a:sysClr val="window" lastClr="FFFFFF">
                          <a:lumMod val="65000"/>
                        </a:sysClr>
                      </a:solidFill>
                      <a:prstDash val="solid"/>
                      <a:round/>
                      <a:headEnd type="none" w="med" len="med"/>
                      <a:tailEnd type="none" w="med" len="med"/>
                    </a:lnL>
                    <a:lnR w="9525" cap="flat" cmpd="sng" algn="ctr">
                      <a:solidFill>
                        <a:sysClr val="window" lastClr="FFFFFF">
                          <a:lumMod val="65000"/>
                        </a:sysClr>
                      </a:solidFill>
                      <a:prstDash val="solid"/>
                      <a:round/>
                      <a:headEnd type="none" w="med" len="med"/>
                      <a:tailEnd type="none" w="med" len="med"/>
                    </a:lnR>
                    <a:lnT w="9525" cap="flat" cmpd="sng" algn="ctr">
                      <a:solidFill>
                        <a:sysClr val="window" lastClr="FFFFFF">
                          <a:lumMod val="65000"/>
                        </a:sysClr>
                      </a:solidFill>
                      <a:prstDash val="solid"/>
                      <a:round/>
                      <a:headEnd type="none" w="med" len="med"/>
                      <a:tailEnd type="none" w="med" len="med"/>
                    </a:lnT>
                    <a:lnB w="9525"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ct val="115000"/>
                        </a:lnSpc>
                      </a:pPr>
                      <a:r>
                        <a:rPr lang="zh-CN" sz="2300" b="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超声波武器</a:t>
                      </a:r>
                    </a:p>
                  </a:txBody>
                  <a:tcPr marL="87065" marR="87065" marT="0" marB="0" anchor="ctr">
                    <a:lnL w="9525" cap="flat" cmpd="sng" algn="ctr">
                      <a:solidFill>
                        <a:sysClr val="window" lastClr="FFFFFF">
                          <a:lumMod val="65000"/>
                        </a:sysClr>
                      </a:solidFill>
                      <a:prstDash val="solid"/>
                      <a:round/>
                      <a:headEnd type="none" w="med" len="med"/>
                      <a:tailEnd type="none" w="med" len="med"/>
                    </a:lnL>
                    <a:lnR w="9525" cap="flat" cmpd="sng" algn="ctr">
                      <a:solidFill>
                        <a:sysClr val="window" lastClr="FFFFFF">
                          <a:lumMod val="65000"/>
                        </a:sysClr>
                      </a:solidFill>
                      <a:prstDash val="solid"/>
                      <a:round/>
                      <a:headEnd type="none" w="med" len="med"/>
                      <a:tailEnd type="none" w="med" len="med"/>
                    </a:lnR>
                    <a:lnT w="9525" cap="flat" cmpd="sng" algn="ctr">
                      <a:solidFill>
                        <a:sysClr val="window" lastClr="FFFFFF">
                          <a:lumMod val="65000"/>
                        </a:sysClr>
                      </a:solidFill>
                      <a:prstDash val="solid"/>
                      <a:round/>
                      <a:headEnd type="none" w="med" len="med"/>
                      <a:tailEnd type="none" w="med" len="med"/>
                    </a:lnT>
                    <a:lnB w="9525"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4739151"/>
                  </a:ext>
                </a:extLst>
              </a:tr>
              <a:tr h="505894">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lnSpc>
                          <a:spcPct val="115000"/>
                        </a:lnSpc>
                      </a:pPr>
                      <a:r>
                        <a:rPr lang="zh-CN" sz="2300" b="0" u="none"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利用次声波监测核爆炸等</a:t>
                      </a:r>
                    </a:p>
                  </a:txBody>
                  <a:tcPr marL="87065" marR="87065" marT="0" marB="0" anchor="ctr">
                    <a:lnL w="9525" cap="flat" cmpd="sng" algn="ctr">
                      <a:solidFill>
                        <a:sysClr val="window" lastClr="FFFFFF">
                          <a:lumMod val="65000"/>
                        </a:sysClr>
                      </a:solidFill>
                      <a:prstDash val="solid"/>
                      <a:round/>
                      <a:headEnd type="none" w="med" len="med"/>
                      <a:tailEnd type="none" w="med" len="med"/>
                    </a:lnL>
                    <a:lnR w="9525" cap="flat" cmpd="sng" algn="ctr">
                      <a:solidFill>
                        <a:sysClr val="window" lastClr="FFFFFF">
                          <a:lumMod val="65000"/>
                        </a:sysClr>
                      </a:solidFill>
                      <a:prstDash val="solid"/>
                      <a:round/>
                      <a:headEnd type="none" w="med" len="med"/>
                      <a:tailEnd type="none" w="med" len="med"/>
                    </a:lnR>
                    <a:lnT w="9525" cap="flat" cmpd="sng" algn="ctr">
                      <a:solidFill>
                        <a:sysClr val="window" lastClr="FFFFFF">
                          <a:lumMod val="65000"/>
                        </a:sysClr>
                      </a:solidFill>
                      <a:prstDash val="solid"/>
                      <a:round/>
                      <a:headEnd type="none" w="med" len="med"/>
                      <a:tailEnd type="none" w="med" len="med"/>
                    </a:lnT>
                    <a:lnB w="9525"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lnSpc>
                          <a:spcPct val="115000"/>
                        </a:lnSpc>
                      </a:pPr>
                      <a:r>
                        <a:rPr lang="zh-CN" sz="2300" b="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次声波</a:t>
                      </a:r>
                      <a:r>
                        <a:rPr lang="zh-CN" altLang="en-US" sz="2300" b="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的破坏作用</a:t>
                      </a:r>
                      <a:endParaRPr lang="zh-CN" sz="2300" b="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7065" marR="87065" marT="0" marB="0" anchor="ctr">
                    <a:lnL w="9525" cap="flat" cmpd="sng" algn="ctr">
                      <a:solidFill>
                        <a:sysClr val="window" lastClr="FFFFFF">
                          <a:lumMod val="65000"/>
                        </a:sysClr>
                      </a:solidFill>
                      <a:prstDash val="solid"/>
                      <a:round/>
                      <a:headEnd type="none" w="med" len="med"/>
                      <a:tailEnd type="none" w="med" len="med"/>
                    </a:lnL>
                    <a:lnR w="9525" cap="flat" cmpd="sng" algn="ctr">
                      <a:solidFill>
                        <a:sysClr val="window" lastClr="FFFFFF">
                          <a:lumMod val="65000"/>
                        </a:sysClr>
                      </a:solidFill>
                      <a:prstDash val="solid"/>
                      <a:round/>
                      <a:headEnd type="none" w="med" len="med"/>
                      <a:tailEnd type="none" w="med" len="med"/>
                    </a:lnR>
                    <a:lnT w="9525" cap="flat" cmpd="sng" algn="ctr">
                      <a:solidFill>
                        <a:sysClr val="window" lastClr="FFFFFF">
                          <a:lumMod val="65000"/>
                        </a:sysClr>
                      </a:solidFill>
                      <a:prstDash val="solid"/>
                      <a:round/>
                      <a:headEnd type="none" w="med" len="med"/>
                      <a:tailEnd type="none" w="med" len="med"/>
                    </a:lnT>
                    <a:lnB w="9525"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5428907"/>
                  </a:ext>
                </a:extLst>
              </a:tr>
            </a:tbl>
          </a:graphicData>
        </a:graphic>
      </p:graphicFrame>
      <p:sp>
        <p:nvSpPr>
          <p:cNvPr id="5" name="内容占位符 2">
            <a:extLst>
              <a:ext uri="{FF2B5EF4-FFF2-40B4-BE49-F238E27FC236}">
                <a16:creationId xmlns:a16="http://schemas.microsoft.com/office/drawing/2014/main" id="{DACF2E94-CF27-8176-D16E-167D43D179F8}"/>
              </a:ext>
            </a:extLst>
          </p:cNvPr>
          <p:cNvSpPr txBox="1"/>
          <p:nvPr>
            <p:custDataLst>
              <p:tags r:id="rId4"/>
            </p:custDataLst>
          </p:nvPr>
        </p:nvSpPr>
        <p:spPr>
          <a:xfrm>
            <a:off x="192079" y="4480607"/>
            <a:ext cx="2740308" cy="949038"/>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ts val="3400"/>
              </a:lnSpc>
              <a:spcBef>
                <a:spcPct val="0"/>
              </a:spcBef>
              <a:buFont typeface="Arial" panose="020B0604020202020204" pitchFamily="34" charset="0"/>
              <a:buNone/>
            </a:pPr>
            <a:r>
              <a:rPr lang="zh-CN" altLang="en-US" sz="2600" b="1">
                <a:solidFill>
                  <a:srgbClr val="002060"/>
                </a:solidFill>
                <a:latin typeface="Times New Roman" panose="02020603050405020304" pitchFamily="18" charset="0"/>
                <a:cs typeface="Times New Roman" panose="02020603050405020304" pitchFamily="18" charset="0"/>
                <a:sym typeface="幼圆" panose="02010509060101010101" pitchFamily="49" charset="-122"/>
              </a:rPr>
              <a:t>声传递信息、</a:t>
            </a:r>
            <a:endParaRPr lang="en-US" altLang="zh-CN" sz="2600" b="1">
              <a:solidFill>
                <a:srgbClr val="002060"/>
              </a:solidFill>
              <a:latin typeface="Times New Roman" panose="02020603050405020304" pitchFamily="18" charset="0"/>
              <a:cs typeface="Times New Roman" panose="02020603050405020304" pitchFamily="18" charset="0"/>
              <a:sym typeface="幼圆" panose="02010509060101010101" pitchFamily="49" charset="-122"/>
            </a:endParaRPr>
          </a:p>
          <a:p>
            <a:pPr marL="0" indent="0" algn="ctr">
              <a:lnSpc>
                <a:spcPts val="3400"/>
              </a:lnSpc>
              <a:spcBef>
                <a:spcPct val="0"/>
              </a:spcBef>
              <a:buFont typeface="Arial" panose="020B0604020202020204" pitchFamily="34" charset="0"/>
              <a:buNone/>
            </a:pPr>
            <a:r>
              <a:rPr lang="zh-CN" altLang="en-US" sz="2600" b="1">
                <a:solidFill>
                  <a:srgbClr val="002060"/>
                </a:solidFill>
                <a:latin typeface="Times New Roman" panose="02020603050405020304" pitchFamily="18" charset="0"/>
                <a:cs typeface="Times New Roman" panose="02020603050405020304" pitchFamily="18" charset="0"/>
                <a:sym typeface="幼圆" panose="02010509060101010101" pitchFamily="49" charset="-122"/>
              </a:rPr>
              <a:t>传递能量的实例 </a:t>
            </a:r>
          </a:p>
        </p:txBody>
      </p:sp>
      <p:sp>
        <p:nvSpPr>
          <p:cNvPr id="6" name="文本框 5">
            <a:extLst>
              <a:ext uri="{FF2B5EF4-FFF2-40B4-BE49-F238E27FC236}">
                <a16:creationId xmlns:a16="http://schemas.microsoft.com/office/drawing/2014/main" id="{59805E90-EBE5-4CF3-A02C-3E8793535957}"/>
              </a:ext>
            </a:extLst>
          </p:cNvPr>
          <p:cNvSpPr txBox="1"/>
          <p:nvPr>
            <p:custDataLst>
              <p:tags r:id="rId5"/>
            </p:custDataLst>
          </p:nvPr>
        </p:nvSpPr>
        <p:spPr>
          <a:xfrm>
            <a:off x="7765987" y="1143568"/>
            <a:ext cx="3347021" cy="2121863"/>
          </a:xfrm>
          <a:prstGeom prst="rect">
            <a:avLst/>
          </a:prstGeom>
          <a:solidFill>
            <a:sysClr val="window" lastClr="FFFFFF">
              <a:lumMod val="95000"/>
            </a:sysClr>
          </a:solidFill>
          <a:ln>
            <a:solidFill>
              <a:sysClr val="windowText" lastClr="000000"/>
            </a:solidFill>
          </a:ln>
        </p:spPr>
        <p:txBody>
          <a:bodyPr wrap="square">
            <a:spAutoFit/>
          </a:bodyPr>
          <a:lstStyle/>
          <a:p>
            <a:pPr marL="108000" marR="0" lvl="0" indent="0" defTabSz="914400" eaLnBrk="1" fontAlgn="auto" latinLnBrk="0" hangingPunct="1">
              <a:lnSpc>
                <a:spcPts val="3200"/>
              </a:lnSpc>
              <a:spcBef>
                <a:spcPct val="0"/>
              </a:spcBef>
              <a:spcAft>
                <a:spcPct val="0"/>
              </a:spcAft>
              <a:buClrTx/>
              <a:buSzTx/>
              <a:buFontTx/>
              <a:buNone/>
              <a:defRPr/>
            </a:pPr>
            <a:r>
              <a:rPr kumimoji="0" lang="zh-CN" altLang="en-US" sz="2400" b="0" i="0" u="none" strike="noStrike" kern="0" cap="none" spc="0" normalizeH="0" baseline="0" noProof="0">
                <a:ln>
                  <a:noFill/>
                </a:ln>
                <a:solidFill>
                  <a:prstClr val="black"/>
                </a:solidFill>
                <a:effectLst/>
                <a:uLnTx/>
                <a:uFillTx/>
                <a:latin typeface="Times New Roman"/>
                <a:sym typeface="幼圆" panose="02010509060101010101" pitchFamily="49" charset="-122"/>
              </a:rPr>
              <a:t>如“雷声震耳欲聋”，说明雷声具有能量；而“听到了雷声预示着将要下雨”，这是雷声传递信息。</a:t>
            </a:r>
            <a:endParaRPr kumimoji="0" lang="zh-CN" altLang="en-US" sz="24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endParaRPr>
          </a:p>
        </p:txBody>
      </p:sp>
      <p:pic>
        <p:nvPicPr>
          <p:cNvPr id="7" name="图片 6" descr="cbe3eb76672406fabbe30586b58813d">
            <a:extLst>
              <a:ext uri="{FF2B5EF4-FFF2-40B4-BE49-F238E27FC236}">
                <a16:creationId xmlns:a16="http://schemas.microsoft.com/office/drawing/2014/main" id="{28E98B1D-4257-40ED-8845-D04C6F3D9A73}"/>
              </a:ext>
            </a:extLst>
          </p:cNvPr>
          <p:cNvPicPr>
            <a:picLocks noChangeAspect="1"/>
          </p:cNvPicPr>
          <p:nvPr/>
        </p:nvPicPr>
        <p:blipFill>
          <a:blip r:embed="rId7"/>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8427614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1000"/>
                                        <p:tgtEl>
                                          <p:spTgt spid="2"/>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par>
                          <p:cTn id="13" fill="hold" nodeType="afterGroup">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childTnLst>
                          </p:cTn>
                        </p:par>
                      </p:childTnLst>
                    </p:cTn>
                  </p:par>
                  <p:par>
                    <p:cTn id="17" fill="hold" nodeType="clickPar">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checkerboard(across)">
                                      <p:cBhvr>
                                        <p:cTn id="21" dur="500"/>
                                        <p:tgtEl>
                                          <p:spTgt spid="5"/>
                                        </p:tgtEl>
                                      </p:cBhvr>
                                    </p:animEffect>
                                  </p:childTnLst>
                                </p:cTn>
                              </p:par>
                            </p:childTnLst>
                          </p:cTn>
                        </p:par>
                        <p:par>
                          <p:cTn id="22" fill="hold" nodeType="afterGroup">
                            <p:stCondLst>
                              <p:cond delay="500"/>
                            </p:stCondLst>
                            <p:childTnLst>
                              <p:par>
                                <p:cTn id="23" presetID="9" presetClass="entr" presetSubtype="0"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dissolve">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1F7CBD79-8E94-F2E6-B073-2C5D4612D4FF}"/>
              </a:ext>
            </a:extLst>
          </p:cNvPr>
          <p:cNvGrpSpPr/>
          <p:nvPr>
            <p:custDataLst>
              <p:tags r:id="rId1"/>
            </p:custDataLst>
          </p:nvPr>
        </p:nvGrpSpPr>
        <p:grpSpPr>
          <a:xfrm>
            <a:off x="0" y="3834174"/>
            <a:ext cx="12192000" cy="2980284"/>
            <a:chOff x="1802108" y="2722671"/>
            <a:chExt cx="6762965" cy="2194352"/>
          </a:xfrm>
        </p:grpSpPr>
        <p:sp>
          <p:nvSpPr>
            <p:cNvPr id="11" name="矩形 37">
              <a:extLst>
                <a:ext uri="{FF2B5EF4-FFF2-40B4-BE49-F238E27FC236}">
                  <a16:creationId xmlns:a16="http://schemas.microsoft.com/office/drawing/2014/main" id="{33BF757D-5816-2F2B-8D48-733ED42114DE}"/>
                </a:ext>
              </a:extLst>
            </p:cNvPr>
            <p:cNvSpPr>
              <a:spLocks noChangeArrowheads="1"/>
            </p:cNvSpPr>
            <p:nvPr>
              <p:custDataLst>
                <p:tags r:id="rId7"/>
              </p:custDataLst>
            </p:nvPr>
          </p:nvSpPr>
          <p:spPr bwMode="auto">
            <a:xfrm>
              <a:off x="1802108" y="2722671"/>
              <a:ext cx="6762965" cy="219435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defTabSz="1218002">
                <a:defRPr/>
              </a:pPr>
              <a:endParaRPr lang="zh-CN" altLang="en-US" sz="2399">
                <a:solidFill>
                  <a:prstClr val="white"/>
                </a:solidFill>
                <a:latin typeface="Times New Roman"/>
                <a:cs typeface="+mn-ea"/>
                <a:sym typeface="+mn-lt"/>
              </a:endParaRPr>
            </a:p>
          </p:txBody>
        </p:sp>
        <p:pic>
          <p:nvPicPr>
            <p:cNvPr id="12" name="图片 11">
              <a:extLst>
                <a:ext uri="{FF2B5EF4-FFF2-40B4-BE49-F238E27FC236}">
                  <a16:creationId xmlns:a16="http://schemas.microsoft.com/office/drawing/2014/main" id="{389C89D9-090C-2E9C-A8FE-3D845BB41E26}"/>
                </a:ext>
              </a:extLst>
            </p:cNvPr>
            <p:cNvPicPr>
              <a:picLocks noChangeAspect="1"/>
            </p:cNvPicPr>
            <p:nvPr>
              <p:custDataLst>
                <p:tags r:id="rId8"/>
              </p:custDataLst>
            </p:nvPr>
          </p:nvPicPr>
          <p:blipFill>
            <a:blip r:embed="rId10"/>
            <a:srcRect l="16093" t="19040" r="16095" b="25092"/>
            <a:stretch>
              <a:fillRect/>
            </a:stretch>
          </p:blipFill>
          <p:spPr>
            <a:xfrm>
              <a:off x="1837449" y="2787876"/>
              <a:ext cx="649101" cy="474072"/>
            </a:xfrm>
            <a:prstGeom prst="rect">
              <a:avLst/>
            </a:prstGeom>
          </p:spPr>
        </p:pic>
      </p:grpSp>
      <p:sp>
        <p:nvSpPr>
          <p:cNvPr id="2" name="文本框 1">
            <a:extLst>
              <a:ext uri="{FF2B5EF4-FFF2-40B4-BE49-F238E27FC236}">
                <a16:creationId xmlns:a16="http://schemas.microsoft.com/office/drawing/2014/main" id="{B772CA49-4FA2-A6FD-8F81-B322169317D0}"/>
              </a:ext>
            </a:extLst>
          </p:cNvPr>
          <p:cNvSpPr txBox="1"/>
          <p:nvPr>
            <p:custDataLst>
              <p:tags r:id="rId2"/>
            </p:custDataLst>
          </p:nvPr>
        </p:nvSpPr>
        <p:spPr>
          <a:xfrm>
            <a:off x="1008847" y="391060"/>
            <a:ext cx="5668400" cy="359073"/>
          </a:xfrm>
          <a:prstGeom prst="rect">
            <a:avLst/>
          </a:prstGeom>
          <a:noFill/>
        </p:spPr>
        <p:txBody>
          <a:bodyPr wrap="square" lIns="0" tIns="0" rIns="0" bIns="0" rtlCol="0">
            <a:spAutoFit/>
          </a:bodyPr>
          <a:lstStyle/>
          <a:p>
            <a:pPr>
              <a:lnSpc>
                <a:spcPts val="2800"/>
              </a:lnSpc>
              <a:defRPr/>
            </a:pPr>
            <a:r>
              <a:rPr lang="zh-CN" altLang="en-US" sz="2800" b="1" kern="0">
                <a:solidFill>
                  <a:srgbClr val="0070C0"/>
                </a:solidFill>
                <a:latin typeface="微软雅黑" panose="020B0503020204020204" pitchFamily="34" charset="-122"/>
                <a:cs typeface="Times New Roman" panose="02020603050405020304" pitchFamily="18" charset="0"/>
              </a:rPr>
              <a:t>题型一、超声波与次声波的特点</a:t>
            </a:r>
          </a:p>
        </p:txBody>
      </p:sp>
      <p:sp>
        <p:nvSpPr>
          <p:cNvPr id="17" name="文本框 16">
            <a:extLst>
              <a:ext uri="{FF2B5EF4-FFF2-40B4-BE49-F238E27FC236}">
                <a16:creationId xmlns:a16="http://schemas.microsoft.com/office/drawing/2014/main" id="{C678C1F1-4754-C300-FA80-239841EBB064}"/>
              </a:ext>
            </a:extLst>
          </p:cNvPr>
          <p:cNvSpPr txBox="1"/>
          <p:nvPr>
            <p:custDataLst>
              <p:tags r:id="rId3"/>
            </p:custDataLst>
          </p:nvPr>
        </p:nvSpPr>
        <p:spPr>
          <a:xfrm>
            <a:off x="769356" y="1055484"/>
            <a:ext cx="10550284" cy="2422202"/>
          </a:xfrm>
          <a:prstGeom prst="rect">
            <a:avLst/>
          </a:prstGeom>
          <a:noFill/>
        </p:spPr>
        <p:txBody>
          <a:bodyPr wrap="square">
            <a:spAutoFit/>
          </a:bodyPr>
          <a:lstStyle/>
          <a:p>
            <a:pPr indent="576000" defTabSz="913524">
              <a:lnSpc>
                <a:spcPts val="3700"/>
              </a:lnSpc>
              <a:defRPr/>
            </a:pPr>
            <a:r>
              <a:rPr lang="en-US" altLang="zh-CN" sz="2500" b="1">
                <a:ln w="9525" cap="flat" cmpd="sng" algn="ctr">
                  <a:noFill/>
                  <a:prstDash val="solid"/>
                  <a:round/>
                  <a:headEnd type="none" w="med" len="med"/>
                  <a:tailEnd type="none" w="med" len="med"/>
                </a:ln>
                <a:solidFill>
                  <a:prstClr val="black"/>
                </a:solidFill>
                <a:latin typeface="Times New Roman" panose="02020603050405020304" pitchFamily="18" charset="0"/>
                <a:cs typeface="Times New Roman" panose="02020603050405020304" pitchFamily="18" charset="0"/>
                <a:sym typeface="Wingdings"/>
              </a:rPr>
              <a:t>【</a:t>
            </a:r>
            <a:r>
              <a:rPr lang="zh-CN" altLang="en-US" sz="2500" b="1">
                <a:ln w="9525" cap="flat" cmpd="sng" algn="ctr">
                  <a:noFill/>
                  <a:prstDash val="solid"/>
                  <a:round/>
                  <a:headEnd type="none" w="med" len="med"/>
                  <a:tailEnd type="none" w="med" len="med"/>
                </a:ln>
                <a:solidFill>
                  <a:prstClr val="black"/>
                </a:solidFill>
                <a:latin typeface="Times New Roman" panose="02020603050405020304" pitchFamily="18" charset="0"/>
                <a:cs typeface="Times New Roman" panose="02020603050405020304" pitchFamily="18" charset="0"/>
                <a:sym typeface="Wingdings"/>
              </a:rPr>
              <a:t>例题</a:t>
            </a:r>
            <a:r>
              <a:rPr lang="en-US" altLang="zh-CN" sz="2500" b="1">
                <a:ln w="9525" cap="flat" cmpd="sng" algn="ctr">
                  <a:noFill/>
                  <a:prstDash val="solid"/>
                  <a:round/>
                  <a:headEnd type="none" w="med" len="med"/>
                  <a:tailEnd type="none" w="med" len="med"/>
                </a:ln>
                <a:solidFill>
                  <a:prstClr val="black"/>
                </a:solidFill>
                <a:latin typeface="Times New Roman" panose="02020603050405020304" pitchFamily="18" charset="0"/>
                <a:cs typeface="Times New Roman" panose="02020603050405020304" pitchFamily="18" charset="0"/>
                <a:sym typeface="Wingdings"/>
              </a:rPr>
              <a:t>1】</a:t>
            </a:r>
            <a:r>
              <a:rPr lang="zh-CN" altLang="en-US" sz="2500">
                <a:ln w="9525" cap="flat" cmpd="sng" algn="ctr">
                  <a:noFill/>
                  <a:prstDash val="solid"/>
                  <a:round/>
                  <a:headEnd type="none" w="med" len="med"/>
                  <a:tailEnd type="none" w="med" len="med"/>
                </a:ln>
                <a:solidFill>
                  <a:prstClr val="black"/>
                </a:solidFill>
                <a:latin typeface="Times New Roman" panose="02020603050405020304" pitchFamily="18" charset="0"/>
                <a:cs typeface="Times New Roman" panose="02020603050405020304" pitchFamily="18" charset="0"/>
                <a:sym typeface="Wingdings"/>
              </a:rPr>
              <a:t>下列关于超声波和次声波的应用中，说法正确的是（　　）</a:t>
            </a:r>
          </a:p>
          <a:p>
            <a:pPr indent="684000" defTabSz="913524">
              <a:lnSpc>
                <a:spcPts val="3700"/>
              </a:lnSpc>
              <a:defRPr/>
            </a:pPr>
            <a:r>
              <a:rPr lang="en-US" altLang="zh-CN" sz="2500">
                <a:ln w="9525" cap="flat" cmpd="sng" algn="ctr">
                  <a:noFill/>
                  <a:prstDash val="solid"/>
                  <a:round/>
                  <a:headEnd type="none" w="med" len="med"/>
                  <a:tailEnd type="none" w="med" len="med"/>
                </a:ln>
                <a:solidFill>
                  <a:prstClr val="black"/>
                </a:solidFill>
                <a:latin typeface="Times New Roman" panose="02020603050405020304" pitchFamily="18" charset="0"/>
                <a:cs typeface="Times New Roman" panose="02020603050405020304" pitchFamily="18" charset="0"/>
                <a:sym typeface="Wingdings"/>
              </a:rPr>
              <a:t>A</a:t>
            </a:r>
            <a:r>
              <a:rPr lang="zh-CN" altLang="en-US" sz="2500">
                <a:ln w="9525" cap="flat" cmpd="sng" algn="ctr">
                  <a:noFill/>
                  <a:prstDash val="solid"/>
                  <a:round/>
                  <a:headEnd type="none" w="med" len="med"/>
                  <a:tailEnd type="none" w="med" len="med"/>
                </a:ln>
                <a:solidFill>
                  <a:prstClr val="black"/>
                </a:solidFill>
                <a:latin typeface="Times New Roman" panose="02020603050405020304" pitchFamily="18" charset="0"/>
                <a:cs typeface="Times New Roman" panose="02020603050405020304" pitchFamily="18" charset="0"/>
                <a:sym typeface="Wingdings"/>
              </a:rPr>
              <a:t>．倒车雷达是利用次声波来确定障碍物的远近</a:t>
            </a:r>
          </a:p>
          <a:p>
            <a:pPr indent="684000" defTabSz="913524">
              <a:lnSpc>
                <a:spcPts val="3700"/>
              </a:lnSpc>
              <a:defRPr/>
            </a:pPr>
            <a:r>
              <a:rPr lang="en-US" altLang="zh-CN" sz="2500">
                <a:ln w="9525" cap="flat" cmpd="sng" algn="ctr">
                  <a:noFill/>
                  <a:prstDash val="solid"/>
                  <a:round/>
                  <a:headEnd type="none" w="med" len="med"/>
                  <a:tailEnd type="none" w="med" len="med"/>
                </a:ln>
                <a:solidFill>
                  <a:prstClr val="black"/>
                </a:solidFill>
                <a:latin typeface="Times New Roman" panose="02020603050405020304" pitchFamily="18" charset="0"/>
                <a:cs typeface="Times New Roman" panose="02020603050405020304" pitchFamily="18" charset="0"/>
                <a:sym typeface="Wingdings"/>
              </a:rPr>
              <a:t>B</a:t>
            </a:r>
            <a:r>
              <a:rPr lang="zh-CN" altLang="en-US" sz="2500">
                <a:ln w="9525" cap="flat" cmpd="sng" algn="ctr">
                  <a:noFill/>
                  <a:prstDash val="solid"/>
                  <a:round/>
                  <a:headEnd type="none" w="med" len="med"/>
                  <a:tailEnd type="none" w="med" len="med"/>
                </a:ln>
                <a:solidFill>
                  <a:prstClr val="black"/>
                </a:solidFill>
                <a:latin typeface="Times New Roman" panose="02020603050405020304" pitchFamily="18" charset="0"/>
                <a:cs typeface="Times New Roman" panose="02020603050405020304" pitchFamily="18" charset="0"/>
                <a:sym typeface="Wingdings"/>
              </a:rPr>
              <a:t>．超声波是传播速度大于</a:t>
            </a:r>
            <a:r>
              <a:rPr lang="en-US" altLang="zh-CN" sz="2500">
                <a:ln w="9525" cap="flat" cmpd="sng" algn="ctr">
                  <a:noFill/>
                  <a:prstDash val="solid"/>
                  <a:round/>
                  <a:headEnd type="none" w="med" len="med"/>
                  <a:tailEnd type="none" w="med" len="med"/>
                </a:ln>
                <a:solidFill>
                  <a:prstClr val="black"/>
                </a:solidFill>
                <a:latin typeface="Times New Roman" panose="02020603050405020304" pitchFamily="18" charset="0"/>
                <a:cs typeface="Times New Roman" panose="02020603050405020304" pitchFamily="18" charset="0"/>
                <a:sym typeface="Wingdings"/>
              </a:rPr>
              <a:t>340m/s</a:t>
            </a:r>
            <a:r>
              <a:rPr lang="zh-CN" altLang="en-US" sz="2500">
                <a:ln w="9525" cap="flat" cmpd="sng" algn="ctr">
                  <a:noFill/>
                  <a:prstDash val="solid"/>
                  <a:round/>
                  <a:headEnd type="none" w="med" len="med"/>
                  <a:tailEnd type="none" w="med" len="med"/>
                </a:ln>
                <a:solidFill>
                  <a:prstClr val="black"/>
                </a:solidFill>
                <a:latin typeface="Times New Roman" panose="02020603050405020304" pitchFamily="18" charset="0"/>
                <a:cs typeface="Times New Roman" panose="02020603050405020304" pitchFamily="18" charset="0"/>
                <a:sym typeface="Wingdings"/>
              </a:rPr>
              <a:t>的声波</a:t>
            </a:r>
          </a:p>
          <a:p>
            <a:pPr indent="684000" defTabSz="913524">
              <a:lnSpc>
                <a:spcPts val="3700"/>
              </a:lnSpc>
              <a:defRPr/>
            </a:pPr>
            <a:r>
              <a:rPr lang="en-US" altLang="zh-CN" sz="2500">
                <a:ln w="9525" cap="flat" cmpd="sng" algn="ctr">
                  <a:noFill/>
                  <a:prstDash val="solid"/>
                  <a:round/>
                  <a:headEnd type="none" w="med" len="med"/>
                  <a:tailEnd type="none" w="med" len="med"/>
                </a:ln>
                <a:solidFill>
                  <a:prstClr val="black"/>
                </a:solidFill>
                <a:latin typeface="Times New Roman" panose="02020603050405020304" pitchFamily="18" charset="0"/>
                <a:cs typeface="Times New Roman" panose="02020603050405020304" pitchFamily="18" charset="0"/>
                <a:sym typeface="Wingdings"/>
              </a:rPr>
              <a:t>C</a:t>
            </a:r>
            <a:r>
              <a:rPr lang="zh-CN" altLang="en-US" sz="2500">
                <a:ln w="9525" cap="flat" cmpd="sng" algn="ctr">
                  <a:noFill/>
                  <a:prstDash val="solid"/>
                  <a:round/>
                  <a:headEnd type="none" w="med" len="med"/>
                  <a:tailEnd type="none" w="med" len="med"/>
                </a:ln>
                <a:solidFill>
                  <a:prstClr val="black"/>
                </a:solidFill>
                <a:latin typeface="Times New Roman" panose="02020603050405020304" pitchFamily="18" charset="0"/>
                <a:cs typeface="Times New Roman" panose="02020603050405020304" pitchFamily="18" charset="0"/>
                <a:sym typeface="Wingdings"/>
              </a:rPr>
              <a:t>．超声波清洗机清洗眼镜利用声音可以传递能量</a:t>
            </a:r>
          </a:p>
          <a:p>
            <a:pPr indent="684000" defTabSz="913524">
              <a:lnSpc>
                <a:spcPts val="3700"/>
              </a:lnSpc>
              <a:defRPr/>
            </a:pPr>
            <a:r>
              <a:rPr lang="en-US" altLang="zh-CN" sz="2500">
                <a:ln w="9525" cap="flat" cmpd="sng" algn="ctr">
                  <a:noFill/>
                  <a:prstDash val="solid"/>
                  <a:round/>
                  <a:headEnd type="none" w="med" len="med"/>
                  <a:tailEnd type="none" w="med" len="med"/>
                </a:ln>
                <a:solidFill>
                  <a:prstClr val="black"/>
                </a:solidFill>
                <a:latin typeface="Times New Roman" panose="02020603050405020304" pitchFamily="18" charset="0"/>
                <a:cs typeface="Times New Roman" panose="02020603050405020304" pitchFamily="18" charset="0"/>
                <a:sym typeface="Wingdings"/>
              </a:rPr>
              <a:t>D</a:t>
            </a:r>
            <a:r>
              <a:rPr lang="zh-CN" altLang="en-US" sz="2500">
                <a:ln w="9525" cap="flat" cmpd="sng" algn="ctr">
                  <a:noFill/>
                  <a:prstDash val="solid"/>
                  <a:round/>
                  <a:headEnd type="none" w="med" len="med"/>
                  <a:tailEnd type="none" w="med" len="med"/>
                </a:ln>
                <a:solidFill>
                  <a:prstClr val="black"/>
                </a:solidFill>
                <a:latin typeface="Times New Roman" panose="02020603050405020304" pitchFamily="18" charset="0"/>
                <a:cs typeface="Times New Roman" panose="02020603050405020304" pitchFamily="18" charset="0"/>
                <a:sym typeface="Wingdings"/>
              </a:rPr>
              <a:t>．用声呐探测海深是利用次声波来传递信息</a:t>
            </a:r>
          </a:p>
        </p:txBody>
      </p:sp>
      <p:sp>
        <p:nvSpPr>
          <p:cNvPr id="3" name="文本框 2">
            <a:extLst>
              <a:ext uri="{FF2B5EF4-FFF2-40B4-BE49-F238E27FC236}">
                <a16:creationId xmlns:a16="http://schemas.microsoft.com/office/drawing/2014/main" id="{09FF4914-362A-2D40-AE87-A0884845AE07}"/>
              </a:ext>
            </a:extLst>
          </p:cNvPr>
          <p:cNvSpPr txBox="1"/>
          <p:nvPr>
            <p:custDataLst>
              <p:tags r:id="rId4"/>
            </p:custDataLst>
          </p:nvPr>
        </p:nvSpPr>
        <p:spPr>
          <a:xfrm>
            <a:off x="10156750" y="1103607"/>
            <a:ext cx="931742" cy="492443"/>
          </a:xfrm>
          <a:prstGeom prst="rect">
            <a:avLst/>
          </a:prstGeom>
          <a:noFill/>
        </p:spPr>
        <p:txBody>
          <a:bodyPr wrap="square">
            <a:spAutoFit/>
          </a:bodyPr>
          <a:lstStyle/>
          <a:p>
            <a:pPr>
              <a:defRPr/>
            </a:pPr>
            <a:r>
              <a:rPr lang="en-US" altLang="zh-CN" sz="2600" kern="0">
                <a:solidFill>
                  <a:srgbClr val="C00000"/>
                </a:solidFill>
                <a:latin typeface="Times New Roman"/>
                <a:cs typeface="仿宋" panose="02010609060101010101" charset="-122"/>
              </a:rPr>
              <a:t>C</a:t>
            </a:r>
            <a:endParaRPr lang="zh-CN" altLang="en-US" sz="2600" kern="0">
              <a:solidFill>
                <a:srgbClr val="C00000"/>
              </a:solidFill>
              <a:latin typeface="等线" panose="020F0502020204030204"/>
              <a:ea typeface="等线" panose="02010600030101010101" pitchFamily="2" charset="-122"/>
            </a:endParaRPr>
          </a:p>
        </p:txBody>
      </p:sp>
      <p:sp>
        <p:nvSpPr>
          <p:cNvPr id="6" name="文本框 5">
            <a:extLst>
              <a:ext uri="{FF2B5EF4-FFF2-40B4-BE49-F238E27FC236}">
                <a16:creationId xmlns:a16="http://schemas.microsoft.com/office/drawing/2014/main" id="{179D7222-35E0-901E-F45E-CADDFC547E5E}"/>
              </a:ext>
            </a:extLst>
          </p:cNvPr>
          <p:cNvSpPr txBox="1"/>
          <p:nvPr>
            <p:custDataLst>
              <p:tags r:id="rId5"/>
            </p:custDataLst>
          </p:nvPr>
        </p:nvSpPr>
        <p:spPr>
          <a:xfrm>
            <a:off x="952236" y="4123219"/>
            <a:ext cx="10581815" cy="2272417"/>
          </a:xfrm>
          <a:prstGeom prst="rect">
            <a:avLst/>
          </a:prstGeom>
          <a:noFill/>
          <a:ln w="9525">
            <a:noFill/>
          </a:ln>
        </p:spPr>
        <p:txBody>
          <a:bodyPr wrap="square">
            <a:spAutoFit/>
          </a:bodyPr>
          <a:lstStyle/>
          <a:p>
            <a:pPr indent="457200" fontAlgn="ctr">
              <a:lnSpc>
                <a:spcPts val="3400"/>
              </a:lnSpc>
            </a:pPr>
            <a:r>
              <a:rPr lang="en-US" altLang="zh-CN" sz="2400" kern="100">
                <a:solidFill>
                  <a:srgbClr val="FFFFFF"/>
                </a:solidFill>
                <a:latin typeface="Times New Roman" panose="02020603050405020304" pitchFamily="18" charset="0"/>
                <a:cs typeface="Times New Roman" panose="02020603050405020304" pitchFamily="18" charset="0"/>
              </a:rPr>
              <a:t>A</a:t>
            </a:r>
            <a:r>
              <a:rPr lang="zh-CN" altLang="en-US" sz="2400" kern="100">
                <a:solidFill>
                  <a:srgbClr val="FFFFFF"/>
                </a:solidFill>
                <a:latin typeface="Times New Roman" panose="02020603050405020304" pitchFamily="18" charset="0"/>
                <a:cs typeface="Times New Roman" panose="02020603050405020304" pitchFamily="18" charset="0"/>
              </a:rPr>
              <a:t>．倒车雷达是利用超声波传递信息来确定障碍物的远近，故</a:t>
            </a:r>
            <a:r>
              <a:rPr lang="en-US" altLang="zh-CN" sz="2400" kern="100">
                <a:solidFill>
                  <a:srgbClr val="FFFFFF"/>
                </a:solidFill>
                <a:latin typeface="Times New Roman" panose="02020603050405020304" pitchFamily="18" charset="0"/>
                <a:cs typeface="Times New Roman" panose="02020603050405020304" pitchFamily="18" charset="0"/>
              </a:rPr>
              <a:t>A</a:t>
            </a:r>
            <a:r>
              <a:rPr lang="zh-CN" altLang="en-US" sz="2400" kern="100">
                <a:solidFill>
                  <a:srgbClr val="FFFFFF"/>
                </a:solidFill>
                <a:latin typeface="Times New Roman" panose="02020603050405020304" pitchFamily="18" charset="0"/>
                <a:cs typeface="Times New Roman" panose="02020603050405020304" pitchFamily="18" charset="0"/>
              </a:rPr>
              <a:t>错误；</a:t>
            </a:r>
          </a:p>
          <a:p>
            <a:pPr indent="457200" fontAlgn="ctr">
              <a:lnSpc>
                <a:spcPts val="3400"/>
              </a:lnSpc>
            </a:pPr>
            <a:r>
              <a:rPr lang="en-US" altLang="zh-CN" sz="2400" kern="100">
                <a:solidFill>
                  <a:srgbClr val="FFFFFF"/>
                </a:solidFill>
                <a:latin typeface="Times New Roman" panose="02020603050405020304" pitchFamily="18" charset="0"/>
                <a:cs typeface="Times New Roman" panose="02020603050405020304" pitchFamily="18" charset="0"/>
              </a:rPr>
              <a:t>B</a:t>
            </a:r>
            <a:r>
              <a:rPr lang="zh-CN" altLang="en-US" sz="2400" kern="100">
                <a:solidFill>
                  <a:srgbClr val="FFFFFF"/>
                </a:solidFill>
                <a:latin typeface="Times New Roman" panose="02020603050405020304" pitchFamily="18" charset="0"/>
                <a:cs typeface="Times New Roman" panose="02020603050405020304" pitchFamily="18" charset="0"/>
              </a:rPr>
              <a:t>．超声波指频率高于</a:t>
            </a:r>
            <a:r>
              <a:rPr lang="en-US" altLang="zh-CN" sz="2400" kern="100">
                <a:solidFill>
                  <a:srgbClr val="FFFFFF"/>
                </a:solidFill>
                <a:latin typeface="Times New Roman" panose="02020603050405020304" pitchFamily="18" charset="0"/>
                <a:cs typeface="Times New Roman" panose="02020603050405020304" pitchFamily="18" charset="0"/>
              </a:rPr>
              <a:t>20000</a:t>
            </a:r>
            <a:r>
              <a:rPr lang="zh-CN" altLang="en-US" sz="2400" kern="100">
                <a:solidFill>
                  <a:srgbClr val="FFFFFF"/>
                </a:solidFill>
                <a:latin typeface="Times New Roman" panose="02020603050405020304" pitchFamily="18" charset="0"/>
                <a:cs typeface="Times New Roman" panose="02020603050405020304" pitchFamily="18" charset="0"/>
              </a:rPr>
              <a:t>赫兹的声波，相同情况下，传播速度和普通声波相同，故</a:t>
            </a:r>
            <a:r>
              <a:rPr lang="en-US" altLang="zh-CN" sz="2400" kern="100">
                <a:solidFill>
                  <a:srgbClr val="FFFFFF"/>
                </a:solidFill>
                <a:latin typeface="Times New Roman" panose="02020603050405020304" pitchFamily="18" charset="0"/>
                <a:cs typeface="Times New Roman" panose="02020603050405020304" pitchFamily="18" charset="0"/>
              </a:rPr>
              <a:t>B</a:t>
            </a:r>
            <a:r>
              <a:rPr lang="zh-CN" altLang="en-US" sz="2400" kern="100">
                <a:solidFill>
                  <a:srgbClr val="FFFFFF"/>
                </a:solidFill>
                <a:latin typeface="Times New Roman" panose="02020603050405020304" pitchFamily="18" charset="0"/>
                <a:cs typeface="Times New Roman" panose="02020603050405020304" pitchFamily="18" charset="0"/>
              </a:rPr>
              <a:t>错误；</a:t>
            </a:r>
          </a:p>
          <a:p>
            <a:pPr indent="457200" fontAlgn="ctr">
              <a:lnSpc>
                <a:spcPts val="3400"/>
              </a:lnSpc>
            </a:pPr>
            <a:r>
              <a:rPr lang="en-US" altLang="zh-CN" sz="2400" kern="100">
                <a:solidFill>
                  <a:srgbClr val="FFFFFF"/>
                </a:solidFill>
                <a:latin typeface="Times New Roman" panose="02020603050405020304" pitchFamily="18" charset="0"/>
                <a:cs typeface="Times New Roman" panose="02020603050405020304" pitchFamily="18" charset="0"/>
              </a:rPr>
              <a:t>C</a:t>
            </a:r>
            <a:r>
              <a:rPr lang="zh-CN" altLang="en-US" sz="2400" kern="100">
                <a:solidFill>
                  <a:srgbClr val="FFFFFF"/>
                </a:solidFill>
                <a:latin typeface="Times New Roman" panose="02020603050405020304" pitchFamily="18" charset="0"/>
                <a:cs typeface="Times New Roman" panose="02020603050405020304" pitchFamily="18" charset="0"/>
              </a:rPr>
              <a:t>．超声波能够粉碎体内“结石”，是利用声波能够传递能量，故</a:t>
            </a:r>
            <a:r>
              <a:rPr lang="en-US" altLang="zh-CN" sz="2400" kern="100">
                <a:solidFill>
                  <a:srgbClr val="FFFFFF"/>
                </a:solidFill>
                <a:latin typeface="Times New Roman" panose="02020603050405020304" pitchFamily="18" charset="0"/>
                <a:cs typeface="Times New Roman" panose="02020603050405020304" pitchFamily="18" charset="0"/>
              </a:rPr>
              <a:t>C</a:t>
            </a:r>
            <a:r>
              <a:rPr lang="zh-CN" altLang="en-US" sz="2400" kern="100">
                <a:solidFill>
                  <a:srgbClr val="FFFFFF"/>
                </a:solidFill>
                <a:latin typeface="Times New Roman" panose="02020603050405020304" pitchFamily="18" charset="0"/>
                <a:cs typeface="Times New Roman" panose="02020603050405020304" pitchFamily="18" charset="0"/>
              </a:rPr>
              <a:t>正确；</a:t>
            </a:r>
          </a:p>
          <a:p>
            <a:pPr indent="457200" fontAlgn="ctr">
              <a:lnSpc>
                <a:spcPts val="3400"/>
              </a:lnSpc>
            </a:pPr>
            <a:r>
              <a:rPr lang="en-US" altLang="zh-CN" sz="2400" kern="100">
                <a:solidFill>
                  <a:srgbClr val="FFFFFF"/>
                </a:solidFill>
                <a:latin typeface="Times New Roman" panose="02020603050405020304" pitchFamily="18" charset="0"/>
                <a:cs typeface="Times New Roman" panose="02020603050405020304" pitchFamily="18" charset="0"/>
              </a:rPr>
              <a:t>D</a:t>
            </a:r>
            <a:r>
              <a:rPr lang="zh-CN" altLang="en-US" sz="2400" kern="100">
                <a:solidFill>
                  <a:srgbClr val="FFFFFF"/>
                </a:solidFill>
                <a:latin typeface="Times New Roman" panose="02020603050405020304" pitchFamily="18" charset="0"/>
                <a:cs typeface="Times New Roman" panose="02020603050405020304" pitchFamily="18" charset="0"/>
              </a:rPr>
              <a:t>．声呐探测海深是利用超声波可以传递信息，故</a:t>
            </a:r>
            <a:r>
              <a:rPr lang="en-US" altLang="zh-CN" sz="2400" kern="100">
                <a:solidFill>
                  <a:srgbClr val="FFFFFF"/>
                </a:solidFill>
                <a:latin typeface="Times New Roman" panose="02020603050405020304" pitchFamily="18" charset="0"/>
                <a:cs typeface="Times New Roman" panose="02020603050405020304" pitchFamily="18" charset="0"/>
              </a:rPr>
              <a:t>D</a:t>
            </a:r>
            <a:r>
              <a:rPr lang="zh-CN" altLang="en-US" sz="2400" kern="100">
                <a:solidFill>
                  <a:srgbClr val="FFFFFF"/>
                </a:solidFill>
                <a:latin typeface="Times New Roman" panose="02020603050405020304" pitchFamily="18" charset="0"/>
                <a:cs typeface="Times New Roman" panose="02020603050405020304" pitchFamily="18" charset="0"/>
              </a:rPr>
              <a:t>错误。</a:t>
            </a:r>
          </a:p>
        </p:txBody>
      </p:sp>
      <p:sp>
        <p:nvSpPr>
          <p:cNvPr id="8" name="文本框 7">
            <a:extLst>
              <a:ext uri="{FF2B5EF4-FFF2-40B4-BE49-F238E27FC236}">
                <a16:creationId xmlns:a16="http://schemas.microsoft.com/office/drawing/2014/main" id="{7F7EC099-FFFA-C741-6384-606929FC2967}"/>
              </a:ext>
            </a:extLst>
          </p:cNvPr>
          <p:cNvSpPr txBox="1"/>
          <p:nvPr>
            <p:custDataLst>
              <p:tags r:id="rId6"/>
            </p:custDataLst>
          </p:nvPr>
        </p:nvSpPr>
        <p:spPr>
          <a:xfrm>
            <a:off x="9491370" y="5871838"/>
            <a:ext cx="1680287" cy="523798"/>
          </a:xfrm>
          <a:prstGeom prst="rect">
            <a:avLst/>
          </a:prstGeom>
          <a:noFill/>
        </p:spPr>
        <p:txBody>
          <a:bodyPr wrap="square">
            <a:spAutoFit/>
          </a:bodyPr>
          <a:lstStyle/>
          <a:p>
            <a:pPr marL="108000">
              <a:lnSpc>
                <a:spcPts val="3600"/>
              </a:lnSpc>
              <a:defRPr/>
            </a:pPr>
            <a:r>
              <a:rPr lang="zh-CN" altLang="en-US" sz="2300" b="1" kern="0">
                <a:solidFill>
                  <a:srgbClr val="FFC000"/>
                </a:solidFill>
                <a:latin typeface="Times New Roman" panose="02020603050405020304" pitchFamily="18" charset="0"/>
                <a:cs typeface="Times New Roman" panose="02020603050405020304" pitchFamily="18" charset="0"/>
              </a:rPr>
              <a:t>故选</a:t>
            </a:r>
            <a:r>
              <a:rPr lang="en-US" altLang="zh-CN" sz="2300" b="1" kern="0">
                <a:solidFill>
                  <a:srgbClr val="FFC000"/>
                </a:solidFill>
                <a:latin typeface="Times New Roman" panose="02020603050405020304" pitchFamily="18" charset="0"/>
                <a:cs typeface="Times New Roman" panose="02020603050405020304" pitchFamily="18" charset="0"/>
              </a:rPr>
              <a:t>C.</a:t>
            </a:r>
            <a:endParaRPr lang="zh-CN" altLang="en-US" sz="2300" b="1" kern="0">
              <a:solidFill>
                <a:srgbClr val="FFC000"/>
              </a:solidFill>
              <a:latin typeface="Times New Roman" panose="02020603050405020304" pitchFamily="18" charset="0"/>
              <a:cs typeface="Times New Roman" panose="02020603050405020304" pitchFamily="18" charset="0"/>
            </a:endParaRPr>
          </a:p>
        </p:txBody>
      </p:sp>
      <p:pic>
        <p:nvPicPr>
          <p:cNvPr id="4" name="图片 3" descr="cbe3eb76672406fabbe30586b58813d">
            <a:extLst>
              <a:ext uri="{FF2B5EF4-FFF2-40B4-BE49-F238E27FC236}">
                <a16:creationId xmlns:a16="http://schemas.microsoft.com/office/drawing/2014/main" id="{84E55EC9-90F0-50D4-D1A6-0150F51B5F72}"/>
              </a:ext>
            </a:extLst>
          </p:cNvPr>
          <p:cNvPicPr>
            <a:picLocks noChangeAspect="1"/>
          </p:cNvPicPr>
          <p:nvPr/>
        </p:nvPicPr>
        <p:blipFill>
          <a:blip r:embed="rId11"/>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332079415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blinds(horizontal)">
                                      <p:cBhvr>
                                        <p:cTn id="12" dur="500"/>
                                        <p:tgtEl>
                                          <p:spTgt spid="6">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blinds(horizontal)">
                                      <p:cBhvr>
                                        <p:cTn id="17" dur="500"/>
                                        <p:tgtEl>
                                          <p:spTgt spid="6">
                                            <p:txEl>
                                              <p:pRg st="1" end="1"/>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blinds(horizontal)">
                                      <p:cBhvr>
                                        <p:cTn id="22" dur="500"/>
                                        <p:tgtEl>
                                          <p:spTgt spid="6">
                                            <p:txEl>
                                              <p:pRg st="2" end="2"/>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blinds(horizontal)">
                                      <p:cBhvr>
                                        <p:cTn id="27" dur="500"/>
                                        <p:tgtEl>
                                          <p:spTgt spid="6">
                                            <p:txEl>
                                              <p:pRg st="3" end="3"/>
                                            </p:txEl>
                                          </p:spTgt>
                                        </p:tgtEl>
                                      </p:cBhvr>
                                    </p:animEffect>
                                  </p:childTnLst>
                                </p:cTn>
                              </p:par>
                            </p:childTnLst>
                          </p:cTn>
                        </p:par>
                        <p:par>
                          <p:cTn id="28" fill="hold" nodeType="afterGroup">
                            <p:stCondLst>
                              <p:cond delay="500"/>
                            </p:stCondLst>
                            <p:childTnLst>
                              <p:par>
                                <p:cTn id="29" presetID="16" presetClass="entr" presetSubtype="21" fill="hold" grpId="0" nodeType="afterEffect">
                                  <p:stCondLst>
                                    <p:cond delay="250"/>
                                  </p:stCondLst>
                                  <p:childTnLst>
                                    <p:set>
                                      <p:cBhvr>
                                        <p:cTn id="30" dur="1" fill="hold">
                                          <p:stCondLst>
                                            <p:cond delay="0"/>
                                          </p:stCondLst>
                                        </p:cTn>
                                        <p:tgtEl>
                                          <p:spTgt spid="8"/>
                                        </p:tgtEl>
                                        <p:attrNameLst>
                                          <p:attrName>style.visibility</p:attrName>
                                        </p:attrNameLst>
                                      </p:cBhvr>
                                      <p:to>
                                        <p:strVal val="visible"/>
                                      </p:to>
                                    </p:set>
                                    <p:animEffect transition="in" filter="barn(inVertical)">
                                      <p:cBhvr>
                                        <p:cTn id="31" dur="500"/>
                                        <p:tgtEl>
                                          <p:spTgt spid="8"/>
                                        </p:tgtEl>
                                      </p:cBhvr>
                                    </p:animEffect>
                                  </p:childTnLst>
                                </p:cTn>
                              </p:par>
                            </p:childTnLst>
                          </p:cTn>
                        </p:par>
                        <p:par>
                          <p:cTn id="32" fill="hold" nodeType="afterGroup">
                            <p:stCondLst>
                              <p:cond delay="1250"/>
                            </p:stCondLst>
                            <p:childTnLst>
                              <p:par>
                                <p:cTn id="33" presetID="22" presetClass="entr" presetSubtype="4" fill="hold" grpId="0" nodeType="after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down)">
                                      <p:cBhvr>
                                        <p:cTn id="3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A305E4A4-BD97-4E14-CA4C-0F0F70E50772}"/>
              </a:ext>
            </a:extLst>
          </p:cNvPr>
          <p:cNvGrpSpPr/>
          <p:nvPr>
            <p:custDataLst>
              <p:tags r:id="rId1"/>
            </p:custDataLst>
          </p:nvPr>
        </p:nvGrpSpPr>
        <p:grpSpPr>
          <a:xfrm>
            <a:off x="0" y="4515244"/>
            <a:ext cx="12192000" cy="2336449"/>
            <a:chOff x="1802108" y="2722671"/>
            <a:chExt cx="6762965" cy="2194352"/>
          </a:xfrm>
        </p:grpSpPr>
        <p:sp>
          <p:nvSpPr>
            <p:cNvPr id="9" name="矩形 37">
              <a:extLst>
                <a:ext uri="{FF2B5EF4-FFF2-40B4-BE49-F238E27FC236}">
                  <a16:creationId xmlns:a16="http://schemas.microsoft.com/office/drawing/2014/main" id="{EF49AA2D-44B5-D797-3BAF-03307C60721F}"/>
                </a:ext>
              </a:extLst>
            </p:cNvPr>
            <p:cNvSpPr>
              <a:spLocks noChangeArrowheads="1"/>
            </p:cNvSpPr>
            <p:nvPr>
              <p:custDataLst>
                <p:tags r:id="rId9"/>
              </p:custDataLst>
            </p:nvPr>
          </p:nvSpPr>
          <p:spPr bwMode="auto">
            <a:xfrm>
              <a:off x="1802108" y="2722671"/>
              <a:ext cx="6762965" cy="219435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1218002" rtl="0" eaLnBrk="1" fontAlgn="auto" latinLnBrk="0" hangingPunct="1">
                <a:lnSpc>
                  <a:spcPct val="100000"/>
                </a:lnSpc>
                <a:spcBef>
                  <a:spcPct val="0"/>
                </a:spcBef>
                <a:spcAft>
                  <a:spcPct val="0"/>
                </a:spcAft>
                <a:buClrTx/>
                <a:buSzTx/>
                <a:buFontTx/>
                <a:buNone/>
                <a:defRPr/>
              </a:pPr>
              <a:endParaRPr kumimoji="0" lang="zh-CN" altLang="en-US" sz="2399" b="0" i="0" u="none" strike="noStrike" kern="1200" cap="none" spc="0" normalizeH="0" baseline="0" noProof="0">
                <a:ln>
                  <a:noFill/>
                </a:ln>
                <a:solidFill>
                  <a:prstClr val="white"/>
                </a:solidFill>
                <a:effectLst/>
                <a:uLnTx/>
                <a:uFillTx/>
                <a:latin typeface="Times New Roman"/>
                <a:ea typeface="微软雅黑" panose="020B0503020204020204" pitchFamily="34" charset="-122"/>
                <a:cs typeface="+mn-ea"/>
                <a:sym typeface="+mn-lt"/>
              </a:endParaRPr>
            </a:p>
          </p:txBody>
        </p:sp>
        <p:pic>
          <p:nvPicPr>
            <p:cNvPr id="10" name="图片 9">
              <a:extLst>
                <a:ext uri="{FF2B5EF4-FFF2-40B4-BE49-F238E27FC236}">
                  <a16:creationId xmlns:a16="http://schemas.microsoft.com/office/drawing/2014/main" id="{F2528180-F4A0-3F47-934C-88DB6434923A}"/>
                </a:ext>
              </a:extLst>
            </p:cNvPr>
            <p:cNvPicPr>
              <a:picLocks noChangeAspect="1"/>
            </p:cNvPicPr>
            <p:nvPr>
              <p:custDataLst>
                <p:tags r:id="rId10"/>
              </p:custDataLst>
            </p:nvPr>
          </p:nvPicPr>
          <p:blipFill>
            <a:blip r:embed="rId12"/>
            <a:srcRect l="16093" t="19040" r="16095" b="25092"/>
            <a:stretch>
              <a:fillRect/>
            </a:stretch>
          </p:blipFill>
          <p:spPr>
            <a:xfrm>
              <a:off x="1837449" y="2787876"/>
              <a:ext cx="649101" cy="474072"/>
            </a:xfrm>
            <a:prstGeom prst="rect">
              <a:avLst/>
            </a:prstGeom>
          </p:spPr>
        </p:pic>
      </p:grpSp>
      <p:sp>
        <p:nvSpPr>
          <p:cNvPr id="12" name="文本框 11">
            <a:extLst>
              <a:ext uri="{FF2B5EF4-FFF2-40B4-BE49-F238E27FC236}">
                <a16:creationId xmlns:a16="http://schemas.microsoft.com/office/drawing/2014/main" id="{78A8568A-83B9-2E2E-41EF-09DFB4F8C03C}"/>
              </a:ext>
            </a:extLst>
          </p:cNvPr>
          <p:cNvSpPr txBox="1"/>
          <p:nvPr>
            <p:custDataLst>
              <p:tags r:id="rId2"/>
            </p:custDataLst>
          </p:nvPr>
        </p:nvSpPr>
        <p:spPr>
          <a:xfrm>
            <a:off x="1293086" y="1254890"/>
            <a:ext cx="6558142" cy="2964914"/>
          </a:xfrm>
          <a:prstGeom prst="rect">
            <a:avLst/>
          </a:prstGeom>
          <a:noFill/>
        </p:spPr>
        <p:txBody>
          <a:bodyPr wrap="square">
            <a:spAutoFit/>
          </a:bodyPr>
          <a:lstStyle/>
          <a:p>
            <a:pPr marL="0" marR="0" lvl="0" indent="432000" algn="l" defTabSz="457200" rtl="0" eaLnBrk="1" fontAlgn="ctr" latinLnBrk="0" hangingPunct="1">
              <a:lnSpc>
                <a:spcPts val="3200"/>
              </a:lnSpc>
              <a:spcBef>
                <a:spcPct val="0"/>
              </a:spcBef>
              <a:spcAft>
                <a:spcPct val="0"/>
              </a:spcAft>
              <a:buClrTx/>
              <a:buSzTx/>
              <a:buFontTx/>
              <a:buNone/>
              <a:defRPr/>
            </a:pPr>
            <a:r>
              <a:rPr kumimoji="0" lang="en-US" altLang="zh-CN" sz="2300" b="1" i="0" u="none" strike="noStrike" kern="100" cap="none" spc="0" normalizeH="0" baseline="0" noProof="0">
                <a:ln>
                  <a:noFill/>
                </a:ln>
                <a:solidFill>
                  <a:prstClr val="black"/>
                </a:solidFill>
                <a:effectLst/>
                <a:uLnTx/>
                <a:uFillTx/>
                <a:latin typeface="Times New Roman"/>
                <a:ea typeface="微软雅黑" panose="020B0503020204020204" pitchFamily="34" charset="-122"/>
                <a:cs typeface="+mn-cs"/>
              </a:rPr>
              <a:t>【</a:t>
            </a:r>
            <a:r>
              <a:rPr kumimoji="0" lang="zh-CN" altLang="en-US" sz="2300" b="1" i="0" u="none" strike="noStrike" kern="100" cap="none" spc="0" normalizeH="0" baseline="0" noProof="0">
                <a:ln>
                  <a:noFill/>
                </a:ln>
                <a:solidFill>
                  <a:prstClr val="black"/>
                </a:solidFill>
                <a:effectLst/>
                <a:uLnTx/>
                <a:uFillTx/>
                <a:latin typeface="Times New Roman"/>
                <a:ea typeface="微软雅黑" panose="020B0503020204020204" pitchFamily="34" charset="-122"/>
                <a:cs typeface="+mn-cs"/>
              </a:rPr>
              <a:t>例题</a:t>
            </a:r>
            <a:r>
              <a:rPr kumimoji="0" lang="en-US" altLang="zh-CN" sz="2300" b="1" i="0" u="none" strike="noStrike" kern="100" cap="none" spc="0" normalizeH="0" baseline="0" noProof="0">
                <a:ln>
                  <a:noFill/>
                </a:ln>
                <a:solidFill>
                  <a:prstClr val="black"/>
                </a:solidFill>
                <a:effectLst/>
                <a:uLnTx/>
                <a:uFillTx/>
                <a:latin typeface="Times New Roman"/>
                <a:ea typeface="微软雅黑" panose="020B0503020204020204" pitchFamily="34" charset="-122"/>
                <a:cs typeface="+mn-cs"/>
              </a:rPr>
              <a:t>2】</a:t>
            </a:r>
            <a:r>
              <a:rPr kumimoji="0" lang="zh-CN" altLang="en-US" sz="2300" b="0" i="0" u="none" strike="noStrike" kern="100" cap="none" spc="0" normalizeH="0" baseline="0" noProof="0">
                <a:ln>
                  <a:noFill/>
                </a:ln>
                <a:solidFill>
                  <a:prstClr val="black"/>
                </a:solidFill>
                <a:effectLst/>
                <a:uLnTx/>
                <a:uFillTx/>
                <a:latin typeface="Times New Roman"/>
                <a:ea typeface="微软雅黑" panose="020B0503020204020204" pitchFamily="34" charset="-122"/>
                <a:cs typeface="+mn-cs"/>
              </a:rPr>
              <a:t>地震时会产生</a:t>
            </a:r>
            <a:r>
              <a:rPr kumimoji="0" lang="en-US" altLang="zh-CN" sz="2300" b="0" i="0" u="none" strike="noStrike" kern="100" cap="none" spc="0" normalizeH="0" baseline="0" noProof="0">
                <a:ln>
                  <a:noFill/>
                </a:ln>
                <a:solidFill>
                  <a:prstClr val="black"/>
                </a:solidFill>
                <a:effectLst/>
                <a:uLnTx/>
                <a:uFillTx/>
                <a:latin typeface="Times New Roman"/>
                <a:ea typeface="微软雅黑" panose="020B0503020204020204" pitchFamily="34" charset="-122"/>
                <a:cs typeface="+mn-cs"/>
              </a:rPr>
              <a:t>________</a:t>
            </a:r>
            <a:r>
              <a:rPr kumimoji="0" lang="zh-CN" altLang="en-US" sz="2300" b="0" i="0" u="none" strike="noStrike" kern="100" cap="none" spc="0" normalizeH="0" baseline="0" noProof="0">
                <a:ln>
                  <a:noFill/>
                </a:ln>
                <a:solidFill>
                  <a:prstClr val="black"/>
                </a:solidFill>
                <a:effectLst/>
                <a:uLnTx/>
                <a:uFillTx/>
                <a:latin typeface="Times New Roman"/>
                <a:ea typeface="微软雅黑" panose="020B0503020204020204" pitchFamily="34" charset="-122"/>
                <a:cs typeface="+mn-cs"/>
              </a:rPr>
              <a:t>（选填“超声”或“次声”）波，与人耳能听到的声音相比，这种声波具有</a:t>
            </a:r>
            <a:r>
              <a:rPr kumimoji="0" lang="en-US" altLang="zh-CN" sz="2300" b="0" i="0" u="none" strike="noStrike" kern="100" cap="none" spc="0" normalizeH="0" baseline="0" noProof="0">
                <a:ln>
                  <a:noFill/>
                </a:ln>
                <a:solidFill>
                  <a:prstClr val="black"/>
                </a:solidFill>
                <a:effectLst/>
                <a:uLnTx/>
                <a:uFillTx/>
                <a:latin typeface="Times New Roman"/>
                <a:ea typeface="微软雅黑" panose="020B0503020204020204" pitchFamily="34" charset="-122"/>
                <a:cs typeface="+mn-cs"/>
              </a:rPr>
              <a:t>________________</a:t>
            </a:r>
            <a:r>
              <a:rPr kumimoji="0" lang="zh-CN" altLang="en-US" sz="2300" b="0" i="0" u="none" strike="noStrike" kern="100" cap="none" spc="0" normalizeH="0" baseline="0" noProof="0">
                <a:ln>
                  <a:noFill/>
                </a:ln>
                <a:solidFill>
                  <a:prstClr val="black"/>
                </a:solidFill>
                <a:effectLst/>
                <a:uLnTx/>
                <a:uFillTx/>
                <a:latin typeface="Times New Roman"/>
                <a:ea typeface="微软雅黑" panose="020B0503020204020204" pitchFamily="34" charset="-122"/>
                <a:cs typeface="+mn-cs"/>
              </a:rPr>
              <a:t>（选填“较慢的传播速度”、“较小的振动幅度”或“较慢的振动频率”）。由下表提供的数据可知，在远离地震中心的区域，听觉上可能有较明显反应的动物是</a:t>
            </a:r>
            <a:r>
              <a:rPr kumimoji="0" lang="en-US" altLang="zh-CN" sz="2300" b="0" i="0" u="none" strike="noStrike" kern="100" cap="none" spc="0" normalizeH="0" baseline="0" noProof="0">
                <a:ln>
                  <a:noFill/>
                </a:ln>
                <a:solidFill>
                  <a:prstClr val="black"/>
                </a:solidFill>
                <a:effectLst/>
                <a:uLnTx/>
                <a:uFillTx/>
                <a:latin typeface="Times New Roman"/>
                <a:ea typeface="微软雅黑" panose="020B0503020204020204" pitchFamily="34" charset="-122"/>
                <a:cs typeface="+mn-cs"/>
              </a:rPr>
              <a:t>________</a:t>
            </a:r>
            <a:r>
              <a:rPr kumimoji="0" lang="zh-CN" altLang="en-US" sz="2300" b="0" i="0" u="none" strike="noStrike" kern="100" cap="none" spc="0" normalizeH="0" baseline="0" noProof="0">
                <a:ln>
                  <a:noFill/>
                </a:ln>
                <a:solidFill>
                  <a:prstClr val="black"/>
                </a:solidFill>
                <a:effectLst/>
                <a:uLnTx/>
                <a:uFillTx/>
                <a:latin typeface="Times New Roman"/>
                <a:ea typeface="微软雅黑" panose="020B0503020204020204" pitchFamily="34" charset="-122"/>
                <a:cs typeface="+mn-cs"/>
              </a:rPr>
              <a:t> 。</a:t>
            </a:r>
          </a:p>
        </p:txBody>
      </p:sp>
      <p:sp>
        <p:nvSpPr>
          <p:cNvPr id="24" name="文本框 23">
            <a:extLst>
              <a:ext uri="{FF2B5EF4-FFF2-40B4-BE49-F238E27FC236}">
                <a16:creationId xmlns:a16="http://schemas.microsoft.com/office/drawing/2014/main" id="{EFEC8055-F0E7-D077-2FF3-99D7D5D84F8A}"/>
              </a:ext>
            </a:extLst>
          </p:cNvPr>
          <p:cNvSpPr txBox="1"/>
          <p:nvPr>
            <p:custDataLst>
              <p:tags r:id="rId3"/>
            </p:custDataLst>
          </p:nvPr>
        </p:nvSpPr>
        <p:spPr>
          <a:xfrm>
            <a:off x="1174787" y="3734391"/>
            <a:ext cx="2400833" cy="446276"/>
          </a:xfrm>
          <a:prstGeom prst="rect">
            <a:avLst/>
          </a:prstGeom>
          <a:noFill/>
        </p:spPr>
        <p:txBody>
          <a:bodyPr wrap="square">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300" b="0" i="0" u="none" strike="noStrike" kern="1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大象</a:t>
            </a:r>
          </a:p>
        </p:txBody>
      </p:sp>
      <p:sp>
        <p:nvSpPr>
          <p:cNvPr id="27" name="文本框 26">
            <a:extLst>
              <a:ext uri="{FF2B5EF4-FFF2-40B4-BE49-F238E27FC236}">
                <a16:creationId xmlns:a16="http://schemas.microsoft.com/office/drawing/2014/main" id="{061489C1-F9A8-8A36-9C5C-E249C53104BF}"/>
              </a:ext>
            </a:extLst>
          </p:cNvPr>
          <p:cNvSpPr txBox="1"/>
          <p:nvPr>
            <p:custDataLst>
              <p:tags r:id="rId4"/>
            </p:custDataLst>
          </p:nvPr>
        </p:nvSpPr>
        <p:spPr>
          <a:xfrm>
            <a:off x="763051" y="4895604"/>
            <a:ext cx="11199822" cy="1400383"/>
          </a:xfrm>
          <a:prstGeom prst="rect">
            <a:avLst/>
          </a:prstGeom>
          <a:noFill/>
        </p:spPr>
        <p:txBody>
          <a:bodyPr wrap="square">
            <a:spAutoFit/>
          </a:bodyPr>
          <a:lstStyle/>
          <a:p>
            <a:pPr marL="0" marR="0" lvl="0" indent="468000" algn="l" defTabSz="457200" rtl="0" eaLnBrk="1" fontAlgn="ctr" latinLnBrk="0" hangingPunct="1">
              <a:lnSpc>
                <a:spcPts val="3400"/>
              </a:lnSpc>
              <a:spcBef>
                <a:spcPct val="0"/>
              </a:spcBef>
              <a:spcAft>
                <a:spcPct val="0"/>
              </a:spcAft>
              <a:buClrTx/>
              <a:buSzTx/>
              <a:buFontTx/>
              <a:buNone/>
              <a:defRPr/>
            </a:pPr>
            <a:r>
              <a:rPr kumimoji="0" lang="en-US" altLang="zh-CN" sz="2400" b="0" i="0" u="none" strike="noStrike" kern="100" cap="none" spc="0" normalizeH="0" baseline="0" noProof="0">
                <a:ln>
                  <a:noFill/>
                </a:ln>
                <a:solidFill>
                  <a:prstClr val="white"/>
                </a:solidFill>
                <a:effectLst/>
                <a:uLnTx/>
                <a:uFillTx/>
                <a:latin typeface="Times New Roman"/>
                <a:ea typeface="微软雅黑" panose="020B0503020204020204" pitchFamily="34" charset="-122"/>
                <a:cs typeface="+mn-cs"/>
              </a:rPr>
              <a:t>1]</a:t>
            </a:r>
            <a:r>
              <a:rPr kumimoji="0" lang="zh-CN" altLang="en-US" sz="2400" b="0" i="0" u="none" strike="noStrike" kern="100" cap="none" spc="0" normalizeH="0" baseline="0" noProof="0">
                <a:ln>
                  <a:noFill/>
                </a:ln>
                <a:solidFill>
                  <a:prstClr val="white"/>
                </a:solidFill>
                <a:effectLst/>
                <a:uLnTx/>
                <a:uFillTx/>
                <a:latin typeface="Times New Roman"/>
                <a:ea typeface="微软雅黑" panose="020B0503020204020204" pitchFamily="34" charset="-122"/>
                <a:cs typeface="+mn-cs"/>
              </a:rPr>
              <a:t>自然灾害发生时往往伴随着次声波的产生，因此地震时会产生次声波。</a:t>
            </a:r>
          </a:p>
          <a:p>
            <a:pPr marL="0" marR="0" lvl="0" indent="468000" algn="l" defTabSz="457200" rtl="0" eaLnBrk="1" fontAlgn="ctr" latinLnBrk="0" hangingPunct="1">
              <a:lnSpc>
                <a:spcPts val="3400"/>
              </a:lnSpc>
              <a:spcBef>
                <a:spcPct val="0"/>
              </a:spcBef>
              <a:spcAft>
                <a:spcPct val="0"/>
              </a:spcAft>
              <a:buClrTx/>
              <a:buSzTx/>
              <a:buFontTx/>
              <a:buNone/>
              <a:defRPr/>
            </a:pPr>
            <a:r>
              <a:rPr kumimoji="0" lang="en-US" altLang="zh-CN" sz="2400" b="0" i="0" u="none" strike="noStrike" kern="100" cap="none" spc="0" normalizeH="0" baseline="0" noProof="0">
                <a:ln>
                  <a:noFill/>
                </a:ln>
                <a:solidFill>
                  <a:prstClr val="white"/>
                </a:solidFill>
                <a:effectLst/>
                <a:uLnTx/>
                <a:uFillTx/>
                <a:latin typeface="Times New Roman"/>
                <a:ea typeface="微软雅黑" panose="020B0503020204020204" pitchFamily="34" charset="-122"/>
                <a:cs typeface="+mn-cs"/>
              </a:rPr>
              <a:t>[2]</a:t>
            </a:r>
            <a:r>
              <a:rPr kumimoji="0" lang="zh-CN" altLang="en-US" sz="2400" b="0" i="0" u="none" strike="noStrike" kern="100" cap="none" spc="0" normalizeH="0" baseline="0" noProof="0">
                <a:ln>
                  <a:noFill/>
                </a:ln>
                <a:solidFill>
                  <a:prstClr val="white"/>
                </a:solidFill>
                <a:effectLst/>
                <a:uLnTx/>
                <a:uFillTx/>
                <a:latin typeface="Times New Roman"/>
                <a:ea typeface="微软雅黑" panose="020B0503020204020204" pitchFamily="34" charset="-122"/>
                <a:cs typeface="+mn-cs"/>
              </a:rPr>
              <a:t>频率低于 的声波叫做次声波，所以次声波具有较慢的振动频率。</a:t>
            </a:r>
          </a:p>
          <a:p>
            <a:pPr marL="0" marR="0" lvl="0" indent="468000" algn="l" defTabSz="457200" rtl="0" eaLnBrk="1" fontAlgn="ctr" latinLnBrk="0" hangingPunct="1">
              <a:lnSpc>
                <a:spcPts val="3400"/>
              </a:lnSpc>
              <a:spcBef>
                <a:spcPct val="0"/>
              </a:spcBef>
              <a:spcAft>
                <a:spcPct val="0"/>
              </a:spcAft>
              <a:buClrTx/>
              <a:buSzTx/>
              <a:buFontTx/>
              <a:buNone/>
              <a:defRPr/>
            </a:pPr>
            <a:r>
              <a:rPr kumimoji="0" lang="en-US" altLang="zh-CN" sz="2400" b="0" i="0" u="none" strike="noStrike" kern="100" cap="none" spc="0" normalizeH="0" baseline="0" noProof="0">
                <a:ln>
                  <a:noFill/>
                </a:ln>
                <a:solidFill>
                  <a:prstClr val="white"/>
                </a:solidFill>
                <a:effectLst/>
                <a:uLnTx/>
                <a:uFillTx/>
                <a:latin typeface="Times New Roman"/>
                <a:ea typeface="微软雅黑" panose="020B0503020204020204" pitchFamily="34" charset="-122"/>
                <a:cs typeface="+mn-cs"/>
              </a:rPr>
              <a:t>[3]</a:t>
            </a:r>
            <a:r>
              <a:rPr kumimoji="0" lang="zh-CN" altLang="en-US" sz="2400" b="0" i="0" u="none" strike="noStrike" kern="100" cap="none" spc="0" normalizeH="0" baseline="0" noProof="0">
                <a:ln>
                  <a:noFill/>
                </a:ln>
                <a:solidFill>
                  <a:prstClr val="white"/>
                </a:solidFill>
                <a:effectLst/>
                <a:uLnTx/>
                <a:uFillTx/>
                <a:latin typeface="Times New Roman"/>
                <a:ea typeface="微软雅黑" panose="020B0503020204020204" pitchFamily="34" charset="-122"/>
                <a:cs typeface="+mn-cs"/>
              </a:rPr>
              <a:t>由表中数据可知，能感知次声波，即频率低于</a:t>
            </a:r>
            <a:r>
              <a:rPr kumimoji="0" lang="en-US" altLang="zh-CN" sz="2400" b="0" i="0" u="none" strike="noStrike" kern="100" cap="none" spc="0" normalizeH="0" baseline="0" noProof="0">
                <a:ln>
                  <a:noFill/>
                </a:ln>
                <a:solidFill>
                  <a:prstClr val="white"/>
                </a:solidFill>
                <a:effectLst/>
                <a:uLnTx/>
                <a:uFillTx/>
                <a:latin typeface="Times New Roman"/>
                <a:ea typeface="微软雅黑" panose="020B0503020204020204" pitchFamily="34" charset="-122"/>
                <a:cs typeface="+mn-cs"/>
              </a:rPr>
              <a:t>20Hz</a:t>
            </a:r>
            <a:r>
              <a:rPr kumimoji="0" lang="zh-CN" altLang="en-US" sz="2400" b="0" i="0" u="none" strike="noStrike" kern="100" cap="none" spc="0" normalizeH="0" baseline="0" noProof="0">
                <a:ln>
                  <a:noFill/>
                </a:ln>
                <a:solidFill>
                  <a:prstClr val="white"/>
                </a:solidFill>
                <a:effectLst/>
                <a:uLnTx/>
                <a:uFillTx/>
                <a:latin typeface="Times New Roman"/>
                <a:ea typeface="微软雅黑" panose="020B0503020204020204" pitchFamily="34" charset="-122"/>
                <a:cs typeface="+mn-cs"/>
              </a:rPr>
              <a:t>声音的动物是大象。</a:t>
            </a:r>
          </a:p>
        </p:txBody>
      </p:sp>
      <p:graphicFrame>
        <p:nvGraphicFramePr>
          <p:cNvPr id="4" name="表格 3">
            <a:extLst>
              <a:ext uri="{FF2B5EF4-FFF2-40B4-BE49-F238E27FC236}">
                <a16:creationId xmlns:a16="http://schemas.microsoft.com/office/drawing/2014/main" id="{E35C1F11-B2B0-608F-EF38-1409F617956B}"/>
              </a:ext>
            </a:extLst>
          </p:cNvPr>
          <p:cNvGraphicFramePr>
            <a:graphicFrameLocks noGrp="1"/>
          </p:cNvGraphicFramePr>
          <p:nvPr>
            <p:custDataLst>
              <p:tags r:id="rId5"/>
            </p:custDataLst>
          </p:nvPr>
        </p:nvGraphicFramePr>
        <p:xfrm>
          <a:off x="8200834" y="1606027"/>
          <a:ext cx="3317066" cy="1961275"/>
        </p:xfrm>
        <a:graphic>
          <a:graphicData uri="http://schemas.openxmlformats.org/drawingml/2006/table">
            <a:tbl>
              <a:tblPr firstRow="1" firstCol="1" bandRow="1"/>
              <a:tblGrid>
                <a:gridCol w="1162333">
                  <a:extLst>
                    <a:ext uri="{9D8B030D-6E8A-4147-A177-3AD203B41FA5}">
                      <a16:colId xmlns:a16="http://schemas.microsoft.com/office/drawing/2014/main" val="2037314305"/>
                    </a:ext>
                  </a:extLst>
                </a:gridCol>
                <a:gridCol w="2154733">
                  <a:extLst>
                    <a:ext uri="{9D8B030D-6E8A-4147-A177-3AD203B41FA5}">
                      <a16:colId xmlns:a16="http://schemas.microsoft.com/office/drawing/2014/main" val="275087667"/>
                    </a:ext>
                  </a:extLst>
                </a:gridCol>
              </a:tblGrid>
              <a:tr h="392255">
                <a:tc gridSpan="2">
                  <a:txBody>
                    <a:bodyPr/>
                    <a:lstStyle/>
                    <a:p>
                      <a:pPr algn="ctr" fontAlgn="ctr">
                        <a:lnSpc>
                          <a:spcPct val="100000"/>
                        </a:lnSpc>
                      </a:pPr>
                      <a:r>
                        <a:rPr lang="zh-CN" sz="1800" kern="100">
                          <a:effectLst/>
                          <a:latin typeface="Times New Roman" panose="02020603050405020304" pitchFamily="18" charset="0"/>
                          <a:ea typeface="宋体" panose="02010600030101010101" pitchFamily="2" charset="-122"/>
                        </a:rPr>
                        <a:t>一些动物听觉的频率范围</a:t>
                      </a: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hMerge="1">
                  <a:txBody>
                    <a:bodyPr/>
                    <a:lstStyle/>
                    <a:p>
                      <a:endParaRPr lang="zh-CN" altLang="en-US"/>
                    </a:p>
                  </a:txBody>
                  <a:tcPr/>
                </a:tc>
                <a:extLst>
                  <a:ext uri="{0D108BD9-81ED-4DB2-BD59-A6C34878D82A}">
                    <a16:rowId xmlns:a16="http://schemas.microsoft.com/office/drawing/2014/main" val="2888246703"/>
                  </a:ext>
                </a:extLst>
              </a:tr>
              <a:tr h="392255">
                <a:tc>
                  <a:txBody>
                    <a:bodyPr/>
                    <a:lstStyle/>
                    <a:p>
                      <a:pPr algn="ctr" fontAlgn="ctr">
                        <a:lnSpc>
                          <a:spcPct val="100000"/>
                        </a:lnSpc>
                      </a:pPr>
                      <a:r>
                        <a:rPr lang="zh-CN" sz="1800" kern="100">
                          <a:effectLst/>
                          <a:latin typeface="Times New Roman" panose="02020603050405020304" pitchFamily="18" charset="0"/>
                          <a:ea typeface="宋体" panose="02010600030101010101" pitchFamily="2" charset="-122"/>
                        </a:rPr>
                        <a:t>蝙蝠</a:t>
                      </a: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lnSpc>
                          <a:spcPct val="100000"/>
                        </a:lnSpc>
                      </a:pPr>
                      <a:r>
                        <a:rPr lang="en-US" sz="1800" kern="100">
                          <a:effectLst/>
                          <a:latin typeface="Times New Roman" panose="02020603050405020304" pitchFamily="18" charset="0"/>
                          <a:ea typeface="宋体" panose="02010600030101010101" pitchFamily="2" charset="-122"/>
                        </a:rPr>
                        <a:t>1000~120000Hz</a:t>
                      </a:r>
                      <a:endParaRPr lang="zh-CN" sz="1800" kern="100">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81934478"/>
                  </a:ext>
                </a:extLst>
              </a:tr>
              <a:tr h="392255">
                <a:tc>
                  <a:txBody>
                    <a:bodyPr/>
                    <a:lstStyle/>
                    <a:p>
                      <a:pPr algn="ctr" fontAlgn="ctr">
                        <a:lnSpc>
                          <a:spcPct val="100000"/>
                        </a:lnSpc>
                      </a:pPr>
                      <a:r>
                        <a:rPr lang="zh-CN" sz="1800" kern="100">
                          <a:effectLst/>
                          <a:latin typeface="Times New Roman" panose="02020603050405020304" pitchFamily="18" charset="0"/>
                          <a:ea typeface="宋体" panose="02010600030101010101" pitchFamily="2" charset="-122"/>
                        </a:rPr>
                        <a:t>海豚</a:t>
                      </a: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lnSpc>
                          <a:spcPct val="100000"/>
                        </a:lnSpc>
                      </a:pPr>
                      <a:r>
                        <a:rPr lang="en-US" sz="1800" kern="100">
                          <a:effectLst/>
                          <a:latin typeface="Times New Roman" panose="02020603050405020304" pitchFamily="18" charset="0"/>
                          <a:ea typeface="宋体" panose="02010600030101010101" pitchFamily="2" charset="-122"/>
                        </a:rPr>
                        <a:t>150~150000Hz</a:t>
                      </a:r>
                      <a:endParaRPr lang="zh-CN" sz="1800" kern="100">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0590353"/>
                  </a:ext>
                </a:extLst>
              </a:tr>
              <a:tr h="392255">
                <a:tc>
                  <a:txBody>
                    <a:bodyPr/>
                    <a:lstStyle/>
                    <a:p>
                      <a:pPr algn="ctr" fontAlgn="ctr">
                        <a:lnSpc>
                          <a:spcPct val="100000"/>
                        </a:lnSpc>
                      </a:pPr>
                      <a:r>
                        <a:rPr lang="zh-CN" sz="1800" kern="100">
                          <a:effectLst/>
                          <a:latin typeface="Times New Roman" panose="02020603050405020304" pitchFamily="18" charset="0"/>
                          <a:ea typeface="宋体" panose="02010600030101010101" pitchFamily="2" charset="-122"/>
                        </a:rPr>
                        <a:t>猫</a:t>
                      </a: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lnSpc>
                          <a:spcPct val="100000"/>
                        </a:lnSpc>
                      </a:pPr>
                      <a:r>
                        <a:rPr lang="en-US" sz="1800" kern="100">
                          <a:effectLst/>
                          <a:latin typeface="Times New Roman" panose="02020603050405020304" pitchFamily="18" charset="0"/>
                          <a:ea typeface="宋体" panose="02010600030101010101" pitchFamily="2" charset="-122"/>
                        </a:rPr>
                        <a:t>60~65000Hz</a:t>
                      </a:r>
                      <a:endParaRPr lang="zh-CN" sz="1800" kern="100">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3567517"/>
                  </a:ext>
                </a:extLst>
              </a:tr>
              <a:tr h="392255">
                <a:tc>
                  <a:txBody>
                    <a:bodyPr/>
                    <a:lstStyle/>
                    <a:p>
                      <a:pPr algn="ctr" fontAlgn="ctr">
                        <a:lnSpc>
                          <a:spcPct val="100000"/>
                        </a:lnSpc>
                      </a:pPr>
                      <a:r>
                        <a:rPr lang="zh-CN" sz="1800" kern="100">
                          <a:effectLst/>
                          <a:latin typeface="Times New Roman" panose="02020603050405020304" pitchFamily="18" charset="0"/>
                          <a:ea typeface="宋体" panose="02010600030101010101" pitchFamily="2" charset="-122"/>
                        </a:rPr>
                        <a:t>大象</a:t>
                      </a: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lnSpc>
                          <a:spcPct val="100000"/>
                        </a:lnSpc>
                      </a:pPr>
                      <a:r>
                        <a:rPr lang="en-US" sz="1800" kern="100">
                          <a:effectLst/>
                          <a:latin typeface="Times New Roman" panose="02020603050405020304" pitchFamily="18" charset="0"/>
                          <a:ea typeface="宋体" panose="02010600030101010101" pitchFamily="2" charset="-122"/>
                        </a:rPr>
                        <a:t>1~20000Hz</a:t>
                      </a:r>
                      <a:endParaRPr lang="zh-CN" sz="1800" kern="100">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9529646"/>
                  </a:ext>
                </a:extLst>
              </a:tr>
            </a:tbl>
          </a:graphicData>
        </a:graphic>
      </p:graphicFrame>
      <p:sp>
        <p:nvSpPr>
          <p:cNvPr id="6" name="文本框 5">
            <a:extLst>
              <a:ext uri="{FF2B5EF4-FFF2-40B4-BE49-F238E27FC236}">
                <a16:creationId xmlns:a16="http://schemas.microsoft.com/office/drawing/2014/main" id="{657277EF-690F-B8EF-BBBD-B8A8AB6EC93B}"/>
              </a:ext>
            </a:extLst>
          </p:cNvPr>
          <p:cNvSpPr txBox="1"/>
          <p:nvPr>
            <p:custDataLst>
              <p:tags r:id="rId6"/>
            </p:custDataLst>
          </p:nvPr>
        </p:nvSpPr>
        <p:spPr>
          <a:xfrm>
            <a:off x="5104800" y="1340801"/>
            <a:ext cx="1295925" cy="446276"/>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300" b="0" i="0" u="none" strike="noStrike" kern="1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次声</a:t>
            </a: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sp>
        <p:nvSpPr>
          <p:cNvPr id="11" name="文本框 10">
            <a:extLst>
              <a:ext uri="{FF2B5EF4-FFF2-40B4-BE49-F238E27FC236}">
                <a16:creationId xmlns:a16="http://schemas.microsoft.com/office/drawing/2014/main" id="{DD15C28C-EDB7-D51A-0987-FB374F14433D}"/>
              </a:ext>
            </a:extLst>
          </p:cNvPr>
          <p:cNvSpPr txBox="1"/>
          <p:nvPr>
            <p:custDataLst>
              <p:tags r:id="rId7"/>
            </p:custDataLst>
          </p:nvPr>
        </p:nvSpPr>
        <p:spPr>
          <a:xfrm>
            <a:off x="3301225" y="2140389"/>
            <a:ext cx="2677059" cy="446276"/>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300" b="0" i="0" u="none" strike="noStrike" kern="1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较慢的振动频率</a:t>
            </a: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sp>
        <p:nvSpPr>
          <p:cNvPr id="5" name="文本框 4">
            <a:extLst>
              <a:ext uri="{FF2B5EF4-FFF2-40B4-BE49-F238E27FC236}">
                <a16:creationId xmlns:a16="http://schemas.microsoft.com/office/drawing/2014/main" id="{5CDFCB75-E2EF-0317-65A0-00FF412E7425}"/>
              </a:ext>
            </a:extLst>
          </p:cNvPr>
          <p:cNvSpPr txBox="1"/>
          <p:nvPr>
            <p:custDataLst>
              <p:tags r:id="rId8"/>
            </p:custDataLst>
          </p:nvPr>
        </p:nvSpPr>
        <p:spPr>
          <a:xfrm>
            <a:off x="1008847" y="391060"/>
            <a:ext cx="5668400" cy="359073"/>
          </a:xfrm>
          <a:prstGeom prst="rect">
            <a:avLst/>
          </a:prstGeom>
          <a:noFill/>
        </p:spPr>
        <p:txBody>
          <a:bodyPr wrap="square" lIns="0" tIns="0" rIns="0" bIns="0" rtlCol="0">
            <a:spAutoFit/>
          </a:bodyPr>
          <a:lstStyle/>
          <a:p>
            <a:pPr>
              <a:lnSpc>
                <a:spcPts val="2800"/>
              </a:lnSpc>
              <a:defRPr/>
            </a:pPr>
            <a:r>
              <a:rPr lang="zh-CN" altLang="en-US" sz="2800" b="1" kern="0">
                <a:solidFill>
                  <a:srgbClr val="0070C0"/>
                </a:solidFill>
                <a:latin typeface="微软雅黑" panose="020B0503020204020204" pitchFamily="34" charset="-122"/>
                <a:cs typeface="Times New Roman" panose="02020603050405020304" pitchFamily="18" charset="0"/>
              </a:rPr>
              <a:t>题型一、超声波与次声波的特点</a:t>
            </a:r>
          </a:p>
        </p:txBody>
      </p:sp>
      <p:pic>
        <p:nvPicPr>
          <p:cNvPr id="2" name="图片 1" descr="cbe3eb76672406fabbe30586b58813d">
            <a:extLst>
              <a:ext uri="{FF2B5EF4-FFF2-40B4-BE49-F238E27FC236}">
                <a16:creationId xmlns:a16="http://schemas.microsoft.com/office/drawing/2014/main" id="{A50227BB-1CEC-DFB1-447A-A0518483F32A}"/>
              </a:ext>
            </a:extLst>
          </p:cNvPr>
          <p:cNvPicPr>
            <a:picLocks noChangeAspect="1"/>
          </p:cNvPicPr>
          <p:nvPr/>
        </p:nvPicPr>
        <p:blipFill>
          <a:blip r:embed="rId13"/>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70827046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7">
                                            <p:txEl>
                                              <p:pRg st="0" end="0"/>
                                            </p:txEl>
                                          </p:spTgt>
                                        </p:tgtEl>
                                        <p:attrNameLst>
                                          <p:attrName>style.visibility</p:attrName>
                                        </p:attrNameLst>
                                      </p:cBhvr>
                                      <p:to>
                                        <p:strVal val="visible"/>
                                      </p:to>
                                    </p:set>
                                    <p:animEffect transition="in" filter="wipe(left)">
                                      <p:cBhvr>
                                        <p:cTn id="12" dur="1000"/>
                                        <p:tgtEl>
                                          <p:spTgt spid="27">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7">
                                            <p:txEl>
                                              <p:pRg st="1" end="1"/>
                                            </p:txEl>
                                          </p:spTgt>
                                        </p:tgtEl>
                                        <p:attrNameLst>
                                          <p:attrName>style.visibility</p:attrName>
                                        </p:attrNameLst>
                                      </p:cBhvr>
                                      <p:to>
                                        <p:strVal val="visible"/>
                                      </p:to>
                                    </p:set>
                                    <p:animEffect transition="in" filter="wipe(left)">
                                      <p:cBhvr>
                                        <p:cTn id="17" dur="1000"/>
                                        <p:tgtEl>
                                          <p:spTgt spid="27">
                                            <p:txEl>
                                              <p:pRg st="1" end="1"/>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7">
                                            <p:txEl>
                                              <p:pRg st="2" end="2"/>
                                            </p:txEl>
                                          </p:spTgt>
                                        </p:tgtEl>
                                        <p:attrNameLst>
                                          <p:attrName>style.visibility</p:attrName>
                                        </p:attrNameLst>
                                      </p:cBhvr>
                                      <p:to>
                                        <p:strVal val="visible"/>
                                      </p:to>
                                    </p:set>
                                    <p:animEffect transition="in" filter="wipe(left)">
                                      <p:cBhvr>
                                        <p:cTn id="22" dur="1000"/>
                                        <p:tgtEl>
                                          <p:spTgt spid="27">
                                            <p:txEl>
                                              <p:pRg st="2" end="2"/>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arn(inVertical)">
                                      <p:cBhvr>
                                        <p:cTn id="27" dur="500"/>
                                        <p:tgtEl>
                                          <p:spTgt spid="6"/>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arn(inVertical)">
                                      <p:cBhvr>
                                        <p:cTn id="32" dur="500"/>
                                        <p:tgtEl>
                                          <p:spTgt spid="11"/>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26"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down)">
                                      <p:cBhvr>
                                        <p:cTn id="37" dur="435">
                                          <p:stCondLst>
                                            <p:cond delay="0"/>
                                          </p:stCondLst>
                                        </p:cTn>
                                        <p:tgtEl>
                                          <p:spTgt spid="24"/>
                                        </p:tgtEl>
                                      </p:cBhvr>
                                    </p:animEffect>
                                    <p:anim calcmode="lin" valueType="num">
                                      <p:cBhvr>
                                        <p:cTn id="38" dur="1367"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39" dur="498"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40" dur="498" tmFilter="0, 0; 0.125,0.2665; 0.25,0.4; 0.375,0.465; 0.5,0.5;  0.625,0.535; 0.75,0.6; 0.875,0.7335; 1,1">
                                          <p:stCondLst>
                                            <p:cond delay="498"/>
                                          </p:stCondLst>
                                        </p:cTn>
                                        <p:tgtEl>
                                          <p:spTgt spid="24"/>
                                        </p:tgtEl>
                                        <p:attrNameLst>
                                          <p:attrName>ppt_y</p:attrName>
                                        </p:attrNameLst>
                                      </p:cBhvr>
                                      <p:tavLst>
                                        <p:tav tm="0" fmla="#ppt_y-sin(pi*$)/9">
                                          <p:val>
                                            <p:fltVal val="0"/>
                                          </p:val>
                                        </p:tav>
                                        <p:tav tm="100000">
                                          <p:val>
                                            <p:fltVal val="1"/>
                                          </p:val>
                                        </p:tav>
                                      </p:tavLst>
                                    </p:anim>
                                    <p:anim calcmode="lin" valueType="num">
                                      <p:cBhvr>
                                        <p:cTn id="41" dur="249" tmFilter="0, 0; 0.125,0.2665; 0.25,0.4; 0.375,0.465; 0.5,0.5;  0.625,0.535; 0.75,0.6; 0.875,0.7335; 1,1">
                                          <p:stCondLst>
                                            <p:cond delay="993"/>
                                          </p:stCondLst>
                                        </p:cTn>
                                        <p:tgtEl>
                                          <p:spTgt spid="24"/>
                                        </p:tgtEl>
                                        <p:attrNameLst>
                                          <p:attrName>ppt_y</p:attrName>
                                        </p:attrNameLst>
                                      </p:cBhvr>
                                      <p:tavLst>
                                        <p:tav tm="0" fmla="#ppt_y-sin(pi*$)/27">
                                          <p:val>
                                            <p:fltVal val="0"/>
                                          </p:val>
                                        </p:tav>
                                        <p:tav tm="100000">
                                          <p:val>
                                            <p:fltVal val="1"/>
                                          </p:val>
                                        </p:tav>
                                      </p:tavLst>
                                    </p:anim>
                                    <p:anim calcmode="lin" valueType="num">
                                      <p:cBhvr>
                                        <p:cTn id="42" dur="123" tmFilter="0, 0; 0.125,0.2665; 0.25,0.4; 0.375,0.465; 0.5,0.5;  0.625,0.535; 0.75,0.6; 0.875,0.7335; 1,1">
                                          <p:stCondLst>
                                            <p:cond delay="1242"/>
                                          </p:stCondLst>
                                        </p:cTn>
                                        <p:tgtEl>
                                          <p:spTgt spid="24"/>
                                        </p:tgtEl>
                                        <p:attrNameLst>
                                          <p:attrName>ppt_y</p:attrName>
                                        </p:attrNameLst>
                                      </p:cBhvr>
                                      <p:tavLst>
                                        <p:tav tm="0" fmla="#ppt_y-sin(pi*$)/81">
                                          <p:val>
                                            <p:fltVal val="0"/>
                                          </p:val>
                                        </p:tav>
                                        <p:tav tm="100000">
                                          <p:val>
                                            <p:fltVal val="1"/>
                                          </p:val>
                                        </p:tav>
                                      </p:tavLst>
                                    </p:anim>
                                    <p:animScale>
                                      <p:cBhvr>
                                        <p:cTn id="43" dur="20">
                                          <p:stCondLst>
                                            <p:cond delay="487"/>
                                          </p:stCondLst>
                                        </p:cTn>
                                        <p:tgtEl>
                                          <p:spTgt spid="24"/>
                                        </p:tgtEl>
                                      </p:cBhvr>
                                      <p:to x="100000" y="60000"/>
                                    </p:animScale>
                                    <p:animScale>
                                      <p:cBhvr>
                                        <p:cTn id="44" dur="124" decel="50000">
                                          <p:stCondLst>
                                            <p:cond delay="507"/>
                                          </p:stCondLst>
                                        </p:cTn>
                                        <p:tgtEl>
                                          <p:spTgt spid="24"/>
                                        </p:tgtEl>
                                      </p:cBhvr>
                                      <p:to x="100000" y="100000"/>
                                    </p:animScale>
                                    <p:animScale>
                                      <p:cBhvr>
                                        <p:cTn id="45" dur="20">
                                          <p:stCondLst>
                                            <p:cond delay="984"/>
                                          </p:stCondLst>
                                        </p:cTn>
                                        <p:tgtEl>
                                          <p:spTgt spid="24"/>
                                        </p:tgtEl>
                                      </p:cBhvr>
                                      <p:to x="100000" y="80000"/>
                                    </p:animScale>
                                    <p:animScale>
                                      <p:cBhvr>
                                        <p:cTn id="46" dur="124" decel="50000">
                                          <p:stCondLst>
                                            <p:cond delay="1004"/>
                                          </p:stCondLst>
                                        </p:cTn>
                                        <p:tgtEl>
                                          <p:spTgt spid="24"/>
                                        </p:tgtEl>
                                      </p:cBhvr>
                                      <p:to x="100000" y="100000"/>
                                    </p:animScale>
                                    <p:animScale>
                                      <p:cBhvr>
                                        <p:cTn id="47" dur="20">
                                          <p:stCondLst>
                                            <p:cond delay="1231"/>
                                          </p:stCondLst>
                                        </p:cTn>
                                        <p:tgtEl>
                                          <p:spTgt spid="24"/>
                                        </p:tgtEl>
                                      </p:cBhvr>
                                      <p:to x="100000" y="90000"/>
                                    </p:animScale>
                                    <p:animScale>
                                      <p:cBhvr>
                                        <p:cTn id="48" dur="124" decel="50000">
                                          <p:stCondLst>
                                            <p:cond delay="1251"/>
                                          </p:stCondLst>
                                        </p:cTn>
                                        <p:tgtEl>
                                          <p:spTgt spid="24"/>
                                        </p:tgtEl>
                                      </p:cBhvr>
                                      <p:to x="100000" y="100000"/>
                                    </p:animScale>
                                    <p:animScale>
                                      <p:cBhvr>
                                        <p:cTn id="49" dur="20">
                                          <p:stCondLst>
                                            <p:cond delay="1356"/>
                                          </p:stCondLst>
                                        </p:cTn>
                                        <p:tgtEl>
                                          <p:spTgt spid="24"/>
                                        </p:tgtEl>
                                      </p:cBhvr>
                                      <p:to x="100000" y="95000"/>
                                    </p:animScale>
                                    <p:animScale>
                                      <p:cBhvr>
                                        <p:cTn id="50" dur="124" decel="50000">
                                          <p:stCondLst>
                                            <p:cond delay="1376"/>
                                          </p:stCondLst>
                                        </p:cTn>
                                        <p:tgtEl>
                                          <p:spTgt spid="2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6" grpId="0"/>
      <p:bldP spid="1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5CB125F1-AF86-ABE5-4B08-30098738A507}"/>
              </a:ext>
            </a:extLst>
          </p:cNvPr>
          <p:cNvGrpSpPr/>
          <p:nvPr>
            <p:custDataLst>
              <p:tags r:id="rId1"/>
            </p:custDataLst>
          </p:nvPr>
        </p:nvGrpSpPr>
        <p:grpSpPr>
          <a:xfrm>
            <a:off x="0" y="3774160"/>
            <a:ext cx="12192000" cy="3040297"/>
            <a:chOff x="1802108" y="2722671"/>
            <a:chExt cx="6762965" cy="2194352"/>
          </a:xfrm>
        </p:grpSpPr>
        <p:sp>
          <p:nvSpPr>
            <p:cNvPr id="9" name="矩形 37">
              <a:extLst>
                <a:ext uri="{FF2B5EF4-FFF2-40B4-BE49-F238E27FC236}">
                  <a16:creationId xmlns:a16="http://schemas.microsoft.com/office/drawing/2014/main" id="{C967AD41-D500-CCEB-7498-CC7D65C5F790}"/>
                </a:ext>
              </a:extLst>
            </p:cNvPr>
            <p:cNvSpPr>
              <a:spLocks noChangeArrowheads="1"/>
            </p:cNvSpPr>
            <p:nvPr>
              <p:custDataLst>
                <p:tags r:id="rId9"/>
              </p:custDataLst>
            </p:nvPr>
          </p:nvSpPr>
          <p:spPr bwMode="auto">
            <a:xfrm>
              <a:off x="1802108" y="2722671"/>
              <a:ext cx="6762965" cy="219435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defTabSz="1218002">
                <a:defRPr/>
              </a:pPr>
              <a:endParaRPr lang="zh-CN" altLang="en-US" sz="2399">
                <a:solidFill>
                  <a:prstClr val="white"/>
                </a:solidFill>
                <a:latin typeface="Times New Roman"/>
                <a:cs typeface="+mn-ea"/>
                <a:sym typeface="+mn-lt"/>
              </a:endParaRPr>
            </a:p>
          </p:txBody>
        </p:sp>
        <p:pic>
          <p:nvPicPr>
            <p:cNvPr id="10" name="图片 9">
              <a:extLst>
                <a:ext uri="{FF2B5EF4-FFF2-40B4-BE49-F238E27FC236}">
                  <a16:creationId xmlns:a16="http://schemas.microsoft.com/office/drawing/2014/main" id="{F85C5D6E-C4CB-E533-62C7-55AF0A607446}"/>
                </a:ext>
              </a:extLst>
            </p:cNvPr>
            <p:cNvPicPr>
              <a:picLocks noChangeAspect="1"/>
            </p:cNvPicPr>
            <p:nvPr>
              <p:custDataLst>
                <p:tags r:id="rId10"/>
              </p:custDataLst>
            </p:nvPr>
          </p:nvPicPr>
          <p:blipFill>
            <a:blip r:embed="rId12"/>
            <a:srcRect l="16093" t="19040" r="16095" b="25092"/>
            <a:stretch>
              <a:fillRect/>
            </a:stretch>
          </p:blipFill>
          <p:spPr>
            <a:xfrm>
              <a:off x="1837449" y="2787876"/>
              <a:ext cx="649101" cy="474072"/>
            </a:xfrm>
            <a:prstGeom prst="rect">
              <a:avLst/>
            </a:prstGeom>
          </p:spPr>
        </p:pic>
      </p:grpSp>
      <p:sp>
        <p:nvSpPr>
          <p:cNvPr id="2" name="文本框 1">
            <a:extLst>
              <a:ext uri="{FF2B5EF4-FFF2-40B4-BE49-F238E27FC236}">
                <a16:creationId xmlns:a16="http://schemas.microsoft.com/office/drawing/2014/main" id="{AF034846-BC96-F383-B68F-17EC62E79EC3}"/>
              </a:ext>
            </a:extLst>
          </p:cNvPr>
          <p:cNvSpPr txBox="1"/>
          <p:nvPr>
            <p:custDataLst>
              <p:tags r:id="rId2"/>
            </p:custDataLst>
          </p:nvPr>
        </p:nvSpPr>
        <p:spPr>
          <a:xfrm>
            <a:off x="1008846" y="391060"/>
            <a:ext cx="6465841" cy="359073"/>
          </a:xfrm>
          <a:prstGeom prst="rect">
            <a:avLst/>
          </a:prstGeom>
          <a:noFill/>
        </p:spPr>
        <p:txBody>
          <a:bodyPr wrap="square" lIns="0" tIns="0" rIns="0" bIns="0" rtlCol="0">
            <a:spAutoFit/>
          </a:bodyPr>
          <a:lstStyle/>
          <a:p>
            <a:pPr>
              <a:lnSpc>
                <a:spcPts val="2800"/>
              </a:lnSpc>
              <a:defRPr/>
            </a:pPr>
            <a:r>
              <a:rPr lang="zh-CN" altLang="en-US" sz="2800" b="1" kern="0">
                <a:solidFill>
                  <a:srgbClr val="7030A0"/>
                </a:solidFill>
                <a:latin typeface="微软雅黑" panose="020B0503020204020204" pitchFamily="34" charset="-122"/>
                <a:cs typeface="Times New Roman" panose="02020603050405020304" pitchFamily="18" charset="0"/>
              </a:rPr>
              <a:t>题型二、超声波和次声波的应用</a:t>
            </a:r>
          </a:p>
        </p:txBody>
      </p:sp>
      <p:sp>
        <p:nvSpPr>
          <p:cNvPr id="12" name="文本框 11">
            <a:extLst>
              <a:ext uri="{FF2B5EF4-FFF2-40B4-BE49-F238E27FC236}">
                <a16:creationId xmlns:a16="http://schemas.microsoft.com/office/drawing/2014/main" id="{B84CD078-B7E3-48ED-A049-63B046954553}"/>
              </a:ext>
            </a:extLst>
          </p:cNvPr>
          <p:cNvSpPr txBox="1"/>
          <p:nvPr>
            <p:custDataLst>
              <p:tags r:id="rId3"/>
            </p:custDataLst>
          </p:nvPr>
        </p:nvSpPr>
        <p:spPr>
          <a:xfrm>
            <a:off x="1017374" y="964223"/>
            <a:ext cx="9911283" cy="2464777"/>
          </a:xfrm>
          <a:prstGeom prst="rect">
            <a:avLst/>
          </a:prstGeom>
          <a:noFill/>
        </p:spPr>
        <p:txBody>
          <a:bodyPr wrap="square">
            <a:spAutoFit/>
          </a:bodyPr>
          <a:lstStyle/>
          <a:p>
            <a:pPr indent="468000" defTabSz="457200" fontAlgn="ctr">
              <a:lnSpc>
                <a:spcPts val="3700"/>
              </a:lnSpc>
              <a:defRPr/>
            </a:pPr>
            <a:r>
              <a:rPr lang="en-US" altLang="zh-CN" sz="2500" b="1" kern="100">
                <a:solidFill>
                  <a:srgbClr val="002060"/>
                </a:solidFill>
                <a:latin typeface="Times New Roman"/>
              </a:rPr>
              <a:t>【</a:t>
            </a:r>
            <a:r>
              <a:rPr lang="zh-CN" altLang="en-US" sz="2500" b="1" kern="100">
                <a:solidFill>
                  <a:srgbClr val="002060"/>
                </a:solidFill>
                <a:latin typeface="Times New Roman"/>
              </a:rPr>
              <a:t>例题</a:t>
            </a:r>
            <a:r>
              <a:rPr lang="en-US" altLang="zh-CN" sz="2500" b="1" kern="100">
                <a:solidFill>
                  <a:srgbClr val="002060"/>
                </a:solidFill>
                <a:latin typeface="Times New Roman"/>
              </a:rPr>
              <a:t>3】</a:t>
            </a:r>
            <a:r>
              <a:rPr lang="zh-CN" altLang="zh-CN" sz="2500" kern="100">
                <a:solidFill>
                  <a:srgbClr val="002060"/>
                </a:solidFill>
                <a:latin typeface="Times New Roman"/>
              </a:rPr>
              <a:t>各国航船在定位和测量海深时都要用到超声测位仪（如图所示）</a:t>
            </a:r>
            <a:r>
              <a:rPr lang="zh-CN" altLang="en-US" sz="2500" kern="100">
                <a:solidFill>
                  <a:srgbClr val="002060"/>
                </a:solidFill>
                <a:latin typeface="Times New Roman"/>
              </a:rPr>
              <a:t>。</a:t>
            </a:r>
            <a:endParaRPr lang="en-US" altLang="zh-CN" sz="2500" kern="100">
              <a:solidFill>
                <a:srgbClr val="002060"/>
              </a:solidFill>
              <a:latin typeface="Times New Roman"/>
            </a:endParaRPr>
          </a:p>
          <a:p>
            <a:pPr indent="468000" defTabSz="457200" fontAlgn="ctr">
              <a:lnSpc>
                <a:spcPts val="3700"/>
              </a:lnSpc>
            </a:pPr>
            <a:r>
              <a:rPr lang="zh-CN" altLang="zh-CN" sz="2500" kern="100">
                <a:solidFill>
                  <a:srgbClr val="002060"/>
                </a:solidFill>
                <a:latin typeface="Times New Roman"/>
              </a:rPr>
              <a:t>（</a:t>
            </a:r>
            <a:r>
              <a:rPr lang="en-US" altLang="zh-CN" sz="2500" kern="100">
                <a:solidFill>
                  <a:srgbClr val="002060"/>
                </a:solidFill>
                <a:latin typeface="Times New Roman"/>
              </a:rPr>
              <a:t>1</a:t>
            </a:r>
            <a:r>
              <a:rPr lang="zh-CN" altLang="zh-CN" sz="2500" kern="100">
                <a:solidFill>
                  <a:srgbClr val="002060"/>
                </a:solidFill>
                <a:latin typeface="Times New Roman"/>
              </a:rPr>
              <a:t>）超声测位仪是利用声音可以在</a:t>
            </a:r>
            <a:r>
              <a:rPr lang="en-US" altLang="zh-CN" sz="2500" kern="100">
                <a:solidFill>
                  <a:srgbClr val="002060"/>
                </a:solidFill>
                <a:latin typeface="Times New Roman"/>
              </a:rPr>
              <a:t>______</a:t>
            </a:r>
            <a:r>
              <a:rPr lang="zh-CN" altLang="zh-CN" sz="2500" kern="100">
                <a:solidFill>
                  <a:srgbClr val="002060"/>
                </a:solidFill>
                <a:latin typeface="Times New Roman"/>
              </a:rPr>
              <a:t>中传播来工作的。</a:t>
            </a:r>
            <a:endParaRPr lang="en-US" altLang="zh-CN" sz="2500" kern="100">
              <a:solidFill>
                <a:srgbClr val="002060"/>
              </a:solidFill>
              <a:latin typeface="Times New Roman"/>
            </a:endParaRPr>
          </a:p>
          <a:p>
            <a:pPr indent="468000" defTabSz="913524" fontAlgn="ctr">
              <a:lnSpc>
                <a:spcPts val="3700"/>
              </a:lnSpc>
              <a:defRPr/>
            </a:pPr>
            <a:r>
              <a:rPr lang="zh-CN" altLang="zh-CN" sz="2500" kern="100">
                <a:solidFill>
                  <a:srgbClr val="002060"/>
                </a:solidFill>
                <a:latin typeface="Times New Roman"/>
              </a:rPr>
              <a:t>（</a:t>
            </a:r>
            <a:r>
              <a:rPr lang="en-US" altLang="zh-CN" sz="2500" kern="100">
                <a:solidFill>
                  <a:srgbClr val="002060"/>
                </a:solidFill>
                <a:latin typeface="Times New Roman"/>
              </a:rPr>
              <a:t>2</a:t>
            </a:r>
            <a:r>
              <a:rPr lang="zh-CN" altLang="zh-CN" sz="2500" kern="100">
                <a:solidFill>
                  <a:srgbClr val="002060"/>
                </a:solidFill>
                <a:latin typeface="Times New Roman"/>
              </a:rPr>
              <a:t>）若海的深度是</a:t>
            </a:r>
            <a:r>
              <a:rPr lang="en-US" altLang="zh-CN" sz="2500" kern="100">
                <a:solidFill>
                  <a:srgbClr val="002060"/>
                </a:solidFill>
                <a:latin typeface="Times New Roman"/>
              </a:rPr>
              <a:t>6.75km</a:t>
            </a:r>
            <a:r>
              <a:rPr lang="zh-CN" altLang="zh-CN" sz="2500" kern="100">
                <a:solidFill>
                  <a:srgbClr val="002060"/>
                </a:solidFill>
                <a:latin typeface="Times New Roman"/>
              </a:rPr>
              <a:t>，声音在海水中的速度是</a:t>
            </a:r>
            <a:r>
              <a:rPr lang="en-US" altLang="zh-CN" sz="2500" kern="100">
                <a:solidFill>
                  <a:srgbClr val="002060"/>
                </a:solidFill>
                <a:latin typeface="Times New Roman"/>
              </a:rPr>
              <a:t>1500m/s</a:t>
            </a:r>
            <a:r>
              <a:rPr lang="zh-CN" altLang="zh-CN" sz="2500" kern="100">
                <a:solidFill>
                  <a:srgbClr val="002060"/>
                </a:solidFill>
                <a:latin typeface="Times New Roman"/>
              </a:rPr>
              <a:t>，则测位</a:t>
            </a:r>
            <a:r>
              <a:rPr lang="zh-CN" altLang="en-US" sz="2500" kern="100">
                <a:solidFill>
                  <a:srgbClr val="002060"/>
                </a:solidFill>
                <a:latin typeface="Times New Roman"/>
              </a:rPr>
              <a:t>仪</a:t>
            </a:r>
            <a:r>
              <a:rPr lang="zh-CN" altLang="zh-CN" sz="2500" kern="100">
                <a:solidFill>
                  <a:srgbClr val="002060"/>
                </a:solidFill>
                <a:latin typeface="Times New Roman"/>
              </a:rPr>
              <a:t>发出信号后需经过多长时间才能接收到信号。</a:t>
            </a:r>
            <a:r>
              <a:rPr lang="en-US" altLang="zh-CN" sz="2500" kern="100">
                <a:solidFill>
                  <a:srgbClr val="002060"/>
                </a:solidFill>
                <a:latin typeface="Times New Roman"/>
              </a:rPr>
              <a:t>______</a:t>
            </a:r>
            <a:endParaRPr lang="zh-CN" altLang="zh-CN" sz="2500" kern="100">
              <a:solidFill>
                <a:srgbClr val="002060"/>
              </a:solidFill>
              <a:latin typeface="Times New Roman"/>
            </a:endParaRPr>
          </a:p>
        </p:txBody>
      </p:sp>
      <p:pic>
        <p:nvPicPr>
          <p:cNvPr id="17" name="图片 16">
            <a:extLst>
              <a:ext uri="{FF2B5EF4-FFF2-40B4-BE49-F238E27FC236}">
                <a16:creationId xmlns:a16="http://schemas.microsoft.com/office/drawing/2014/main" id="{9B194D53-CF15-48AF-B7BD-21B638884CB2}"/>
              </a:ext>
            </a:extLst>
          </p:cNvPr>
          <p:cNvPicPr>
            <a:picLocks noChangeAspect="1"/>
          </p:cNvPicPr>
          <p:nvPr>
            <p:custDataLst>
              <p:tags r:id="rId4"/>
            </p:custDataLst>
          </p:nvPr>
        </p:nvPicPr>
        <p:blipFill>
          <a:blip r:embed="rId13">
            <a:extLst>
              <a:ext uri="{BEBA8EAE-BF5A-486C-A8C5-ECC9F3942E4B}">
                <a14:imgProps xmlns:a14="http://schemas.microsoft.com/office/drawing/2010/main">
                  <a14:imgLayer r:embed="rId14">
                    <a14:imgEffect>
                      <a14:colorTemperature colorTemp="5900"/>
                    </a14:imgEffect>
                    <a14:imgEffect>
                      <a14:brightnessContrast contrast="20000"/>
                    </a14:imgEffect>
                  </a14:imgLayer>
                </a14:imgProps>
              </a:ext>
            </a:extLst>
          </a:blip>
          <a:srcRect t="3646"/>
          <a:stretch>
            <a:fillRect/>
          </a:stretch>
        </p:blipFill>
        <p:spPr>
          <a:xfrm>
            <a:off x="8693355" y="3774160"/>
            <a:ext cx="3092946" cy="2410741"/>
          </a:xfrm>
          <a:prstGeom prst="rect">
            <a:avLst/>
          </a:prstGeom>
        </p:spPr>
      </p:pic>
      <p:sp>
        <p:nvSpPr>
          <p:cNvPr id="22" name="文本框 21">
            <a:extLst>
              <a:ext uri="{FF2B5EF4-FFF2-40B4-BE49-F238E27FC236}">
                <a16:creationId xmlns:a16="http://schemas.microsoft.com/office/drawing/2014/main" id="{12C12578-135C-4C55-A743-68587C128106}"/>
              </a:ext>
            </a:extLst>
          </p:cNvPr>
          <p:cNvSpPr txBox="1"/>
          <p:nvPr>
            <p:custDataLst>
              <p:tags r:id="rId5"/>
            </p:custDataLst>
          </p:nvPr>
        </p:nvSpPr>
        <p:spPr>
          <a:xfrm>
            <a:off x="8030625" y="2936557"/>
            <a:ext cx="1209600" cy="492443"/>
          </a:xfrm>
          <a:prstGeom prst="rect">
            <a:avLst/>
          </a:prstGeom>
          <a:noFill/>
        </p:spPr>
        <p:txBody>
          <a:bodyPr wrap="square">
            <a:spAutoFit/>
          </a:bodyPr>
          <a:lstStyle/>
          <a:p>
            <a:pPr indent="355591" defTabSz="457200" fontAlgn="ctr"/>
            <a:r>
              <a:rPr lang="en-US" altLang="zh-CN" sz="2500" kern="100">
                <a:solidFill>
                  <a:srgbClr val="C00000"/>
                </a:solidFill>
                <a:latin typeface="Times New Roman" panose="02020603050405020304" pitchFamily="18" charset="0"/>
                <a:cs typeface="Times New Roman" panose="02020603050405020304" pitchFamily="18" charset="0"/>
              </a:rPr>
              <a:t>9s    </a:t>
            </a:r>
            <a:endParaRPr lang="zh-CN" altLang="zh-CN" sz="2500" kern="100">
              <a:solidFill>
                <a:srgbClr val="C00000"/>
              </a:solidFill>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6DC5D7FA-3895-4408-A38E-B81D2EAD2C96}"/>
              </a:ext>
            </a:extLst>
          </p:cNvPr>
          <p:cNvSpPr txBox="1"/>
          <p:nvPr>
            <p:custDataLst>
              <p:tags r:id="rId6"/>
            </p:custDataLst>
          </p:nvPr>
        </p:nvSpPr>
        <p:spPr>
          <a:xfrm>
            <a:off x="6571257" y="1950389"/>
            <a:ext cx="1214684" cy="492443"/>
          </a:xfrm>
          <a:prstGeom prst="rect">
            <a:avLst/>
          </a:prstGeom>
          <a:noFill/>
        </p:spPr>
        <p:txBody>
          <a:bodyPr wrap="square">
            <a:spAutoFit/>
          </a:bodyPr>
          <a:lstStyle/>
          <a:p>
            <a:pPr defTabSz="457200"/>
            <a:r>
              <a:rPr lang="zh-CN" altLang="zh-CN" sz="2500" kern="100">
                <a:solidFill>
                  <a:srgbClr val="C00000"/>
                </a:solidFill>
                <a:latin typeface="微软雅黑" panose="020B0503020204020204" charset="-122"/>
              </a:rPr>
              <a:t>液体</a:t>
            </a:r>
            <a:endParaRPr lang="zh-CN" altLang="en-US" sz="2500">
              <a:solidFill>
                <a:prstClr val="black"/>
              </a:solidFill>
              <a:latin typeface="Times New Roman"/>
            </a:endParaRPr>
          </a:p>
        </p:txBody>
      </p:sp>
      <p:sp>
        <p:nvSpPr>
          <p:cNvPr id="27" name="文本框 26">
            <a:extLst>
              <a:ext uri="{FF2B5EF4-FFF2-40B4-BE49-F238E27FC236}">
                <a16:creationId xmlns:a16="http://schemas.microsoft.com/office/drawing/2014/main" id="{FE76B684-0ADB-4A75-8BD7-281980BD3CB2}"/>
              </a:ext>
            </a:extLst>
          </p:cNvPr>
          <p:cNvSpPr txBox="1"/>
          <p:nvPr>
            <p:custDataLst>
              <p:tags r:id="rId7"/>
            </p:custDataLst>
          </p:nvPr>
        </p:nvSpPr>
        <p:spPr>
          <a:xfrm>
            <a:off x="618008" y="4036169"/>
            <a:ext cx="8879140" cy="1631216"/>
          </a:xfrm>
          <a:prstGeom prst="rect">
            <a:avLst/>
          </a:prstGeom>
          <a:noFill/>
        </p:spPr>
        <p:txBody>
          <a:bodyPr wrap="square">
            <a:spAutoFit/>
          </a:bodyPr>
          <a:lstStyle/>
          <a:p>
            <a:pPr indent="355591" defTabSz="457200" fontAlgn="ctr">
              <a:lnSpc>
                <a:spcPts val="4000"/>
              </a:lnSpc>
            </a:pPr>
            <a:r>
              <a:rPr lang="zh-CN" altLang="zh-CN" sz="2500" kern="100">
                <a:solidFill>
                  <a:prstClr val="white"/>
                </a:solidFill>
                <a:latin typeface="Times New Roman"/>
              </a:rPr>
              <a:t>（</a:t>
            </a:r>
            <a:r>
              <a:rPr lang="en-US" altLang="zh-CN" sz="2500" kern="100">
                <a:solidFill>
                  <a:prstClr val="white"/>
                </a:solidFill>
                <a:latin typeface="Times New Roman"/>
              </a:rPr>
              <a:t>1</a:t>
            </a:r>
            <a:r>
              <a:rPr lang="zh-CN" altLang="zh-CN" sz="2500" kern="100">
                <a:solidFill>
                  <a:prstClr val="white"/>
                </a:solidFill>
                <a:latin typeface="Times New Roman"/>
              </a:rPr>
              <a:t>）超声测位仪是利用声音可在</a:t>
            </a:r>
            <a:r>
              <a:rPr lang="zh-CN" altLang="en-US" sz="2500" kern="100">
                <a:solidFill>
                  <a:prstClr val="white"/>
                </a:solidFill>
                <a:latin typeface="Times New Roman"/>
              </a:rPr>
              <a:t>液体</a:t>
            </a:r>
            <a:r>
              <a:rPr lang="zh-CN" altLang="zh-CN" sz="2500" kern="100">
                <a:solidFill>
                  <a:prstClr val="white"/>
                </a:solidFill>
                <a:latin typeface="Times New Roman"/>
              </a:rPr>
              <a:t>中传播工作的。</a:t>
            </a:r>
            <a:endParaRPr lang="en-US" altLang="zh-CN" sz="2500" kern="100">
              <a:solidFill>
                <a:prstClr val="white"/>
              </a:solidFill>
              <a:latin typeface="Times New Roman"/>
            </a:endParaRPr>
          </a:p>
          <a:p>
            <a:pPr indent="355591" defTabSz="457200" fontAlgn="ctr">
              <a:lnSpc>
                <a:spcPts val="4000"/>
              </a:lnSpc>
            </a:pPr>
            <a:r>
              <a:rPr lang="zh-CN" altLang="en-US" sz="2500" kern="100">
                <a:solidFill>
                  <a:prstClr val="white"/>
                </a:solidFill>
                <a:latin typeface="Times New Roman"/>
              </a:rPr>
              <a:t>（</a:t>
            </a:r>
            <a:r>
              <a:rPr lang="en-US" altLang="zh-CN" sz="2500" kern="100">
                <a:solidFill>
                  <a:prstClr val="white"/>
                </a:solidFill>
                <a:latin typeface="Times New Roman"/>
              </a:rPr>
              <a:t>2</a:t>
            </a:r>
            <a:r>
              <a:rPr lang="zh-CN" altLang="en-US" sz="2500" kern="100">
                <a:solidFill>
                  <a:prstClr val="white"/>
                </a:solidFill>
                <a:latin typeface="Times New Roman"/>
              </a:rPr>
              <a:t>）</a:t>
            </a:r>
            <a:r>
              <a:rPr lang="zh-CN" altLang="en-US" sz="2500">
                <a:solidFill>
                  <a:prstClr val="white"/>
                </a:solidFill>
                <a:latin typeface="Times New Roman"/>
              </a:rPr>
              <a:t>声音通过的距离</a:t>
            </a:r>
            <a:r>
              <a:rPr lang="en-US" altLang="zh-CN" sz="2500" i="1">
                <a:solidFill>
                  <a:prstClr val="white"/>
                </a:solidFill>
                <a:latin typeface="Times New Roman"/>
              </a:rPr>
              <a:t>s</a:t>
            </a:r>
            <a:r>
              <a:rPr lang="en-US" altLang="zh-CN" sz="2500" kern="100">
                <a:solidFill>
                  <a:prstClr val="white"/>
                </a:solidFill>
                <a:latin typeface="Times New Roman"/>
              </a:rPr>
              <a:t> =6750m×2</a:t>
            </a:r>
          </a:p>
          <a:p>
            <a:pPr indent="355591" defTabSz="457200" fontAlgn="ctr">
              <a:lnSpc>
                <a:spcPts val="4000"/>
              </a:lnSpc>
            </a:pPr>
            <a:r>
              <a:rPr lang="zh-CN" altLang="en-US" sz="2500" kern="100">
                <a:solidFill>
                  <a:prstClr val="white"/>
                </a:solidFill>
                <a:latin typeface="Times New Roman"/>
              </a:rPr>
              <a:t>         则测位仪发出信号到接收到信号需经过的时间</a:t>
            </a:r>
            <a:endParaRPr lang="zh-CN" altLang="zh-CN" sz="2500" kern="100">
              <a:solidFill>
                <a:prstClr val="white"/>
              </a:solidFill>
              <a:latin typeface="Times New Roman"/>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3690F75-EB8B-05C2-7E1A-05D5F0F40143}"/>
                  </a:ext>
                </a:extLst>
              </p:cNvPr>
              <p:cNvSpPr txBox="1"/>
              <p:nvPr>
                <p:custDataLst>
                  <p:tags r:id="rId8"/>
                </p:custDataLst>
              </p:nvPr>
            </p:nvSpPr>
            <p:spPr>
              <a:xfrm>
                <a:off x="2319693" y="5817410"/>
                <a:ext cx="4455502" cy="751681"/>
              </a:xfrm>
              <a:prstGeom prst="rect">
                <a:avLst/>
              </a:prstGeom>
              <a:noFill/>
            </p:spPr>
            <p:txBody>
              <a:bodyPr wrap="square">
                <a:spAutoFit/>
              </a:bodyPr>
              <a:lstStyle/>
              <a:p>
                <a:pPr defTabSz="457200"/>
                <a:r>
                  <a:rPr lang="en-US" altLang="zh-CN" sz="2600" kern="100">
                    <a:solidFill>
                      <a:prstClr val="white"/>
                    </a:solidFill>
                    <a:latin typeface="Times New Roman"/>
                  </a:rPr>
                  <a:t> </a:t>
                </a:r>
                <a14:m>
                  <m:oMath xmlns:m="http://schemas.openxmlformats.org/officeDocument/2006/math">
                    <m:r>
                      <a:rPr lang="en-US" altLang="zh-CN" sz="2600" i="1" kern="100">
                        <a:solidFill>
                          <a:prstClr val="white"/>
                        </a:solidFill>
                        <a:latin typeface="Cambria Math" panose="02040503050406030204" pitchFamily="18" charset="0"/>
                      </a:rPr>
                      <m:t> </m:t>
                    </m:r>
                  </m:oMath>
                </a14:m>
                <a:r>
                  <a:rPr lang="en-US" altLang="zh-CN" sz="2600">
                    <a:solidFill>
                      <a:prstClr val="white"/>
                    </a:solidFill>
                    <a:latin typeface="Times New Roman"/>
                  </a:rPr>
                  <a:t>    </a:t>
                </a:r>
                <a:r>
                  <a:rPr lang="en-US" altLang="zh-CN" sz="2600" i="1">
                    <a:solidFill>
                      <a:prstClr val="white"/>
                    </a:solidFill>
                    <a:latin typeface="Times New Roman"/>
                  </a:rPr>
                  <a:t>t</a:t>
                </a:r>
                <a14:m>
                  <m:oMath xmlns:m="http://schemas.openxmlformats.org/officeDocument/2006/math">
                    <m:r>
                      <a:rPr lang="en-US" altLang="zh-CN" sz="2600" i="1">
                        <a:solidFill>
                          <a:prstClr val="white"/>
                        </a:solidFill>
                        <a:latin typeface="Cambria Math" panose="02040503050406030204" pitchFamily="18" charset="0"/>
                      </a:rPr>
                      <m:t>=</m:t>
                    </m:r>
                    <m:f>
                      <m:fPr>
                        <m:ctrlPr>
                          <a:rPr lang="en-US" altLang="zh-CN" sz="2600" i="1">
                            <a:solidFill>
                              <a:prstClr val="white"/>
                            </a:solidFill>
                            <a:latin typeface="Cambria Math" panose="02040503050406030204" pitchFamily="18" charset="0"/>
                          </a:rPr>
                        </m:ctrlPr>
                      </m:fPr>
                      <m:num>
                        <m:r>
                          <a:rPr lang="en-US" altLang="zh-CN" sz="2600" i="1">
                            <a:solidFill>
                              <a:prstClr val="white"/>
                            </a:solidFill>
                            <a:latin typeface="Cambria Math" panose="02040503050406030204" pitchFamily="18" charset="0"/>
                          </a:rPr>
                          <m:t>𝑠</m:t>
                        </m:r>
                      </m:num>
                      <m:den>
                        <m:r>
                          <a:rPr lang="en-US" altLang="zh-CN" sz="2600" i="1">
                            <a:solidFill>
                              <a:prstClr val="white"/>
                            </a:solidFill>
                            <a:latin typeface="Cambria Math" panose="02040503050406030204" pitchFamily="18" charset="0"/>
                          </a:rPr>
                          <m:t>𝑣</m:t>
                        </m:r>
                      </m:den>
                    </m:f>
                  </m:oMath>
                </a14:m>
                <a:r>
                  <a:rPr lang="en-US" altLang="zh-CN" sz="2600">
                    <a:solidFill>
                      <a:prstClr val="white"/>
                    </a:solidFill>
                    <a:latin typeface="Times New Roman"/>
                  </a:rPr>
                  <a:t>= </a:t>
                </a:r>
                <a14:m>
                  <m:oMath xmlns:m="http://schemas.openxmlformats.org/officeDocument/2006/math">
                    <m:f>
                      <m:fPr>
                        <m:ctrlPr>
                          <a:rPr lang="en-US" altLang="zh-CN" sz="2600" i="1">
                            <a:solidFill>
                              <a:prstClr val="white"/>
                            </a:solidFill>
                            <a:latin typeface="Cambria Math" panose="02040503050406030204" pitchFamily="18" charset="0"/>
                          </a:rPr>
                        </m:ctrlPr>
                      </m:fPr>
                      <m:num>
                        <m:r>
                          <a:rPr lang="en-US" altLang="zh-CN" sz="2600" kern="100">
                            <a:solidFill>
                              <a:prstClr val="white"/>
                            </a:solidFill>
                            <a:latin typeface="Cambria Math" panose="02040503050406030204" pitchFamily="18" charset="0"/>
                          </a:rPr>
                          <m:t>6750</m:t>
                        </m:r>
                        <m:r>
                          <m:rPr>
                            <m:sty m:val="p"/>
                          </m:rPr>
                          <a:rPr lang="en-US" altLang="zh-CN" sz="2600" kern="100">
                            <a:solidFill>
                              <a:prstClr val="white"/>
                            </a:solidFill>
                            <a:latin typeface="Cambria Math" panose="02040503050406030204" pitchFamily="18" charset="0"/>
                          </a:rPr>
                          <m:t>m</m:t>
                        </m:r>
                        <m:r>
                          <a:rPr lang="en-US" altLang="zh-CN" sz="2600" kern="100">
                            <a:solidFill>
                              <a:prstClr val="white"/>
                            </a:solidFill>
                            <a:latin typeface="Cambria Math" panose="02040503050406030204" pitchFamily="18" charset="0"/>
                          </a:rPr>
                          <m:t>×2</m:t>
                        </m:r>
                      </m:num>
                      <m:den>
                        <m:r>
                          <a:rPr lang="en-US" altLang="zh-CN" sz="2600" kern="100">
                            <a:solidFill>
                              <a:prstClr val="white"/>
                            </a:solidFill>
                            <a:latin typeface="Cambria Math" panose="02040503050406030204" pitchFamily="18" charset="0"/>
                          </a:rPr>
                          <m:t>1500</m:t>
                        </m:r>
                        <m:r>
                          <m:rPr>
                            <m:sty m:val="p"/>
                          </m:rPr>
                          <a:rPr lang="en-US" altLang="zh-CN" sz="2600" kern="100">
                            <a:solidFill>
                              <a:prstClr val="white"/>
                            </a:solidFill>
                            <a:latin typeface="Cambria Math" panose="02040503050406030204" pitchFamily="18" charset="0"/>
                          </a:rPr>
                          <m:t>m</m:t>
                        </m:r>
                        <m:r>
                          <a:rPr lang="en-US" altLang="zh-CN" sz="2600" kern="100">
                            <a:solidFill>
                              <a:prstClr val="white"/>
                            </a:solidFill>
                            <a:latin typeface="Cambria Math" panose="02040503050406030204" pitchFamily="18" charset="0"/>
                          </a:rPr>
                          <m:t>/</m:t>
                        </m:r>
                        <m:r>
                          <m:rPr>
                            <m:sty m:val="p"/>
                          </m:rPr>
                          <a:rPr lang="en-US" altLang="zh-CN" sz="2600" kern="100">
                            <a:solidFill>
                              <a:prstClr val="white"/>
                            </a:solidFill>
                            <a:latin typeface="Cambria Math" panose="02040503050406030204" pitchFamily="18" charset="0"/>
                          </a:rPr>
                          <m:t>s</m:t>
                        </m:r>
                      </m:den>
                    </m:f>
                    <m:r>
                      <a:rPr lang="en-US" altLang="zh-CN" sz="2600" i="1">
                        <a:solidFill>
                          <a:prstClr val="white"/>
                        </a:solidFill>
                        <a:latin typeface="Cambria Math" panose="02040503050406030204" pitchFamily="18" charset="0"/>
                      </a:rPr>
                      <m:t> </m:t>
                    </m:r>
                  </m:oMath>
                </a14:m>
                <a:r>
                  <a:rPr lang="en-US" altLang="zh-CN" sz="2600">
                    <a:solidFill>
                      <a:prstClr val="white"/>
                    </a:solidFill>
                    <a:latin typeface="Times New Roman"/>
                  </a:rPr>
                  <a:t>=9</a:t>
                </a:r>
                <a:r>
                  <a:rPr lang="en-US" altLang="zh-CN" sz="2600" i="1">
                    <a:solidFill>
                      <a:prstClr val="white"/>
                    </a:solidFill>
                    <a:latin typeface="Times New Roman"/>
                  </a:rPr>
                  <a:t>s</a:t>
                </a:r>
                <a:r>
                  <a:rPr lang="zh-CN" altLang="en-US" sz="2600" kern="100">
                    <a:solidFill>
                      <a:prstClr val="white"/>
                    </a:solidFill>
                    <a:latin typeface="Times New Roman"/>
                  </a:rPr>
                  <a:t> </a:t>
                </a:r>
                <a:endParaRPr lang="zh-CN" altLang="en-US" sz="2600">
                  <a:solidFill>
                    <a:prstClr val="black"/>
                  </a:solidFill>
                  <a:latin typeface="Times New Roman"/>
                </a:endParaRPr>
              </a:p>
            </p:txBody>
          </p:sp>
        </mc:Choice>
        <mc:Fallback xmlns:p159="http://schemas.microsoft.com/office/powerpoint/2015/09/main" xmlns:p15="http://schemas.microsoft.com/office/powerpoint/2012/main" xmlns:p14="http://schemas.microsoft.com/office/powerpoint/2010/main" xmlns:wp="http://schemas.openxmlformats.org/drawingml/2006/wordprocessingDrawing" xmlns:w="http://schemas.openxmlformats.org/wordprocessingml/2006/main" xmlns:m="http://schemas.openxmlformats.org/officeDocument/2006/math" xmlns="">
          <p:sp>
            <p:nvSpPr>
              <p:cNvPr id="6" name="文本框 5">
                <a:extLst>
                  <a:ext uri="{FF2B5EF4-FFF2-40B4-BE49-F238E27FC236}">
                    <a16:creationId xmlns:a16="http://schemas.microsoft.com/office/drawing/2014/main" id="{33690F75-EB8B-05C2-7E1A-05D5F0F40143}"/>
                  </a:ext>
                </a:extLst>
              </p:cNvPr>
              <p:cNvSpPr txBox="1">
                <a:spLocks noRot="1" noChangeAspect="1" noMove="1" noResize="1" noEditPoints="1" noAdjustHandles="1" noChangeArrowheads="1" noChangeShapeType="1" noTextEdit="1"/>
              </p:cNvSpPr>
              <p:nvPr>
                <p:custDataLst>
                  <p:tags r:id="rId16"/>
                </p:custDataLst>
              </p:nvPr>
            </p:nvSpPr>
            <p:spPr>
              <a:xfrm>
                <a:off x="2319693" y="5817410"/>
                <a:ext cx="4455502" cy="751681"/>
              </a:xfrm>
              <a:prstGeom prst="rect">
                <a:avLst/>
              </a:prstGeom>
              <a:blipFill>
                <a:blip r:embed="rId17"/>
                <a:stretch>
                  <a:fillRect b="-4839"/>
                </a:stretch>
              </a:blipFill>
            </p:spPr>
            <p:txBody>
              <a:bodyPr/>
              <a:lstStyle/>
              <a:p>
                <a:r>
                  <a:rPr lang="zh-CN" altLang="en-US">
                    <a:noFill/>
                  </a:rPr>
                  <a:t> </a:t>
                </a:r>
              </a:p>
            </p:txBody>
          </p:sp>
        </mc:Fallback>
      </mc:AlternateContent>
      <p:pic>
        <p:nvPicPr>
          <p:cNvPr id="4" name="图片 3" descr="cbe3eb76672406fabbe30586b58813d">
            <a:extLst>
              <a:ext uri="{FF2B5EF4-FFF2-40B4-BE49-F238E27FC236}">
                <a16:creationId xmlns:a16="http://schemas.microsoft.com/office/drawing/2014/main" id="{86D22853-2666-0DB2-0DED-592EB5362953}"/>
              </a:ext>
            </a:extLst>
          </p:cNvPr>
          <p:cNvPicPr>
            <a:picLocks noChangeAspect="1"/>
          </p:cNvPicPr>
          <p:nvPr/>
        </p:nvPicPr>
        <p:blipFill>
          <a:blip r:embed="rId18"/>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38792201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7">
                                            <p:txEl>
                                              <p:pRg st="0" end="0"/>
                                            </p:txEl>
                                          </p:spTgt>
                                        </p:tgtEl>
                                        <p:attrNameLst>
                                          <p:attrName>style.visibility</p:attrName>
                                        </p:attrNameLst>
                                      </p:cBhvr>
                                      <p:to>
                                        <p:strVal val="visible"/>
                                      </p:to>
                                    </p:set>
                                    <p:animEffect transition="in" filter="wipe(left)">
                                      <p:cBhvr>
                                        <p:cTn id="12" dur="1000"/>
                                        <p:tgtEl>
                                          <p:spTgt spid="27">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7">
                                            <p:txEl>
                                              <p:pRg st="1" end="1"/>
                                            </p:txEl>
                                          </p:spTgt>
                                        </p:tgtEl>
                                        <p:attrNameLst>
                                          <p:attrName>style.visibility</p:attrName>
                                        </p:attrNameLst>
                                      </p:cBhvr>
                                      <p:to>
                                        <p:strVal val="visible"/>
                                      </p:to>
                                    </p:set>
                                    <p:animEffect transition="in" filter="wipe(left)">
                                      <p:cBhvr>
                                        <p:cTn id="17" dur="1000"/>
                                        <p:tgtEl>
                                          <p:spTgt spid="27">
                                            <p:txEl>
                                              <p:pRg st="1" end="1"/>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27">
                                            <p:txEl>
                                              <p:pRg st="2" end="2"/>
                                            </p:txEl>
                                          </p:spTgt>
                                        </p:tgtEl>
                                        <p:attrNameLst>
                                          <p:attrName>style.visibility</p:attrName>
                                        </p:attrNameLst>
                                      </p:cBhvr>
                                      <p:to>
                                        <p:strVal val="visible"/>
                                      </p:to>
                                    </p:set>
                                    <p:animEffect transition="in" filter="wipe(left)">
                                      <p:cBhvr>
                                        <p:cTn id="20" dur="1000"/>
                                        <p:tgtEl>
                                          <p:spTgt spid="27">
                                            <p:txEl>
                                              <p:pRg st="2" end="2"/>
                                            </p:txEl>
                                          </p:spTgt>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arn(inVertical)">
                                      <p:cBhvr>
                                        <p:cTn id="25" dur="500"/>
                                        <p:tgtEl>
                                          <p:spTgt spid="6"/>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26" presetClass="entr" presetSubtype="0" fill="hold" grpId="0"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down)">
                                      <p:cBhvr>
                                        <p:cTn id="30" dur="435">
                                          <p:stCondLst>
                                            <p:cond delay="0"/>
                                          </p:stCondLst>
                                        </p:cTn>
                                        <p:tgtEl>
                                          <p:spTgt spid="24"/>
                                        </p:tgtEl>
                                      </p:cBhvr>
                                    </p:animEffect>
                                    <p:anim calcmode="lin" valueType="num">
                                      <p:cBhvr>
                                        <p:cTn id="31" dur="1367"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32" dur="498"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33" dur="498" tmFilter="0, 0; 0.125,0.2665; 0.25,0.4; 0.375,0.465; 0.5,0.5;  0.625,0.535; 0.75,0.6; 0.875,0.7335; 1,1">
                                          <p:stCondLst>
                                            <p:cond delay="498"/>
                                          </p:stCondLst>
                                        </p:cTn>
                                        <p:tgtEl>
                                          <p:spTgt spid="24"/>
                                        </p:tgtEl>
                                        <p:attrNameLst>
                                          <p:attrName>ppt_y</p:attrName>
                                        </p:attrNameLst>
                                      </p:cBhvr>
                                      <p:tavLst>
                                        <p:tav tm="0" fmla="#ppt_y-sin(pi*$)/9">
                                          <p:val>
                                            <p:fltVal val="0"/>
                                          </p:val>
                                        </p:tav>
                                        <p:tav tm="100000">
                                          <p:val>
                                            <p:fltVal val="1"/>
                                          </p:val>
                                        </p:tav>
                                      </p:tavLst>
                                    </p:anim>
                                    <p:anim calcmode="lin" valueType="num">
                                      <p:cBhvr>
                                        <p:cTn id="34" dur="249" tmFilter="0, 0; 0.125,0.2665; 0.25,0.4; 0.375,0.465; 0.5,0.5;  0.625,0.535; 0.75,0.6; 0.875,0.7335; 1,1">
                                          <p:stCondLst>
                                            <p:cond delay="993"/>
                                          </p:stCondLst>
                                        </p:cTn>
                                        <p:tgtEl>
                                          <p:spTgt spid="24"/>
                                        </p:tgtEl>
                                        <p:attrNameLst>
                                          <p:attrName>ppt_y</p:attrName>
                                        </p:attrNameLst>
                                      </p:cBhvr>
                                      <p:tavLst>
                                        <p:tav tm="0" fmla="#ppt_y-sin(pi*$)/27">
                                          <p:val>
                                            <p:fltVal val="0"/>
                                          </p:val>
                                        </p:tav>
                                        <p:tav tm="100000">
                                          <p:val>
                                            <p:fltVal val="1"/>
                                          </p:val>
                                        </p:tav>
                                      </p:tavLst>
                                    </p:anim>
                                    <p:anim calcmode="lin" valueType="num">
                                      <p:cBhvr>
                                        <p:cTn id="35" dur="123" tmFilter="0, 0; 0.125,0.2665; 0.25,0.4; 0.375,0.465; 0.5,0.5;  0.625,0.535; 0.75,0.6; 0.875,0.7335; 1,1">
                                          <p:stCondLst>
                                            <p:cond delay="1242"/>
                                          </p:stCondLst>
                                        </p:cTn>
                                        <p:tgtEl>
                                          <p:spTgt spid="24"/>
                                        </p:tgtEl>
                                        <p:attrNameLst>
                                          <p:attrName>ppt_y</p:attrName>
                                        </p:attrNameLst>
                                      </p:cBhvr>
                                      <p:tavLst>
                                        <p:tav tm="0" fmla="#ppt_y-sin(pi*$)/81">
                                          <p:val>
                                            <p:fltVal val="0"/>
                                          </p:val>
                                        </p:tav>
                                        <p:tav tm="100000">
                                          <p:val>
                                            <p:fltVal val="1"/>
                                          </p:val>
                                        </p:tav>
                                      </p:tavLst>
                                    </p:anim>
                                    <p:animScale>
                                      <p:cBhvr>
                                        <p:cTn id="36" dur="20">
                                          <p:stCondLst>
                                            <p:cond delay="487"/>
                                          </p:stCondLst>
                                        </p:cTn>
                                        <p:tgtEl>
                                          <p:spTgt spid="24"/>
                                        </p:tgtEl>
                                      </p:cBhvr>
                                      <p:to x="100000" y="60000"/>
                                    </p:animScale>
                                    <p:animScale>
                                      <p:cBhvr>
                                        <p:cTn id="37" dur="124" decel="50000">
                                          <p:stCondLst>
                                            <p:cond delay="507"/>
                                          </p:stCondLst>
                                        </p:cTn>
                                        <p:tgtEl>
                                          <p:spTgt spid="24"/>
                                        </p:tgtEl>
                                      </p:cBhvr>
                                      <p:to x="100000" y="100000"/>
                                    </p:animScale>
                                    <p:animScale>
                                      <p:cBhvr>
                                        <p:cTn id="38" dur="20">
                                          <p:stCondLst>
                                            <p:cond delay="984"/>
                                          </p:stCondLst>
                                        </p:cTn>
                                        <p:tgtEl>
                                          <p:spTgt spid="24"/>
                                        </p:tgtEl>
                                      </p:cBhvr>
                                      <p:to x="100000" y="80000"/>
                                    </p:animScale>
                                    <p:animScale>
                                      <p:cBhvr>
                                        <p:cTn id="39" dur="124" decel="50000">
                                          <p:stCondLst>
                                            <p:cond delay="1004"/>
                                          </p:stCondLst>
                                        </p:cTn>
                                        <p:tgtEl>
                                          <p:spTgt spid="24"/>
                                        </p:tgtEl>
                                      </p:cBhvr>
                                      <p:to x="100000" y="100000"/>
                                    </p:animScale>
                                    <p:animScale>
                                      <p:cBhvr>
                                        <p:cTn id="40" dur="20">
                                          <p:stCondLst>
                                            <p:cond delay="1231"/>
                                          </p:stCondLst>
                                        </p:cTn>
                                        <p:tgtEl>
                                          <p:spTgt spid="24"/>
                                        </p:tgtEl>
                                      </p:cBhvr>
                                      <p:to x="100000" y="90000"/>
                                    </p:animScale>
                                    <p:animScale>
                                      <p:cBhvr>
                                        <p:cTn id="41" dur="124" decel="50000">
                                          <p:stCondLst>
                                            <p:cond delay="1251"/>
                                          </p:stCondLst>
                                        </p:cTn>
                                        <p:tgtEl>
                                          <p:spTgt spid="24"/>
                                        </p:tgtEl>
                                      </p:cBhvr>
                                      <p:to x="100000" y="100000"/>
                                    </p:animScale>
                                    <p:animScale>
                                      <p:cBhvr>
                                        <p:cTn id="42" dur="20">
                                          <p:stCondLst>
                                            <p:cond delay="1356"/>
                                          </p:stCondLst>
                                        </p:cTn>
                                        <p:tgtEl>
                                          <p:spTgt spid="24"/>
                                        </p:tgtEl>
                                      </p:cBhvr>
                                      <p:to x="100000" y="95000"/>
                                    </p:animScale>
                                    <p:animScale>
                                      <p:cBhvr>
                                        <p:cTn id="43" dur="124" decel="50000">
                                          <p:stCondLst>
                                            <p:cond delay="1376"/>
                                          </p:stCondLst>
                                        </p:cTn>
                                        <p:tgtEl>
                                          <p:spTgt spid="24"/>
                                        </p:tgtEl>
                                      </p:cBhvr>
                                      <p:to x="100000" y="100000"/>
                                    </p:animScale>
                                  </p:childTnLst>
                                </p:cTn>
                              </p:par>
                            </p:childTnLst>
                          </p:cTn>
                        </p:par>
                      </p:childTnLst>
                    </p:cTn>
                  </p:par>
                  <p:par>
                    <p:cTn id="44" fill="hold" nodeType="clickPar">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 calcmode="lin" valueType="num">
                                      <p:cBhvr>
                                        <p:cTn id="48" dur="750" fill="hold"/>
                                        <p:tgtEl>
                                          <p:spTgt spid="22"/>
                                        </p:tgtEl>
                                        <p:attrNameLst>
                                          <p:attrName>ppt_w</p:attrName>
                                        </p:attrNameLst>
                                      </p:cBhvr>
                                      <p:tavLst>
                                        <p:tav tm="0">
                                          <p:val>
                                            <p:fltVal val="0"/>
                                          </p:val>
                                        </p:tav>
                                        <p:tav tm="100000">
                                          <p:val>
                                            <p:strVal val="#ppt_w"/>
                                          </p:val>
                                        </p:tav>
                                      </p:tavLst>
                                    </p:anim>
                                    <p:anim calcmode="lin" valueType="num">
                                      <p:cBhvr>
                                        <p:cTn id="49" dur="750" fill="hold"/>
                                        <p:tgtEl>
                                          <p:spTgt spid="22"/>
                                        </p:tgtEl>
                                        <p:attrNameLst>
                                          <p:attrName>ppt_h</p:attrName>
                                        </p:attrNameLst>
                                      </p:cBhvr>
                                      <p:tavLst>
                                        <p:tav tm="0">
                                          <p:val>
                                            <p:fltVal val="0"/>
                                          </p:val>
                                        </p:tav>
                                        <p:tav tm="100000">
                                          <p:val>
                                            <p:strVal val="#ppt_h"/>
                                          </p:val>
                                        </p:tav>
                                      </p:tavLst>
                                    </p:anim>
                                    <p:animEffect transition="in" filter="fade">
                                      <p:cBhvr>
                                        <p:cTn id="50" dur="7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A305E4A4-BD97-4E14-CA4C-0F0F70E50772}"/>
              </a:ext>
            </a:extLst>
          </p:cNvPr>
          <p:cNvGrpSpPr/>
          <p:nvPr>
            <p:custDataLst>
              <p:tags r:id="rId1"/>
            </p:custDataLst>
          </p:nvPr>
        </p:nvGrpSpPr>
        <p:grpSpPr>
          <a:xfrm>
            <a:off x="0" y="3938074"/>
            <a:ext cx="12192000" cy="2913619"/>
            <a:chOff x="1802108" y="2722671"/>
            <a:chExt cx="6762965" cy="2194352"/>
          </a:xfrm>
        </p:grpSpPr>
        <p:sp>
          <p:nvSpPr>
            <p:cNvPr id="9" name="矩形 37">
              <a:extLst>
                <a:ext uri="{FF2B5EF4-FFF2-40B4-BE49-F238E27FC236}">
                  <a16:creationId xmlns:a16="http://schemas.microsoft.com/office/drawing/2014/main" id="{EF49AA2D-44B5-D797-3BAF-03307C60721F}"/>
                </a:ext>
              </a:extLst>
            </p:cNvPr>
            <p:cNvSpPr>
              <a:spLocks noChangeArrowheads="1"/>
            </p:cNvSpPr>
            <p:nvPr>
              <p:custDataLst>
                <p:tags r:id="rId7"/>
              </p:custDataLst>
            </p:nvPr>
          </p:nvSpPr>
          <p:spPr bwMode="auto">
            <a:xfrm>
              <a:off x="1802108" y="2722671"/>
              <a:ext cx="6762965" cy="2194352"/>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defTabSz="1218002">
                <a:defRPr/>
              </a:pPr>
              <a:endParaRPr lang="zh-CN" altLang="en-US" sz="2399">
                <a:solidFill>
                  <a:prstClr val="white"/>
                </a:solidFill>
                <a:latin typeface="Times New Roman"/>
                <a:cs typeface="+mn-ea"/>
                <a:sym typeface="+mn-lt"/>
              </a:endParaRPr>
            </a:p>
          </p:txBody>
        </p:sp>
        <p:pic>
          <p:nvPicPr>
            <p:cNvPr id="10" name="图片 9">
              <a:extLst>
                <a:ext uri="{FF2B5EF4-FFF2-40B4-BE49-F238E27FC236}">
                  <a16:creationId xmlns:a16="http://schemas.microsoft.com/office/drawing/2014/main" id="{F2528180-F4A0-3F47-934C-88DB6434923A}"/>
                </a:ext>
              </a:extLst>
            </p:cNvPr>
            <p:cNvPicPr>
              <a:picLocks noChangeAspect="1"/>
            </p:cNvPicPr>
            <p:nvPr>
              <p:custDataLst>
                <p:tags r:id="rId8"/>
              </p:custDataLst>
            </p:nvPr>
          </p:nvPicPr>
          <p:blipFill>
            <a:blip r:embed="rId10"/>
            <a:srcRect l="16093" t="19040" r="16095" b="25092"/>
            <a:stretch>
              <a:fillRect/>
            </a:stretch>
          </p:blipFill>
          <p:spPr>
            <a:xfrm>
              <a:off x="1837449" y="2787876"/>
              <a:ext cx="649101" cy="474072"/>
            </a:xfrm>
            <a:prstGeom prst="rect">
              <a:avLst/>
            </a:prstGeom>
          </p:spPr>
        </p:pic>
      </p:grpSp>
      <p:sp>
        <p:nvSpPr>
          <p:cNvPr id="2" name="文本框 1">
            <a:extLst>
              <a:ext uri="{FF2B5EF4-FFF2-40B4-BE49-F238E27FC236}">
                <a16:creationId xmlns:a16="http://schemas.microsoft.com/office/drawing/2014/main" id="{3345F939-ACB0-D3B8-14D9-F733F38CCADF}"/>
              </a:ext>
            </a:extLst>
          </p:cNvPr>
          <p:cNvSpPr txBox="1"/>
          <p:nvPr>
            <p:custDataLst>
              <p:tags r:id="rId2"/>
            </p:custDataLst>
          </p:nvPr>
        </p:nvSpPr>
        <p:spPr>
          <a:xfrm>
            <a:off x="1008846" y="391060"/>
            <a:ext cx="6465841" cy="359073"/>
          </a:xfrm>
          <a:prstGeom prst="rect">
            <a:avLst/>
          </a:prstGeom>
          <a:noFill/>
        </p:spPr>
        <p:txBody>
          <a:bodyPr wrap="square" lIns="0" tIns="0" rIns="0" bIns="0" rtlCol="0">
            <a:spAutoFit/>
          </a:bodyPr>
          <a:lstStyle/>
          <a:p>
            <a:pPr>
              <a:lnSpc>
                <a:spcPts val="2800"/>
              </a:lnSpc>
              <a:defRPr/>
            </a:pPr>
            <a:r>
              <a:rPr lang="zh-CN" altLang="en-US" sz="2800" b="1" kern="0">
                <a:solidFill>
                  <a:srgbClr val="7030A0"/>
                </a:solidFill>
                <a:latin typeface="微软雅黑" panose="020B0503020204020204" pitchFamily="34" charset="-122"/>
                <a:cs typeface="Times New Roman" panose="02020603050405020304" pitchFamily="18" charset="0"/>
              </a:rPr>
              <a:t>题型二、超声波和次声波的应用</a:t>
            </a:r>
          </a:p>
        </p:txBody>
      </p:sp>
      <p:sp>
        <p:nvSpPr>
          <p:cNvPr id="12" name="文本框 11">
            <a:extLst>
              <a:ext uri="{FF2B5EF4-FFF2-40B4-BE49-F238E27FC236}">
                <a16:creationId xmlns:a16="http://schemas.microsoft.com/office/drawing/2014/main" id="{78A8568A-83B9-2E2E-41EF-09DFB4F8C03C}"/>
              </a:ext>
            </a:extLst>
          </p:cNvPr>
          <p:cNvSpPr txBox="1"/>
          <p:nvPr>
            <p:custDataLst>
              <p:tags r:id="rId3"/>
            </p:custDataLst>
          </p:nvPr>
        </p:nvSpPr>
        <p:spPr>
          <a:xfrm>
            <a:off x="1368761" y="911356"/>
            <a:ext cx="8399554" cy="2913618"/>
          </a:xfrm>
          <a:prstGeom prst="rect">
            <a:avLst/>
          </a:prstGeom>
          <a:noFill/>
        </p:spPr>
        <p:txBody>
          <a:bodyPr wrap="square">
            <a:spAutoFit/>
          </a:bodyPr>
          <a:lstStyle/>
          <a:p>
            <a:pPr indent="355591" defTabSz="457200" fontAlgn="ctr">
              <a:lnSpc>
                <a:spcPts val="4400"/>
              </a:lnSpc>
              <a:defRPr/>
            </a:pPr>
            <a:r>
              <a:rPr lang="en-US" altLang="zh-CN" sz="2700" b="1" kern="100">
                <a:solidFill>
                  <a:prstClr val="black"/>
                </a:solidFill>
                <a:latin typeface="Times New Roman"/>
              </a:rPr>
              <a:t>【</a:t>
            </a:r>
            <a:r>
              <a:rPr lang="zh-CN" altLang="en-US" sz="2700" b="1" kern="100">
                <a:solidFill>
                  <a:prstClr val="black"/>
                </a:solidFill>
                <a:latin typeface="Times New Roman"/>
              </a:rPr>
              <a:t>例题</a:t>
            </a:r>
            <a:r>
              <a:rPr lang="en-US" altLang="zh-CN" sz="2700" b="1" kern="100">
                <a:solidFill>
                  <a:prstClr val="black"/>
                </a:solidFill>
                <a:latin typeface="Times New Roman"/>
              </a:rPr>
              <a:t>4】</a:t>
            </a:r>
            <a:r>
              <a:rPr lang="zh-CN" altLang="en-US" sz="2700" kern="100">
                <a:solidFill>
                  <a:prstClr val="black"/>
                </a:solidFill>
                <a:latin typeface="Times New Roman"/>
              </a:rPr>
              <a:t>下列事实中应用了次声的是（     ）</a:t>
            </a:r>
          </a:p>
          <a:p>
            <a:pPr indent="355591" defTabSz="457200" fontAlgn="ctr">
              <a:lnSpc>
                <a:spcPts val="4400"/>
              </a:lnSpc>
              <a:defRPr/>
            </a:pPr>
            <a:r>
              <a:rPr lang="en-US" altLang="zh-CN" sz="2700" kern="100">
                <a:solidFill>
                  <a:prstClr val="black"/>
                </a:solidFill>
                <a:latin typeface="Times New Roman"/>
              </a:rPr>
              <a:t>  A.  </a:t>
            </a:r>
            <a:r>
              <a:rPr lang="zh-CN" altLang="en-US" sz="2700" kern="100">
                <a:solidFill>
                  <a:prstClr val="black"/>
                </a:solidFill>
                <a:latin typeface="Times New Roman"/>
              </a:rPr>
              <a:t>用</a:t>
            </a:r>
            <a:r>
              <a:rPr lang="en-US" altLang="zh-CN" sz="2700" kern="100">
                <a:solidFill>
                  <a:prstClr val="black"/>
                </a:solidFill>
                <a:latin typeface="Times New Roman"/>
              </a:rPr>
              <a:t>B</a:t>
            </a:r>
            <a:r>
              <a:rPr lang="zh-CN" altLang="en-US" sz="2700" kern="100">
                <a:solidFill>
                  <a:prstClr val="black"/>
                </a:solidFill>
                <a:latin typeface="Times New Roman"/>
              </a:rPr>
              <a:t>超来诊断病情</a:t>
            </a:r>
          </a:p>
          <a:p>
            <a:pPr indent="355591" defTabSz="457200" fontAlgn="ctr">
              <a:lnSpc>
                <a:spcPts val="4400"/>
              </a:lnSpc>
              <a:defRPr/>
            </a:pPr>
            <a:r>
              <a:rPr lang="en-US" altLang="zh-CN" sz="2700" kern="100">
                <a:solidFill>
                  <a:prstClr val="black"/>
                </a:solidFill>
                <a:latin typeface="Times New Roman"/>
              </a:rPr>
              <a:t>  B.  </a:t>
            </a:r>
            <a:r>
              <a:rPr lang="zh-CN" altLang="en-US" sz="2700" kern="100">
                <a:solidFill>
                  <a:prstClr val="black"/>
                </a:solidFill>
                <a:latin typeface="Times New Roman"/>
              </a:rPr>
              <a:t>海豚判断物体的位置和大小</a:t>
            </a:r>
          </a:p>
          <a:p>
            <a:pPr indent="355591" defTabSz="457200" fontAlgn="ctr">
              <a:lnSpc>
                <a:spcPts val="4400"/>
              </a:lnSpc>
              <a:defRPr/>
            </a:pPr>
            <a:r>
              <a:rPr lang="en-US" altLang="zh-CN" sz="2700" kern="100">
                <a:solidFill>
                  <a:prstClr val="black"/>
                </a:solidFill>
                <a:latin typeface="Times New Roman"/>
              </a:rPr>
              <a:t>  C.  </a:t>
            </a:r>
            <a:r>
              <a:rPr lang="zh-CN" altLang="en-US" sz="2700" kern="100">
                <a:solidFill>
                  <a:prstClr val="black"/>
                </a:solidFill>
                <a:latin typeface="Times New Roman"/>
              </a:rPr>
              <a:t>蝙蝠确定目标的方位和距离</a:t>
            </a:r>
          </a:p>
          <a:p>
            <a:pPr indent="355591" defTabSz="457200" fontAlgn="ctr">
              <a:lnSpc>
                <a:spcPts val="4400"/>
              </a:lnSpc>
              <a:defRPr/>
            </a:pPr>
            <a:r>
              <a:rPr lang="en-US" altLang="zh-CN" sz="2700" kern="100">
                <a:solidFill>
                  <a:prstClr val="black"/>
                </a:solidFill>
                <a:latin typeface="Times New Roman"/>
              </a:rPr>
              <a:t>  D.  </a:t>
            </a:r>
            <a:r>
              <a:rPr lang="zh-CN" altLang="en-US" sz="2700" kern="100">
                <a:solidFill>
                  <a:prstClr val="black"/>
                </a:solidFill>
                <a:latin typeface="Times New Roman"/>
              </a:rPr>
              <a:t>预报海啸和台风</a:t>
            </a:r>
          </a:p>
        </p:txBody>
      </p:sp>
      <p:sp>
        <p:nvSpPr>
          <p:cNvPr id="24" name="文本框 23">
            <a:extLst>
              <a:ext uri="{FF2B5EF4-FFF2-40B4-BE49-F238E27FC236}">
                <a16:creationId xmlns:a16="http://schemas.microsoft.com/office/drawing/2014/main" id="{EFEC8055-F0E7-D077-2FF3-99D7D5D84F8A}"/>
              </a:ext>
            </a:extLst>
          </p:cNvPr>
          <p:cNvSpPr txBox="1"/>
          <p:nvPr>
            <p:custDataLst>
              <p:tags r:id="rId4"/>
            </p:custDataLst>
          </p:nvPr>
        </p:nvSpPr>
        <p:spPr>
          <a:xfrm>
            <a:off x="7790390" y="1091049"/>
            <a:ext cx="1977925" cy="523220"/>
          </a:xfrm>
          <a:prstGeom prst="rect">
            <a:avLst/>
          </a:prstGeom>
          <a:noFill/>
        </p:spPr>
        <p:txBody>
          <a:bodyPr wrap="square">
            <a:spAutoFit/>
          </a:bodyPr>
          <a:lstStyle/>
          <a:p>
            <a:pPr defTabSz="457200"/>
            <a:r>
              <a:rPr lang="en-US" altLang="zh-CN" sz="2800" kern="100">
                <a:solidFill>
                  <a:srgbClr val="C00000"/>
                </a:solidFill>
                <a:latin typeface="Times New Roman" panose="02020603050405020304" pitchFamily="18" charset="0"/>
                <a:cs typeface="Times New Roman" panose="02020603050405020304" pitchFamily="18" charset="0"/>
              </a:rPr>
              <a:t>D</a:t>
            </a:r>
            <a:endParaRPr lang="zh-CN" altLang="en-US" sz="2800">
              <a:solidFill>
                <a:prstClr val="black"/>
              </a:solidFill>
              <a:latin typeface="Times New Roman" panose="02020603050405020304" pitchFamily="18" charset="0"/>
              <a:cs typeface="Times New Roman" panose="02020603050405020304" pitchFamily="18" charset="0"/>
            </a:endParaRPr>
          </a:p>
        </p:txBody>
      </p:sp>
      <p:sp>
        <p:nvSpPr>
          <p:cNvPr id="27" name="文本框 26">
            <a:extLst>
              <a:ext uri="{FF2B5EF4-FFF2-40B4-BE49-F238E27FC236}">
                <a16:creationId xmlns:a16="http://schemas.microsoft.com/office/drawing/2014/main" id="{061489C1-F9A8-8A36-9C5C-E249C53104BF}"/>
              </a:ext>
            </a:extLst>
          </p:cNvPr>
          <p:cNvSpPr txBox="1"/>
          <p:nvPr>
            <p:custDataLst>
              <p:tags r:id="rId5"/>
            </p:custDataLst>
          </p:nvPr>
        </p:nvSpPr>
        <p:spPr>
          <a:xfrm>
            <a:off x="1368760" y="4220845"/>
            <a:ext cx="9865477" cy="2041585"/>
          </a:xfrm>
          <a:prstGeom prst="rect">
            <a:avLst/>
          </a:prstGeom>
          <a:noFill/>
        </p:spPr>
        <p:txBody>
          <a:bodyPr wrap="square">
            <a:spAutoFit/>
          </a:bodyPr>
          <a:lstStyle/>
          <a:p>
            <a:pPr indent="468000" defTabSz="457200" fontAlgn="ctr">
              <a:lnSpc>
                <a:spcPts val="3800"/>
              </a:lnSpc>
            </a:pPr>
            <a:r>
              <a:rPr lang="zh-CN" altLang="en-US" sz="2500" kern="100">
                <a:solidFill>
                  <a:prstClr val="white"/>
                </a:solidFill>
                <a:latin typeface="Times New Roman"/>
              </a:rPr>
              <a:t>用</a:t>
            </a:r>
            <a:r>
              <a:rPr lang="en-US" altLang="zh-CN" sz="2500" kern="100">
                <a:solidFill>
                  <a:prstClr val="white"/>
                </a:solidFill>
                <a:latin typeface="Times New Roman"/>
              </a:rPr>
              <a:t>B</a:t>
            </a:r>
            <a:r>
              <a:rPr lang="zh-CN" altLang="en-US" sz="2500" kern="100">
                <a:solidFill>
                  <a:prstClr val="white"/>
                </a:solidFill>
                <a:latin typeface="Times New Roman"/>
              </a:rPr>
              <a:t>超诊断病情、海豚确定物体的位置和大小、蝙蝠确定目标的方位和距离，都是利用超声，</a:t>
            </a:r>
            <a:r>
              <a:rPr lang="en-US" altLang="zh-CN" sz="2500" kern="100">
                <a:solidFill>
                  <a:prstClr val="white"/>
                </a:solidFill>
                <a:latin typeface="Times New Roman"/>
              </a:rPr>
              <a:t>A</a:t>
            </a:r>
            <a:r>
              <a:rPr lang="zh-CN" altLang="en-US" sz="2500" kern="100">
                <a:solidFill>
                  <a:prstClr val="white"/>
                </a:solidFill>
                <a:latin typeface="Times New Roman"/>
              </a:rPr>
              <a:t>、</a:t>
            </a:r>
            <a:r>
              <a:rPr lang="en-US" altLang="zh-CN" sz="2500" kern="100">
                <a:solidFill>
                  <a:prstClr val="white"/>
                </a:solidFill>
                <a:latin typeface="Times New Roman"/>
              </a:rPr>
              <a:t>B</a:t>
            </a:r>
            <a:r>
              <a:rPr lang="zh-CN" altLang="en-US" sz="2500" kern="100">
                <a:solidFill>
                  <a:prstClr val="white"/>
                </a:solidFill>
                <a:latin typeface="Times New Roman"/>
              </a:rPr>
              <a:t>、</a:t>
            </a:r>
            <a:r>
              <a:rPr lang="en-US" altLang="zh-CN" sz="2500" kern="100">
                <a:solidFill>
                  <a:prstClr val="white"/>
                </a:solidFill>
                <a:latin typeface="Times New Roman"/>
              </a:rPr>
              <a:t>C</a:t>
            </a:r>
            <a:r>
              <a:rPr lang="zh-CN" altLang="en-US" sz="2500" kern="100">
                <a:solidFill>
                  <a:prstClr val="white"/>
                </a:solidFill>
                <a:latin typeface="Times New Roman"/>
              </a:rPr>
              <a:t>均错误；海啸和台风发生时会产生次声，而次声的传播速度远比海啸和台风中心的移动速度快，所以利用次声可以预报海啸和台风，</a:t>
            </a:r>
            <a:r>
              <a:rPr lang="en-US" altLang="zh-CN" sz="2500" kern="100">
                <a:solidFill>
                  <a:prstClr val="white"/>
                </a:solidFill>
                <a:latin typeface="Times New Roman"/>
              </a:rPr>
              <a:t>D</a:t>
            </a:r>
            <a:r>
              <a:rPr lang="zh-CN" altLang="en-US" sz="2500" kern="100">
                <a:solidFill>
                  <a:prstClr val="white"/>
                </a:solidFill>
                <a:latin typeface="Times New Roman"/>
              </a:rPr>
              <a:t>正确。</a:t>
            </a:r>
          </a:p>
        </p:txBody>
      </p:sp>
      <p:sp>
        <p:nvSpPr>
          <p:cNvPr id="7" name="文本框 6">
            <a:extLst>
              <a:ext uri="{FF2B5EF4-FFF2-40B4-BE49-F238E27FC236}">
                <a16:creationId xmlns:a16="http://schemas.microsoft.com/office/drawing/2014/main" id="{47BEC6C6-5822-3AEC-A97E-7BD2054796FE}"/>
              </a:ext>
            </a:extLst>
          </p:cNvPr>
          <p:cNvSpPr txBox="1"/>
          <p:nvPr>
            <p:custDataLst>
              <p:tags r:id="rId6"/>
            </p:custDataLst>
          </p:nvPr>
        </p:nvSpPr>
        <p:spPr>
          <a:xfrm>
            <a:off x="9211522" y="5672251"/>
            <a:ext cx="2022715" cy="630942"/>
          </a:xfrm>
          <a:prstGeom prst="rect">
            <a:avLst/>
          </a:prstGeom>
          <a:noFill/>
        </p:spPr>
        <p:txBody>
          <a:bodyPr wrap="square">
            <a:spAutoFit/>
          </a:bodyPr>
          <a:lstStyle/>
          <a:p>
            <a:pPr indent="468000" defTabSz="457200" fontAlgn="ctr">
              <a:lnSpc>
                <a:spcPts val="4200"/>
              </a:lnSpc>
              <a:defRPr/>
            </a:pPr>
            <a:r>
              <a:rPr lang="zh-CN" altLang="en-US" sz="2600" b="1" kern="100">
                <a:solidFill>
                  <a:srgbClr val="FFC000"/>
                </a:solidFill>
                <a:latin typeface="Times New Roman"/>
              </a:rPr>
              <a:t>故选</a:t>
            </a:r>
            <a:r>
              <a:rPr lang="en-US" altLang="zh-CN" sz="2600" b="1" kern="100">
                <a:solidFill>
                  <a:srgbClr val="FFC000"/>
                </a:solidFill>
                <a:latin typeface="Times New Roman"/>
              </a:rPr>
              <a:t>D.</a:t>
            </a:r>
          </a:p>
        </p:txBody>
      </p:sp>
      <p:pic>
        <p:nvPicPr>
          <p:cNvPr id="4" name="图片 3" descr="cbe3eb76672406fabbe30586b58813d">
            <a:extLst>
              <a:ext uri="{FF2B5EF4-FFF2-40B4-BE49-F238E27FC236}">
                <a16:creationId xmlns:a16="http://schemas.microsoft.com/office/drawing/2014/main" id="{7CEB6644-4CAD-F04D-0B8E-032E404C0305}"/>
              </a:ext>
            </a:extLst>
          </p:cNvPr>
          <p:cNvPicPr>
            <a:picLocks noChangeAspect="1"/>
          </p:cNvPicPr>
          <p:nvPr/>
        </p:nvPicPr>
        <p:blipFill>
          <a:blip r:embed="rId11"/>
          <a:stretch>
            <a:fillRect/>
          </a:stretch>
        </p:blipFill>
        <p:spPr>
          <a:xfrm>
            <a:off x="9998529" y="70660"/>
            <a:ext cx="2160813" cy="705850"/>
          </a:xfrm>
          <a:prstGeom prst="rect">
            <a:avLst/>
          </a:prstGeom>
          <a:noFill/>
          <a:ln>
            <a:noFill/>
          </a:ln>
        </p:spPr>
      </p:pic>
    </p:spTree>
    <p:extLst>
      <p:ext uri="{BB962C8B-B14F-4D97-AF65-F5344CB8AC3E}">
        <p14:creationId xmlns:p14="http://schemas.microsoft.com/office/powerpoint/2010/main" val="14577891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7">
                                            <p:txEl>
                                              <p:pRg st="0" end="0"/>
                                            </p:txEl>
                                          </p:spTgt>
                                        </p:tgtEl>
                                        <p:attrNameLst>
                                          <p:attrName>style.visibility</p:attrName>
                                        </p:attrNameLst>
                                      </p:cBhvr>
                                      <p:to>
                                        <p:strVal val="visible"/>
                                      </p:to>
                                    </p:set>
                                    <p:animEffect transition="in" filter="blinds(horizontal)">
                                      <p:cBhvr>
                                        <p:cTn id="12" dur="500"/>
                                        <p:tgtEl>
                                          <p:spTgt spid="27">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6"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down)">
                                      <p:cBhvr>
                                        <p:cTn id="17" dur="435">
                                          <p:stCondLst>
                                            <p:cond delay="0"/>
                                          </p:stCondLst>
                                        </p:cTn>
                                        <p:tgtEl>
                                          <p:spTgt spid="24"/>
                                        </p:tgtEl>
                                      </p:cBhvr>
                                    </p:animEffect>
                                    <p:anim calcmode="lin" valueType="num">
                                      <p:cBhvr>
                                        <p:cTn id="18" dur="1367"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19" dur="498"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20" dur="498" tmFilter="0, 0; 0.125,0.2665; 0.25,0.4; 0.375,0.465; 0.5,0.5;  0.625,0.535; 0.75,0.6; 0.875,0.7335; 1,1">
                                          <p:stCondLst>
                                            <p:cond delay="498"/>
                                          </p:stCondLst>
                                        </p:cTn>
                                        <p:tgtEl>
                                          <p:spTgt spid="24"/>
                                        </p:tgtEl>
                                        <p:attrNameLst>
                                          <p:attrName>ppt_y</p:attrName>
                                        </p:attrNameLst>
                                      </p:cBhvr>
                                      <p:tavLst>
                                        <p:tav tm="0" fmla="#ppt_y-sin(pi*$)/9">
                                          <p:val>
                                            <p:fltVal val="0"/>
                                          </p:val>
                                        </p:tav>
                                        <p:tav tm="100000">
                                          <p:val>
                                            <p:fltVal val="1"/>
                                          </p:val>
                                        </p:tav>
                                      </p:tavLst>
                                    </p:anim>
                                    <p:anim calcmode="lin" valueType="num">
                                      <p:cBhvr>
                                        <p:cTn id="21" dur="249" tmFilter="0, 0; 0.125,0.2665; 0.25,0.4; 0.375,0.465; 0.5,0.5;  0.625,0.535; 0.75,0.6; 0.875,0.7335; 1,1">
                                          <p:stCondLst>
                                            <p:cond delay="993"/>
                                          </p:stCondLst>
                                        </p:cTn>
                                        <p:tgtEl>
                                          <p:spTgt spid="24"/>
                                        </p:tgtEl>
                                        <p:attrNameLst>
                                          <p:attrName>ppt_y</p:attrName>
                                        </p:attrNameLst>
                                      </p:cBhvr>
                                      <p:tavLst>
                                        <p:tav tm="0" fmla="#ppt_y-sin(pi*$)/27">
                                          <p:val>
                                            <p:fltVal val="0"/>
                                          </p:val>
                                        </p:tav>
                                        <p:tav tm="100000">
                                          <p:val>
                                            <p:fltVal val="1"/>
                                          </p:val>
                                        </p:tav>
                                      </p:tavLst>
                                    </p:anim>
                                    <p:anim calcmode="lin" valueType="num">
                                      <p:cBhvr>
                                        <p:cTn id="22" dur="123" tmFilter="0, 0; 0.125,0.2665; 0.25,0.4; 0.375,0.465; 0.5,0.5;  0.625,0.535; 0.75,0.6; 0.875,0.7335; 1,1">
                                          <p:stCondLst>
                                            <p:cond delay="1242"/>
                                          </p:stCondLst>
                                        </p:cTn>
                                        <p:tgtEl>
                                          <p:spTgt spid="24"/>
                                        </p:tgtEl>
                                        <p:attrNameLst>
                                          <p:attrName>ppt_y</p:attrName>
                                        </p:attrNameLst>
                                      </p:cBhvr>
                                      <p:tavLst>
                                        <p:tav tm="0" fmla="#ppt_y-sin(pi*$)/81">
                                          <p:val>
                                            <p:fltVal val="0"/>
                                          </p:val>
                                        </p:tav>
                                        <p:tav tm="100000">
                                          <p:val>
                                            <p:fltVal val="1"/>
                                          </p:val>
                                        </p:tav>
                                      </p:tavLst>
                                    </p:anim>
                                    <p:animScale>
                                      <p:cBhvr>
                                        <p:cTn id="23" dur="20">
                                          <p:stCondLst>
                                            <p:cond delay="487"/>
                                          </p:stCondLst>
                                        </p:cTn>
                                        <p:tgtEl>
                                          <p:spTgt spid="24"/>
                                        </p:tgtEl>
                                      </p:cBhvr>
                                      <p:to x="100000" y="60000"/>
                                    </p:animScale>
                                    <p:animScale>
                                      <p:cBhvr>
                                        <p:cTn id="24" dur="124" decel="50000">
                                          <p:stCondLst>
                                            <p:cond delay="507"/>
                                          </p:stCondLst>
                                        </p:cTn>
                                        <p:tgtEl>
                                          <p:spTgt spid="24"/>
                                        </p:tgtEl>
                                      </p:cBhvr>
                                      <p:to x="100000" y="100000"/>
                                    </p:animScale>
                                    <p:animScale>
                                      <p:cBhvr>
                                        <p:cTn id="25" dur="20">
                                          <p:stCondLst>
                                            <p:cond delay="984"/>
                                          </p:stCondLst>
                                        </p:cTn>
                                        <p:tgtEl>
                                          <p:spTgt spid="24"/>
                                        </p:tgtEl>
                                      </p:cBhvr>
                                      <p:to x="100000" y="80000"/>
                                    </p:animScale>
                                    <p:animScale>
                                      <p:cBhvr>
                                        <p:cTn id="26" dur="124" decel="50000">
                                          <p:stCondLst>
                                            <p:cond delay="1004"/>
                                          </p:stCondLst>
                                        </p:cTn>
                                        <p:tgtEl>
                                          <p:spTgt spid="24"/>
                                        </p:tgtEl>
                                      </p:cBhvr>
                                      <p:to x="100000" y="100000"/>
                                    </p:animScale>
                                    <p:animScale>
                                      <p:cBhvr>
                                        <p:cTn id="27" dur="20">
                                          <p:stCondLst>
                                            <p:cond delay="1231"/>
                                          </p:stCondLst>
                                        </p:cTn>
                                        <p:tgtEl>
                                          <p:spTgt spid="24"/>
                                        </p:tgtEl>
                                      </p:cBhvr>
                                      <p:to x="100000" y="90000"/>
                                    </p:animScale>
                                    <p:animScale>
                                      <p:cBhvr>
                                        <p:cTn id="28" dur="124" decel="50000">
                                          <p:stCondLst>
                                            <p:cond delay="1251"/>
                                          </p:stCondLst>
                                        </p:cTn>
                                        <p:tgtEl>
                                          <p:spTgt spid="24"/>
                                        </p:tgtEl>
                                      </p:cBhvr>
                                      <p:to x="100000" y="100000"/>
                                    </p:animScale>
                                    <p:animScale>
                                      <p:cBhvr>
                                        <p:cTn id="29" dur="20">
                                          <p:stCondLst>
                                            <p:cond delay="1356"/>
                                          </p:stCondLst>
                                        </p:cTn>
                                        <p:tgtEl>
                                          <p:spTgt spid="24"/>
                                        </p:tgtEl>
                                      </p:cBhvr>
                                      <p:to x="100000" y="95000"/>
                                    </p:animScale>
                                    <p:animScale>
                                      <p:cBhvr>
                                        <p:cTn id="30" dur="124" decel="50000">
                                          <p:stCondLst>
                                            <p:cond delay="1376"/>
                                          </p:stCondLst>
                                        </p:cTn>
                                        <p:tgtEl>
                                          <p:spTgt spid="24"/>
                                        </p:tgtEl>
                                      </p:cBhvr>
                                      <p:to x="100000" y="100000"/>
                                    </p:animScale>
                                  </p:childTnLst>
                                </p:cTn>
                              </p:par>
                              <p:par>
                                <p:cTn id="31" presetID="16" presetClass="entr" presetSubtype="21"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barn(inVertical)">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AS_OS" val="Unix 3.10 unknown"/>
  <p:tag name="AS_RELEASE_DATE" val="2023.03.31"/>
  <p:tag name="AS_TITLE" val="Aspose.Slides for Java"/>
  <p:tag name="AS_VERSION" val="23.3"/>
</p:tagLst>
</file>

<file path=ppt/tags/tag2.xml><?xml version="1.0" encoding="utf-8"?>
<p:tagLst xmlns:a="http://schemas.openxmlformats.org/drawingml/2006/main" xmlns:r="http://schemas.openxmlformats.org/officeDocument/2006/relationships" xmlns:p="http://schemas.openxmlformats.org/presentationml/2006/main">
  <p:tag name="AS_UNIQUEID" val="3032"/>
</p:tagLst>
</file>

<file path=ppt/tags/tag3.xml><?xml version="1.0" encoding="utf-8"?>
<p:tagLst xmlns:a="http://schemas.openxmlformats.org/drawingml/2006/main" xmlns:r="http://schemas.openxmlformats.org/officeDocument/2006/relationships" xmlns:p="http://schemas.openxmlformats.org/presentationml/2006/main">
  <p:tag name="AS_UNIQUEID" val="3024"/>
</p:tagLst>
</file>

<file path=ppt/tags/tag4.xml><?xml version="1.0" encoding="utf-8"?>
<p:tagLst xmlns:a="http://schemas.openxmlformats.org/drawingml/2006/main" xmlns:r="http://schemas.openxmlformats.org/officeDocument/2006/relationships" xmlns:p="http://schemas.openxmlformats.org/presentationml/2006/main">
  <p:tag name="AS_UNIQUEID" val="3025"/>
</p:tagLst>
</file>

<file path=ppt/tags/tag5.xml><?xml version="1.0" encoding="utf-8"?>
<p:tagLst xmlns:a="http://schemas.openxmlformats.org/drawingml/2006/main" xmlns:r="http://schemas.openxmlformats.org/officeDocument/2006/relationships" xmlns:p="http://schemas.openxmlformats.org/presentationml/2006/main">
  <p:tag name="AS_UNIQUEID" val="3026"/>
</p:tagLst>
</file>

<file path=ppt/tags/tag6.xml><?xml version="1.0" encoding="utf-8"?>
<p:tagLst xmlns:a="http://schemas.openxmlformats.org/drawingml/2006/main" xmlns:r="http://schemas.openxmlformats.org/officeDocument/2006/relationships" xmlns:p="http://schemas.openxmlformats.org/presentationml/2006/main">
  <p:tag name="AS_UNIQUEID" val="3027"/>
</p:tagLst>
</file>

<file path=ppt/tags/tag7.xml><?xml version="1.0" encoding="utf-8"?>
<p:tagLst xmlns:a="http://schemas.openxmlformats.org/drawingml/2006/main" xmlns:r="http://schemas.openxmlformats.org/officeDocument/2006/relationships" xmlns:p="http://schemas.openxmlformats.org/presentationml/2006/main">
  <p:tag name="AS_UNIQUEID" val="3028"/>
</p:tagLst>
</file>

<file path=ppt/tags/tag8.xml><?xml version="1.0" encoding="utf-8"?>
<p:tagLst xmlns:a="http://schemas.openxmlformats.org/drawingml/2006/main" xmlns:r="http://schemas.openxmlformats.org/officeDocument/2006/relationships" xmlns:p="http://schemas.openxmlformats.org/presentationml/2006/main">
  <p:tag name="AS_UNIQUEID" val="3029"/>
</p:tagLst>
</file>

<file path=ppt/tags/tag9.xml><?xml version="1.0" encoding="utf-8"?>
<p:tagLst xmlns:a="http://schemas.openxmlformats.org/drawingml/2006/main" xmlns:r="http://schemas.openxmlformats.org/officeDocument/2006/relationships" xmlns:p="http://schemas.openxmlformats.org/presentationml/2006/main">
  <p:tag name="AS_UNIQUEID" val="3030"/>
</p:tagLst>
</file>

<file path=ppt/tags/tag10.xml><?xml version="1.0" encoding="utf-8"?>
<p:tagLst xmlns:a="http://schemas.openxmlformats.org/drawingml/2006/main" xmlns:r="http://schemas.openxmlformats.org/officeDocument/2006/relationships" xmlns:p="http://schemas.openxmlformats.org/presentationml/2006/main">
  <p:tag name="AS_UNIQUEID" val="3050"/>
</p:tagLst>
</file>

<file path=ppt/tags/tag11.xml><?xml version="1.0" encoding="utf-8"?>
<p:tagLst xmlns:a="http://schemas.openxmlformats.org/drawingml/2006/main" xmlns:r="http://schemas.openxmlformats.org/officeDocument/2006/relationships" xmlns:p="http://schemas.openxmlformats.org/presentationml/2006/main">
  <p:tag name="AS_UNIQUEID" val="3037"/>
</p:tagLst>
</file>

<file path=ppt/tags/tag12.xml><?xml version="1.0" encoding="utf-8"?>
<p:tagLst xmlns:a="http://schemas.openxmlformats.org/drawingml/2006/main" xmlns:r="http://schemas.openxmlformats.org/officeDocument/2006/relationships" xmlns:p="http://schemas.openxmlformats.org/presentationml/2006/main">
  <p:tag name="AS_UNIQUEID" val="3040"/>
</p:tagLst>
</file>

<file path=ppt/tags/tag13.xml><?xml version="1.0" encoding="utf-8"?>
<p:tagLst xmlns:a="http://schemas.openxmlformats.org/drawingml/2006/main" xmlns:r="http://schemas.openxmlformats.org/officeDocument/2006/relationships" xmlns:p="http://schemas.openxmlformats.org/presentationml/2006/main">
  <p:tag name="AS_UNIQUEID" val="3041"/>
</p:tagLst>
</file>

<file path=ppt/tags/tag14.xml><?xml version="1.0" encoding="utf-8"?>
<p:tagLst xmlns:a="http://schemas.openxmlformats.org/drawingml/2006/main" xmlns:r="http://schemas.openxmlformats.org/officeDocument/2006/relationships" xmlns:p="http://schemas.openxmlformats.org/presentationml/2006/main">
  <p:tag name="AS_UNIQUEID" val="3042"/>
</p:tagLst>
</file>

<file path=ppt/tags/tag15.xml><?xml version="1.0" encoding="utf-8"?>
<p:tagLst xmlns:a="http://schemas.openxmlformats.org/drawingml/2006/main" xmlns:r="http://schemas.openxmlformats.org/officeDocument/2006/relationships" xmlns:p="http://schemas.openxmlformats.org/presentationml/2006/main">
  <p:tag name="AS_UNIQUEID" val="3043"/>
</p:tagLst>
</file>

<file path=ppt/tags/tag16.xml><?xml version="1.0" encoding="utf-8"?>
<p:tagLst xmlns:a="http://schemas.openxmlformats.org/drawingml/2006/main" xmlns:r="http://schemas.openxmlformats.org/officeDocument/2006/relationships" xmlns:p="http://schemas.openxmlformats.org/presentationml/2006/main">
  <p:tag name="AS_UNIQUEID" val="3044"/>
</p:tagLst>
</file>

<file path=ppt/tags/tag17.xml><?xml version="1.0" encoding="utf-8"?>
<p:tagLst xmlns:a="http://schemas.openxmlformats.org/drawingml/2006/main" xmlns:r="http://schemas.openxmlformats.org/officeDocument/2006/relationships" xmlns:p="http://schemas.openxmlformats.org/presentationml/2006/main">
  <p:tag name="AS_UNIQUEID" val="3048"/>
</p:tagLst>
</file>

<file path=ppt/tags/tag18.xml><?xml version="1.0" encoding="utf-8"?>
<p:tagLst xmlns:a="http://schemas.openxmlformats.org/drawingml/2006/main" xmlns:r="http://schemas.openxmlformats.org/officeDocument/2006/relationships" xmlns:p="http://schemas.openxmlformats.org/presentationml/2006/main">
  <p:tag name="AS_UNIQUEID" val="3052"/>
</p:tagLst>
</file>

<file path=ppt/tags/tag19.xml><?xml version="1.0" encoding="utf-8"?>
<p:tagLst xmlns:a="http://schemas.openxmlformats.org/drawingml/2006/main" xmlns:r="http://schemas.openxmlformats.org/officeDocument/2006/relationships" xmlns:p="http://schemas.openxmlformats.org/presentationml/2006/main">
  <p:tag name="AS_UNIQUEID" val="3053"/>
</p:tagLst>
</file>

<file path=ppt/tags/tag20.xml><?xml version="1.0" encoding="utf-8"?>
<p:tagLst xmlns:a="http://schemas.openxmlformats.org/drawingml/2006/main" xmlns:r="http://schemas.openxmlformats.org/officeDocument/2006/relationships" xmlns:p="http://schemas.openxmlformats.org/presentationml/2006/main">
  <p:tag name="AS_UNIQUEID" val="3054"/>
</p:tagLst>
</file>

<file path=ppt/tags/tag21.xml><?xml version="1.0" encoding="utf-8"?>
<p:tagLst xmlns:a="http://schemas.openxmlformats.org/drawingml/2006/main" xmlns:r="http://schemas.openxmlformats.org/officeDocument/2006/relationships" xmlns:p="http://schemas.openxmlformats.org/presentationml/2006/main">
  <p:tag name="AS_UNIQUEID" val="3055"/>
</p:tagLst>
</file>

<file path=ppt/tags/tag22.xml><?xml version="1.0" encoding="utf-8"?>
<p:tagLst xmlns:a="http://schemas.openxmlformats.org/drawingml/2006/main" xmlns:r="http://schemas.openxmlformats.org/officeDocument/2006/relationships" xmlns:p="http://schemas.openxmlformats.org/presentationml/2006/main">
  <p:tag name="AS_UNIQUEID" val="3056"/>
</p:tagLst>
</file>

<file path=ppt/tags/tag23.xml><?xml version="1.0" encoding="utf-8"?>
<p:tagLst xmlns:a="http://schemas.openxmlformats.org/drawingml/2006/main" xmlns:r="http://schemas.openxmlformats.org/officeDocument/2006/relationships" xmlns:p="http://schemas.openxmlformats.org/presentationml/2006/main">
  <p:tag name="AS_UNIQUEID" val="3057"/>
</p:tagLst>
</file>

<file path=ppt/tags/tag24.xml><?xml version="1.0" encoding="utf-8"?>
<p:tagLst xmlns:a="http://schemas.openxmlformats.org/drawingml/2006/main" xmlns:r="http://schemas.openxmlformats.org/officeDocument/2006/relationships" xmlns:p="http://schemas.openxmlformats.org/presentationml/2006/main">
  <p:tag name="AS_UNIQUEID" val="3059"/>
</p:tagLst>
</file>

<file path=ppt/tags/tag25.xml><?xml version="1.0" encoding="utf-8"?>
<p:tagLst xmlns:a="http://schemas.openxmlformats.org/drawingml/2006/main" xmlns:r="http://schemas.openxmlformats.org/officeDocument/2006/relationships" xmlns:p="http://schemas.openxmlformats.org/presentationml/2006/main">
  <p:tag name="AS_UNIQUEID" val="3060"/>
</p:tagLst>
</file>

<file path=ppt/tags/tag26.xml><?xml version="1.0" encoding="utf-8"?>
<p:tagLst xmlns:a="http://schemas.openxmlformats.org/drawingml/2006/main" xmlns:r="http://schemas.openxmlformats.org/officeDocument/2006/relationships" xmlns:p="http://schemas.openxmlformats.org/presentationml/2006/main">
  <p:tag name="AS_UNIQUEID" val="3061"/>
</p:tagLst>
</file>

<file path=ppt/tags/tag27.xml><?xml version="1.0" encoding="utf-8"?>
<p:tagLst xmlns:a="http://schemas.openxmlformats.org/drawingml/2006/main" xmlns:r="http://schemas.openxmlformats.org/officeDocument/2006/relationships" xmlns:p="http://schemas.openxmlformats.org/presentationml/2006/main">
  <p:tag name="AS_UNIQUEID" val="3062"/>
</p:tagLst>
</file>

<file path=ppt/tags/tag28.xml><?xml version="1.0" encoding="utf-8"?>
<p:tagLst xmlns:a="http://schemas.openxmlformats.org/drawingml/2006/main" xmlns:r="http://schemas.openxmlformats.org/officeDocument/2006/relationships" xmlns:p="http://schemas.openxmlformats.org/presentationml/2006/main">
  <p:tag name="AS_UNIQUEID" val="3063"/>
</p:tagLst>
</file>

<file path=ppt/tags/tag29.xml><?xml version="1.0" encoding="utf-8"?>
<p:tagLst xmlns:a="http://schemas.openxmlformats.org/drawingml/2006/main" xmlns:r="http://schemas.openxmlformats.org/officeDocument/2006/relationships" xmlns:p="http://schemas.openxmlformats.org/presentationml/2006/main">
  <p:tag name="AS_UNIQUEID" val="3065"/>
</p:tagLst>
</file>

<file path=ppt/tags/tag30.xml><?xml version="1.0" encoding="utf-8"?>
<p:tagLst xmlns:a="http://schemas.openxmlformats.org/drawingml/2006/main" xmlns:r="http://schemas.openxmlformats.org/officeDocument/2006/relationships" xmlns:p="http://schemas.openxmlformats.org/presentationml/2006/main">
  <p:tag name="AS_UNIQUEID" val="3066"/>
</p:tagLst>
</file>

<file path=ppt/tags/tag31.xml><?xml version="1.0" encoding="utf-8"?>
<p:tagLst xmlns:a="http://schemas.openxmlformats.org/drawingml/2006/main" xmlns:r="http://schemas.openxmlformats.org/officeDocument/2006/relationships" xmlns:p="http://schemas.openxmlformats.org/presentationml/2006/main">
  <p:tag name="AS_UNIQUEID" val="2425"/>
</p:tagLst>
</file>

<file path=ppt/tags/tag32.xml><?xml version="1.0" encoding="utf-8"?>
<p:tagLst xmlns:a="http://schemas.openxmlformats.org/drawingml/2006/main" xmlns:r="http://schemas.openxmlformats.org/officeDocument/2006/relationships" xmlns:p="http://schemas.openxmlformats.org/presentationml/2006/main">
  <p:tag name="AS_UNIQUEID" val="3081"/>
</p:tagLst>
</file>

<file path=ppt/tags/tag33.xml><?xml version="1.0" encoding="utf-8"?>
<p:tagLst xmlns:a="http://schemas.openxmlformats.org/drawingml/2006/main" xmlns:r="http://schemas.openxmlformats.org/officeDocument/2006/relationships" xmlns:p="http://schemas.openxmlformats.org/presentationml/2006/main">
  <p:tag name="AS_UNIQUEID" val="3082"/>
</p:tagLst>
</file>

<file path=ppt/tags/tag34.xml><?xml version="1.0" encoding="utf-8"?>
<p:tagLst xmlns:a="http://schemas.openxmlformats.org/drawingml/2006/main" xmlns:r="http://schemas.openxmlformats.org/officeDocument/2006/relationships" xmlns:p="http://schemas.openxmlformats.org/presentationml/2006/main">
  <p:tag name="AS_UNIQUEID" val="3089"/>
</p:tagLst>
</file>

<file path=ppt/tags/tag35.xml><?xml version="1.0" encoding="utf-8"?>
<p:tagLst xmlns:a="http://schemas.openxmlformats.org/drawingml/2006/main" xmlns:r="http://schemas.openxmlformats.org/officeDocument/2006/relationships" xmlns:p="http://schemas.openxmlformats.org/presentationml/2006/main">
  <p:tag name="AS_UNIQUEID" val="3083"/>
</p:tagLst>
</file>

<file path=ppt/tags/tag36.xml><?xml version="1.0" encoding="utf-8"?>
<p:tagLst xmlns:a="http://schemas.openxmlformats.org/drawingml/2006/main" xmlns:r="http://schemas.openxmlformats.org/officeDocument/2006/relationships" xmlns:p="http://schemas.openxmlformats.org/presentationml/2006/main">
  <p:tag name="AS_UNIQUEID" val="3088"/>
</p:tagLst>
</file>

<file path=ppt/tags/tag37.xml><?xml version="1.0" encoding="utf-8"?>
<p:tagLst xmlns:a="http://schemas.openxmlformats.org/drawingml/2006/main" xmlns:r="http://schemas.openxmlformats.org/officeDocument/2006/relationships" xmlns:p="http://schemas.openxmlformats.org/presentationml/2006/main">
  <p:tag name="AS_UNIQUEID" val="3084"/>
</p:tagLst>
</file>

<file path=ppt/tags/tag38.xml><?xml version="1.0" encoding="utf-8"?>
<p:tagLst xmlns:a="http://schemas.openxmlformats.org/drawingml/2006/main" xmlns:r="http://schemas.openxmlformats.org/officeDocument/2006/relationships" xmlns:p="http://schemas.openxmlformats.org/presentationml/2006/main">
  <p:tag name="AS_UNIQUEID" val="3085"/>
</p:tagLst>
</file>

<file path=ppt/tags/tag39.xml><?xml version="1.0" encoding="utf-8"?>
<p:tagLst xmlns:a="http://schemas.openxmlformats.org/drawingml/2006/main" xmlns:r="http://schemas.openxmlformats.org/officeDocument/2006/relationships" xmlns:p="http://schemas.openxmlformats.org/presentationml/2006/main">
  <p:tag name="AS_UNIQUEID" val="3086"/>
</p:tagLst>
</file>

<file path=ppt/tags/tag40.xml><?xml version="1.0" encoding="utf-8"?>
<p:tagLst xmlns:a="http://schemas.openxmlformats.org/drawingml/2006/main" xmlns:r="http://schemas.openxmlformats.org/officeDocument/2006/relationships" xmlns:p="http://schemas.openxmlformats.org/presentationml/2006/main">
  <p:tag name="AS_UNIQUEID" val="3087"/>
</p:tagLst>
</file>

<file path=ppt/tags/tag41.xml><?xml version="1.0" encoding="utf-8"?>
<p:tagLst xmlns:a="http://schemas.openxmlformats.org/drawingml/2006/main" xmlns:r="http://schemas.openxmlformats.org/officeDocument/2006/relationships" xmlns:p="http://schemas.openxmlformats.org/presentationml/2006/main">
  <p:tag name="AS_UNIQUEID" val="3091"/>
</p:tagLst>
</file>

<file path=ppt/tags/tag42.xml><?xml version="1.0" encoding="utf-8"?>
<p:tagLst xmlns:a="http://schemas.openxmlformats.org/drawingml/2006/main" xmlns:r="http://schemas.openxmlformats.org/officeDocument/2006/relationships" xmlns:p="http://schemas.openxmlformats.org/presentationml/2006/main">
  <p:tag name="AS_UNIQUEID" val="3092"/>
</p:tagLst>
</file>

<file path=ppt/tags/tag43.xml><?xml version="1.0" encoding="utf-8"?>
<p:tagLst xmlns:a="http://schemas.openxmlformats.org/drawingml/2006/main" xmlns:r="http://schemas.openxmlformats.org/officeDocument/2006/relationships" xmlns:p="http://schemas.openxmlformats.org/presentationml/2006/main">
  <p:tag name="AS_UNIQUEID" val="3099"/>
</p:tagLst>
</file>

<file path=ppt/tags/tag44.xml><?xml version="1.0" encoding="utf-8"?>
<p:tagLst xmlns:a="http://schemas.openxmlformats.org/drawingml/2006/main" xmlns:r="http://schemas.openxmlformats.org/officeDocument/2006/relationships" xmlns:p="http://schemas.openxmlformats.org/presentationml/2006/main">
  <p:tag name="AS_UNIQUEID" val="3100"/>
</p:tagLst>
</file>

<file path=ppt/tags/tag45.xml><?xml version="1.0" encoding="utf-8"?>
<p:tagLst xmlns:a="http://schemas.openxmlformats.org/drawingml/2006/main" xmlns:r="http://schemas.openxmlformats.org/officeDocument/2006/relationships" xmlns:p="http://schemas.openxmlformats.org/presentationml/2006/main">
  <p:tag name="AS_UNIQUEID" val="3101"/>
</p:tagLst>
</file>

<file path=ppt/tags/tag46.xml><?xml version="1.0" encoding="utf-8"?>
<p:tagLst xmlns:a="http://schemas.openxmlformats.org/drawingml/2006/main" xmlns:r="http://schemas.openxmlformats.org/officeDocument/2006/relationships" xmlns:p="http://schemas.openxmlformats.org/presentationml/2006/main">
  <p:tag name="AS_UNIQUEID" val="3102"/>
</p:tagLst>
</file>

<file path=ppt/tags/tag47.xml><?xml version="1.0" encoding="utf-8"?>
<p:tagLst xmlns:a="http://schemas.openxmlformats.org/drawingml/2006/main" xmlns:r="http://schemas.openxmlformats.org/officeDocument/2006/relationships" xmlns:p="http://schemas.openxmlformats.org/presentationml/2006/main">
  <p:tag name="AS_UNIQUEID" val="3104"/>
</p:tagLst>
</file>

<file path=ppt/tags/tag48.xml><?xml version="1.0" encoding="utf-8"?>
<p:tagLst xmlns:a="http://schemas.openxmlformats.org/drawingml/2006/main" xmlns:r="http://schemas.openxmlformats.org/officeDocument/2006/relationships" xmlns:p="http://schemas.openxmlformats.org/presentationml/2006/main">
  <p:tag name="AS_UNIQUEID" val="3105"/>
</p:tagLst>
</file>

<file path=ppt/tags/tag49.xml><?xml version="1.0" encoding="utf-8"?>
<p:tagLst xmlns:a="http://schemas.openxmlformats.org/drawingml/2006/main" xmlns:r="http://schemas.openxmlformats.org/officeDocument/2006/relationships" xmlns:p="http://schemas.openxmlformats.org/presentationml/2006/main">
  <p:tag name="AS_UNIQUEID" val="833"/>
</p:tagLst>
</file>

<file path=ppt/tags/tag50.xml><?xml version="1.0" encoding="utf-8"?>
<p:tagLst xmlns:a="http://schemas.openxmlformats.org/drawingml/2006/main" xmlns:r="http://schemas.openxmlformats.org/officeDocument/2006/relationships" xmlns:p="http://schemas.openxmlformats.org/presentationml/2006/main">
  <p:tag name="AS_UNIQUEID" val="835"/>
</p:tagLst>
</file>

<file path=ppt/tags/tag51.xml><?xml version="1.0" encoding="utf-8"?>
<p:tagLst xmlns:a="http://schemas.openxmlformats.org/drawingml/2006/main" xmlns:r="http://schemas.openxmlformats.org/officeDocument/2006/relationships" xmlns:p="http://schemas.openxmlformats.org/presentationml/2006/main">
  <p:tag name="AS_UNIQUEID" val="837"/>
</p:tagLst>
</file>

<file path=ppt/tags/tag52.xml><?xml version="1.0" encoding="utf-8"?>
<p:tagLst xmlns:a="http://schemas.openxmlformats.org/drawingml/2006/main" xmlns:r="http://schemas.openxmlformats.org/officeDocument/2006/relationships" xmlns:p="http://schemas.openxmlformats.org/presentationml/2006/main">
  <p:tag name="AS_UNIQUEID" val="838"/>
</p:tagLst>
</file>

<file path=ppt/tags/tag53.xml><?xml version="1.0" encoding="utf-8"?>
<p:tagLst xmlns:a="http://schemas.openxmlformats.org/drawingml/2006/main" xmlns:r="http://schemas.openxmlformats.org/officeDocument/2006/relationships" xmlns:p="http://schemas.openxmlformats.org/presentationml/2006/main">
  <p:tag name="AS_UNIQUEID" val="3106"/>
</p:tagLst>
</file>

<file path=ppt/tags/tag54.xml><?xml version="1.0" encoding="utf-8"?>
<p:tagLst xmlns:a="http://schemas.openxmlformats.org/drawingml/2006/main" xmlns:r="http://schemas.openxmlformats.org/officeDocument/2006/relationships" xmlns:p="http://schemas.openxmlformats.org/presentationml/2006/main">
  <p:tag name="AS_UNIQUEID" val="3112"/>
</p:tagLst>
</file>

<file path=ppt/tags/tag55.xml><?xml version="1.0" encoding="utf-8"?>
<p:tagLst xmlns:a="http://schemas.openxmlformats.org/drawingml/2006/main" xmlns:r="http://schemas.openxmlformats.org/officeDocument/2006/relationships" xmlns:p="http://schemas.openxmlformats.org/presentationml/2006/main">
  <p:tag name="AS_UNIQUEID" val="3114"/>
</p:tagLst>
</file>

<file path=ppt/tags/tag56.xml><?xml version="1.0" encoding="utf-8"?>
<p:tagLst xmlns:a="http://schemas.openxmlformats.org/drawingml/2006/main" xmlns:r="http://schemas.openxmlformats.org/officeDocument/2006/relationships" xmlns:p="http://schemas.openxmlformats.org/presentationml/2006/main">
  <p:tag name="AS_UNIQUEID" val="3120"/>
</p:tagLst>
</file>

<file path=ppt/tags/tag57.xml><?xml version="1.0" encoding="utf-8"?>
<p:tagLst xmlns:a="http://schemas.openxmlformats.org/drawingml/2006/main" xmlns:r="http://schemas.openxmlformats.org/officeDocument/2006/relationships" xmlns:p="http://schemas.openxmlformats.org/presentationml/2006/main">
  <p:tag name="AS_UNIQUEID" val="3122"/>
</p:tagLst>
</file>

<file path=ppt/tags/tag58.xml><?xml version="1.0" encoding="utf-8"?>
<p:tagLst xmlns:a="http://schemas.openxmlformats.org/drawingml/2006/main" xmlns:r="http://schemas.openxmlformats.org/officeDocument/2006/relationships" xmlns:p="http://schemas.openxmlformats.org/presentationml/2006/main">
  <p:tag name="AS_UNIQUEID" val="3123"/>
</p:tagLst>
</file>

<file path=ppt/tags/tag59.xml><?xml version="1.0" encoding="utf-8"?>
<p:tagLst xmlns:a="http://schemas.openxmlformats.org/drawingml/2006/main" xmlns:r="http://schemas.openxmlformats.org/officeDocument/2006/relationships" xmlns:p="http://schemas.openxmlformats.org/presentationml/2006/main">
  <p:tag name="AS_UNIQUEID" val="3130"/>
</p:tagLst>
</file>

<file path=ppt/tags/tag60.xml><?xml version="1.0" encoding="utf-8"?>
<p:tagLst xmlns:a="http://schemas.openxmlformats.org/drawingml/2006/main" xmlns:r="http://schemas.openxmlformats.org/officeDocument/2006/relationships" xmlns:p="http://schemas.openxmlformats.org/presentationml/2006/main">
  <p:tag name="AS_UNIQUEID" val="3124"/>
</p:tagLst>
</file>

<file path=ppt/tags/tag61.xml><?xml version="1.0" encoding="utf-8"?>
<p:tagLst xmlns:a="http://schemas.openxmlformats.org/drawingml/2006/main" xmlns:r="http://schemas.openxmlformats.org/officeDocument/2006/relationships" xmlns:p="http://schemas.openxmlformats.org/presentationml/2006/main">
  <p:tag name="AS_UNIQUEID" val="3129"/>
</p:tagLst>
</file>

<file path=ppt/tags/tag62.xml><?xml version="1.0" encoding="utf-8"?>
<p:tagLst xmlns:a="http://schemas.openxmlformats.org/drawingml/2006/main" xmlns:r="http://schemas.openxmlformats.org/officeDocument/2006/relationships" xmlns:p="http://schemas.openxmlformats.org/presentationml/2006/main">
  <p:tag name="AS_UNIQUEID" val="3125"/>
</p:tagLst>
</file>

<file path=ppt/tags/tag63.xml><?xml version="1.0" encoding="utf-8"?>
<p:tagLst xmlns:a="http://schemas.openxmlformats.org/drawingml/2006/main" xmlns:r="http://schemas.openxmlformats.org/officeDocument/2006/relationships" xmlns:p="http://schemas.openxmlformats.org/presentationml/2006/main">
  <p:tag name="AS_UNIQUEID" val="3126"/>
</p:tagLst>
</file>

<file path=ppt/tags/tag64.xml><?xml version="1.0" encoding="utf-8"?>
<p:tagLst xmlns:a="http://schemas.openxmlformats.org/drawingml/2006/main" xmlns:r="http://schemas.openxmlformats.org/officeDocument/2006/relationships" xmlns:p="http://schemas.openxmlformats.org/presentationml/2006/main">
  <p:tag name="AS_UNIQUEID" val="3127"/>
</p:tagLst>
</file>

<file path=ppt/tags/tag65.xml><?xml version="1.0" encoding="utf-8"?>
<p:tagLst xmlns:a="http://schemas.openxmlformats.org/drawingml/2006/main" xmlns:r="http://schemas.openxmlformats.org/officeDocument/2006/relationships" xmlns:p="http://schemas.openxmlformats.org/presentationml/2006/main">
  <p:tag name="AS_UNIQUEID" val="3128"/>
</p:tagLst>
</file>

<file path=ppt/tags/tag66.xml><?xml version="1.0" encoding="utf-8"?>
<p:tagLst xmlns:a="http://schemas.openxmlformats.org/drawingml/2006/main" xmlns:r="http://schemas.openxmlformats.org/officeDocument/2006/relationships" xmlns:p="http://schemas.openxmlformats.org/presentationml/2006/main">
  <p:tag name="AS_UNIQUEID" val="838"/>
</p:tagLst>
</file>

<file path=ppt/tags/tag67.xml><?xml version="1.0" encoding="utf-8"?>
<p:tagLst xmlns:a="http://schemas.openxmlformats.org/drawingml/2006/main" xmlns:r="http://schemas.openxmlformats.org/officeDocument/2006/relationships" xmlns:p="http://schemas.openxmlformats.org/presentationml/2006/main">
  <p:tag name="AS_UNIQUEID" val="3121"/>
</p:tagLst>
</file>

<file path=ppt/tags/tag68.xml><?xml version="1.0" encoding="utf-8"?>
<p:tagLst xmlns:a="http://schemas.openxmlformats.org/drawingml/2006/main" xmlns:r="http://schemas.openxmlformats.org/officeDocument/2006/relationships" xmlns:p="http://schemas.openxmlformats.org/presentationml/2006/main">
  <p:tag name="AS_UNIQUEID" val="3115"/>
</p:tagLst>
</file>

<file path=ppt/tags/tag69.xml><?xml version="1.0" encoding="utf-8"?>
<p:tagLst xmlns:a="http://schemas.openxmlformats.org/drawingml/2006/main" xmlns:r="http://schemas.openxmlformats.org/officeDocument/2006/relationships" xmlns:p="http://schemas.openxmlformats.org/presentationml/2006/main">
  <p:tag name="AS_UNIQUEID" val="3119"/>
</p:tagLst>
</file>

<file path=ppt/tags/tag70.xml><?xml version="1.0" encoding="utf-8"?>
<p:tagLst xmlns:a="http://schemas.openxmlformats.org/drawingml/2006/main" xmlns:r="http://schemas.openxmlformats.org/officeDocument/2006/relationships" xmlns:p="http://schemas.openxmlformats.org/presentationml/2006/main">
  <p:tag name="AS_UNIQUEID" val="3116"/>
</p:tagLst>
</file>

<file path=ppt/tags/tag71.xml><?xml version="1.0" encoding="utf-8"?>
<p:tagLst xmlns:a="http://schemas.openxmlformats.org/drawingml/2006/main" xmlns:r="http://schemas.openxmlformats.org/officeDocument/2006/relationships" xmlns:p="http://schemas.openxmlformats.org/presentationml/2006/main">
  <p:tag name="AS_UNIQUEID" val="3117"/>
</p:tagLst>
</file>

<file path=ppt/tags/tag72.xml><?xml version="1.0" encoding="utf-8"?>
<p:tagLst xmlns:a="http://schemas.openxmlformats.org/drawingml/2006/main" xmlns:r="http://schemas.openxmlformats.org/officeDocument/2006/relationships" xmlns:p="http://schemas.openxmlformats.org/presentationml/2006/main">
  <p:tag name="AS_UNIQUEID" val="3118"/>
</p:tagLst>
</file>

<file path=ppt/tags/tag73.xml><?xml version="1.0" encoding="utf-8"?>
<p:tagLst xmlns:a="http://schemas.openxmlformats.org/drawingml/2006/main" xmlns:r="http://schemas.openxmlformats.org/officeDocument/2006/relationships" xmlns:p="http://schemas.openxmlformats.org/presentationml/2006/main">
  <p:tag name="AS_UNIQUEID" val="834"/>
</p:tagLst>
</file>

<file path=ppt/tags/tag74.xml><?xml version="1.0" encoding="utf-8"?>
<p:tagLst xmlns:a="http://schemas.openxmlformats.org/drawingml/2006/main" xmlns:r="http://schemas.openxmlformats.org/officeDocument/2006/relationships" xmlns:p="http://schemas.openxmlformats.org/presentationml/2006/main">
  <p:tag name="AS_UNIQUEID" val="3113"/>
</p:tagLst>
</file>

<file path=ppt/tags/tag75.xml><?xml version="1.0" encoding="utf-8"?>
<p:tagLst xmlns:a="http://schemas.openxmlformats.org/drawingml/2006/main" xmlns:r="http://schemas.openxmlformats.org/officeDocument/2006/relationships" xmlns:p="http://schemas.openxmlformats.org/presentationml/2006/main">
  <p:tag name="AS_UNIQUEID" val="3107"/>
</p:tagLst>
</file>

<file path=ppt/tags/tag76.xml><?xml version="1.0" encoding="utf-8"?>
<p:tagLst xmlns:a="http://schemas.openxmlformats.org/drawingml/2006/main" xmlns:r="http://schemas.openxmlformats.org/officeDocument/2006/relationships" xmlns:p="http://schemas.openxmlformats.org/presentationml/2006/main">
  <p:tag name="AS_UNIQUEID" val="3111"/>
</p:tagLst>
</file>

<file path=ppt/tags/tag77.xml><?xml version="1.0" encoding="utf-8"?>
<p:tagLst xmlns:a="http://schemas.openxmlformats.org/drawingml/2006/main" xmlns:r="http://schemas.openxmlformats.org/officeDocument/2006/relationships" xmlns:p="http://schemas.openxmlformats.org/presentationml/2006/main">
  <p:tag name="AS_UNIQUEID" val="3108"/>
</p:tagLst>
</file>

<file path=ppt/tags/tag78.xml><?xml version="1.0" encoding="utf-8"?>
<p:tagLst xmlns:a="http://schemas.openxmlformats.org/drawingml/2006/main" xmlns:r="http://schemas.openxmlformats.org/officeDocument/2006/relationships" xmlns:p="http://schemas.openxmlformats.org/presentationml/2006/main">
  <p:tag name="AS_UNIQUEID" val="3109"/>
</p:tagLst>
</file>

<file path=ppt/tags/tag79.xml><?xml version="1.0" encoding="utf-8"?>
<p:tagLst xmlns:a="http://schemas.openxmlformats.org/drawingml/2006/main" xmlns:r="http://schemas.openxmlformats.org/officeDocument/2006/relationships" xmlns:p="http://schemas.openxmlformats.org/presentationml/2006/main">
  <p:tag name="AS_UNIQUEID" val="3110"/>
</p:tagLst>
</file>

<file path=ppt/tags/tag80.xml><?xml version="1.0" encoding="utf-8"?>
<p:tagLst xmlns:a="http://schemas.openxmlformats.org/drawingml/2006/main" xmlns:r="http://schemas.openxmlformats.org/officeDocument/2006/relationships" xmlns:p="http://schemas.openxmlformats.org/presentationml/2006/main">
  <p:tag name="AS_UNIQUEID" val="3132"/>
</p:tagLst>
</file>

<file path=ppt/tags/tag81.xml><?xml version="1.0" encoding="utf-8"?>
<p:tagLst xmlns:a="http://schemas.openxmlformats.org/drawingml/2006/main" xmlns:r="http://schemas.openxmlformats.org/officeDocument/2006/relationships" xmlns:p="http://schemas.openxmlformats.org/presentationml/2006/main">
  <p:tag name="AS_UNIQUEID" val="3133"/>
</p:tagLst>
</file>

<file path=ppt/tags/tag82.xml><?xml version="1.0" encoding="utf-8"?>
<p:tagLst xmlns:a="http://schemas.openxmlformats.org/drawingml/2006/main" xmlns:r="http://schemas.openxmlformats.org/officeDocument/2006/relationships" xmlns:p="http://schemas.openxmlformats.org/presentationml/2006/main">
  <p:tag name="AS_UNIQUEID" val="3134"/>
</p:tagLst>
</file>

<file path=ppt/tags/tag83.xml><?xml version="1.0" encoding="utf-8"?>
<p:tagLst xmlns:a="http://schemas.openxmlformats.org/drawingml/2006/main" xmlns:r="http://schemas.openxmlformats.org/officeDocument/2006/relationships" xmlns:p="http://schemas.openxmlformats.org/presentationml/2006/main">
  <p:tag name="AS_UNIQUEID" val="3135"/>
</p:tagLst>
</file>

<file path=ppt/tags/tag84.xml><?xml version="1.0" encoding="utf-8"?>
<p:tagLst xmlns:a="http://schemas.openxmlformats.org/drawingml/2006/main" xmlns:r="http://schemas.openxmlformats.org/officeDocument/2006/relationships" xmlns:p="http://schemas.openxmlformats.org/presentationml/2006/main">
  <p:tag name="AS_UNIQUEID" val="3136"/>
</p:tagLst>
</file>

<file path=ppt/tags/tag85.xml><?xml version="1.0" encoding="utf-8"?>
<p:tagLst xmlns:a="http://schemas.openxmlformats.org/drawingml/2006/main" xmlns:r="http://schemas.openxmlformats.org/officeDocument/2006/relationships" xmlns:p="http://schemas.openxmlformats.org/presentationml/2006/main">
  <p:tag name="AS_UNIQUEID" val="3137"/>
</p:tagLst>
</file>

<file path=ppt/tags/tag86.xml><?xml version="1.0" encoding="utf-8"?>
<p:tagLst xmlns:a="http://schemas.openxmlformats.org/drawingml/2006/main" xmlns:r="http://schemas.openxmlformats.org/officeDocument/2006/relationships" xmlns:p="http://schemas.openxmlformats.org/presentationml/2006/main">
  <p:tag name="AS_UNIQUEID" val="3138"/>
</p:tagLst>
</file>

<file path=ppt/tags/tag87.xml><?xml version="1.0" encoding="utf-8"?>
<p:tagLst xmlns:a="http://schemas.openxmlformats.org/drawingml/2006/main" xmlns:r="http://schemas.openxmlformats.org/officeDocument/2006/relationships" xmlns:p="http://schemas.openxmlformats.org/presentationml/2006/main">
  <p:tag name="AS_UNIQUEID" val="3139"/>
</p:tagLst>
</file>

<file path=ppt/tags/tag88.xml><?xml version="1.0" encoding="utf-8"?>
<p:tagLst xmlns:a="http://schemas.openxmlformats.org/drawingml/2006/main" xmlns:r="http://schemas.openxmlformats.org/officeDocument/2006/relationships" xmlns:p="http://schemas.openxmlformats.org/presentationml/2006/main">
  <p:tag name="AS_UNIQUEID" val="3140"/>
</p:tagLst>
</file>

<file path=ppt/tags/tag89.xml><?xml version="1.0" encoding="utf-8"?>
<p:tagLst xmlns:a="http://schemas.openxmlformats.org/drawingml/2006/main" xmlns:r="http://schemas.openxmlformats.org/officeDocument/2006/relationships" xmlns:p="http://schemas.openxmlformats.org/presentationml/2006/main">
  <p:tag name="AS_UNIQUEID" val="3141"/>
</p:tagLst>
</file>

<file path=ppt/tags/tag90.xml><?xml version="1.0" encoding="utf-8"?>
<p:tagLst xmlns:a="http://schemas.openxmlformats.org/drawingml/2006/main" xmlns:r="http://schemas.openxmlformats.org/officeDocument/2006/relationships" xmlns:p="http://schemas.openxmlformats.org/presentationml/2006/main">
  <p:tag name="AS_UNIQUEID" val="3142"/>
</p:tagLst>
</file>

<file path=ppt/tags/tag91.xml><?xml version="1.0" encoding="utf-8"?>
<p:tagLst xmlns:a="http://schemas.openxmlformats.org/drawingml/2006/main" xmlns:r="http://schemas.openxmlformats.org/officeDocument/2006/relationships" xmlns:p="http://schemas.openxmlformats.org/presentationml/2006/main">
  <p:tag name="AS_UNIQUEID" val="3143"/>
</p:tagLst>
</file>

<file path=ppt/tags/tag92.xml><?xml version="1.0" encoding="utf-8"?>
<p:tagLst xmlns:a="http://schemas.openxmlformats.org/drawingml/2006/main" xmlns:r="http://schemas.openxmlformats.org/officeDocument/2006/relationships" xmlns:p="http://schemas.openxmlformats.org/presentationml/2006/main">
  <p:tag name="AS_UNIQUEID" val="3144"/>
</p:tagLst>
</file>

<file path=ppt/tags/tag93.xml><?xml version="1.0" encoding="utf-8"?>
<p:tagLst xmlns:a="http://schemas.openxmlformats.org/drawingml/2006/main" xmlns:r="http://schemas.openxmlformats.org/officeDocument/2006/relationships" xmlns:p="http://schemas.openxmlformats.org/presentationml/2006/main">
  <p:tag name="AS_UNIQUEID" val="3145"/>
</p:tagLst>
</file>

<file path=ppt/tags/tag94.xml><?xml version="1.0" encoding="utf-8"?>
<p:tagLst xmlns:a="http://schemas.openxmlformats.org/drawingml/2006/main" xmlns:r="http://schemas.openxmlformats.org/officeDocument/2006/relationships" xmlns:p="http://schemas.openxmlformats.org/presentationml/2006/main">
  <p:tag name="AS_UNIQUEID" val="3146"/>
</p:tagLst>
</file>

<file path=ppt/tags/tag95.xml><?xml version="1.0" encoding="utf-8"?>
<p:tagLst xmlns:a="http://schemas.openxmlformats.org/drawingml/2006/main" xmlns:r="http://schemas.openxmlformats.org/officeDocument/2006/relationships" xmlns:p="http://schemas.openxmlformats.org/presentationml/2006/main">
  <p:tag name="AS_UNIQUEID" val="3148"/>
</p:tagLst>
</file>

<file path=ppt/tags/tag96.xml><?xml version="1.0" encoding="utf-8"?>
<p:tagLst xmlns:a="http://schemas.openxmlformats.org/drawingml/2006/main" xmlns:r="http://schemas.openxmlformats.org/officeDocument/2006/relationships" xmlns:p="http://schemas.openxmlformats.org/presentationml/2006/main">
  <p:tag name="AS_UNIQUEID" val="3149"/>
</p:tagLst>
</file>

<file path=ppt/tags/tag97.xml><?xml version="1.0" encoding="utf-8"?>
<p:tagLst xmlns:a="http://schemas.openxmlformats.org/drawingml/2006/main" xmlns:r="http://schemas.openxmlformats.org/officeDocument/2006/relationships" xmlns:p="http://schemas.openxmlformats.org/presentationml/2006/main">
  <p:tag name="AS_UNIQUEID" val="3150"/>
</p:tagLst>
</file>

<file path=ppt/tags/tag98.xml><?xml version="1.0" encoding="utf-8"?>
<p:tagLst xmlns:a="http://schemas.openxmlformats.org/drawingml/2006/main" xmlns:r="http://schemas.openxmlformats.org/officeDocument/2006/relationships" xmlns:p="http://schemas.openxmlformats.org/presentationml/2006/main">
  <p:tag name="AS_UNIQUEID" val="3152"/>
</p:tagLst>
</file>

<file path=ppt/tags/tag99.xml><?xml version="1.0" encoding="utf-8"?>
<p:tagLst xmlns:a="http://schemas.openxmlformats.org/drawingml/2006/main" xmlns:r="http://schemas.openxmlformats.org/officeDocument/2006/relationships" xmlns:p="http://schemas.openxmlformats.org/presentationml/2006/main">
  <p:tag name="AS_UNIQUEID" val="3153"/>
</p:tagLst>
</file>

<file path=ppt/tags/tag100.xml><?xml version="1.0" encoding="utf-8"?>
<p:tagLst xmlns:a="http://schemas.openxmlformats.org/drawingml/2006/main" xmlns:r="http://schemas.openxmlformats.org/officeDocument/2006/relationships" xmlns:p="http://schemas.openxmlformats.org/presentationml/2006/main">
  <p:tag name="AS_UNIQUEID" val="3154"/>
</p:tagLst>
</file>

<file path=ppt/tags/tag101.xml><?xml version="1.0" encoding="utf-8"?>
<p:tagLst xmlns:a="http://schemas.openxmlformats.org/drawingml/2006/main" xmlns:r="http://schemas.openxmlformats.org/officeDocument/2006/relationships" xmlns:p="http://schemas.openxmlformats.org/presentationml/2006/main">
  <p:tag name="AS_UNIQUEID" val="3155"/>
</p:tagLst>
</file>

<file path=ppt/tags/tag102.xml><?xml version="1.0" encoding="utf-8"?>
<p:tagLst xmlns:a="http://schemas.openxmlformats.org/drawingml/2006/main" xmlns:r="http://schemas.openxmlformats.org/officeDocument/2006/relationships" xmlns:p="http://schemas.openxmlformats.org/presentationml/2006/main">
  <p:tag name="AS_UNIQUEID" val="3156"/>
</p:tagLst>
</file>

<file path=ppt/tags/tag103.xml><?xml version="1.0" encoding="utf-8"?>
<p:tagLst xmlns:a="http://schemas.openxmlformats.org/drawingml/2006/main" xmlns:r="http://schemas.openxmlformats.org/officeDocument/2006/relationships" xmlns:p="http://schemas.openxmlformats.org/presentationml/2006/main">
  <p:tag name="AS_UNIQUEID" val="3157"/>
</p:tagLst>
</file>

<file path=ppt/tags/tag104.xml><?xml version="1.0" encoding="utf-8"?>
<p:tagLst xmlns:a="http://schemas.openxmlformats.org/drawingml/2006/main" xmlns:r="http://schemas.openxmlformats.org/officeDocument/2006/relationships" xmlns:p="http://schemas.openxmlformats.org/presentationml/2006/main">
  <p:tag name="AS_UNIQUEID" val="3160"/>
</p:tagLst>
</file>

<file path=ppt/tags/tag105.xml><?xml version="1.0" encoding="utf-8"?>
<p:tagLst xmlns:a="http://schemas.openxmlformats.org/drawingml/2006/main" xmlns:r="http://schemas.openxmlformats.org/officeDocument/2006/relationships" xmlns:p="http://schemas.openxmlformats.org/presentationml/2006/main">
  <p:tag name="AS_UNIQUEID" val="3162"/>
</p:tagLst>
</file>

<file path=ppt/tags/tag106.xml><?xml version="1.0" encoding="utf-8"?>
<p:tagLst xmlns:a="http://schemas.openxmlformats.org/drawingml/2006/main" xmlns:r="http://schemas.openxmlformats.org/officeDocument/2006/relationships" xmlns:p="http://schemas.openxmlformats.org/presentationml/2006/main">
  <p:tag name="AS_UNIQUEID" val="3163"/>
</p:tagLst>
</file>

<file path=ppt/tags/tag107.xml><?xml version="1.0" encoding="utf-8"?>
<p:tagLst xmlns:a="http://schemas.openxmlformats.org/drawingml/2006/main" xmlns:r="http://schemas.openxmlformats.org/officeDocument/2006/relationships" xmlns:p="http://schemas.openxmlformats.org/presentationml/2006/main">
  <p:tag name="AS_UNIQUEID" val="3164"/>
</p:tagLst>
</file>

<file path=ppt/tags/tag108.xml><?xml version="1.0" encoding="utf-8"?>
<p:tagLst xmlns:a="http://schemas.openxmlformats.org/drawingml/2006/main" xmlns:r="http://schemas.openxmlformats.org/officeDocument/2006/relationships" xmlns:p="http://schemas.openxmlformats.org/presentationml/2006/main">
  <p:tag name="AS_UNIQUEID" val="3165"/>
</p:tagLst>
</file>

<file path=ppt/tags/tag109.xml><?xml version="1.0" encoding="utf-8"?>
<p:tagLst xmlns:a="http://schemas.openxmlformats.org/drawingml/2006/main" xmlns:r="http://schemas.openxmlformats.org/officeDocument/2006/relationships" xmlns:p="http://schemas.openxmlformats.org/presentationml/2006/main">
  <p:tag name="AS_UNIQUEID" val="3166"/>
</p:tagLst>
</file>

<file path=ppt/tags/tag110.xml><?xml version="1.0" encoding="utf-8"?>
<p:tagLst xmlns:a="http://schemas.openxmlformats.org/drawingml/2006/main" xmlns:r="http://schemas.openxmlformats.org/officeDocument/2006/relationships" xmlns:p="http://schemas.openxmlformats.org/presentationml/2006/main">
  <p:tag name="AS_UNIQUEID" val="3167"/>
</p:tagLst>
</file>

<file path=ppt/tags/tag111.xml><?xml version="1.0" encoding="utf-8"?>
<p:tagLst xmlns:a="http://schemas.openxmlformats.org/drawingml/2006/main" xmlns:r="http://schemas.openxmlformats.org/officeDocument/2006/relationships" xmlns:p="http://schemas.openxmlformats.org/presentationml/2006/main">
  <p:tag name="AS_UNIQUEID" val="723"/>
</p:tagLst>
</file>

<file path=ppt/tags/tag112.xml><?xml version="1.0" encoding="utf-8"?>
<p:tagLst xmlns:a="http://schemas.openxmlformats.org/drawingml/2006/main" xmlns:r="http://schemas.openxmlformats.org/officeDocument/2006/relationships" xmlns:p="http://schemas.openxmlformats.org/presentationml/2006/main">
  <p:tag name="AS_UNIQUEID" val="3161"/>
</p:tagLst>
</file>

<file path=ppt/tags/tag113.xml><?xml version="1.0" encoding="utf-8"?>
<p:tagLst xmlns:a="http://schemas.openxmlformats.org/drawingml/2006/main" xmlns:r="http://schemas.openxmlformats.org/officeDocument/2006/relationships" xmlns:p="http://schemas.openxmlformats.org/presentationml/2006/main">
  <p:tag name="AS_UNIQUEID" val="3158"/>
</p:tagLst>
</file>

<file path=ppt/tags/tag114.xml><?xml version="1.0" encoding="utf-8"?>
<p:tagLst xmlns:a="http://schemas.openxmlformats.org/drawingml/2006/main" xmlns:r="http://schemas.openxmlformats.org/officeDocument/2006/relationships" xmlns:p="http://schemas.openxmlformats.org/presentationml/2006/main">
  <p:tag name="AS_UNIQUEID" val="3159"/>
</p:tagLst>
</file>

<file path=ppt/tags/tag115.xml><?xml version="1.0" encoding="utf-8"?>
<p:tagLst xmlns:a="http://schemas.openxmlformats.org/drawingml/2006/main" xmlns:r="http://schemas.openxmlformats.org/officeDocument/2006/relationships" xmlns:p="http://schemas.openxmlformats.org/presentationml/2006/main">
  <p:tag name="AS_UNIQUEID" val="3169"/>
</p:tagLst>
</file>

<file path=ppt/tags/tag116.xml><?xml version="1.0" encoding="utf-8"?>
<p:tagLst xmlns:a="http://schemas.openxmlformats.org/drawingml/2006/main" xmlns:r="http://schemas.openxmlformats.org/officeDocument/2006/relationships" xmlns:p="http://schemas.openxmlformats.org/presentationml/2006/main">
  <p:tag name="AS_UNIQUEID" val="3170"/>
</p:tagLst>
</file>

<file path=ppt/tags/tag117.xml><?xml version="1.0" encoding="utf-8"?>
<p:tagLst xmlns:a="http://schemas.openxmlformats.org/drawingml/2006/main" xmlns:r="http://schemas.openxmlformats.org/officeDocument/2006/relationships" xmlns:p="http://schemas.openxmlformats.org/presentationml/2006/main">
  <p:tag name="AS_UNIQUEID" val="3171"/>
</p:tagLst>
</file>

<file path=ppt/tags/tag118.xml><?xml version="1.0" encoding="utf-8"?>
<p:tagLst xmlns:a="http://schemas.openxmlformats.org/drawingml/2006/main" xmlns:r="http://schemas.openxmlformats.org/officeDocument/2006/relationships" xmlns:p="http://schemas.openxmlformats.org/presentationml/2006/main">
  <p:tag name="AS_UNIQUEID" val="3173"/>
</p:tagLst>
</file>

<file path=ppt/tags/tag119.xml><?xml version="1.0" encoding="utf-8"?>
<p:tagLst xmlns:a="http://schemas.openxmlformats.org/drawingml/2006/main" xmlns:r="http://schemas.openxmlformats.org/officeDocument/2006/relationships" xmlns:p="http://schemas.openxmlformats.org/presentationml/2006/main">
  <p:tag name="AS_UNIQUEID" val="3174"/>
</p:tagLst>
</file>

<file path=ppt/tags/tag120.xml><?xml version="1.0" encoding="utf-8"?>
<p:tagLst xmlns:a="http://schemas.openxmlformats.org/drawingml/2006/main" xmlns:r="http://schemas.openxmlformats.org/officeDocument/2006/relationships" xmlns:p="http://schemas.openxmlformats.org/presentationml/2006/main">
  <p:tag name="AS_UNIQUEID" val="3175"/>
</p:tagLst>
</file>

<file path=ppt/tags/tag121.xml><?xml version="1.0" encoding="utf-8"?>
<p:tagLst xmlns:a="http://schemas.openxmlformats.org/drawingml/2006/main" xmlns:r="http://schemas.openxmlformats.org/officeDocument/2006/relationships" xmlns:p="http://schemas.openxmlformats.org/presentationml/2006/main">
  <p:tag name="AS_UNIQUEID" val="3176"/>
</p:tagLst>
</file>

<file path=ppt/tags/tag122.xml><?xml version="1.0" encoding="utf-8"?>
<p:tagLst xmlns:a="http://schemas.openxmlformats.org/drawingml/2006/main" xmlns:r="http://schemas.openxmlformats.org/officeDocument/2006/relationships" xmlns:p="http://schemas.openxmlformats.org/presentationml/2006/main">
  <p:tag name="AS_UNIQUEID" val="3177"/>
</p:tagLst>
</file>

<file path=ppt/tags/tag123.xml><?xml version="1.0" encoding="utf-8"?>
<p:tagLst xmlns:a="http://schemas.openxmlformats.org/drawingml/2006/main" xmlns:r="http://schemas.openxmlformats.org/officeDocument/2006/relationships" xmlns:p="http://schemas.openxmlformats.org/presentationml/2006/main">
  <p:tag name="AS_UNIQUEID" val="3178"/>
</p:tagLst>
</file>

<file path=ppt/tags/tag124.xml><?xml version="1.0" encoding="utf-8"?>
<p:tagLst xmlns:a="http://schemas.openxmlformats.org/drawingml/2006/main" xmlns:r="http://schemas.openxmlformats.org/officeDocument/2006/relationships" xmlns:p="http://schemas.openxmlformats.org/presentationml/2006/main">
  <p:tag name="AS_UNIQUEID" val="3179"/>
</p:tagLst>
</file>

<file path=ppt/tags/tag125.xml><?xml version="1.0" encoding="utf-8"?>
<p:tagLst xmlns:a="http://schemas.openxmlformats.org/drawingml/2006/main" xmlns:r="http://schemas.openxmlformats.org/officeDocument/2006/relationships" xmlns:p="http://schemas.openxmlformats.org/presentationml/2006/main">
  <p:tag name="AS_UNIQUEID" val="3180"/>
</p:tagLst>
</file>

<file path=ppt/tags/tag126.xml><?xml version="1.0" encoding="utf-8"?>
<p:tagLst xmlns:a="http://schemas.openxmlformats.org/drawingml/2006/main" xmlns:r="http://schemas.openxmlformats.org/officeDocument/2006/relationships" xmlns:p="http://schemas.openxmlformats.org/presentationml/2006/main">
  <p:tag name="AS_UNIQUEID" val="3181"/>
</p:tagLst>
</file>

<file path=ppt/tags/tag127.xml><?xml version="1.0" encoding="utf-8"?>
<p:tagLst xmlns:a="http://schemas.openxmlformats.org/drawingml/2006/main" xmlns:r="http://schemas.openxmlformats.org/officeDocument/2006/relationships" xmlns:p="http://schemas.openxmlformats.org/presentationml/2006/main">
  <p:tag name="AS_UNIQUEID" val="3182"/>
</p:tagLst>
</file>

<file path=ppt/tags/tag128.xml><?xml version="1.0" encoding="utf-8"?>
<p:tagLst xmlns:a="http://schemas.openxmlformats.org/drawingml/2006/main" xmlns:r="http://schemas.openxmlformats.org/officeDocument/2006/relationships" xmlns:p="http://schemas.openxmlformats.org/presentationml/2006/main">
  <p:tag name="AS_UNIQUEID" val="3183"/>
</p:tagLst>
</file>

<file path=ppt/tags/tag129.xml><?xml version="1.0" encoding="utf-8"?>
<p:tagLst xmlns:a="http://schemas.openxmlformats.org/drawingml/2006/main" xmlns:r="http://schemas.openxmlformats.org/officeDocument/2006/relationships" xmlns:p="http://schemas.openxmlformats.org/presentationml/2006/main">
  <p:tag name="AS_UNIQUEID" val="3184"/>
</p:tagLst>
</file>

<file path=ppt/tags/tag130.xml><?xml version="1.0" encoding="utf-8"?>
<p:tagLst xmlns:a="http://schemas.openxmlformats.org/drawingml/2006/main" xmlns:r="http://schemas.openxmlformats.org/officeDocument/2006/relationships" xmlns:p="http://schemas.openxmlformats.org/presentationml/2006/main">
  <p:tag name="AS_UNIQUEID" val="3186"/>
</p:tagLst>
</file>

<file path=ppt/tags/tag131.xml><?xml version="1.0" encoding="utf-8"?>
<p:tagLst xmlns:a="http://schemas.openxmlformats.org/drawingml/2006/main" xmlns:r="http://schemas.openxmlformats.org/officeDocument/2006/relationships" xmlns:p="http://schemas.openxmlformats.org/presentationml/2006/main">
  <p:tag name="AS_UNIQUEID" val="3187"/>
</p:tagLst>
</file>

<file path=ppt/tags/tag132.xml><?xml version="1.0" encoding="utf-8"?>
<p:tagLst xmlns:a="http://schemas.openxmlformats.org/drawingml/2006/main" xmlns:r="http://schemas.openxmlformats.org/officeDocument/2006/relationships" xmlns:p="http://schemas.openxmlformats.org/presentationml/2006/main">
  <p:tag name="AS_UNIQUEID" val="3188"/>
</p:tagLst>
</file>

<file path=ppt/tags/tag133.xml><?xml version="1.0" encoding="utf-8"?>
<p:tagLst xmlns:a="http://schemas.openxmlformats.org/drawingml/2006/main" xmlns:r="http://schemas.openxmlformats.org/officeDocument/2006/relationships" xmlns:p="http://schemas.openxmlformats.org/presentationml/2006/main">
  <p:tag name="AS_UNIQUEID" val="3189"/>
</p:tagLst>
</file>

<file path=ppt/tags/tag134.xml><?xml version="1.0" encoding="utf-8"?>
<p:tagLst xmlns:a="http://schemas.openxmlformats.org/drawingml/2006/main" xmlns:r="http://schemas.openxmlformats.org/officeDocument/2006/relationships" xmlns:p="http://schemas.openxmlformats.org/presentationml/2006/main">
  <p:tag name="AS_UNIQUEID" val="3190"/>
</p:tagLst>
</file>

<file path=ppt/tags/tag135.xml><?xml version="1.0" encoding="utf-8"?>
<p:tagLst xmlns:a="http://schemas.openxmlformats.org/drawingml/2006/main" xmlns:r="http://schemas.openxmlformats.org/officeDocument/2006/relationships" xmlns:p="http://schemas.openxmlformats.org/presentationml/2006/main">
  <p:tag name="AS_UNIQUEID" val="3192"/>
</p:tagLst>
</file>

<file path=ppt/tags/tag136.xml><?xml version="1.0" encoding="utf-8"?>
<p:tagLst xmlns:a="http://schemas.openxmlformats.org/drawingml/2006/main" xmlns:r="http://schemas.openxmlformats.org/officeDocument/2006/relationships" xmlns:p="http://schemas.openxmlformats.org/presentationml/2006/main">
  <p:tag name="AS_UNIQUEID" val="3193"/>
</p:tagLst>
</file>

<file path=ppt/tags/tag137.xml><?xml version="1.0" encoding="utf-8"?>
<p:tagLst xmlns:a="http://schemas.openxmlformats.org/drawingml/2006/main" xmlns:r="http://schemas.openxmlformats.org/officeDocument/2006/relationships" xmlns:p="http://schemas.openxmlformats.org/presentationml/2006/main">
  <p:tag name="AS_UNIQUEID" val="3194"/>
</p:tagLst>
</file>

<file path=ppt/tags/tag138.xml><?xml version="1.0" encoding="utf-8"?>
<p:tagLst xmlns:a="http://schemas.openxmlformats.org/drawingml/2006/main" xmlns:r="http://schemas.openxmlformats.org/officeDocument/2006/relationships" xmlns:p="http://schemas.openxmlformats.org/presentationml/2006/main">
  <p:tag name="AS_UNIQUEID" val="112"/>
</p:tagLst>
</file>

<file path=ppt/tags/tag139.xml><?xml version="1.0" encoding="utf-8"?>
<p:tagLst xmlns:a="http://schemas.openxmlformats.org/drawingml/2006/main" xmlns:r="http://schemas.openxmlformats.org/officeDocument/2006/relationships" xmlns:p="http://schemas.openxmlformats.org/presentationml/2006/main">
  <p:tag name="AS_UNIQUEID" val="3196"/>
</p:tagLst>
</file>

<file path=ppt/tags/tag140.xml><?xml version="1.0" encoding="utf-8"?>
<p:tagLst xmlns:a="http://schemas.openxmlformats.org/drawingml/2006/main" xmlns:r="http://schemas.openxmlformats.org/officeDocument/2006/relationships" xmlns:p="http://schemas.openxmlformats.org/presentationml/2006/main">
  <p:tag name="AS_UNIQUEID" val="3197"/>
</p:tagLst>
</file>

<file path=ppt/tags/tag141.xml><?xml version="1.0" encoding="utf-8"?>
<p:tagLst xmlns:a="http://schemas.openxmlformats.org/drawingml/2006/main" xmlns:r="http://schemas.openxmlformats.org/officeDocument/2006/relationships" xmlns:p="http://schemas.openxmlformats.org/presentationml/2006/main">
  <p:tag name="AS_UNIQUEID" val="3198"/>
</p:tagLst>
</file>

<file path=ppt/tags/tag142.xml><?xml version="1.0" encoding="utf-8"?>
<p:tagLst xmlns:a="http://schemas.openxmlformats.org/drawingml/2006/main" xmlns:r="http://schemas.openxmlformats.org/officeDocument/2006/relationships" xmlns:p="http://schemas.openxmlformats.org/presentationml/2006/main">
  <p:tag name="AS_UNIQUEID" val="3199"/>
</p:tagLst>
</file>

<file path=ppt/tags/tag143.xml><?xml version="1.0" encoding="utf-8"?>
<p:tagLst xmlns:a="http://schemas.openxmlformats.org/drawingml/2006/main" xmlns:r="http://schemas.openxmlformats.org/officeDocument/2006/relationships" xmlns:p="http://schemas.openxmlformats.org/presentationml/2006/main">
  <p:tag name="AS_UNIQUEID" val="3200"/>
</p:tagLst>
</file>

<file path=ppt/tags/tag144.xml><?xml version="1.0" encoding="utf-8"?>
<p:tagLst xmlns:a="http://schemas.openxmlformats.org/drawingml/2006/main" xmlns:r="http://schemas.openxmlformats.org/officeDocument/2006/relationships" xmlns:p="http://schemas.openxmlformats.org/presentationml/2006/main">
  <p:tag name="AS_UNIQUEID" val="3203"/>
</p:tagLst>
</file>

<file path=ppt/tags/tag145.xml><?xml version="1.0" encoding="utf-8"?>
<p:tagLst xmlns:a="http://schemas.openxmlformats.org/drawingml/2006/main" xmlns:r="http://schemas.openxmlformats.org/officeDocument/2006/relationships" xmlns:p="http://schemas.openxmlformats.org/presentationml/2006/main">
  <p:tag name="AS_UNIQUEID" val="3204"/>
</p:tagLst>
</file>

<file path=ppt/tags/tag146.xml><?xml version="1.0" encoding="utf-8"?>
<p:tagLst xmlns:a="http://schemas.openxmlformats.org/drawingml/2006/main" xmlns:r="http://schemas.openxmlformats.org/officeDocument/2006/relationships" xmlns:p="http://schemas.openxmlformats.org/presentationml/2006/main">
  <p:tag name="AS_UNIQUEID" val="3201"/>
</p:tagLst>
</file>

<file path=ppt/tags/tag147.xml><?xml version="1.0" encoding="utf-8"?>
<p:tagLst xmlns:a="http://schemas.openxmlformats.org/drawingml/2006/main" xmlns:r="http://schemas.openxmlformats.org/officeDocument/2006/relationships" xmlns:p="http://schemas.openxmlformats.org/presentationml/2006/main">
  <p:tag name="AS_UNIQUEID" val="3202"/>
</p:tagLst>
</file>

<file path=ppt/tags/tag148.xml><?xml version="1.0" encoding="utf-8"?>
<p:tagLst xmlns:a="http://schemas.openxmlformats.org/drawingml/2006/main" xmlns:r="http://schemas.openxmlformats.org/officeDocument/2006/relationships" xmlns:p="http://schemas.openxmlformats.org/presentationml/2006/main">
  <p:tag name="AS_UNIQUEID" val="3206"/>
</p:tagLst>
</file>

<file path=ppt/tags/tag149.xml><?xml version="1.0" encoding="utf-8"?>
<p:tagLst xmlns:a="http://schemas.openxmlformats.org/drawingml/2006/main" xmlns:r="http://schemas.openxmlformats.org/officeDocument/2006/relationships" xmlns:p="http://schemas.openxmlformats.org/presentationml/2006/main">
  <p:tag name="AS_UNIQUEID" val="3207"/>
</p:tagLst>
</file>

<file path=ppt/tags/tag150.xml><?xml version="1.0" encoding="utf-8"?>
<p:tagLst xmlns:a="http://schemas.openxmlformats.org/drawingml/2006/main" xmlns:r="http://schemas.openxmlformats.org/officeDocument/2006/relationships" xmlns:p="http://schemas.openxmlformats.org/presentationml/2006/main">
  <p:tag name="AS_UNIQUEID" val="3208"/>
</p:tagLst>
</file>

<file path=ppt/tags/tag151.xml><?xml version="1.0" encoding="utf-8"?>
<p:tagLst xmlns:a="http://schemas.openxmlformats.org/drawingml/2006/main" xmlns:r="http://schemas.openxmlformats.org/officeDocument/2006/relationships" xmlns:p="http://schemas.openxmlformats.org/presentationml/2006/main">
  <p:tag name="AS_UNIQUEID" val="3209"/>
</p:tagLst>
</file>

<file path=ppt/tags/tag152.xml><?xml version="1.0" encoding="utf-8"?>
<p:tagLst xmlns:a="http://schemas.openxmlformats.org/drawingml/2006/main" xmlns:r="http://schemas.openxmlformats.org/officeDocument/2006/relationships" xmlns:p="http://schemas.openxmlformats.org/presentationml/2006/main">
  <p:tag name="AS_UNIQUEID" val="3210"/>
</p:tagLst>
</file>

<file path=ppt/tags/tag153.xml><?xml version="1.0" encoding="utf-8"?>
<p:tagLst xmlns:a="http://schemas.openxmlformats.org/drawingml/2006/main" xmlns:r="http://schemas.openxmlformats.org/officeDocument/2006/relationships" xmlns:p="http://schemas.openxmlformats.org/presentationml/2006/main">
  <p:tag name="AS_UNIQUEID" val="3211"/>
</p:tagLst>
</file>

<file path=ppt/tags/tag154.xml><?xml version="1.0" encoding="utf-8"?>
<p:tagLst xmlns:a="http://schemas.openxmlformats.org/drawingml/2006/main" xmlns:r="http://schemas.openxmlformats.org/officeDocument/2006/relationships" xmlns:p="http://schemas.openxmlformats.org/presentationml/2006/main">
  <p:tag name="AS_UNIQUEID" val="3212"/>
</p:tagLst>
</file>

<file path=ppt/tags/tag155.xml><?xml version="1.0" encoding="utf-8"?>
<p:tagLst xmlns:a="http://schemas.openxmlformats.org/drawingml/2006/main" xmlns:r="http://schemas.openxmlformats.org/officeDocument/2006/relationships" xmlns:p="http://schemas.openxmlformats.org/presentationml/2006/main">
  <p:tag name="AS_UNIQUEID" val="3213"/>
</p:tagLst>
</file>

<file path=ppt/tags/tag156.xml><?xml version="1.0" encoding="utf-8"?>
<p:tagLst xmlns:a="http://schemas.openxmlformats.org/drawingml/2006/main" xmlns:r="http://schemas.openxmlformats.org/officeDocument/2006/relationships" xmlns:p="http://schemas.openxmlformats.org/presentationml/2006/main">
  <p:tag name="AS_UNIQUEID" val="3221"/>
</p:tagLst>
</file>

<file path=ppt/tags/tag157.xml><?xml version="1.0" encoding="utf-8"?>
<p:tagLst xmlns:a="http://schemas.openxmlformats.org/drawingml/2006/main" xmlns:r="http://schemas.openxmlformats.org/officeDocument/2006/relationships" xmlns:p="http://schemas.openxmlformats.org/presentationml/2006/main">
  <p:tag name="AS_UNIQUEID" val="3222"/>
</p:tagLst>
</file>

<file path=ppt/tags/tag158.xml><?xml version="1.0" encoding="utf-8"?>
<p:tagLst xmlns:a="http://schemas.openxmlformats.org/drawingml/2006/main" xmlns:r="http://schemas.openxmlformats.org/officeDocument/2006/relationships" xmlns:p="http://schemas.openxmlformats.org/presentationml/2006/main">
  <p:tag name="AS_UNIQUEID" val="3223"/>
</p:tagLst>
</file>

<file path=ppt/tags/tag159.xml><?xml version="1.0" encoding="utf-8"?>
<p:tagLst xmlns:a="http://schemas.openxmlformats.org/drawingml/2006/main" xmlns:r="http://schemas.openxmlformats.org/officeDocument/2006/relationships" xmlns:p="http://schemas.openxmlformats.org/presentationml/2006/main">
  <p:tag name="AS_UNIQUEID" val="3224"/>
</p:tagLst>
</file>

<file path=ppt/tags/tag160.xml><?xml version="1.0" encoding="utf-8"?>
<p:tagLst xmlns:a="http://schemas.openxmlformats.org/drawingml/2006/main" xmlns:r="http://schemas.openxmlformats.org/officeDocument/2006/relationships" xmlns:p="http://schemas.openxmlformats.org/presentationml/2006/main">
  <p:tag name="AS_UNIQUEID" val="3225"/>
</p:tagLst>
</file>

<file path=ppt/tags/tag161.xml><?xml version="1.0" encoding="utf-8"?>
<p:tagLst xmlns:a="http://schemas.openxmlformats.org/drawingml/2006/main" xmlns:r="http://schemas.openxmlformats.org/officeDocument/2006/relationships" xmlns:p="http://schemas.openxmlformats.org/presentationml/2006/main">
  <p:tag name="AS_UNIQUEID" val="3233"/>
</p:tagLst>
</file>

<file path=ppt/tags/tag162.xml><?xml version="1.0" encoding="utf-8"?>
<p:tagLst xmlns:a="http://schemas.openxmlformats.org/drawingml/2006/main" xmlns:r="http://schemas.openxmlformats.org/officeDocument/2006/relationships" xmlns:p="http://schemas.openxmlformats.org/presentationml/2006/main">
  <p:tag name="AS_UNIQUEID" val="3234"/>
</p:tagLst>
</file>

<file path=ppt/tags/tag163.xml><?xml version="1.0" encoding="utf-8"?>
<p:tagLst xmlns:a="http://schemas.openxmlformats.org/drawingml/2006/main" xmlns:r="http://schemas.openxmlformats.org/officeDocument/2006/relationships" xmlns:p="http://schemas.openxmlformats.org/presentationml/2006/main">
  <p:tag name="AS_UNIQUEID" val="189"/>
</p:tagLst>
</file>

<file path=ppt/tags/tag164.xml><?xml version="1.0" encoding="utf-8"?>
<p:tagLst xmlns:a="http://schemas.openxmlformats.org/drawingml/2006/main" xmlns:r="http://schemas.openxmlformats.org/officeDocument/2006/relationships" xmlns:p="http://schemas.openxmlformats.org/presentationml/2006/main">
  <p:tag name="AS_UNIQUEID" val="190"/>
</p:tagLst>
</file>

<file path=ppt/tags/tag165.xml><?xml version="1.0" encoding="utf-8"?>
<p:tagLst xmlns:a="http://schemas.openxmlformats.org/drawingml/2006/main" xmlns:r="http://schemas.openxmlformats.org/officeDocument/2006/relationships" xmlns:p="http://schemas.openxmlformats.org/presentationml/2006/main">
  <p:tag name="AS_UNIQUEID" val="191"/>
</p:tagLst>
</file>

<file path=ppt/tags/tag166.xml><?xml version="1.0" encoding="utf-8"?>
<p:tagLst xmlns:a="http://schemas.openxmlformats.org/drawingml/2006/main" xmlns:r="http://schemas.openxmlformats.org/officeDocument/2006/relationships" xmlns:p="http://schemas.openxmlformats.org/presentationml/2006/main">
  <p:tag name="AS_UNIQUEID" val="3237"/>
</p:tagLst>
</file>

<file path=ppt/tags/tag167.xml><?xml version="1.0" encoding="utf-8"?>
<p:tagLst xmlns:a="http://schemas.openxmlformats.org/drawingml/2006/main" xmlns:r="http://schemas.openxmlformats.org/officeDocument/2006/relationships" xmlns:p="http://schemas.openxmlformats.org/presentationml/2006/main">
  <p:tag name="AS_UNIQUEID" val="3235"/>
</p:tagLst>
</file>

<file path=ppt/tags/tag168.xml><?xml version="1.0" encoding="utf-8"?>
<p:tagLst xmlns:a="http://schemas.openxmlformats.org/drawingml/2006/main" xmlns:r="http://schemas.openxmlformats.org/officeDocument/2006/relationships" xmlns:p="http://schemas.openxmlformats.org/presentationml/2006/main">
  <p:tag name="AS_UNIQUEID" val="3236"/>
</p:tagLst>
</file>

<file path=ppt/tags/tag169.xml><?xml version="1.0" encoding="utf-8"?>
<p:tagLst xmlns:a="http://schemas.openxmlformats.org/drawingml/2006/main" xmlns:r="http://schemas.openxmlformats.org/officeDocument/2006/relationships" xmlns:p="http://schemas.openxmlformats.org/presentationml/2006/main">
  <p:tag name="AS_UNIQUEID" val="3239"/>
</p:tagLst>
</file>

<file path=ppt/tags/tag170.xml><?xml version="1.0" encoding="utf-8"?>
<p:tagLst xmlns:a="http://schemas.openxmlformats.org/drawingml/2006/main" xmlns:r="http://schemas.openxmlformats.org/officeDocument/2006/relationships" xmlns:p="http://schemas.openxmlformats.org/presentationml/2006/main">
  <p:tag name="AS_UNIQUEID" val="3240"/>
</p:tagLst>
</file>

<file path=ppt/tags/tag171.xml><?xml version="1.0" encoding="utf-8"?>
<p:tagLst xmlns:a="http://schemas.openxmlformats.org/drawingml/2006/main" xmlns:r="http://schemas.openxmlformats.org/officeDocument/2006/relationships" xmlns:p="http://schemas.openxmlformats.org/presentationml/2006/main">
  <p:tag name="AS_UNIQUEID" val="3241"/>
</p:tagLst>
</file>

<file path=ppt/tags/tag172.xml><?xml version="1.0" encoding="utf-8"?>
<p:tagLst xmlns:a="http://schemas.openxmlformats.org/drawingml/2006/main" xmlns:r="http://schemas.openxmlformats.org/officeDocument/2006/relationships" xmlns:p="http://schemas.openxmlformats.org/presentationml/2006/main">
  <p:tag name="AS_UNIQUEID" val="3242"/>
</p:tagLst>
</file>

<file path=ppt/tags/tag173.xml><?xml version="1.0" encoding="utf-8"?>
<p:tagLst xmlns:a="http://schemas.openxmlformats.org/drawingml/2006/main" xmlns:r="http://schemas.openxmlformats.org/officeDocument/2006/relationships" xmlns:p="http://schemas.openxmlformats.org/presentationml/2006/main">
  <p:tag name="AS_UNIQUEID" val="3243"/>
</p:tagLst>
</file>

<file path=ppt/tags/tag174.xml><?xml version="1.0" encoding="utf-8"?>
<p:tagLst xmlns:a="http://schemas.openxmlformats.org/drawingml/2006/main" xmlns:r="http://schemas.openxmlformats.org/officeDocument/2006/relationships" xmlns:p="http://schemas.openxmlformats.org/presentationml/2006/main">
  <p:tag name="AS_UNIQUEID" val="3244"/>
</p:tagLst>
</file>

<file path=ppt/tags/tag175.xml><?xml version="1.0" encoding="utf-8"?>
<p:tagLst xmlns:a="http://schemas.openxmlformats.org/drawingml/2006/main" xmlns:r="http://schemas.openxmlformats.org/officeDocument/2006/relationships" xmlns:p="http://schemas.openxmlformats.org/presentationml/2006/main">
  <p:tag name="AS_UNIQUEID" val="3246"/>
</p:tagLst>
</file>

<file path=ppt/tags/tag176.xml><?xml version="1.0" encoding="utf-8"?>
<p:tagLst xmlns:a="http://schemas.openxmlformats.org/drawingml/2006/main" xmlns:r="http://schemas.openxmlformats.org/officeDocument/2006/relationships" xmlns:p="http://schemas.openxmlformats.org/presentationml/2006/main">
  <p:tag name="AS_UNIQUEID" val="3247"/>
</p:tagLst>
</file>

<file path=ppt/tags/tag177.xml><?xml version="1.0" encoding="utf-8"?>
<p:tagLst xmlns:a="http://schemas.openxmlformats.org/drawingml/2006/main" xmlns:r="http://schemas.openxmlformats.org/officeDocument/2006/relationships" xmlns:p="http://schemas.openxmlformats.org/presentationml/2006/main">
  <p:tag name="AS_UNIQUEID" val="3250"/>
</p:tagLst>
</file>

<file path=ppt/tags/tag178.xml><?xml version="1.0" encoding="utf-8"?>
<p:tagLst xmlns:a="http://schemas.openxmlformats.org/drawingml/2006/main" xmlns:r="http://schemas.openxmlformats.org/officeDocument/2006/relationships" xmlns:p="http://schemas.openxmlformats.org/presentationml/2006/main">
  <p:tag name="AS_UNIQUEID" val="3252"/>
</p:tagLst>
</file>

<file path=ppt/tags/tag179.xml><?xml version="1.0" encoding="utf-8"?>
<p:tagLst xmlns:a="http://schemas.openxmlformats.org/drawingml/2006/main" xmlns:r="http://schemas.openxmlformats.org/officeDocument/2006/relationships" xmlns:p="http://schemas.openxmlformats.org/presentationml/2006/main">
  <p:tag name="AS_UNIQUEID" val="3248"/>
</p:tagLst>
</file>

<file path=ppt/tags/tag180.xml><?xml version="1.0" encoding="utf-8"?>
<p:tagLst xmlns:a="http://schemas.openxmlformats.org/drawingml/2006/main" xmlns:r="http://schemas.openxmlformats.org/officeDocument/2006/relationships" xmlns:p="http://schemas.openxmlformats.org/presentationml/2006/main">
  <p:tag name="AS_UNIQUEID" val="3249"/>
</p:tagLst>
</file>

<file path=ppt/tags/tag181.xml><?xml version="1.0" encoding="utf-8"?>
<p:tagLst xmlns:a="http://schemas.openxmlformats.org/drawingml/2006/main" xmlns:r="http://schemas.openxmlformats.org/officeDocument/2006/relationships" xmlns:p="http://schemas.openxmlformats.org/presentationml/2006/main">
  <p:tag name="AS_UNIQUEID" val="3254"/>
</p:tagLst>
</file>

<file path=ppt/tags/tag182.xml><?xml version="1.0" encoding="utf-8"?>
<p:tagLst xmlns:a="http://schemas.openxmlformats.org/drawingml/2006/main" xmlns:r="http://schemas.openxmlformats.org/officeDocument/2006/relationships" xmlns:p="http://schemas.openxmlformats.org/presentationml/2006/main">
  <p:tag name="AS_UNIQUEID" val="3255"/>
</p:tagLst>
</file>

<file path=ppt/tags/tag183.xml><?xml version="1.0" encoding="utf-8"?>
<p:tagLst xmlns:a="http://schemas.openxmlformats.org/drawingml/2006/main" xmlns:r="http://schemas.openxmlformats.org/officeDocument/2006/relationships" xmlns:p="http://schemas.openxmlformats.org/presentationml/2006/main">
  <p:tag name="AS_UNIQUEID" val="3256"/>
</p:tagLst>
</file>

<file path=ppt/tags/tag184.xml><?xml version="1.0" encoding="utf-8"?>
<p:tagLst xmlns:a="http://schemas.openxmlformats.org/drawingml/2006/main" xmlns:r="http://schemas.openxmlformats.org/officeDocument/2006/relationships" xmlns:p="http://schemas.openxmlformats.org/presentationml/2006/main">
  <p:tag name="AS_UNIQUEID" val="3257"/>
</p:tagLst>
</file>

<file path=ppt/tags/tag185.xml><?xml version="1.0" encoding="utf-8"?>
<p:tagLst xmlns:a="http://schemas.openxmlformats.org/drawingml/2006/main" xmlns:r="http://schemas.openxmlformats.org/officeDocument/2006/relationships" xmlns:p="http://schemas.openxmlformats.org/presentationml/2006/main">
  <p:tag name="AS_UNIQUEID" val="3259"/>
</p:tagLst>
</file>

<file path=ppt/tags/tag186.xml><?xml version="1.0" encoding="utf-8"?>
<p:tagLst xmlns:a="http://schemas.openxmlformats.org/drawingml/2006/main" xmlns:r="http://schemas.openxmlformats.org/officeDocument/2006/relationships" xmlns:p="http://schemas.openxmlformats.org/presentationml/2006/main">
  <p:tag name="AS_UNIQUEID" val="3260"/>
</p:tagLst>
</file>

<file path=ppt/tags/tag187.xml><?xml version="1.0" encoding="utf-8"?>
<p:tagLst xmlns:a="http://schemas.openxmlformats.org/drawingml/2006/main" xmlns:r="http://schemas.openxmlformats.org/officeDocument/2006/relationships" xmlns:p="http://schemas.openxmlformats.org/presentationml/2006/main">
  <p:tag name="AS_UNIQUEID" val="3261"/>
</p:tagLst>
</file>

<file path=ppt/tags/tag188.xml><?xml version="1.0" encoding="utf-8"?>
<p:tagLst xmlns:a="http://schemas.openxmlformats.org/drawingml/2006/main" xmlns:r="http://schemas.openxmlformats.org/officeDocument/2006/relationships" xmlns:p="http://schemas.openxmlformats.org/presentationml/2006/main">
  <p:tag name="AS_UNIQUEID" val="3262"/>
</p:tagLst>
</file>

<file path=ppt/tags/tag189.xml><?xml version="1.0" encoding="utf-8"?>
<p:tagLst xmlns:a="http://schemas.openxmlformats.org/drawingml/2006/main" xmlns:r="http://schemas.openxmlformats.org/officeDocument/2006/relationships" xmlns:p="http://schemas.openxmlformats.org/presentationml/2006/main">
  <p:tag name="AS_UNIQUEID" val="3263"/>
</p:tagLst>
</file>

<file path=ppt/tags/tag190.xml><?xml version="1.0" encoding="utf-8"?>
<p:tagLst xmlns:a="http://schemas.openxmlformats.org/drawingml/2006/main" xmlns:r="http://schemas.openxmlformats.org/officeDocument/2006/relationships" xmlns:p="http://schemas.openxmlformats.org/presentationml/2006/main">
  <p:tag name="AS_UNIQUEID" val="3264"/>
</p:tagLst>
</file>

<file path=ppt/tags/tag191.xml><?xml version="1.0" encoding="utf-8"?>
<p:tagLst xmlns:a="http://schemas.openxmlformats.org/drawingml/2006/main" xmlns:r="http://schemas.openxmlformats.org/officeDocument/2006/relationships" xmlns:p="http://schemas.openxmlformats.org/presentationml/2006/main">
  <p:tag name="AS_UNIQUEID" val="3265"/>
</p:tagLst>
</file>

<file path=ppt/tags/tag192.xml><?xml version="1.0" encoding="utf-8"?>
<p:tagLst xmlns:a="http://schemas.openxmlformats.org/drawingml/2006/main" xmlns:r="http://schemas.openxmlformats.org/officeDocument/2006/relationships" xmlns:p="http://schemas.openxmlformats.org/presentationml/2006/main">
  <p:tag name="AS_UNIQUEID" val="3270"/>
</p:tagLst>
</file>

<file path=ppt/tags/tag193.xml><?xml version="1.0" encoding="utf-8"?>
<p:tagLst xmlns:a="http://schemas.openxmlformats.org/drawingml/2006/main" xmlns:r="http://schemas.openxmlformats.org/officeDocument/2006/relationships" xmlns:p="http://schemas.openxmlformats.org/presentationml/2006/main">
  <p:tag name="AS_UNIQUEID" val="3276"/>
</p:tagLst>
</file>

<file path=ppt/tags/tag194.xml><?xml version="1.0" encoding="utf-8"?>
<p:tagLst xmlns:a="http://schemas.openxmlformats.org/drawingml/2006/main" xmlns:r="http://schemas.openxmlformats.org/officeDocument/2006/relationships" xmlns:p="http://schemas.openxmlformats.org/presentationml/2006/main">
  <p:tag name="AS_UNIQUEID" val="3282"/>
</p:tagLst>
</file>

<file path=ppt/tags/tag195.xml><?xml version="1.0" encoding="utf-8"?>
<p:tagLst xmlns:a="http://schemas.openxmlformats.org/drawingml/2006/main" xmlns:r="http://schemas.openxmlformats.org/officeDocument/2006/relationships" xmlns:p="http://schemas.openxmlformats.org/presentationml/2006/main">
  <p:tag name="AS_UNIQUEID" val="3283"/>
</p:tagLst>
</file>

<file path=ppt/tags/tag196.xml><?xml version="1.0" encoding="utf-8"?>
<p:tagLst xmlns:a="http://schemas.openxmlformats.org/drawingml/2006/main" xmlns:r="http://schemas.openxmlformats.org/officeDocument/2006/relationships" xmlns:p="http://schemas.openxmlformats.org/presentationml/2006/main">
  <p:tag name="AS_UNIQUEID" val="3284"/>
</p:tagLst>
</file>

<file path=ppt/tags/tag197.xml><?xml version="1.0" encoding="utf-8"?>
<p:tagLst xmlns:a="http://schemas.openxmlformats.org/drawingml/2006/main" xmlns:r="http://schemas.openxmlformats.org/officeDocument/2006/relationships" xmlns:p="http://schemas.openxmlformats.org/presentationml/2006/main">
  <p:tag name="AS_UNIQUEID" val="3285"/>
</p:tagLst>
</file>

<file path=ppt/tags/tag198.xml><?xml version="1.0" encoding="utf-8"?>
<p:tagLst xmlns:a="http://schemas.openxmlformats.org/drawingml/2006/main" xmlns:r="http://schemas.openxmlformats.org/officeDocument/2006/relationships" xmlns:p="http://schemas.openxmlformats.org/presentationml/2006/main">
  <p:tag name="AS_UNIQUEID" val="3286"/>
</p:tagLst>
</file>

<file path=ppt/tags/tag199.xml><?xml version="1.0" encoding="utf-8"?>
<p:tagLst xmlns:a="http://schemas.openxmlformats.org/drawingml/2006/main" xmlns:r="http://schemas.openxmlformats.org/officeDocument/2006/relationships" xmlns:p="http://schemas.openxmlformats.org/presentationml/2006/main">
  <p:tag name="AS_UNIQUEID" val="3290"/>
</p:tagLst>
</file>

<file path=ppt/tags/tag200.xml><?xml version="1.0" encoding="utf-8"?>
<p:tagLst xmlns:a="http://schemas.openxmlformats.org/drawingml/2006/main" xmlns:r="http://schemas.openxmlformats.org/officeDocument/2006/relationships" xmlns:p="http://schemas.openxmlformats.org/presentationml/2006/main">
  <p:tag name="AS_UNIQUEID" val="3287"/>
</p:tagLst>
</file>

<file path=ppt/tags/tag201.xml><?xml version="1.0" encoding="utf-8"?>
<p:tagLst xmlns:a="http://schemas.openxmlformats.org/drawingml/2006/main" xmlns:r="http://schemas.openxmlformats.org/officeDocument/2006/relationships" xmlns:p="http://schemas.openxmlformats.org/presentationml/2006/main">
  <p:tag name="AS_UNIQUEID" val="3288"/>
</p:tagLst>
</file>

<file path=ppt/tags/tag202.xml><?xml version="1.0" encoding="utf-8"?>
<p:tagLst xmlns:a="http://schemas.openxmlformats.org/drawingml/2006/main" xmlns:r="http://schemas.openxmlformats.org/officeDocument/2006/relationships" xmlns:p="http://schemas.openxmlformats.org/presentationml/2006/main">
  <p:tag name="AS_UNIQUEID" val="3289"/>
</p:tagLst>
</file>

<file path=ppt/tags/tag203.xml><?xml version="1.0" encoding="utf-8"?>
<p:tagLst xmlns:a="http://schemas.openxmlformats.org/drawingml/2006/main" xmlns:r="http://schemas.openxmlformats.org/officeDocument/2006/relationships" xmlns:p="http://schemas.openxmlformats.org/presentationml/2006/main">
  <p:tag name="AS_UNIQUEID" val="3277"/>
</p:tagLst>
</file>

<file path=ppt/tags/tag204.xml><?xml version="1.0" encoding="utf-8"?>
<p:tagLst xmlns:a="http://schemas.openxmlformats.org/drawingml/2006/main" xmlns:r="http://schemas.openxmlformats.org/officeDocument/2006/relationships" xmlns:p="http://schemas.openxmlformats.org/presentationml/2006/main">
  <p:tag name="AS_UNIQUEID" val="3281"/>
</p:tagLst>
</file>

<file path=ppt/tags/tag205.xml><?xml version="1.0" encoding="utf-8"?>
<p:tagLst xmlns:a="http://schemas.openxmlformats.org/drawingml/2006/main" xmlns:r="http://schemas.openxmlformats.org/officeDocument/2006/relationships" xmlns:p="http://schemas.openxmlformats.org/presentationml/2006/main">
  <p:tag name="AS_UNIQUEID" val="3278"/>
</p:tagLst>
</file>

<file path=ppt/tags/tag206.xml><?xml version="1.0" encoding="utf-8"?>
<p:tagLst xmlns:a="http://schemas.openxmlformats.org/drawingml/2006/main" xmlns:r="http://schemas.openxmlformats.org/officeDocument/2006/relationships" xmlns:p="http://schemas.openxmlformats.org/presentationml/2006/main">
  <p:tag name="AS_UNIQUEID" val="3279"/>
</p:tagLst>
</file>

<file path=ppt/tags/tag207.xml><?xml version="1.0" encoding="utf-8"?>
<p:tagLst xmlns:a="http://schemas.openxmlformats.org/drawingml/2006/main" xmlns:r="http://schemas.openxmlformats.org/officeDocument/2006/relationships" xmlns:p="http://schemas.openxmlformats.org/presentationml/2006/main">
  <p:tag name="AS_UNIQUEID" val="3280"/>
</p:tagLst>
</file>

<file path=ppt/tags/tag208.xml><?xml version="1.0" encoding="utf-8"?>
<p:tagLst xmlns:a="http://schemas.openxmlformats.org/drawingml/2006/main" xmlns:r="http://schemas.openxmlformats.org/officeDocument/2006/relationships" xmlns:p="http://schemas.openxmlformats.org/presentationml/2006/main">
  <p:tag name="AS_UNIQUEID" val="3271"/>
</p:tagLst>
</file>

<file path=ppt/tags/tag209.xml><?xml version="1.0" encoding="utf-8"?>
<p:tagLst xmlns:a="http://schemas.openxmlformats.org/drawingml/2006/main" xmlns:r="http://schemas.openxmlformats.org/officeDocument/2006/relationships" xmlns:p="http://schemas.openxmlformats.org/presentationml/2006/main">
  <p:tag name="AS_UNIQUEID" val="3275"/>
</p:tagLst>
</file>

<file path=ppt/tags/tag210.xml><?xml version="1.0" encoding="utf-8"?>
<p:tagLst xmlns:a="http://schemas.openxmlformats.org/drawingml/2006/main" xmlns:r="http://schemas.openxmlformats.org/officeDocument/2006/relationships" xmlns:p="http://schemas.openxmlformats.org/presentationml/2006/main">
  <p:tag name="AS_UNIQUEID" val="3272"/>
</p:tagLst>
</file>

<file path=ppt/tags/tag211.xml><?xml version="1.0" encoding="utf-8"?>
<p:tagLst xmlns:a="http://schemas.openxmlformats.org/drawingml/2006/main" xmlns:r="http://schemas.openxmlformats.org/officeDocument/2006/relationships" xmlns:p="http://schemas.openxmlformats.org/presentationml/2006/main">
  <p:tag name="AS_UNIQUEID" val="3273"/>
</p:tagLst>
</file>

<file path=ppt/tags/tag212.xml><?xml version="1.0" encoding="utf-8"?>
<p:tagLst xmlns:a="http://schemas.openxmlformats.org/drawingml/2006/main" xmlns:r="http://schemas.openxmlformats.org/officeDocument/2006/relationships" xmlns:p="http://schemas.openxmlformats.org/presentationml/2006/main">
  <p:tag name="AS_UNIQUEID" val="3274"/>
</p:tagLst>
</file>

<file path=ppt/tags/tag213.xml><?xml version="1.0" encoding="utf-8"?>
<p:tagLst xmlns:a="http://schemas.openxmlformats.org/drawingml/2006/main" xmlns:r="http://schemas.openxmlformats.org/officeDocument/2006/relationships" xmlns:p="http://schemas.openxmlformats.org/presentationml/2006/main">
  <p:tag name="AS_UNIQUEID" val="3266"/>
</p:tagLst>
</file>

<file path=ppt/tags/tag214.xml><?xml version="1.0" encoding="utf-8"?>
<p:tagLst xmlns:a="http://schemas.openxmlformats.org/drawingml/2006/main" xmlns:r="http://schemas.openxmlformats.org/officeDocument/2006/relationships" xmlns:p="http://schemas.openxmlformats.org/presentationml/2006/main">
  <p:tag name="AS_UNIQUEID" val="3267"/>
</p:tagLst>
</file>

<file path=ppt/tags/tag215.xml><?xml version="1.0" encoding="utf-8"?>
<p:tagLst xmlns:a="http://schemas.openxmlformats.org/drawingml/2006/main" xmlns:r="http://schemas.openxmlformats.org/officeDocument/2006/relationships" xmlns:p="http://schemas.openxmlformats.org/presentationml/2006/main">
  <p:tag name="AS_UNIQUEID" val="3268"/>
</p:tagLst>
</file>

<file path=ppt/tags/tag216.xml><?xml version="1.0" encoding="utf-8"?>
<p:tagLst xmlns:a="http://schemas.openxmlformats.org/drawingml/2006/main" xmlns:r="http://schemas.openxmlformats.org/officeDocument/2006/relationships" xmlns:p="http://schemas.openxmlformats.org/presentationml/2006/main">
  <p:tag name="AS_UNIQUEID" val="3269"/>
</p:tagLst>
</file>

<file path=ppt/tags/tag217.xml><?xml version="1.0" encoding="utf-8"?>
<p:tagLst xmlns:a="http://schemas.openxmlformats.org/drawingml/2006/main" xmlns:r="http://schemas.openxmlformats.org/officeDocument/2006/relationships" xmlns:p="http://schemas.openxmlformats.org/presentationml/2006/main">
  <p:tag name="AS_UNIQUEID" val="3292"/>
</p:tagLst>
</file>

<file path=ppt/tags/tag218.xml><?xml version="1.0" encoding="utf-8"?>
<p:tagLst xmlns:a="http://schemas.openxmlformats.org/drawingml/2006/main" xmlns:r="http://schemas.openxmlformats.org/officeDocument/2006/relationships" xmlns:p="http://schemas.openxmlformats.org/presentationml/2006/main">
  <p:tag name="AS_UNIQUEID" val="3293"/>
</p:tagLst>
</file>

<file path=ppt/tags/tag219.xml><?xml version="1.0" encoding="utf-8"?>
<p:tagLst xmlns:a="http://schemas.openxmlformats.org/drawingml/2006/main" xmlns:r="http://schemas.openxmlformats.org/officeDocument/2006/relationships" xmlns:p="http://schemas.openxmlformats.org/presentationml/2006/main">
  <p:tag name="AS_UNIQUEID" val="3294"/>
</p:tagLst>
</file>

<file path=ppt/tags/tag220.xml><?xml version="1.0" encoding="utf-8"?>
<p:tagLst xmlns:a="http://schemas.openxmlformats.org/drawingml/2006/main" xmlns:r="http://schemas.openxmlformats.org/officeDocument/2006/relationships" xmlns:p="http://schemas.openxmlformats.org/presentationml/2006/main">
  <p:tag name="AS_UNIQUEID" val="3295"/>
</p:tagLst>
</file>

<file path=ppt/tags/tag221.xml><?xml version="1.0" encoding="utf-8"?>
<p:tagLst xmlns:a="http://schemas.openxmlformats.org/drawingml/2006/main" xmlns:r="http://schemas.openxmlformats.org/officeDocument/2006/relationships" xmlns:p="http://schemas.openxmlformats.org/presentationml/2006/main">
  <p:tag name="AS_UNIQUEID" val="3296"/>
</p:tagLst>
</file>

<file path=ppt/tags/tag222.xml><?xml version="1.0" encoding="utf-8"?>
<p:tagLst xmlns:a="http://schemas.openxmlformats.org/drawingml/2006/main" xmlns:r="http://schemas.openxmlformats.org/officeDocument/2006/relationships" xmlns:p="http://schemas.openxmlformats.org/presentationml/2006/main">
  <p:tag name="AS_UNIQUEID" val="3297"/>
</p:tagLst>
</file>

<file path=ppt/tags/tag223.xml><?xml version="1.0" encoding="utf-8"?>
<p:tagLst xmlns:a="http://schemas.openxmlformats.org/drawingml/2006/main" xmlns:r="http://schemas.openxmlformats.org/officeDocument/2006/relationships" xmlns:p="http://schemas.openxmlformats.org/presentationml/2006/main">
  <p:tag name="AS_UNIQUEID" val="3298"/>
</p:tagLst>
</file>

<file path=ppt/tags/tag224.xml><?xml version="1.0" encoding="utf-8"?>
<p:tagLst xmlns:a="http://schemas.openxmlformats.org/drawingml/2006/main" xmlns:r="http://schemas.openxmlformats.org/officeDocument/2006/relationships" xmlns:p="http://schemas.openxmlformats.org/presentationml/2006/main">
  <p:tag name="AS_UNIQUEID" val="3300"/>
</p:tagLst>
</file>

<file path=ppt/tags/tag225.xml><?xml version="1.0" encoding="utf-8"?>
<p:tagLst xmlns:a="http://schemas.openxmlformats.org/drawingml/2006/main" xmlns:r="http://schemas.openxmlformats.org/officeDocument/2006/relationships" xmlns:p="http://schemas.openxmlformats.org/presentationml/2006/main">
  <p:tag name="AS_UNIQUEID" val="3301"/>
</p:tagLst>
</file>

<file path=ppt/tags/tag226.xml><?xml version="1.0" encoding="utf-8"?>
<p:tagLst xmlns:a="http://schemas.openxmlformats.org/drawingml/2006/main" xmlns:r="http://schemas.openxmlformats.org/officeDocument/2006/relationships" xmlns:p="http://schemas.openxmlformats.org/presentationml/2006/main">
  <p:tag name="AS_UNIQUEID" val="3302"/>
</p:tagLst>
</file>

<file path=ppt/tags/tag227.xml><?xml version="1.0" encoding="utf-8"?>
<p:tagLst xmlns:a="http://schemas.openxmlformats.org/drawingml/2006/main" xmlns:r="http://schemas.openxmlformats.org/officeDocument/2006/relationships" xmlns:p="http://schemas.openxmlformats.org/presentationml/2006/main">
  <p:tag name="AS_UNIQUEID" val="3304"/>
</p:tagLst>
</file>

<file path=ppt/tags/tag228.xml><?xml version="1.0" encoding="utf-8"?>
<p:tagLst xmlns:a="http://schemas.openxmlformats.org/drawingml/2006/main" xmlns:r="http://schemas.openxmlformats.org/officeDocument/2006/relationships" xmlns:p="http://schemas.openxmlformats.org/presentationml/2006/main">
  <p:tag name="AS_UNIQUEID" val="3305"/>
</p:tagLst>
</file>

<file path=ppt/tags/tag229.xml><?xml version="1.0" encoding="utf-8"?>
<p:tagLst xmlns:a="http://schemas.openxmlformats.org/drawingml/2006/main" xmlns:r="http://schemas.openxmlformats.org/officeDocument/2006/relationships" xmlns:p="http://schemas.openxmlformats.org/presentationml/2006/main">
  <p:tag name="AS_UNIQUEID" val="3306"/>
</p:tagLst>
</file>

<file path=ppt/tags/tag230.xml><?xml version="1.0" encoding="utf-8"?>
<p:tagLst xmlns:a="http://schemas.openxmlformats.org/drawingml/2006/main" xmlns:r="http://schemas.openxmlformats.org/officeDocument/2006/relationships" xmlns:p="http://schemas.openxmlformats.org/presentationml/2006/main">
  <p:tag name="AS_UNIQUEID" val="3307"/>
</p:tagLst>
</file>

<file path=ppt/tags/tag231.xml><?xml version="1.0" encoding="utf-8"?>
<p:tagLst xmlns:a="http://schemas.openxmlformats.org/drawingml/2006/main" xmlns:r="http://schemas.openxmlformats.org/officeDocument/2006/relationships" xmlns:p="http://schemas.openxmlformats.org/presentationml/2006/main">
  <p:tag name="AS_UNIQUEID" val="3308"/>
</p:tagLst>
</file>

<file path=ppt/tags/tag232.xml><?xml version="1.0" encoding="utf-8"?>
<p:tagLst xmlns:a="http://schemas.openxmlformats.org/drawingml/2006/main" xmlns:r="http://schemas.openxmlformats.org/officeDocument/2006/relationships" xmlns:p="http://schemas.openxmlformats.org/presentationml/2006/main">
  <p:tag name="AS_UNIQUEID" val="3309"/>
</p:tagLst>
</file>

<file path=ppt/tags/tag233.xml><?xml version="1.0" encoding="utf-8"?>
<p:tagLst xmlns:a="http://schemas.openxmlformats.org/drawingml/2006/main" xmlns:r="http://schemas.openxmlformats.org/officeDocument/2006/relationships" xmlns:p="http://schemas.openxmlformats.org/presentationml/2006/main">
  <p:tag name="AS_UNIQUEID" val="3310"/>
</p:tagLst>
</file>

<file path=ppt/tags/tag234.xml><?xml version="1.0" encoding="utf-8"?>
<p:tagLst xmlns:a="http://schemas.openxmlformats.org/drawingml/2006/main" xmlns:r="http://schemas.openxmlformats.org/officeDocument/2006/relationships" xmlns:p="http://schemas.openxmlformats.org/presentationml/2006/main">
  <p:tag name="AS_UNIQUEID" val="3311"/>
</p:tagLst>
</file>

<file path=ppt/tags/tag235.xml><?xml version="1.0" encoding="utf-8"?>
<p:tagLst xmlns:a="http://schemas.openxmlformats.org/drawingml/2006/main" xmlns:r="http://schemas.openxmlformats.org/officeDocument/2006/relationships" xmlns:p="http://schemas.openxmlformats.org/presentationml/2006/main">
  <p:tag name="AS_UNIQUEID" val="3313"/>
</p:tagLst>
</file>

<file path=ppt/tags/tag236.xml><?xml version="1.0" encoding="utf-8"?>
<p:tagLst xmlns:a="http://schemas.openxmlformats.org/drawingml/2006/main" xmlns:r="http://schemas.openxmlformats.org/officeDocument/2006/relationships" xmlns:p="http://schemas.openxmlformats.org/presentationml/2006/main">
  <p:tag name="AS_UNIQUEID" val="3314"/>
</p:tagLst>
</file>

<file path=ppt/tags/tag237.xml><?xml version="1.0" encoding="utf-8"?>
<p:tagLst xmlns:a="http://schemas.openxmlformats.org/drawingml/2006/main" xmlns:r="http://schemas.openxmlformats.org/officeDocument/2006/relationships" xmlns:p="http://schemas.openxmlformats.org/presentationml/2006/main">
  <p:tag name="AS_UNIQUEID" val="3316"/>
</p:tagLst>
</file>

<file path=ppt/tags/tag238.xml><?xml version="1.0" encoding="utf-8"?>
<p:tagLst xmlns:a="http://schemas.openxmlformats.org/drawingml/2006/main" xmlns:r="http://schemas.openxmlformats.org/officeDocument/2006/relationships" xmlns:p="http://schemas.openxmlformats.org/presentationml/2006/main">
  <p:tag name="AS_UNIQUEID" val="3317"/>
</p:tagLst>
</file>

<file path=ppt/tags/tag239.xml><?xml version="1.0" encoding="utf-8"?>
<p:tagLst xmlns:a="http://schemas.openxmlformats.org/drawingml/2006/main" xmlns:r="http://schemas.openxmlformats.org/officeDocument/2006/relationships" xmlns:p="http://schemas.openxmlformats.org/presentationml/2006/main">
  <p:tag name="AS_UNIQUEID" val="3318"/>
</p:tagLst>
</file>

<file path=ppt/tags/tag240.xml><?xml version="1.0" encoding="utf-8"?>
<p:tagLst xmlns:a="http://schemas.openxmlformats.org/drawingml/2006/main" xmlns:r="http://schemas.openxmlformats.org/officeDocument/2006/relationships" xmlns:p="http://schemas.openxmlformats.org/presentationml/2006/main">
  <p:tag name="AS_UNIQUEID" val="3319"/>
</p:tagLst>
</file>

<file path=ppt/tags/tag241.xml><?xml version="1.0" encoding="utf-8"?>
<p:tagLst xmlns:a="http://schemas.openxmlformats.org/drawingml/2006/main" xmlns:r="http://schemas.openxmlformats.org/officeDocument/2006/relationships" xmlns:p="http://schemas.openxmlformats.org/presentationml/2006/main">
  <p:tag name="AS_UNIQUEID" val="149"/>
</p:tagLst>
</file>

<file path=ppt/tags/tag242.xml><?xml version="1.0" encoding="utf-8"?>
<p:tagLst xmlns:a="http://schemas.openxmlformats.org/drawingml/2006/main" xmlns:r="http://schemas.openxmlformats.org/officeDocument/2006/relationships" xmlns:p="http://schemas.openxmlformats.org/presentationml/2006/main">
  <p:tag name="AS_UNIQUEID" val="3321"/>
</p:tagLst>
</file>

<file path=ppt/tags/tag243.xml><?xml version="1.0" encoding="utf-8"?>
<p:tagLst xmlns:a="http://schemas.openxmlformats.org/drawingml/2006/main" xmlns:r="http://schemas.openxmlformats.org/officeDocument/2006/relationships" xmlns:p="http://schemas.openxmlformats.org/presentationml/2006/main">
  <p:tag name="AS_UNIQUEID" val="3322"/>
</p:tagLst>
</file>

<file path=ppt/tags/tag244.xml><?xml version="1.0" encoding="utf-8"?>
<p:tagLst xmlns:p="http://schemas.openxmlformats.org/presentationml/2006/main">
  <p:tag name="AS_UNIQUEID" val="3251"/>
</p:tagLst>
</file>

<file path=ppt/tags/tag245.xml><?xml version="1.0" encoding="utf-8"?>
<p:tagLst xmlns:a="http://schemas.openxmlformats.org/drawingml/2006/main" xmlns:r="http://schemas.openxmlformats.org/officeDocument/2006/relationships" xmlns:p="http://schemas.openxmlformats.org/presentationml/2006/main">
  <p:tag name="AS_UNIQUEID" val="3323"/>
</p:tagLst>
</file>

<file path=ppt/tags/tag246.xml><?xml version="1.0" encoding="utf-8"?>
<p:tagLst xmlns:a="http://schemas.openxmlformats.org/drawingml/2006/main" xmlns:r="http://schemas.openxmlformats.org/officeDocument/2006/relationships" xmlns:p="http://schemas.openxmlformats.org/presentationml/2006/main">
  <p:tag name="AS_UNIQUEID" val="149"/>
</p:tagLst>
</file>

<file path=ppt/tags/tag247.xml><?xml version="1.0" encoding="utf-8"?>
<p:tagLst xmlns:a="http://schemas.openxmlformats.org/drawingml/2006/main" xmlns:r="http://schemas.openxmlformats.org/officeDocument/2006/relationships" xmlns:p="http://schemas.openxmlformats.org/presentationml/2006/main">
  <p:tag name="AS_UNIQUEID" val="3325"/>
</p:tagLst>
</file>

<file path=ppt/tags/tag248.xml><?xml version="1.0" encoding="utf-8"?>
<p:tagLst xmlns:a="http://schemas.openxmlformats.org/drawingml/2006/main" xmlns:r="http://schemas.openxmlformats.org/officeDocument/2006/relationships" xmlns:p="http://schemas.openxmlformats.org/presentationml/2006/main">
  <p:tag name="AS_UNIQUEID" val="3326"/>
</p:tagLst>
</file>

<file path=ppt/tags/tag249.xml><?xml version="1.0" encoding="utf-8"?>
<p:tagLst xmlns:a="http://schemas.openxmlformats.org/drawingml/2006/main" xmlns:r="http://schemas.openxmlformats.org/officeDocument/2006/relationships" xmlns:p="http://schemas.openxmlformats.org/presentationml/2006/main">
  <p:tag name="AS_UNIQUEID" val="162"/>
</p:tagLst>
</file>

<file path=ppt/tags/tag250.xml><?xml version="1.0" encoding="utf-8"?>
<p:tagLst xmlns:a="http://schemas.openxmlformats.org/drawingml/2006/main" xmlns:r="http://schemas.openxmlformats.org/officeDocument/2006/relationships" xmlns:p="http://schemas.openxmlformats.org/presentationml/2006/main">
  <p:tag name="AS_UNIQUEID" val="163"/>
</p:tagLst>
</file>

<file path=ppt/tags/tag251.xml><?xml version="1.0" encoding="utf-8"?>
<p:tagLst xmlns:a="http://schemas.openxmlformats.org/drawingml/2006/main" xmlns:r="http://schemas.openxmlformats.org/officeDocument/2006/relationships" xmlns:p="http://schemas.openxmlformats.org/presentationml/2006/main">
  <p:tag name="AS_UNIQUEID" val="3328"/>
</p:tagLst>
</file>

<file path=ppt/tags/tag252.xml><?xml version="1.0" encoding="utf-8"?>
<p:tagLst xmlns:a="http://schemas.openxmlformats.org/drawingml/2006/main" xmlns:r="http://schemas.openxmlformats.org/officeDocument/2006/relationships" xmlns:p="http://schemas.openxmlformats.org/presentationml/2006/main">
  <p:tag name="AS_UNIQUEID" val="3329"/>
</p:tagLst>
</file>

<file path=ppt/tags/tag253.xml><?xml version="1.0" encoding="utf-8"?>
<p:tagLst xmlns:a="http://schemas.openxmlformats.org/drawingml/2006/main" xmlns:r="http://schemas.openxmlformats.org/officeDocument/2006/relationships" xmlns:p="http://schemas.openxmlformats.org/presentationml/2006/main">
  <p:tag name="AS_UNIQUEID" val="3330"/>
</p:tagLst>
</file>

<file path=ppt/tags/tag254.xml><?xml version="1.0" encoding="utf-8"?>
<p:tagLst xmlns:a="http://schemas.openxmlformats.org/drawingml/2006/main" xmlns:r="http://schemas.openxmlformats.org/officeDocument/2006/relationships" xmlns:p="http://schemas.openxmlformats.org/presentationml/2006/main">
  <p:tag name="AS_UNIQUEID" val="3331"/>
</p:tagLst>
</file>

<file path=ppt/tags/tag255.xml><?xml version="1.0" encoding="utf-8"?>
<p:tagLst xmlns:a="http://schemas.openxmlformats.org/drawingml/2006/main" xmlns:r="http://schemas.openxmlformats.org/officeDocument/2006/relationships" xmlns:p="http://schemas.openxmlformats.org/presentationml/2006/main">
  <p:tag name="AS_UNIQUEID" val="3332"/>
</p:tagLst>
</file>

<file path=ppt/tags/tag256.xml><?xml version="1.0" encoding="utf-8"?>
<p:tagLst xmlns:a="http://schemas.openxmlformats.org/drawingml/2006/main" xmlns:r="http://schemas.openxmlformats.org/officeDocument/2006/relationships" xmlns:p="http://schemas.openxmlformats.org/presentationml/2006/main">
  <p:tag name="AS_UNIQUEID" val="3333"/>
</p:tagLst>
</file>

<file path=ppt/tags/tag257.xml><?xml version="1.0" encoding="utf-8"?>
<p:tagLst xmlns:a="http://schemas.openxmlformats.org/drawingml/2006/main" xmlns:r="http://schemas.openxmlformats.org/officeDocument/2006/relationships" xmlns:p="http://schemas.openxmlformats.org/presentationml/2006/main">
  <p:tag name="AS_UNIQUEID" val="3334"/>
</p:tagLst>
</file>

<file path=ppt/tags/tag258.xml><?xml version="1.0" encoding="utf-8"?>
<p:tagLst xmlns:a="http://schemas.openxmlformats.org/drawingml/2006/main" xmlns:r="http://schemas.openxmlformats.org/officeDocument/2006/relationships" xmlns:p="http://schemas.openxmlformats.org/presentationml/2006/main">
  <p:tag name="AS_UNIQUEID" val="3335"/>
</p:tagLst>
</file>

<file path=ppt/tags/tag259.xml><?xml version="1.0" encoding="utf-8"?>
<p:tagLst xmlns:a="http://schemas.openxmlformats.org/drawingml/2006/main" xmlns:r="http://schemas.openxmlformats.org/officeDocument/2006/relationships" xmlns:p="http://schemas.openxmlformats.org/presentationml/2006/main">
  <p:tag name="AS_UNIQUEID" val="3336"/>
</p:tagLst>
</file>

<file path=ppt/tags/tag260.xml><?xml version="1.0" encoding="utf-8"?>
<p:tagLst xmlns:a="http://schemas.openxmlformats.org/drawingml/2006/main" xmlns:r="http://schemas.openxmlformats.org/officeDocument/2006/relationships" xmlns:p="http://schemas.openxmlformats.org/presentationml/2006/main">
  <p:tag name="AS_UNIQUEID" val="3337"/>
</p:tagLst>
</file>

<file path=ppt/tags/tag261.xml><?xml version="1.0" encoding="utf-8"?>
<p:tagLst xmlns:a="http://schemas.openxmlformats.org/drawingml/2006/main" xmlns:r="http://schemas.openxmlformats.org/officeDocument/2006/relationships" xmlns:p="http://schemas.openxmlformats.org/presentationml/2006/main">
  <p:tag name="AS_UNIQUEID" val="3339"/>
</p:tagLst>
</file>

<file path=ppt/tags/tag262.xml><?xml version="1.0" encoding="utf-8"?>
<p:tagLst xmlns:a="http://schemas.openxmlformats.org/drawingml/2006/main" xmlns:r="http://schemas.openxmlformats.org/officeDocument/2006/relationships" xmlns:p="http://schemas.openxmlformats.org/presentationml/2006/main">
  <p:tag name="AS_UNIQUEID" val="3340"/>
</p:tagLst>
</file>

<file path=ppt/tags/tag263.xml><?xml version="1.0" encoding="utf-8"?>
<p:tagLst xmlns:a="http://schemas.openxmlformats.org/drawingml/2006/main" xmlns:r="http://schemas.openxmlformats.org/officeDocument/2006/relationships" xmlns:p="http://schemas.openxmlformats.org/presentationml/2006/main">
  <p:tag name="AS_UNIQUEID" val="202"/>
</p:tagLst>
</file>

<file path=ppt/tags/tag264.xml><?xml version="1.0" encoding="utf-8"?>
<p:tagLst xmlns:a="http://schemas.openxmlformats.org/drawingml/2006/main" xmlns:r="http://schemas.openxmlformats.org/officeDocument/2006/relationships" xmlns:p="http://schemas.openxmlformats.org/presentationml/2006/main">
  <p:tag name="AS_UNIQUEID" val="203"/>
</p:tagLst>
</file>

<file path=ppt/tags/tag265.xml><?xml version="1.0" encoding="utf-8"?>
<p:tagLst xmlns:a="http://schemas.openxmlformats.org/drawingml/2006/main" xmlns:r="http://schemas.openxmlformats.org/officeDocument/2006/relationships" xmlns:p="http://schemas.openxmlformats.org/presentationml/2006/main">
  <p:tag name="AS_UNIQUEID" val="204"/>
</p:tagLst>
</file>

<file path=ppt/tags/tag266.xml><?xml version="1.0" encoding="utf-8"?>
<p:tagLst xmlns:a="http://schemas.openxmlformats.org/drawingml/2006/main" xmlns:r="http://schemas.openxmlformats.org/officeDocument/2006/relationships" xmlns:p="http://schemas.openxmlformats.org/presentationml/2006/main">
  <p:tag name="AS_UNIQUEID" val="3343"/>
</p:tagLst>
</file>

<file path=ppt/tags/tag267.xml><?xml version="1.0" encoding="utf-8"?>
<p:tagLst xmlns:a="http://schemas.openxmlformats.org/drawingml/2006/main" xmlns:r="http://schemas.openxmlformats.org/officeDocument/2006/relationships" xmlns:p="http://schemas.openxmlformats.org/presentationml/2006/main">
  <p:tag name="AS_UNIQUEID" val="3344"/>
</p:tagLst>
</file>

<file path=ppt/tags/tag268.xml><?xml version="1.0" encoding="utf-8"?>
<p:tagLst xmlns:a="http://schemas.openxmlformats.org/drawingml/2006/main" xmlns:r="http://schemas.openxmlformats.org/officeDocument/2006/relationships" xmlns:p="http://schemas.openxmlformats.org/presentationml/2006/main">
  <p:tag name="AS_UNIQUEID" val="3341"/>
</p:tagLst>
</file>

<file path=ppt/tags/tag269.xml><?xml version="1.0" encoding="utf-8"?>
<p:tagLst xmlns:a="http://schemas.openxmlformats.org/drawingml/2006/main" xmlns:r="http://schemas.openxmlformats.org/officeDocument/2006/relationships" xmlns:p="http://schemas.openxmlformats.org/presentationml/2006/main">
  <p:tag name="AS_UNIQUEID" val="3342"/>
</p:tagLst>
</file>

<file path=ppt/tags/tag270.xml><?xml version="1.0" encoding="utf-8"?>
<p:tagLst xmlns:a="http://schemas.openxmlformats.org/drawingml/2006/main" xmlns:r="http://schemas.openxmlformats.org/officeDocument/2006/relationships" xmlns:p="http://schemas.openxmlformats.org/presentationml/2006/main">
  <p:tag name="AS_UNIQUEID" val="3346"/>
</p:tagLst>
</file>

<file path=ppt/tags/tag271.xml><?xml version="1.0" encoding="utf-8"?>
<p:tagLst xmlns:a="http://schemas.openxmlformats.org/drawingml/2006/main" xmlns:r="http://schemas.openxmlformats.org/officeDocument/2006/relationships" xmlns:p="http://schemas.openxmlformats.org/presentationml/2006/main">
  <p:tag name="AS_UNIQUEID" val="2749"/>
</p:tagLst>
</file>

<file path=ppt/tags/tag272.xml><?xml version="1.0" encoding="utf-8"?>
<p:tagLst xmlns:a="http://schemas.openxmlformats.org/drawingml/2006/main" xmlns:r="http://schemas.openxmlformats.org/officeDocument/2006/relationships" xmlns:p="http://schemas.openxmlformats.org/presentationml/2006/main">
  <p:tag name="AS_UNIQUEID" val="3347"/>
</p:tagLst>
</file>

<file path=ppt/tags/tag273.xml><?xml version="1.0" encoding="utf-8"?>
<p:tagLst xmlns:a="http://schemas.openxmlformats.org/drawingml/2006/main" xmlns:r="http://schemas.openxmlformats.org/officeDocument/2006/relationships" xmlns:p="http://schemas.openxmlformats.org/presentationml/2006/main">
  <p:tag name="AS_UNIQUEID" val="3348"/>
</p:tagLst>
</file>

<file path=ppt/tags/tag274.xml><?xml version="1.0" encoding="utf-8"?>
<p:tagLst xmlns:a="http://schemas.openxmlformats.org/drawingml/2006/main" xmlns:r="http://schemas.openxmlformats.org/officeDocument/2006/relationships" xmlns:p="http://schemas.openxmlformats.org/presentationml/2006/main">
  <p:tag name="AS_UNIQUEID" val="3349"/>
</p:tagLst>
</file>

<file path=ppt/tags/tag275.xml><?xml version="1.0" encoding="utf-8"?>
<p:tagLst xmlns:a="http://schemas.openxmlformats.org/drawingml/2006/main" xmlns:r="http://schemas.openxmlformats.org/officeDocument/2006/relationships" xmlns:p="http://schemas.openxmlformats.org/presentationml/2006/main">
  <p:tag name="AS_UNIQUEID" val="3350"/>
</p:tagLst>
</file>

<file path=ppt/tags/tag276.xml><?xml version="1.0" encoding="utf-8"?>
<p:tagLst xmlns:a="http://schemas.openxmlformats.org/drawingml/2006/main" xmlns:r="http://schemas.openxmlformats.org/officeDocument/2006/relationships" xmlns:p="http://schemas.openxmlformats.org/presentationml/2006/main">
  <p:tag name="AS_UNIQUEID" val="3351"/>
</p:tagLst>
</file>

<file path=ppt/tags/tag277.xml><?xml version="1.0" encoding="utf-8"?>
<p:tagLst xmlns:a="http://schemas.openxmlformats.org/drawingml/2006/main" xmlns:r="http://schemas.openxmlformats.org/officeDocument/2006/relationships" xmlns:p="http://schemas.openxmlformats.org/presentationml/2006/main">
  <p:tag name="AS_UNIQUEID" val="3352"/>
</p:tagLst>
</file>

<file path=ppt/tags/tag278.xml><?xml version="1.0" encoding="utf-8"?>
<p:tagLst xmlns:a="http://schemas.openxmlformats.org/drawingml/2006/main" xmlns:r="http://schemas.openxmlformats.org/officeDocument/2006/relationships" xmlns:p="http://schemas.openxmlformats.org/presentationml/2006/main">
  <p:tag name="AS_UNIQUEID" val="3361"/>
</p:tagLst>
</file>

<file path=ppt/tags/tag279.xml><?xml version="1.0" encoding="utf-8"?>
<p:tagLst xmlns:a="http://schemas.openxmlformats.org/drawingml/2006/main" xmlns:r="http://schemas.openxmlformats.org/officeDocument/2006/relationships" xmlns:p="http://schemas.openxmlformats.org/presentationml/2006/main">
  <p:tag name="AS_UNIQUEID" val="3362"/>
</p:tagLst>
</file>

<file path=ppt/tags/tag280.xml><?xml version="1.0" encoding="utf-8"?>
<p:tagLst xmlns:a="http://schemas.openxmlformats.org/drawingml/2006/main" xmlns:r="http://schemas.openxmlformats.org/officeDocument/2006/relationships" xmlns:p="http://schemas.openxmlformats.org/presentationml/2006/main">
  <p:tag name="AS_UNIQUEID" val="3365"/>
</p:tagLst>
</file>

<file path=ppt/tags/tag281.xml><?xml version="1.0" encoding="utf-8"?>
<p:tagLst xmlns:a="http://schemas.openxmlformats.org/drawingml/2006/main" xmlns:r="http://schemas.openxmlformats.org/officeDocument/2006/relationships" xmlns:p="http://schemas.openxmlformats.org/presentationml/2006/main">
  <p:tag name="AS_UNIQUEID" val="3366"/>
</p:tagLst>
</file>

<file path=ppt/tags/tag282.xml><?xml version="1.0" encoding="utf-8"?>
<p:tagLst xmlns:a="http://schemas.openxmlformats.org/drawingml/2006/main" xmlns:r="http://schemas.openxmlformats.org/officeDocument/2006/relationships" xmlns:p="http://schemas.openxmlformats.org/presentationml/2006/main">
  <p:tag name="AS_UNIQUEID" val="3367"/>
</p:tagLst>
</file>

<file path=ppt/tags/tag283.xml><?xml version="1.0" encoding="utf-8"?>
<p:tagLst xmlns:a="http://schemas.openxmlformats.org/drawingml/2006/main" xmlns:r="http://schemas.openxmlformats.org/officeDocument/2006/relationships" xmlns:p="http://schemas.openxmlformats.org/presentationml/2006/main">
  <p:tag name="AS_UNIQUEID" val="3368"/>
</p:tagLst>
</file>

<file path=ppt/tags/tag284.xml><?xml version="1.0" encoding="utf-8"?>
<p:tagLst xmlns:a="http://schemas.openxmlformats.org/drawingml/2006/main" xmlns:r="http://schemas.openxmlformats.org/officeDocument/2006/relationships" xmlns:p="http://schemas.openxmlformats.org/presentationml/2006/main">
  <p:tag name="AS_UNIQUEID" val="3369"/>
</p:tagLst>
</file>

<file path=ppt/tags/tag285.xml><?xml version="1.0" encoding="utf-8"?>
<p:tagLst xmlns:a="http://schemas.openxmlformats.org/drawingml/2006/main" xmlns:r="http://schemas.openxmlformats.org/officeDocument/2006/relationships" xmlns:p="http://schemas.openxmlformats.org/presentationml/2006/main">
  <p:tag name="AS_UNIQUEID" val="3370"/>
</p:tagLst>
</file>

<file path=ppt/tags/tag286.xml><?xml version="1.0" encoding="utf-8"?>
<p:tagLst xmlns:a="http://schemas.openxmlformats.org/drawingml/2006/main" xmlns:r="http://schemas.openxmlformats.org/officeDocument/2006/relationships" xmlns:p="http://schemas.openxmlformats.org/presentationml/2006/main">
  <p:tag name="AS_UNIQUEID" val="3363"/>
</p:tagLst>
</file>

<file path=ppt/tags/tag287.xml><?xml version="1.0" encoding="utf-8"?>
<p:tagLst xmlns:a="http://schemas.openxmlformats.org/drawingml/2006/main" xmlns:r="http://schemas.openxmlformats.org/officeDocument/2006/relationships" xmlns:p="http://schemas.openxmlformats.org/presentationml/2006/main">
  <p:tag name="AS_UNIQUEID" val="3364"/>
</p:tagLst>
</file>

<file path=ppt/tags/tag288.xml><?xml version="1.0" encoding="utf-8"?>
<p:tagLst xmlns:a="http://schemas.openxmlformats.org/drawingml/2006/main" xmlns:r="http://schemas.openxmlformats.org/officeDocument/2006/relationships" xmlns:p="http://schemas.openxmlformats.org/presentationml/2006/main">
  <p:tag name="AS_UNIQUEID" val="119"/>
</p:tagLst>
</file>

<file path=ppt/tags/tag289.xml><?xml version="1.0" encoding="utf-8"?>
<p:tagLst xmlns:a="http://schemas.openxmlformats.org/drawingml/2006/main" xmlns:r="http://schemas.openxmlformats.org/officeDocument/2006/relationships" xmlns:p="http://schemas.openxmlformats.org/presentationml/2006/main">
  <p:tag name="AS_UNIQUEID" val="120"/>
</p:tagLst>
</file>

<file path=ppt/tags/tag290.xml><?xml version="1.0" encoding="utf-8"?>
<p:tagLst xmlns:a="http://schemas.openxmlformats.org/drawingml/2006/main" xmlns:r="http://schemas.openxmlformats.org/officeDocument/2006/relationships" xmlns:p="http://schemas.openxmlformats.org/presentationml/2006/main">
  <p:tag name="AS_UNIQUEID" val="3372"/>
</p:tagLst>
</file>

<file path=ppt/tags/tag291.xml><?xml version="1.0" encoding="utf-8"?>
<p:tagLst xmlns:a="http://schemas.openxmlformats.org/drawingml/2006/main" xmlns:r="http://schemas.openxmlformats.org/officeDocument/2006/relationships" xmlns:p="http://schemas.openxmlformats.org/presentationml/2006/main">
  <p:tag name="AS_UNIQUEID" val="3373"/>
</p:tagLst>
</file>

<file path=ppt/tags/tag292.xml><?xml version="1.0" encoding="utf-8"?>
<p:tagLst xmlns:a="http://schemas.openxmlformats.org/drawingml/2006/main" xmlns:r="http://schemas.openxmlformats.org/officeDocument/2006/relationships" xmlns:p="http://schemas.openxmlformats.org/presentationml/2006/main">
  <p:tag name="AS_UNIQUEID" val="3381"/>
</p:tagLst>
</file>

<file path=ppt/tags/tag293.xml><?xml version="1.0" encoding="utf-8"?>
<p:tagLst xmlns:a="http://schemas.openxmlformats.org/drawingml/2006/main" xmlns:r="http://schemas.openxmlformats.org/officeDocument/2006/relationships" xmlns:p="http://schemas.openxmlformats.org/presentationml/2006/main">
  <p:tag name="AS_UNIQUEID" val="3382"/>
</p:tagLst>
</file>

<file path=ppt/tags/tag294.xml><?xml version="1.0" encoding="utf-8"?>
<p:tagLst xmlns:a="http://schemas.openxmlformats.org/drawingml/2006/main" xmlns:r="http://schemas.openxmlformats.org/officeDocument/2006/relationships" xmlns:p="http://schemas.openxmlformats.org/presentationml/2006/main">
  <p:tag name="AS_UNIQUEID" val="119"/>
</p:tagLst>
</file>

<file path=ppt/tags/tag295.xml><?xml version="1.0" encoding="utf-8"?>
<p:tagLst xmlns:a="http://schemas.openxmlformats.org/drawingml/2006/main" xmlns:r="http://schemas.openxmlformats.org/officeDocument/2006/relationships" xmlns:p="http://schemas.openxmlformats.org/presentationml/2006/main">
  <p:tag name="AS_UNIQUEID" val="120"/>
</p:tagLst>
</file>

<file path=ppt/tags/tag296.xml><?xml version="1.0" encoding="utf-8"?>
<p:tagLst xmlns:a="http://schemas.openxmlformats.org/drawingml/2006/main" xmlns:r="http://schemas.openxmlformats.org/officeDocument/2006/relationships" xmlns:p="http://schemas.openxmlformats.org/presentationml/2006/main">
  <p:tag name="AS_UNIQUEID" val="3385"/>
</p:tagLst>
</file>

<file path=ppt/tags/tag297.xml><?xml version="1.0" encoding="utf-8"?>
<p:tagLst xmlns:a="http://schemas.openxmlformats.org/drawingml/2006/main" xmlns:r="http://schemas.openxmlformats.org/officeDocument/2006/relationships" xmlns:p="http://schemas.openxmlformats.org/presentationml/2006/main">
  <p:tag name="AS_UNIQUEID" val="3383"/>
</p:tagLst>
</file>

<file path=ppt/tags/tag298.xml><?xml version="1.0" encoding="utf-8"?>
<p:tagLst xmlns:a="http://schemas.openxmlformats.org/drawingml/2006/main" xmlns:r="http://schemas.openxmlformats.org/officeDocument/2006/relationships" xmlns:p="http://schemas.openxmlformats.org/presentationml/2006/main">
  <p:tag name="AS_UNIQUEID" val="3384"/>
</p:tagLst>
</file>

<file path=ppt/tags/tag299.xml><?xml version="1.0" encoding="utf-8"?>
<p:tagLst xmlns:a="http://schemas.openxmlformats.org/drawingml/2006/main" xmlns:r="http://schemas.openxmlformats.org/officeDocument/2006/relationships" xmlns:p="http://schemas.openxmlformats.org/presentationml/2006/main">
  <p:tag name="AS_UNIQUEID" val="3387"/>
</p:tagLst>
</file>

<file path=ppt/tags/tag300.xml><?xml version="1.0" encoding="utf-8"?>
<p:tagLst xmlns:a="http://schemas.openxmlformats.org/drawingml/2006/main" xmlns:r="http://schemas.openxmlformats.org/officeDocument/2006/relationships" xmlns:p="http://schemas.openxmlformats.org/presentationml/2006/main">
  <p:tag name="AS_UNIQUEID" val="3388"/>
</p:tagLst>
</file>

<file path=ppt/tags/tag301.xml><?xml version="1.0" encoding="utf-8"?>
<p:tagLst xmlns:a="http://schemas.openxmlformats.org/drawingml/2006/main" xmlns:r="http://schemas.openxmlformats.org/officeDocument/2006/relationships" xmlns:p="http://schemas.openxmlformats.org/presentationml/2006/main">
  <p:tag name="AS_UNIQUEID" val="119"/>
</p:tagLst>
</file>

<file path=ppt/tags/tag302.xml><?xml version="1.0" encoding="utf-8"?>
<p:tagLst xmlns:a="http://schemas.openxmlformats.org/drawingml/2006/main" xmlns:r="http://schemas.openxmlformats.org/officeDocument/2006/relationships" xmlns:p="http://schemas.openxmlformats.org/presentationml/2006/main">
  <p:tag name="AS_UNIQUEID" val="120"/>
</p:tagLst>
</file>

<file path=ppt/tags/tag303.xml><?xml version="1.0" encoding="utf-8"?>
<p:tagLst xmlns:a="http://schemas.openxmlformats.org/drawingml/2006/main" xmlns:r="http://schemas.openxmlformats.org/officeDocument/2006/relationships" xmlns:p="http://schemas.openxmlformats.org/presentationml/2006/main">
  <p:tag name="AS_UNIQUEID" val="3391"/>
</p:tagLst>
</file>

<file path=ppt/tags/tag304.xml><?xml version="1.0" encoding="utf-8"?>
<p:tagLst xmlns:a="http://schemas.openxmlformats.org/drawingml/2006/main" xmlns:r="http://schemas.openxmlformats.org/officeDocument/2006/relationships" xmlns:p="http://schemas.openxmlformats.org/presentationml/2006/main">
  <p:tag name="AS_UNIQUEID" val="3392"/>
</p:tagLst>
</file>

<file path=ppt/tags/tag305.xml><?xml version="1.0" encoding="utf-8"?>
<p:tagLst xmlns:a="http://schemas.openxmlformats.org/drawingml/2006/main" xmlns:r="http://schemas.openxmlformats.org/officeDocument/2006/relationships" xmlns:p="http://schemas.openxmlformats.org/presentationml/2006/main">
  <p:tag name="AS_UNIQUEID" val="3393"/>
</p:tagLst>
</file>

<file path=ppt/tags/tag306.xml><?xml version="1.0" encoding="utf-8"?>
<p:tagLst xmlns:a="http://schemas.openxmlformats.org/drawingml/2006/main" xmlns:r="http://schemas.openxmlformats.org/officeDocument/2006/relationships" xmlns:p="http://schemas.openxmlformats.org/presentationml/2006/main">
  <p:tag name="AS_UNIQUEID" val="3389"/>
</p:tagLst>
</file>

<file path=ppt/tags/tag307.xml><?xml version="1.0" encoding="utf-8"?>
<p:tagLst xmlns:a="http://schemas.openxmlformats.org/drawingml/2006/main" xmlns:r="http://schemas.openxmlformats.org/officeDocument/2006/relationships" xmlns:p="http://schemas.openxmlformats.org/presentationml/2006/main">
  <p:tag name="AS_UNIQUEID" val="3390"/>
</p:tagLst>
</file>

<file path=ppt/tags/tag308.xml><?xml version="1.0" encoding="utf-8"?>
<p:tagLst xmlns:a="http://schemas.openxmlformats.org/drawingml/2006/main" xmlns:r="http://schemas.openxmlformats.org/officeDocument/2006/relationships" xmlns:p="http://schemas.openxmlformats.org/presentationml/2006/main">
  <p:tag name="AS_UNIQUEID" val="3395"/>
</p:tagLst>
</file>

<file path=ppt/tags/tag309.xml><?xml version="1.0" encoding="utf-8"?>
<p:tagLst xmlns:a="http://schemas.openxmlformats.org/drawingml/2006/main" xmlns:r="http://schemas.openxmlformats.org/officeDocument/2006/relationships" xmlns:p="http://schemas.openxmlformats.org/presentationml/2006/main">
  <p:tag name="AS_UNIQUEID" val="3396"/>
</p:tagLst>
</file>

<file path=ppt/tags/tag310.xml><?xml version="1.0" encoding="utf-8"?>
<p:tagLst xmlns:a="http://schemas.openxmlformats.org/drawingml/2006/main" xmlns:r="http://schemas.openxmlformats.org/officeDocument/2006/relationships" xmlns:p="http://schemas.openxmlformats.org/presentationml/2006/main">
  <p:tag name="AS_UNIQUEID" val="3399"/>
</p:tagLst>
</file>

<file path=ppt/tags/tag311.xml><?xml version="1.0" encoding="utf-8"?>
<p:tagLst xmlns:a="http://schemas.openxmlformats.org/drawingml/2006/main" xmlns:r="http://schemas.openxmlformats.org/officeDocument/2006/relationships" xmlns:p="http://schemas.openxmlformats.org/presentationml/2006/main">
  <p:tag name="AS_UNIQUEID" val="3400"/>
</p:tagLst>
</file>

<file path=ppt/tags/tag312.xml><?xml version="1.0" encoding="utf-8"?>
<p:tagLst xmlns:a="http://schemas.openxmlformats.org/drawingml/2006/main" xmlns:r="http://schemas.openxmlformats.org/officeDocument/2006/relationships" xmlns:p="http://schemas.openxmlformats.org/presentationml/2006/main">
  <p:tag name="AS_UNIQUEID" val="3401"/>
</p:tagLst>
</file>

<file path=ppt/tags/tag313.xml><?xml version="1.0" encoding="utf-8"?>
<p:tagLst xmlns:a="http://schemas.openxmlformats.org/drawingml/2006/main" xmlns:r="http://schemas.openxmlformats.org/officeDocument/2006/relationships" xmlns:p="http://schemas.openxmlformats.org/presentationml/2006/main">
  <p:tag name="AS_UNIQUEID" val="3402"/>
</p:tagLst>
</file>

<file path=ppt/tags/tag314.xml><?xml version="1.0" encoding="utf-8"?>
<p:tagLst xmlns:a="http://schemas.openxmlformats.org/drawingml/2006/main" xmlns:r="http://schemas.openxmlformats.org/officeDocument/2006/relationships" xmlns:p="http://schemas.openxmlformats.org/presentationml/2006/main">
  <p:tag name="AS_UNIQUEID" val="3403"/>
</p:tagLst>
</file>

<file path=ppt/tags/tag315.xml><?xml version="1.0" encoding="utf-8"?>
<p:tagLst xmlns:a="http://schemas.openxmlformats.org/drawingml/2006/main" xmlns:r="http://schemas.openxmlformats.org/officeDocument/2006/relationships" xmlns:p="http://schemas.openxmlformats.org/presentationml/2006/main">
  <p:tag name="AS_UNIQUEID" val="3404"/>
</p:tagLst>
</file>

<file path=ppt/tags/tag316.xml><?xml version="1.0" encoding="utf-8"?>
<p:tagLst xmlns:a="http://schemas.openxmlformats.org/drawingml/2006/main" xmlns:r="http://schemas.openxmlformats.org/officeDocument/2006/relationships" xmlns:p="http://schemas.openxmlformats.org/presentationml/2006/main">
  <p:tag name="AS_UNIQUEID" val="3405"/>
</p:tagLst>
</file>

<file path=ppt/tags/tag317.xml><?xml version="1.0" encoding="utf-8"?>
<p:tagLst xmlns:a="http://schemas.openxmlformats.org/drawingml/2006/main" xmlns:r="http://schemas.openxmlformats.org/officeDocument/2006/relationships" xmlns:p="http://schemas.openxmlformats.org/presentationml/2006/main">
  <p:tag name="AS_UNIQUEID" val="3406"/>
</p:tagLst>
</file>

<file path=ppt/tags/tag318.xml><?xml version="1.0" encoding="utf-8"?>
<p:tagLst xmlns:a="http://schemas.openxmlformats.org/drawingml/2006/main" xmlns:r="http://schemas.openxmlformats.org/officeDocument/2006/relationships" xmlns:p="http://schemas.openxmlformats.org/presentationml/2006/main">
  <p:tag name="AS_UNIQUEID" val="3397"/>
</p:tagLst>
</file>

<file path=ppt/tags/tag319.xml><?xml version="1.0" encoding="utf-8"?>
<p:tagLst xmlns:a="http://schemas.openxmlformats.org/drawingml/2006/main" xmlns:r="http://schemas.openxmlformats.org/officeDocument/2006/relationships" xmlns:p="http://schemas.openxmlformats.org/presentationml/2006/main">
  <p:tag name="AS_UNIQUEID" val="3398"/>
</p:tagLst>
</file>

<file path=ppt/tags/tag320.xml><?xml version="1.0" encoding="utf-8"?>
<p:tagLst xmlns:a="http://schemas.openxmlformats.org/drawingml/2006/main" xmlns:r="http://schemas.openxmlformats.org/officeDocument/2006/relationships" xmlns:p="http://schemas.openxmlformats.org/presentationml/2006/main">
  <p:tag name="AS_UNIQUEID" val="3408"/>
</p:tagLst>
</file>

<file path=ppt/tags/tag321.xml><?xml version="1.0" encoding="utf-8"?>
<p:tagLst xmlns:a="http://schemas.openxmlformats.org/drawingml/2006/main" xmlns:r="http://schemas.openxmlformats.org/officeDocument/2006/relationships" xmlns:p="http://schemas.openxmlformats.org/presentationml/2006/main">
  <p:tag name="AS_UNIQUEID" val="3409"/>
</p:tagLst>
</file>

<file path=ppt/tags/tag322.xml><?xml version="1.0" encoding="utf-8"?>
<p:tagLst xmlns:a="http://schemas.openxmlformats.org/drawingml/2006/main" xmlns:r="http://schemas.openxmlformats.org/officeDocument/2006/relationships" xmlns:p="http://schemas.openxmlformats.org/presentationml/2006/main">
  <p:tag name="AS_UNIQUEID" val="3410"/>
</p:tagLst>
</file>

<file path=ppt/tags/tag323.xml><?xml version="1.0" encoding="utf-8"?>
<p:tagLst xmlns:a="http://schemas.openxmlformats.org/drawingml/2006/main" xmlns:r="http://schemas.openxmlformats.org/officeDocument/2006/relationships" xmlns:p="http://schemas.openxmlformats.org/presentationml/2006/main">
  <p:tag name="AS_UNIQUEID" val="3411"/>
</p:tagLst>
</file>

<file path=ppt/tags/tag324.xml><?xml version="1.0" encoding="utf-8"?>
<p:tagLst xmlns:a="http://schemas.openxmlformats.org/drawingml/2006/main" xmlns:r="http://schemas.openxmlformats.org/officeDocument/2006/relationships" xmlns:p="http://schemas.openxmlformats.org/presentationml/2006/main">
  <p:tag name="AS_UNIQUEID" val="3413"/>
</p:tagLst>
</file>

<file path=ppt/tags/tag325.xml><?xml version="1.0" encoding="utf-8"?>
<p:tagLst xmlns:a="http://schemas.openxmlformats.org/drawingml/2006/main" xmlns:r="http://schemas.openxmlformats.org/officeDocument/2006/relationships" xmlns:p="http://schemas.openxmlformats.org/presentationml/2006/main">
  <p:tag name="AS_UNIQUEID" val="3414"/>
</p:tagLst>
</file>

<file path=ppt/tags/tag326.xml><?xml version="1.0" encoding="utf-8"?>
<p:tagLst xmlns:a="http://schemas.openxmlformats.org/drawingml/2006/main" xmlns:r="http://schemas.openxmlformats.org/officeDocument/2006/relationships" xmlns:p="http://schemas.openxmlformats.org/presentationml/2006/main">
  <p:tag name="AS_UNIQUEID" val="3415"/>
</p:tagLst>
</file>

<file path=ppt/tags/tag327.xml><?xml version="1.0" encoding="utf-8"?>
<p:tagLst xmlns:a="http://schemas.openxmlformats.org/drawingml/2006/main" xmlns:r="http://schemas.openxmlformats.org/officeDocument/2006/relationships" xmlns:p="http://schemas.openxmlformats.org/presentationml/2006/main">
  <p:tag name="AS_UNIQUEID" val="3416"/>
</p:tagLst>
</file>

<file path=ppt/tags/tag328.xml><?xml version="1.0" encoding="utf-8"?>
<p:tagLst xmlns:a="http://schemas.openxmlformats.org/drawingml/2006/main" xmlns:r="http://schemas.openxmlformats.org/officeDocument/2006/relationships" xmlns:p="http://schemas.openxmlformats.org/presentationml/2006/main">
  <p:tag name="AS_UNIQUEID" val="3417"/>
</p:tagLst>
</file>

<file path=ppt/tags/tag329.xml><?xml version="1.0" encoding="utf-8"?>
<p:tagLst xmlns:a="http://schemas.openxmlformats.org/drawingml/2006/main" xmlns:r="http://schemas.openxmlformats.org/officeDocument/2006/relationships" xmlns:p="http://schemas.openxmlformats.org/presentationml/2006/main">
  <p:tag name="AS_UNIQUEID" val="3418"/>
</p:tagLst>
</file>

<file path=ppt/tags/tag330.xml><?xml version="1.0" encoding="utf-8"?>
<p:tagLst xmlns:a="http://schemas.openxmlformats.org/drawingml/2006/main" xmlns:r="http://schemas.openxmlformats.org/officeDocument/2006/relationships" xmlns:p="http://schemas.openxmlformats.org/presentationml/2006/main">
  <p:tag name="AS_UNIQUEID" val="3419"/>
</p:tagLst>
</file>

<file path=ppt/tags/tag331.xml><?xml version="1.0" encoding="utf-8"?>
<p:tagLst xmlns:a="http://schemas.openxmlformats.org/drawingml/2006/main" xmlns:r="http://schemas.openxmlformats.org/officeDocument/2006/relationships" xmlns:p="http://schemas.openxmlformats.org/presentationml/2006/main">
  <p:tag name="AS_UNIQUEID" val="3420"/>
</p:tagLst>
</file>

<file path=ppt/tags/tag332.xml><?xml version="1.0" encoding="utf-8"?>
<p:tagLst xmlns:a="http://schemas.openxmlformats.org/drawingml/2006/main" xmlns:r="http://schemas.openxmlformats.org/officeDocument/2006/relationships" xmlns:p="http://schemas.openxmlformats.org/presentationml/2006/main">
  <p:tag name="AS_UNIQUEID" val="3426"/>
</p:tagLst>
</file>

<file path=ppt/tags/tag333.xml><?xml version="1.0" encoding="utf-8"?>
<p:tagLst xmlns:a="http://schemas.openxmlformats.org/drawingml/2006/main" xmlns:r="http://schemas.openxmlformats.org/officeDocument/2006/relationships" xmlns:p="http://schemas.openxmlformats.org/presentationml/2006/main">
  <p:tag name="AS_UNIQUEID" val="3431"/>
</p:tagLst>
</file>

<file path=ppt/tags/tag334.xml><?xml version="1.0" encoding="utf-8"?>
<p:tagLst xmlns:a="http://schemas.openxmlformats.org/drawingml/2006/main" xmlns:r="http://schemas.openxmlformats.org/officeDocument/2006/relationships" xmlns:p="http://schemas.openxmlformats.org/presentationml/2006/main">
  <p:tag name="AS_UNIQUEID" val="3437"/>
</p:tagLst>
</file>

<file path=ppt/tags/tag335.xml><?xml version="1.0" encoding="utf-8"?>
<p:tagLst xmlns:a="http://schemas.openxmlformats.org/drawingml/2006/main" xmlns:r="http://schemas.openxmlformats.org/officeDocument/2006/relationships" xmlns:p="http://schemas.openxmlformats.org/presentationml/2006/main">
  <p:tag name="AS_UNIQUEID" val="3438"/>
</p:tagLst>
</file>

<file path=ppt/tags/tag336.xml><?xml version="1.0" encoding="utf-8"?>
<p:tagLst xmlns:a="http://schemas.openxmlformats.org/drawingml/2006/main" xmlns:r="http://schemas.openxmlformats.org/officeDocument/2006/relationships" xmlns:p="http://schemas.openxmlformats.org/presentationml/2006/main">
  <p:tag name="AS_UNIQUEID" val="3442"/>
</p:tagLst>
</file>

<file path=ppt/tags/tag337.xml><?xml version="1.0" encoding="utf-8"?>
<p:tagLst xmlns:a="http://schemas.openxmlformats.org/drawingml/2006/main" xmlns:r="http://schemas.openxmlformats.org/officeDocument/2006/relationships" xmlns:p="http://schemas.openxmlformats.org/presentationml/2006/main">
  <p:tag name="AS_UNIQUEID" val="3439"/>
</p:tagLst>
</file>

<file path=ppt/tags/tag338.xml><?xml version="1.0" encoding="utf-8"?>
<p:tagLst xmlns:a="http://schemas.openxmlformats.org/drawingml/2006/main" xmlns:r="http://schemas.openxmlformats.org/officeDocument/2006/relationships" xmlns:p="http://schemas.openxmlformats.org/presentationml/2006/main">
  <p:tag name="AS_UNIQUEID" val="3440"/>
</p:tagLst>
</file>

<file path=ppt/tags/tag339.xml><?xml version="1.0" encoding="utf-8"?>
<p:tagLst xmlns:a="http://schemas.openxmlformats.org/drawingml/2006/main" xmlns:r="http://schemas.openxmlformats.org/officeDocument/2006/relationships" xmlns:p="http://schemas.openxmlformats.org/presentationml/2006/main">
  <p:tag name="AS_UNIQUEID" val="3441"/>
</p:tagLst>
</file>

<file path=ppt/tags/tag340.xml><?xml version="1.0" encoding="utf-8"?>
<p:tagLst xmlns:a="http://schemas.openxmlformats.org/drawingml/2006/main" xmlns:r="http://schemas.openxmlformats.org/officeDocument/2006/relationships" xmlns:p="http://schemas.openxmlformats.org/presentationml/2006/main">
  <p:tag name="AS_UNIQUEID" val="3432"/>
</p:tagLst>
</file>

<file path=ppt/tags/tag341.xml><?xml version="1.0" encoding="utf-8"?>
<p:tagLst xmlns:a="http://schemas.openxmlformats.org/drawingml/2006/main" xmlns:r="http://schemas.openxmlformats.org/officeDocument/2006/relationships" xmlns:p="http://schemas.openxmlformats.org/presentationml/2006/main">
  <p:tag name="AS_UNIQUEID" val="3436"/>
</p:tagLst>
</file>

<file path=ppt/tags/tag342.xml><?xml version="1.0" encoding="utf-8"?>
<p:tagLst xmlns:a="http://schemas.openxmlformats.org/drawingml/2006/main" xmlns:r="http://schemas.openxmlformats.org/officeDocument/2006/relationships" xmlns:p="http://schemas.openxmlformats.org/presentationml/2006/main">
  <p:tag name="AS_UNIQUEID" val="3433"/>
</p:tagLst>
</file>

<file path=ppt/tags/tag343.xml><?xml version="1.0" encoding="utf-8"?>
<p:tagLst xmlns:a="http://schemas.openxmlformats.org/drawingml/2006/main" xmlns:r="http://schemas.openxmlformats.org/officeDocument/2006/relationships" xmlns:p="http://schemas.openxmlformats.org/presentationml/2006/main">
  <p:tag name="AS_UNIQUEID" val="3434"/>
</p:tagLst>
</file>

<file path=ppt/tags/tag344.xml><?xml version="1.0" encoding="utf-8"?>
<p:tagLst xmlns:a="http://schemas.openxmlformats.org/drawingml/2006/main" xmlns:r="http://schemas.openxmlformats.org/officeDocument/2006/relationships" xmlns:p="http://schemas.openxmlformats.org/presentationml/2006/main">
  <p:tag name="AS_UNIQUEID" val="3435"/>
</p:tagLst>
</file>

<file path=ppt/tags/tag345.xml><?xml version="1.0" encoding="utf-8"?>
<p:tagLst xmlns:a="http://schemas.openxmlformats.org/drawingml/2006/main" xmlns:r="http://schemas.openxmlformats.org/officeDocument/2006/relationships" xmlns:p="http://schemas.openxmlformats.org/presentationml/2006/main">
  <p:tag name="AS_UNIQUEID" val="3427"/>
</p:tagLst>
</file>

<file path=ppt/tags/tag346.xml><?xml version="1.0" encoding="utf-8"?>
<p:tagLst xmlns:a="http://schemas.openxmlformats.org/drawingml/2006/main" xmlns:r="http://schemas.openxmlformats.org/officeDocument/2006/relationships" xmlns:p="http://schemas.openxmlformats.org/presentationml/2006/main">
  <p:tag name="AS_UNIQUEID" val="3428"/>
</p:tagLst>
</file>

<file path=ppt/tags/tag347.xml><?xml version="1.0" encoding="utf-8"?>
<p:tagLst xmlns:a="http://schemas.openxmlformats.org/drawingml/2006/main" xmlns:r="http://schemas.openxmlformats.org/officeDocument/2006/relationships" xmlns:p="http://schemas.openxmlformats.org/presentationml/2006/main">
  <p:tag name="AS_UNIQUEID" val="3429"/>
</p:tagLst>
</file>

<file path=ppt/tags/tag348.xml><?xml version="1.0" encoding="utf-8"?>
<p:tagLst xmlns:a="http://schemas.openxmlformats.org/drawingml/2006/main" xmlns:r="http://schemas.openxmlformats.org/officeDocument/2006/relationships" xmlns:p="http://schemas.openxmlformats.org/presentationml/2006/main">
  <p:tag name="AS_UNIQUEID" val="3430"/>
</p:tagLst>
</file>

<file path=ppt/tags/tag349.xml><?xml version="1.0" encoding="utf-8"?>
<p:tagLst xmlns:a="http://schemas.openxmlformats.org/drawingml/2006/main" xmlns:r="http://schemas.openxmlformats.org/officeDocument/2006/relationships" xmlns:p="http://schemas.openxmlformats.org/presentationml/2006/main">
  <p:tag name="AS_UNIQUEID" val="3421"/>
</p:tagLst>
</file>

<file path=ppt/tags/tag350.xml><?xml version="1.0" encoding="utf-8"?>
<p:tagLst xmlns:a="http://schemas.openxmlformats.org/drawingml/2006/main" xmlns:r="http://schemas.openxmlformats.org/officeDocument/2006/relationships" xmlns:p="http://schemas.openxmlformats.org/presentationml/2006/main">
  <p:tag name="AS_UNIQUEID" val="3425"/>
</p:tagLst>
</file>

<file path=ppt/tags/tag351.xml><?xml version="1.0" encoding="utf-8"?>
<p:tagLst xmlns:a="http://schemas.openxmlformats.org/drawingml/2006/main" xmlns:r="http://schemas.openxmlformats.org/officeDocument/2006/relationships" xmlns:p="http://schemas.openxmlformats.org/presentationml/2006/main">
  <p:tag name="AS_UNIQUEID" val="3422"/>
</p:tagLst>
</file>

<file path=ppt/tags/tag352.xml><?xml version="1.0" encoding="utf-8"?>
<p:tagLst xmlns:a="http://schemas.openxmlformats.org/drawingml/2006/main" xmlns:r="http://schemas.openxmlformats.org/officeDocument/2006/relationships" xmlns:p="http://schemas.openxmlformats.org/presentationml/2006/main">
  <p:tag name="AS_UNIQUEID" val="3423"/>
</p:tagLst>
</file>

<file path=ppt/tags/tag353.xml><?xml version="1.0" encoding="utf-8"?>
<p:tagLst xmlns:a="http://schemas.openxmlformats.org/drawingml/2006/main" xmlns:r="http://schemas.openxmlformats.org/officeDocument/2006/relationships" xmlns:p="http://schemas.openxmlformats.org/presentationml/2006/main">
  <p:tag name="AS_UNIQUEID" val="3424"/>
</p:tagLst>
</file>

<file path=ppt/tags/tag354.xml><?xml version="1.0" encoding="utf-8"?>
<p:tagLst xmlns:a="http://schemas.openxmlformats.org/drawingml/2006/main" xmlns:r="http://schemas.openxmlformats.org/officeDocument/2006/relationships" xmlns:p="http://schemas.openxmlformats.org/presentationml/2006/main">
  <p:tag name="AS_UNIQUEID" val="3444"/>
</p:tagLst>
</file>

<file path=ppt/tags/tag355.xml><?xml version="1.0" encoding="utf-8"?>
<p:tagLst xmlns:a="http://schemas.openxmlformats.org/drawingml/2006/main" xmlns:r="http://schemas.openxmlformats.org/officeDocument/2006/relationships" xmlns:p="http://schemas.openxmlformats.org/presentationml/2006/main">
  <p:tag name="AS_UNIQUEID" val="3445"/>
</p:tagLst>
</file>

<file path=ppt/tags/tag356.xml><?xml version="1.0" encoding="utf-8"?>
<p:tagLst xmlns:a="http://schemas.openxmlformats.org/drawingml/2006/main" xmlns:r="http://schemas.openxmlformats.org/officeDocument/2006/relationships" xmlns:p="http://schemas.openxmlformats.org/presentationml/2006/main">
  <p:tag name="AS_UNIQUEID" val="3447"/>
</p:tagLst>
</file>

<file path=ppt/tags/tag357.xml><?xml version="1.0" encoding="utf-8"?>
<p:tagLst xmlns:a="http://schemas.openxmlformats.org/drawingml/2006/main" xmlns:r="http://schemas.openxmlformats.org/officeDocument/2006/relationships" xmlns:p="http://schemas.openxmlformats.org/presentationml/2006/main">
  <p:tag name="AS_UNIQUEID" val="3448"/>
</p:tagLst>
</file>

<file path=ppt/tags/tag358.xml><?xml version="1.0" encoding="utf-8"?>
<p:tagLst xmlns:a="http://schemas.openxmlformats.org/drawingml/2006/main" xmlns:r="http://schemas.openxmlformats.org/officeDocument/2006/relationships" xmlns:p="http://schemas.openxmlformats.org/presentationml/2006/main">
  <p:tag name="AS_UNIQUEID" val="3449"/>
</p:tagLst>
</file>

<file path=ppt/tags/tag359.xml><?xml version="1.0" encoding="utf-8"?>
<p:tagLst xmlns:a="http://schemas.openxmlformats.org/drawingml/2006/main" xmlns:r="http://schemas.openxmlformats.org/officeDocument/2006/relationships" xmlns:p="http://schemas.openxmlformats.org/presentationml/2006/main">
  <p:tag name="AS_UNIQUEID" val="3450"/>
</p:tagLst>
</file>

<file path=ppt/tags/tag360.xml><?xml version="1.0" encoding="utf-8"?>
<p:tagLst xmlns:a="http://schemas.openxmlformats.org/drawingml/2006/main" xmlns:r="http://schemas.openxmlformats.org/officeDocument/2006/relationships" xmlns:p="http://schemas.openxmlformats.org/presentationml/2006/main">
  <p:tag name="AS_UNIQUEID" val="3451"/>
</p:tagLst>
</file>

<file path=ppt/tags/tag361.xml><?xml version="1.0" encoding="utf-8"?>
<p:tagLst xmlns:a="http://schemas.openxmlformats.org/drawingml/2006/main" xmlns:r="http://schemas.openxmlformats.org/officeDocument/2006/relationships" xmlns:p="http://schemas.openxmlformats.org/presentationml/2006/main">
  <p:tag name="AS_UNIQUEID" val="3452"/>
</p:tagLst>
</file>

<file path=ppt/tags/tag362.xml><?xml version="1.0" encoding="utf-8"?>
<p:tagLst xmlns:a="http://schemas.openxmlformats.org/drawingml/2006/main" xmlns:r="http://schemas.openxmlformats.org/officeDocument/2006/relationships" xmlns:p="http://schemas.openxmlformats.org/presentationml/2006/main">
  <p:tag name="AS_UNIQUEID" val="3453"/>
</p:tagLst>
</file>

<file path=ppt/tags/tag363.xml><?xml version="1.0" encoding="utf-8"?>
<p:tagLst xmlns:a="http://schemas.openxmlformats.org/drawingml/2006/main" xmlns:r="http://schemas.openxmlformats.org/officeDocument/2006/relationships" xmlns:p="http://schemas.openxmlformats.org/presentationml/2006/main">
  <p:tag name="AS_UNIQUEID" val="3454"/>
</p:tagLst>
</file>

<file path=ppt/tags/tag364.xml><?xml version="1.0" encoding="utf-8"?>
<p:tagLst xmlns:a="http://schemas.openxmlformats.org/drawingml/2006/main" xmlns:r="http://schemas.openxmlformats.org/officeDocument/2006/relationships" xmlns:p="http://schemas.openxmlformats.org/presentationml/2006/main">
  <p:tag name="AS_UNIQUEID" val="3455"/>
</p:tagLst>
</file>

<file path=ppt/tags/tag365.xml><?xml version="1.0" encoding="utf-8"?>
<p:tagLst xmlns:a="http://schemas.openxmlformats.org/drawingml/2006/main" xmlns:r="http://schemas.openxmlformats.org/officeDocument/2006/relationships" xmlns:p="http://schemas.openxmlformats.org/presentationml/2006/main">
  <p:tag name="AS_UNIQUEID" val="3456"/>
</p:tagLst>
</file>

<file path=ppt/tags/tag366.xml><?xml version="1.0" encoding="utf-8"?>
<p:tagLst xmlns:a="http://schemas.openxmlformats.org/drawingml/2006/main" xmlns:r="http://schemas.openxmlformats.org/officeDocument/2006/relationships" xmlns:p="http://schemas.openxmlformats.org/presentationml/2006/main">
  <p:tag name="AS_UNIQUEID" val="3458"/>
</p:tagLst>
</file>

<file path=ppt/tags/tag367.xml><?xml version="1.0" encoding="utf-8"?>
<p:tagLst xmlns:a="http://schemas.openxmlformats.org/drawingml/2006/main" xmlns:r="http://schemas.openxmlformats.org/officeDocument/2006/relationships" xmlns:p="http://schemas.openxmlformats.org/presentationml/2006/main">
  <p:tag name="AS_UNIQUEID" val="3459"/>
</p:tagLst>
</file>

<file path=ppt/tags/tag368.xml><?xml version="1.0" encoding="utf-8"?>
<p:tagLst xmlns:a="http://schemas.openxmlformats.org/drawingml/2006/main" xmlns:r="http://schemas.openxmlformats.org/officeDocument/2006/relationships" xmlns:p="http://schemas.openxmlformats.org/presentationml/2006/main">
  <p:tag name="AS_UNIQUEID" val="3461"/>
</p:tagLst>
</file>

<file path=ppt/tags/tag369.xml><?xml version="1.0" encoding="utf-8"?>
<p:tagLst xmlns:a="http://schemas.openxmlformats.org/drawingml/2006/main" xmlns:r="http://schemas.openxmlformats.org/officeDocument/2006/relationships" xmlns:p="http://schemas.openxmlformats.org/presentationml/2006/main">
  <p:tag name="AS_UNIQUEID" val="3462"/>
</p:tagLst>
</file>

<file path=ppt/tags/tag370.xml><?xml version="1.0" encoding="utf-8"?>
<p:tagLst xmlns:a="http://schemas.openxmlformats.org/drawingml/2006/main" xmlns:r="http://schemas.openxmlformats.org/officeDocument/2006/relationships" xmlns:p="http://schemas.openxmlformats.org/presentationml/2006/main">
  <p:tag name="AS_UNIQUEID" val="3464"/>
</p:tagLst>
</file>

<file path=ppt/tags/tag371.xml><?xml version="1.0" encoding="utf-8"?>
<p:tagLst xmlns:a="http://schemas.openxmlformats.org/drawingml/2006/main" xmlns:r="http://schemas.openxmlformats.org/officeDocument/2006/relationships" xmlns:p="http://schemas.openxmlformats.org/presentationml/2006/main">
  <p:tag name="AS_UNIQUEID" val="3465"/>
</p:tagLst>
</file>

<file path=ppt/tags/tag372.xml><?xml version="1.0" encoding="utf-8"?>
<p:tagLst xmlns:a="http://schemas.openxmlformats.org/drawingml/2006/main" xmlns:r="http://schemas.openxmlformats.org/officeDocument/2006/relationships" xmlns:p="http://schemas.openxmlformats.org/presentationml/2006/main">
  <p:tag name="AS_UNIQUEID" val="3466"/>
</p:tagLst>
</file>

<file path=ppt/tags/tag373.xml><?xml version="1.0" encoding="utf-8"?>
<p:tagLst xmlns:a="http://schemas.openxmlformats.org/drawingml/2006/main" xmlns:r="http://schemas.openxmlformats.org/officeDocument/2006/relationships" xmlns:p="http://schemas.openxmlformats.org/presentationml/2006/main">
  <p:tag name="AS_UNIQUEID" val="3467"/>
</p:tagLst>
</file>

<file path=ppt/tags/tag374.xml><?xml version="1.0" encoding="utf-8"?>
<p:tagLst xmlns:a="http://schemas.openxmlformats.org/drawingml/2006/main" xmlns:r="http://schemas.openxmlformats.org/officeDocument/2006/relationships" xmlns:p="http://schemas.openxmlformats.org/presentationml/2006/main">
  <p:tag name="AS_UNIQUEID" val="3468"/>
</p:tagLst>
</file>

<file path=ppt/tags/tag375.xml><?xml version="1.0" encoding="utf-8"?>
<p:tagLst xmlns:a="http://schemas.openxmlformats.org/drawingml/2006/main" xmlns:r="http://schemas.openxmlformats.org/officeDocument/2006/relationships" xmlns:p="http://schemas.openxmlformats.org/presentationml/2006/main">
  <p:tag name="AS_UNIQUEID" val="3469"/>
</p:tagLst>
</file>

<file path=ppt/tags/tag376.xml><?xml version="1.0" encoding="utf-8"?>
<p:tagLst xmlns:a="http://schemas.openxmlformats.org/drawingml/2006/main" xmlns:r="http://schemas.openxmlformats.org/officeDocument/2006/relationships" xmlns:p="http://schemas.openxmlformats.org/presentationml/2006/main">
  <p:tag name="AS_UNIQUEID" val="3471"/>
</p:tagLst>
</file>

<file path=ppt/tags/tag377.xml><?xml version="1.0" encoding="utf-8"?>
<p:tagLst xmlns:a="http://schemas.openxmlformats.org/drawingml/2006/main" xmlns:r="http://schemas.openxmlformats.org/officeDocument/2006/relationships" xmlns:p="http://schemas.openxmlformats.org/presentationml/2006/main">
  <p:tag name="AS_UNIQUEID" val="3472"/>
</p:tagLst>
</file>

<file path=ppt/tags/tag378.xml><?xml version="1.0" encoding="utf-8"?>
<p:tagLst xmlns:a="http://schemas.openxmlformats.org/drawingml/2006/main" xmlns:r="http://schemas.openxmlformats.org/officeDocument/2006/relationships" xmlns:p="http://schemas.openxmlformats.org/presentationml/2006/main">
  <p:tag name="AS_UNIQUEID" val="3475"/>
</p:tagLst>
</file>

<file path=ppt/tags/tag379.xml><?xml version="1.0" encoding="utf-8"?>
<p:tagLst xmlns:a="http://schemas.openxmlformats.org/drawingml/2006/main" xmlns:r="http://schemas.openxmlformats.org/officeDocument/2006/relationships" xmlns:p="http://schemas.openxmlformats.org/presentationml/2006/main">
  <p:tag name="AS_UNIQUEID" val="264"/>
</p:tagLst>
</file>

<file path=ppt/tags/tag380.xml><?xml version="1.0" encoding="utf-8"?>
<p:tagLst xmlns:a="http://schemas.openxmlformats.org/drawingml/2006/main" xmlns:r="http://schemas.openxmlformats.org/officeDocument/2006/relationships" xmlns:p="http://schemas.openxmlformats.org/presentationml/2006/main">
  <p:tag name="AS_UNIQUEID" val="3476"/>
</p:tagLst>
</file>

<file path=ppt/tags/tag381.xml><?xml version="1.0" encoding="utf-8"?>
<p:tagLst xmlns:a="http://schemas.openxmlformats.org/drawingml/2006/main" xmlns:r="http://schemas.openxmlformats.org/officeDocument/2006/relationships" xmlns:p="http://schemas.openxmlformats.org/presentationml/2006/main">
  <p:tag name="AS_UNIQUEID" val="3477"/>
</p:tagLst>
</file>

<file path=ppt/tags/tag382.xml><?xml version="1.0" encoding="utf-8"?>
<p:tagLst xmlns:a="http://schemas.openxmlformats.org/drawingml/2006/main" xmlns:r="http://schemas.openxmlformats.org/officeDocument/2006/relationships" xmlns:p="http://schemas.openxmlformats.org/presentationml/2006/main">
  <p:tag name="AS_UNIQUEID" val="3478"/>
</p:tagLst>
</file>

<file path=ppt/tags/tag383.xml><?xml version="1.0" encoding="utf-8"?>
<p:tagLst xmlns:a="http://schemas.openxmlformats.org/drawingml/2006/main" xmlns:r="http://schemas.openxmlformats.org/officeDocument/2006/relationships" xmlns:p="http://schemas.openxmlformats.org/presentationml/2006/main">
  <p:tag name="AS_UNIQUEID" val="3473"/>
</p:tagLst>
</file>

<file path=ppt/tags/tag384.xml><?xml version="1.0" encoding="utf-8"?>
<p:tagLst xmlns:a="http://schemas.openxmlformats.org/drawingml/2006/main" xmlns:r="http://schemas.openxmlformats.org/officeDocument/2006/relationships" xmlns:p="http://schemas.openxmlformats.org/presentationml/2006/main">
  <p:tag name="AS_UNIQUEID" val="3474"/>
</p:tagLst>
</file>

<file path=ppt/tags/tag385.xml><?xml version="1.0" encoding="utf-8"?>
<p:tagLst xmlns:a="http://schemas.openxmlformats.org/drawingml/2006/main" xmlns:r="http://schemas.openxmlformats.org/officeDocument/2006/relationships" xmlns:p="http://schemas.openxmlformats.org/presentationml/2006/main">
  <p:tag name="AS_UNIQUEID" val="3480"/>
</p:tagLst>
</file>

<file path=ppt/tags/tag386.xml><?xml version="1.0" encoding="utf-8"?>
<p:tagLst xmlns:a="http://schemas.openxmlformats.org/drawingml/2006/main" xmlns:r="http://schemas.openxmlformats.org/officeDocument/2006/relationships" xmlns:p="http://schemas.openxmlformats.org/presentationml/2006/main">
  <p:tag name="AS_UNIQUEID" val="3481"/>
</p:tagLst>
</file>

<file path=ppt/tags/tag387.xml><?xml version="1.0" encoding="utf-8"?>
<p:tagLst xmlns:a="http://schemas.openxmlformats.org/drawingml/2006/main" xmlns:r="http://schemas.openxmlformats.org/officeDocument/2006/relationships" xmlns:p="http://schemas.openxmlformats.org/presentationml/2006/main">
  <p:tag name="AS_UNIQUEID" val="264"/>
</p:tagLst>
</file>

<file path=ppt/tags/tag388.xml><?xml version="1.0" encoding="utf-8"?>
<p:tagLst xmlns:a="http://schemas.openxmlformats.org/drawingml/2006/main" xmlns:r="http://schemas.openxmlformats.org/officeDocument/2006/relationships" xmlns:p="http://schemas.openxmlformats.org/presentationml/2006/main">
  <p:tag name="AS_UNIQUEID" val="3484"/>
</p:tagLst>
</file>

<file path=ppt/tags/tag389.xml><?xml version="1.0" encoding="utf-8"?>
<p:tagLst xmlns:a="http://schemas.openxmlformats.org/drawingml/2006/main" xmlns:r="http://schemas.openxmlformats.org/officeDocument/2006/relationships" xmlns:p="http://schemas.openxmlformats.org/presentationml/2006/main">
  <p:tag name="AS_UNIQUEID" val="3485"/>
</p:tagLst>
</file>

<file path=ppt/tags/tag390.xml><?xml version="1.0" encoding="utf-8"?>
<p:tagLst xmlns:a="http://schemas.openxmlformats.org/drawingml/2006/main" xmlns:r="http://schemas.openxmlformats.org/officeDocument/2006/relationships" xmlns:p="http://schemas.openxmlformats.org/presentationml/2006/main">
  <p:tag name="AS_UNIQUEID" val="3486"/>
</p:tagLst>
</file>

<file path=ppt/tags/tag391.xml><?xml version="1.0" encoding="utf-8"?>
<p:tagLst xmlns:a="http://schemas.openxmlformats.org/drawingml/2006/main" xmlns:r="http://schemas.openxmlformats.org/officeDocument/2006/relationships" xmlns:p="http://schemas.openxmlformats.org/presentationml/2006/main">
  <p:tag name="AS_UNIQUEID" val="3487"/>
</p:tagLst>
</file>

<file path=ppt/tags/tag392.xml><?xml version="1.0" encoding="utf-8"?>
<p:tagLst xmlns:a="http://schemas.openxmlformats.org/drawingml/2006/main" xmlns:r="http://schemas.openxmlformats.org/officeDocument/2006/relationships" xmlns:p="http://schemas.openxmlformats.org/presentationml/2006/main">
  <p:tag name="AS_UNIQUEID" val="3488"/>
</p:tagLst>
</file>

<file path=ppt/tags/tag393.xml><?xml version="1.0" encoding="utf-8"?>
<p:tagLst xmlns:a="http://schemas.openxmlformats.org/drawingml/2006/main" xmlns:r="http://schemas.openxmlformats.org/officeDocument/2006/relationships" xmlns:p="http://schemas.openxmlformats.org/presentationml/2006/main">
  <p:tag name="AS_UNIQUEID" val="3489"/>
</p:tagLst>
</file>

<file path=ppt/tags/tag394.xml><?xml version="1.0" encoding="utf-8"?>
<p:tagLst xmlns:a="http://schemas.openxmlformats.org/drawingml/2006/main" xmlns:r="http://schemas.openxmlformats.org/officeDocument/2006/relationships" xmlns:p="http://schemas.openxmlformats.org/presentationml/2006/main">
  <p:tag name="AS_UNIQUEID" val="3482"/>
</p:tagLst>
</file>

<file path=ppt/tags/tag395.xml><?xml version="1.0" encoding="utf-8"?>
<p:tagLst xmlns:a="http://schemas.openxmlformats.org/drawingml/2006/main" xmlns:r="http://schemas.openxmlformats.org/officeDocument/2006/relationships" xmlns:p="http://schemas.openxmlformats.org/presentationml/2006/main">
  <p:tag name="AS_UNIQUEID" val="3483"/>
</p:tagLst>
</file>

<file path=ppt/tags/tag396.xml><?xml version="1.0" encoding="utf-8"?>
<p:tagLst xmlns:a="http://schemas.openxmlformats.org/drawingml/2006/main" xmlns:r="http://schemas.openxmlformats.org/officeDocument/2006/relationships" xmlns:p="http://schemas.openxmlformats.org/presentationml/2006/main">
  <p:tag name="AS_UNIQUEID" val="3491"/>
</p:tagLst>
</file>

<file path=ppt/tags/tag397.xml><?xml version="1.0" encoding="utf-8"?>
<p:tagLst xmlns:a="http://schemas.openxmlformats.org/drawingml/2006/main" xmlns:r="http://schemas.openxmlformats.org/officeDocument/2006/relationships" xmlns:p="http://schemas.openxmlformats.org/presentationml/2006/main">
  <p:tag name="AS_UNIQUEID" val="3492"/>
</p:tagLst>
</file>

<file path=ppt/tags/tag398.xml><?xml version="1.0" encoding="utf-8"?>
<p:tagLst xmlns:a="http://schemas.openxmlformats.org/drawingml/2006/main" xmlns:r="http://schemas.openxmlformats.org/officeDocument/2006/relationships" xmlns:p="http://schemas.openxmlformats.org/presentationml/2006/main">
  <p:tag name="AS_UNIQUEID" val="3495"/>
</p:tagLst>
</file>

<file path=ppt/tags/tag399.xml><?xml version="1.0" encoding="utf-8"?>
<p:tagLst xmlns:a="http://schemas.openxmlformats.org/drawingml/2006/main" xmlns:r="http://schemas.openxmlformats.org/officeDocument/2006/relationships" xmlns:p="http://schemas.openxmlformats.org/presentationml/2006/main">
  <p:tag name="AS_UNIQUEID" val="3496"/>
</p:tagLst>
</file>

<file path=ppt/tags/tag400.xml><?xml version="1.0" encoding="utf-8"?>
<p:tagLst xmlns:a="http://schemas.openxmlformats.org/drawingml/2006/main" xmlns:r="http://schemas.openxmlformats.org/officeDocument/2006/relationships" xmlns:p="http://schemas.openxmlformats.org/presentationml/2006/main">
  <p:tag name="AS_UNIQUEID" val="3497"/>
</p:tagLst>
</file>

<file path=ppt/tags/tag401.xml><?xml version="1.0" encoding="utf-8"?>
<p:tagLst xmlns:a="http://schemas.openxmlformats.org/drawingml/2006/main" xmlns:r="http://schemas.openxmlformats.org/officeDocument/2006/relationships" xmlns:p="http://schemas.openxmlformats.org/presentationml/2006/main">
  <p:tag name="AS_UNIQUEID" val="3498"/>
</p:tagLst>
</file>

<file path=ppt/tags/tag402.xml><?xml version="1.0" encoding="utf-8"?>
<p:tagLst xmlns:a="http://schemas.openxmlformats.org/drawingml/2006/main" xmlns:r="http://schemas.openxmlformats.org/officeDocument/2006/relationships" xmlns:p="http://schemas.openxmlformats.org/presentationml/2006/main">
  <p:tag name="AS_UNIQUEID" val="3493"/>
</p:tagLst>
</file>

<file path=ppt/tags/tag403.xml><?xml version="1.0" encoding="utf-8"?>
<p:tagLst xmlns:a="http://schemas.openxmlformats.org/drawingml/2006/main" xmlns:r="http://schemas.openxmlformats.org/officeDocument/2006/relationships" xmlns:p="http://schemas.openxmlformats.org/presentationml/2006/main">
  <p:tag name="AS_UNIQUEID" val="3494"/>
</p:tagLst>
</file>

<file path=ppt/tags/tag404.xml><?xml version="1.0" encoding="utf-8"?>
<p:tagLst xmlns:a="http://schemas.openxmlformats.org/drawingml/2006/main" xmlns:r="http://schemas.openxmlformats.org/officeDocument/2006/relationships" xmlns:p="http://schemas.openxmlformats.org/presentationml/2006/main">
  <p:tag name="AS_UNIQUEID" val="3500"/>
</p:tagLst>
</file>

<file path=ppt/tags/tag405.xml><?xml version="1.0" encoding="utf-8"?>
<p:tagLst xmlns:a="http://schemas.openxmlformats.org/drawingml/2006/main" xmlns:r="http://schemas.openxmlformats.org/officeDocument/2006/relationships" xmlns:p="http://schemas.openxmlformats.org/presentationml/2006/main">
  <p:tag name="AS_UNIQUEID" val="3503"/>
</p:tagLst>
</file>

<file path=ppt/tags/tag406.xml><?xml version="1.0" encoding="utf-8"?>
<p:tagLst xmlns:a="http://schemas.openxmlformats.org/drawingml/2006/main" xmlns:r="http://schemas.openxmlformats.org/officeDocument/2006/relationships" xmlns:p="http://schemas.openxmlformats.org/presentationml/2006/main">
  <p:tag name="AS_UNIQUEID" val="3504"/>
</p:tagLst>
</file>

<file path=ppt/tags/tag407.xml><?xml version="1.0" encoding="utf-8"?>
<p:tagLst xmlns:a="http://schemas.openxmlformats.org/drawingml/2006/main" xmlns:r="http://schemas.openxmlformats.org/officeDocument/2006/relationships" xmlns:p="http://schemas.openxmlformats.org/presentationml/2006/main">
  <p:tag name="AS_UNIQUEID" val="3505"/>
</p:tagLst>
</file>

<file path=ppt/tags/tag408.xml><?xml version="1.0" encoding="utf-8"?>
<p:tagLst xmlns:a="http://schemas.openxmlformats.org/drawingml/2006/main" xmlns:r="http://schemas.openxmlformats.org/officeDocument/2006/relationships" xmlns:p="http://schemas.openxmlformats.org/presentationml/2006/main">
  <p:tag name="AS_UNIQUEID" val="3506"/>
</p:tagLst>
</file>

<file path=ppt/tags/tag409.xml><?xml version="1.0" encoding="utf-8"?>
<p:tagLst xmlns:a="http://schemas.openxmlformats.org/drawingml/2006/main" xmlns:r="http://schemas.openxmlformats.org/officeDocument/2006/relationships" xmlns:p="http://schemas.openxmlformats.org/presentationml/2006/main">
  <p:tag name="AS_UNIQUEID" val="3507"/>
</p:tagLst>
</file>

<file path=ppt/tags/tag410.xml><?xml version="1.0" encoding="utf-8"?>
<p:tagLst xmlns:a="http://schemas.openxmlformats.org/drawingml/2006/main" xmlns:r="http://schemas.openxmlformats.org/officeDocument/2006/relationships" xmlns:p="http://schemas.openxmlformats.org/presentationml/2006/main">
  <p:tag name="AS_UNIQUEID" val="3508"/>
</p:tagLst>
</file>

<file path=ppt/tags/tag411.xml><?xml version="1.0" encoding="utf-8"?>
<p:tagLst xmlns:a="http://schemas.openxmlformats.org/drawingml/2006/main" xmlns:r="http://schemas.openxmlformats.org/officeDocument/2006/relationships" xmlns:p="http://schemas.openxmlformats.org/presentationml/2006/main">
  <p:tag name="AS_UNIQUEID" val="3501"/>
</p:tagLst>
</file>

<file path=ppt/tags/tag412.xml><?xml version="1.0" encoding="utf-8"?>
<p:tagLst xmlns:a="http://schemas.openxmlformats.org/drawingml/2006/main" xmlns:r="http://schemas.openxmlformats.org/officeDocument/2006/relationships" xmlns:p="http://schemas.openxmlformats.org/presentationml/2006/main">
  <p:tag name="AS_UNIQUEID" val="3502"/>
</p:tagLst>
</file>

<file path=ppt/tags/tag413.xml><?xml version="1.0" encoding="utf-8"?>
<p:tagLst xmlns:a="http://schemas.openxmlformats.org/drawingml/2006/main" xmlns:r="http://schemas.openxmlformats.org/officeDocument/2006/relationships" xmlns:p="http://schemas.openxmlformats.org/presentationml/2006/main">
  <p:tag name="AS_UNIQUEID" val="3510"/>
</p:tagLst>
</file>

<file path=ppt/tags/tag414.xml><?xml version="1.0" encoding="utf-8"?>
<p:tagLst xmlns:a="http://schemas.openxmlformats.org/drawingml/2006/main" xmlns:r="http://schemas.openxmlformats.org/officeDocument/2006/relationships" xmlns:p="http://schemas.openxmlformats.org/presentationml/2006/main">
  <p:tag name="AS_UNIQUEID" val="3513"/>
</p:tagLst>
</file>

<file path=ppt/tags/tag415.xml><?xml version="1.0" encoding="utf-8"?>
<p:tagLst xmlns:a="http://schemas.openxmlformats.org/drawingml/2006/main" xmlns:r="http://schemas.openxmlformats.org/officeDocument/2006/relationships" xmlns:p="http://schemas.openxmlformats.org/presentationml/2006/main">
  <p:tag name="AS_UNIQUEID" val="3514"/>
</p:tagLst>
</file>

<file path=ppt/tags/tag416.xml><?xml version="1.0" encoding="utf-8"?>
<p:tagLst xmlns:a="http://schemas.openxmlformats.org/drawingml/2006/main" xmlns:r="http://schemas.openxmlformats.org/officeDocument/2006/relationships" xmlns:p="http://schemas.openxmlformats.org/presentationml/2006/main">
  <p:tag name="AS_UNIQUEID" val="3515"/>
</p:tagLst>
</file>

<file path=ppt/tags/tag417.xml><?xml version="1.0" encoding="utf-8"?>
<p:tagLst xmlns:a="http://schemas.openxmlformats.org/drawingml/2006/main" xmlns:r="http://schemas.openxmlformats.org/officeDocument/2006/relationships" xmlns:p="http://schemas.openxmlformats.org/presentationml/2006/main">
  <p:tag name="AS_UNIQUEID" val="3516"/>
</p:tagLst>
</file>

<file path=ppt/tags/tag418.xml><?xml version="1.0" encoding="utf-8"?>
<p:tagLst xmlns:a="http://schemas.openxmlformats.org/drawingml/2006/main" xmlns:r="http://schemas.openxmlformats.org/officeDocument/2006/relationships" xmlns:p="http://schemas.openxmlformats.org/presentationml/2006/main">
  <p:tag name="AS_UNIQUEID" val="3517"/>
</p:tagLst>
</file>

<file path=ppt/tags/tag419.xml><?xml version="1.0" encoding="utf-8"?>
<p:tagLst xmlns:a="http://schemas.openxmlformats.org/drawingml/2006/main" xmlns:r="http://schemas.openxmlformats.org/officeDocument/2006/relationships" xmlns:p="http://schemas.openxmlformats.org/presentationml/2006/main">
  <p:tag name="AS_UNIQUEID" val="3518"/>
</p:tagLst>
</file>

<file path=ppt/tags/tag420.xml><?xml version="1.0" encoding="utf-8"?>
<p:tagLst xmlns:a="http://schemas.openxmlformats.org/drawingml/2006/main" xmlns:r="http://schemas.openxmlformats.org/officeDocument/2006/relationships" xmlns:p="http://schemas.openxmlformats.org/presentationml/2006/main">
  <p:tag name="AS_UNIQUEID" val="3519"/>
</p:tagLst>
</file>

<file path=ppt/tags/tag421.xml><?xml version="1.0" encoding="utf-8"?>
<p:tagLst xmlns:a="http://schemas.openxmlformats.org/drawingml/2006/main" xmlns:r="http://schemas.openxmlformats.org/officeDocument/2006/relationships" xmlns:p="http://schemas.openxmlformats.org/presentationml/2006/main">
  <p:tag name="AS_UNIQUEID" val="3511"/>
</p:tagLst>
</file>

<file path=ppt/tags/tag422.xml><?xml version="1.0" encoding="utf-8"?>
<p:tagLst xmlns:a="http://schemas.openxmlformats.org/drawingml/2006/main" xmlns:r="http://schemas.openxmlformats.org/officeDocument/2006/relationships" xmlns:p="http://schemas.openxmlformats.org/presentationml/2006/main">
  <p:tag name="AS_UNIQUEID" val="3512"/>
</p:tagLst>
</file>

<file path=ppt/tags/tag423.xml><?xml version="1.0" encoding="utf-8"?>
<p:tagLst xmlns:a="http://schemas.openxmlformats.org/drawingml/2006/main" xmlns:r="http://schemas.openxmlformats.org/officeDocument/2006/relationships" xmlns:p="http://schemas.openxmlformats.org/presentationml/2006/main">
  <p:tag name="AS_UNIQUEID" val="3521"/>
</p:tagLst>
</file>

<file path=ppt/tags/tag424.xml><?xml version="1.0" encoding="utf-8"?>
<p:tagLst xmlns:a="http://schemas.openxmlformats.org/drawingml/2006/main" xmlns:r="http://schemas.openxmlformats.org/officeDocument/2006/relationships" xmlns:p="http://schemas.openxmlformats.org/presentationml/2006/main">
  <p:tag name="AS_UNIQUEID" val="3522"/>
</p:tagLst>
</file>

<file path=ppt/tags/tag425.xml><?xml version="1.0" encoding="utf-8"?>
<p:tagLst xmlns:a="http://schemas.openxmlformats.org/drawingml/2006/main" xmlns:r="http://schemas.openxmlformats.org/officeDocument/2006/relationships" xmlns:p="http://schemas.openxmlformats.org/presentationml/2006/main">
  <p:tag name="AS_UNIQUEID" val="3523"/>
</p:tagLst>
</file>

<file path=ppt/tags/tag426.xml><?xml version="1.0" encoding="utf-8"?>
<p:tagLst xmlns:a="http://schemas.openxmlformats.org/drawingml/2006/main" xmlns:r="http://schemas.openxmlformats.org/officeDocument/2006/relationships" xmlns:p="http://schemas.openxmlformats.org/presentationml/2006/main">
  <p:tag name="AS_UNIQUEID" val="3524"/>
</p:tagLst>
</file>

<file path=ppt/tags/tag427.xml><?xml version="1.0" encoding="utf-8"?>
<p:tagLst xmlns:a="http://schemas.openxmlformats.org/drawingml/2006/main" xmlns:r="http://schemas.openxmlformats.org/officeDocument/2006/relationships" xmlns:p="http://schemas.openxmlformats.org/presentationml/2006/main">
  <p:tag name="AS_UNIQUEID" val="3526"/>
</p:tagLst>
</file>

<file path=ppt/tags/tag428.xml><?xml version="1.0" encoding="utf-8"?>
<p:tagLst xmlns:a="http://schemas.openxmlformats.org/drawingml/2006/main" xmlns:r="http://schemas.openxmlformats.org/officeDocument/2006/relationships" xmlns:p="http://schemas.openxmlformats.org/presentationml/2006/main">
  <p:tag name="AS_UNIQUEID" val="3527"/>
</p:tagLst>
</file>

<file path=ppt/tags/tag429.xml><?xml version="1.0" encoding="utf-8"?>
<p:tagLst xmlns:a="http://schemas.openxmlformats.org/drawingml/2006/main" xmlns:r="http://schemas.openxmlformats.org/officeDocument/2006/relationships" xmlns:p="http://schemas.openxmlformats.org/presentationml/2006/main">
  <p:tag name="AS_UNIQUEID" val="3528"/>
</p:tagLst>
</file>

<file path=ppt/tags/tag430.xml><?xml version="1.0" encoding="utf-8"?>
<p:tagLst xmlns:a="http://schemas.openxmlformats.org/drawingml/2006/main" xmlns:r="http://schemas.openxmlformats.org/officeDocument/2006/relationships" xmlns:p="http://schemas.openxmlformats.org/presentationml/2006/main">
  <p:tag name="AS_UNIQUEID" val="3529"/>
</p:tagLst>
</file>

<file path=ppt/tags/tag431.xml><?xml version="1.0" encoding="utf-8"?>
<p:tagLst xmlns:a="http://schemas.openxmlformats.org/drawingml/2006/main" xmlns:r="http://schemas.openxmlformats.org/officeDocument/2006/relationships" xmlns:p="http://schemas.openxmlformats.org/presentationml/2006/main">
  <p:tag name="AS_UNIQUEID" val="3530"/>
</p:tagLst>
</file>

<file path=ppt/tags/tag432.xml><?xml version="1.0" encoding="utf-8"?>
<p:tagLst xmlns:a="http://schemas.openxmlformats.org/drawingml/2006/main" xmlns:r="http://schemas.openxmlformats.org/officeDocument/2006/relationships" xmlns:p="http://schemas.openxmlformats.org/presentationml/2006/main">
  <p:tag name="AS_UNIQUEID" val="3531"/>
</p:tagLst>
</file>

<file path=ppt/tags/tag433.xml><?xml version="1.0" encoding="utf-8"?>
<p:tagLst xmlns:a="http://schemas.openxmlformats.org/drawingml/2006/main" xmlns:r="http://schemas.openxmlformats.org/officeDocument/2006/relationships" xmlns:p="http://schemas.openxmlformats.org/presentationml/2006/main">
  <p:tag name="AS_UNIQUEID" val="3537"/>
</p:tagLst>
</file>

<file path=ppt/tags/tag434.xml><?xml version="1.0" encoding="utf-8"?>
<p:tagLst xmlns:a="http://schemas.openxmlformats.org/drawingml/2006/main" xmlns:r="http://schemas.openxmlformats.org/officeDocument/2006/relationships" xmlns:p="http://schemas.openxmlformats.org/presentationml/2006/main">
  <p:tag name="AS_UNIQUEID" val="3538"/>
</p:tagLst>
</file>

<file path=ppt/tags/tag435.xml><?xml version="1.0" encoding="utf-8"?>
<p:tagLst xmlns:a="http://schemas.openxmlformats.org/drawingml/2006/main" xmlns:r="http://schemas.openxmlformats.org/officeDocument/2006/relationships" xmlns:p="http://schemas.openxmlformats.org/presentationml/2006/main">
  <p:tag name="AS_UNIQUEID" val="3544"/>
</p:tagLst>
</file>

<file path=ppt/tags/tag436.xml><?xml version="1.0" encoding="utf-8"?>
<p:tagLst xmlns:a="http://schemas.openxmlformats.org/drawingml/2006/main" xmlns:r="http://schemas.openxmlformats.org/officeDocument/2006/relationships" xmlns:p="http://schemas.openxmlformats.org/presentationml/2006/main">
  <p:tag name="AS_UNIQUEID" val="3547"/>
</p:tagLst>
</file>

<file path=ppt/tags/tag437.xml><?xml version="1.0" encoding="utf-8"?>
<p:tagLst xmlns:a="http://schemas.openxmlformats.org/drawingml/2006/main" xmlns:r="http://schemas.openxmlformats.org/officeDocument/2006/relationships" xmlns:p="http://schemas.openxmlformats.org/presentationml/2006/main">
  <p:tag name="AS_UNIQUEID" val="3550"/>
</p:tagLst>
</file>

<file path=ppt/tags/tag438.xml><?xml version="1.0" encoding="utf-8"?>
<p:tagLst xmlns:a="http://schemas.openxmlformats.org/drawingml/2006/main" xmlns:r="http://schemas.openxmlformats.org/officeDocument/2006/relationships" xmlns:p="http://schemas.openxmlformats.org/presentationml/2006/main">
  <p:tag name="AS_UNIQUEID" val="3558"/>
</p:tagLst>
</file>

<file path=ppt/tags/tag439.xml><?xml version="1.0" encoding="utf-8"?>
<p:tagLst xmlns:a="http://schemas.openxmlformats.org/drawingml/2006/main" xmlns:r="http://schemas.openxmlformats.org/officeDocument/2006/relationships" xmlns:p="http://schemas.openxmlformats.org/presentationml/2006/main">
  <p:tag name="AS_UNIQUEID" val="3551"/>
</p:tagLst>
</file>

<file path=ppt/tags/tag440.xml><?xml version="1.0" encoding="utf-8"?>
<p:tagLst xmlns:a="http://schemas.openxmlformats.org/drawingml/2006/main" xmlns:r="http://schemas.openxmlformats.org/officeDocument/2006/relationships" xmlns:p="http://schemas.openxmlformats.org/presentationml/2006/main">
  <p:tag name="AS_UNIQUEID" val="3556"/>
</p:tagLst>
</file>

<file path=ppt/tags/tag441.xml><?xml version="1.0" encoding="utf-8"?>
<p:tagLst xmlns:a="http://schemas.openxmlformats.org/drawingml/2006/main" xmlns:r="http://schemas.openxmlformats.org/officeDocument/2006/relationships" xmlns:p="http://schemas.openxmlformats.org/presentationml/2006/main">
  <p:tag name="AS_UNIQUEID" val="3557"/>
</p:tagLst>
</file>

<file path=ppt/tags/tag442.xml><?xml version="1.0" encoding="utf-8"?>
<p:tagLst xmlns:a="http://schemas.openxmlformats.org/drawingml/2006/main" xmlns:r="http://schemas.openxmlformats.org/officeDocument/2006/relationships" xmlns:p="http://schemas.openxmlformats.org/presentationml/2006/main">
  <p:tag name="AS_UNIQUEID" val="3552"/>
</p:tagLst>
</file>

<file path=ppt/tags/tag443.xml><?xml version="1.0" encoding="utf-8"?>
<p:tagLst xmlns:a="http://schemas.openxmlformats.org/drawingml/2006/main" xmlns:r="http://schemas.openxmlformats.org/officeDocument/2006/relationships" xmlns:p="http://schemas.openxmlformats.org/presentationml/2006/main">
  <p:tag name="AS_UNIQUEID" val="3553"/>
</p:tagLst>
</file>

<file path=ppt/tags/tag444.xml><?xml version="1.0" encoding="utf-8"?>
<p:tagLst xmlns:a="http://schemas.openxmlformats.org/drawingml/2006/main" xmlns:r="http://schemas.openxmlformats.org/officeDocument/2006/relationships" xmlns:p="http://schemas.openxmlformats.org/presentationml/2006/main">
  <p:tag name="AS_UNIQUEID" val="3554"/>
</p:tagLst>
</file>

<file path=ppt/tags/tag445.xml><?xml version="1.0" encoding="utf-8"?>
<p:tagLst xmlns:a="http://schemas.openxmlformats.org/drawingml/2006/main" xmlns:r="http://schemas.openxmlformats.org/officeDocument/2006/relationships" xmlns:p="http://schemas.openxmlformats.org/presentationml/2006/main">
  <p:tag name="AS_UNIQUEID" val="3555"/>
</p:tagLst>
</file>

<file path=ppt/tags/tag446.xml><?xml version="1.0" encoding="utf-8"?>
<p:tagLst xmlns:a="http://schemas.openxmlformats.org/drawingml/2006/main" xmlns:r="http://schemas.openxmlformats.org/officeDocument/2006/relationships" xmlns:p="http://schemas.openxmlformats.org/presentationml/2006/main">
  <p:tag name="AS_UNIQUEID" val="3548"/>
</p:tagLst>
</file>

<file path=ppt/tags/tag447.xml><?xml version="1.0" encoding="utf-8"?>
<p:tagLst xmlns:a="http://schemas.openxmlformats.org/drawingml/2006/main" xmlns:r="http://schemas.openxmlformats.org/officeDocument/2006/relationships" xmlns:p="http://schemas.openxmlformats.org/presentationml/2006/main">
  <p:tag name="AS_UNIQUEID" val="3549"/>
</p:tagLst>
</file>

<file path=ppt/tags/tag448.xml><?xml version="1.0" encoding="utf-8"?>
<p:tagLst xmlns:a="http://schemas.openxmlformats.org/drawingml/2006/main" xmlns:r="http://schemas.openxmlformats.org/officeDocument/2006/relationships" xmlns:p="http://schemas.openxmlformats.org/presentationml/2006/main">
  <p:tag name="AS_UNIQUEID" val="3545"/>
</p:tagLst>
</file>

<file path=ppt/tags/tag449.xml><?xml version="1.0" encoding="utf-8"?>
<p:tagLst xmlns:a="http://schemas.openxmlformats.org/drawingml/2006/main" xmlns:r="http://schemas.openxmlformats.org/officeDocument/2006/relationships" xmlns:p="http://schemas.openxmlformats.org/presentationml/2006/main">
  <p:tag name="AS_UNIQUEID" val="3546"/>
</p:tagLst>
</file>

<file path=ppt/tags/tag450.xml><?xml version="1.0" encoding="utf-8"?>
<p:tagLst xmlns:a="http://schemas.openxmlformats.org/drawingml/2006/main" xmlns:r="http://schemas.openxmlformats.org/officeDocument/2006/relationships" xmlns:p="http://schemas.openxmlformats.org/presentationml/2006/main">
  <p:tag name="AS_UNIQUEID" val="3539"/>
</p:tagLst>
</file>

<file path=ppt/tags/tag451.xml><?xml version="1.0" encoding="utf-8"?>
<p:tagLst xmlns:a="http://schemas.openxmlformats.org/drawingml/2006/main" xmlns:r="http://schemas.openxmlformats.org/officeDocument/2006/relationships" xmlns:p="http://schemas.openxmlformats.org/presentationml/2006/main">
  <p:tag name="AS_UNIQUEID" val="3543"/>
</p:tagLst>
</file>

<file path=ppt/tags/tag452.xml><?xml version="1.0" encoding="utf-8"?>
<p:tagLst xmlns:a="http://schemas.openxmlformats.org/drawingml/2006/main" xmlns:r="http://schemas.openxmlformats.org/officeDocument/2006/relationships" xmlns:p="http://schemas.openxmlformats.org/presentationml/2006/main">
  <p:tag name="AS_UNIQUEID" val="3540"/>
</p:tagLst>
</file>

<file path=ppt/tags/tag453.xml><?xml version="1.0" encoding="utf-8"?>
<p:tagLst xmlns:a="http://schemas.openxmlformats.org/drawingml/2006/main" xmlns:r="http://schemas.openxmlformats.org/officeDocument/2006/relationships" xmlns:p="http://schemas.openxmlformats.org/presentationml/2006/main">
  <p:tag name="AS_UNIQUEID" val="3541"/>
</p:tagLst>
</file>

<file path=ppt/tags/tag454.xml><?xml version="1.0" encoding="utf-8"?>
<p:tagLst xmlns:a="http://schemas.openxmlformats.org/drawingml/2006/main" xmlns:r="http://schemas.openxmlformats.org/officeDocument/2006/relationships" xmlns:p="http://schemas.openxmlformats.org/presentationml/2006/main">
  <p:tag name="AS_UNIQUEID" val="3542"/>
</p:tagLst>
</file>

<file path=ppt/tags/tag455.xml><?xml version="1.0" encoding="utf-8"?>
<p:tagLst xmlns:a="http://schemas.openxmlformats.org/drawingml/2006/main" xmlns:r="http://schemas.openxmlformats.org/officeDocument/2006/relationships" xmlns:p="http://schemas.openxmlformats.org/presentationml/2006/main">
  <p:tag name="AS_UNIQUEID" val="3532"/>
</p:tagLst>
</file>

<file path=ppt/tags/tag456.xml><?xml version="1.0" encoding="utf-8"?>
<p:tagLst xmlns:a="http://schemas.openxmlformats.org/drawingml/2006/main" xmlns:r="http://schemas.openxmlformats.org/officeDocument/2006/relationships" xmlns:p="http://schemas.openxmlformats.org/presentationml/2006/main">
  <p:tag name="AS_UNIQUEID" val="3536"/>
</p:tagLst>
</file>

<file path=ppt/tags/tag457.xml><?xml version="1.0" encoding="utf-8"?>
<p:tagLst xmlns:a="http://schemas.openxmlformats.org/drawingml/2006/main" xmlns:r="http://schemas.openxmlformats.org/officeDocument/2006/relationships" xmlns:p="http://schemas.openxmlformats.org/presentationml/2006/main">
  <p:tag name="AS_UNIQUEID" val="3533"/>
</p:tagLst>
</file>

<file path=ppt/tags/tag458.xml><?xml version="1.0" encoding="utf-8"?>
<p:tagLst xmlns:a="http://schemas.openxmlformats.org/drawingml/2006/main" xmlns:r="http://schemas.openxmlformats.org/officeDocument/2006/relationships" xmlns:p="http://schemas.openxmlformats.org/presentationml/2006/main">
  <p:tag name="AS_UNIQUEID" val="3534"/>
</p:tagLst>
</file>

<file path=ppt/tags/tag459.xml><?xml version="1.0" encoding="utf-8"?>
<p:tagLst xmlns:a="http://schemas.openxmlformats.org/drawingml/2006/main" xmlns:r="http://schemas.openxmlformats.org/officeDocument/2006/relationships" xmlns:p="http://schemas.openxmlformats.org/presentationml/2006/main">
  <p:tag name="AS_UNIQUEID" val="3535"/>
</p:tagLst>
</file>

<file path=ppt/tags/tag460.xml><?xml version="1.0" encoding="utf-8"?>
<p:tagLst xmlns:a="http://schemas.openxmlformats.org/drawingml/2006/main" xmlns:r="http://schemas.openxmlformats.org/officeDocument/2006/relationships" xmlns:p="http://schemas.openxmlformats.org/presentationml/2006/main">
  <p:tag name="AS_UNIQUEID" val="3560"/>
</p:tagLst>
</file>

<file path=ppt/tags/tag461.xml><?xml version="1.0" encoding="utf-8"?>
<p:tagLst xmlns:a="http://schemas.openxmlformats.org/drawingml/2006/main" xmlns:r="http://schemas.openxmlformats.org/officeDocument/2006/relationships" xmlns:p="http://schemas.openxmlformats.org/presentationml/2006/main">
  <p:tag name="AS_UNIQUEID" val="3561"/>
</p:tagLst>
</file>

<file path=ppt/tags/tag462.xml><?xml version="1.0" encoding="utf-8"?>
<p:tagLst xmlns:a="http://schemas.openxmlformats.org/drawingml/2006/main" xmlns:r="http://schemas.openxmlformats.org/officeDocument/2006/relationships" xmlns:p="http://schemas.openxmlformats.org/presentationml/2006/main">
  <p:tag name="AS_UNIQUEID" val="3562"/>
</p:tagLst>
</file>

<file path=ppt/tags/tag463.xml><?xml version="1.0" encoding="utf-8"?>
<p:tagLst xmlns:a="http://schemas.openxmlformats.org/drawingml/2006/main" xmlns:r="http://schemas.openxmlformats.org/officeDocument/2006/relationships" xmlns:p="http://schemas.openxmlformats.org/presentationml/2006/main">
  <p:tag name="AS_UNIQUEID" val="3563"/>
</p:tagLst>
</file>

<file path=ppt/tags/tag464.xml><?xml version="1.0" encoding="utf-8"?>
<p:tagLst xmlns:a="http://schemas.openxmlformats.org/drawingml/2006/main" xmlns:r="http://schemas.openxmlformats.org/officeDocument/2006/relationships" xmlns:p="http://schemas.openxmlformats.org/presentationml/2006/main">
  <p:tag name="AS_UNIQUEID" val="3564"/>
</p:tagLst>
</file>

<file path=ppt/tags/tag465.xml><?xml version="1.0" encoding="utf-8"?>
<p:tagLst xmlns:a="http://schemas.openxmlformats.org/drawingml/2006/main" xmlns:r="http://schemas.openxmlformats.org/officeDocument/2006/relationships" xmlns:p="http://schemas.openxmlformats.org/presentationml/2006/main">
  <p:tag name="AS_UNIQUEID" val="3618"/>
</p:tagLst>
</file>

<file path=ppt/tags/tag466.xml><?xml version="1.0" encoding="utf-8"?>
<p:tagLst xmlns:a="http://schemas.openxmlformats.org/drawingml/2006/main" xmlns:r="http://schemas.openxmlformats.org/officeDocument/2006/relationships" xmlns:p="http://schemas.openxmlformats.org/presentationml/2006/main">
  <p:tag name="AS_UNIQUEID" val="3566"/>
</p:tagLst>
</file>

<file path=ppt/tags/tag467.xml><?xml version="1.0" encoding="utf-8"?>
<p:tagLst xmlns:a="http://schemas.openxmlformats.org/drawingml/2006/main" xmlns:r="http://schemas.openxmlformats.org/officeDocument/2006/relationships" xmlns:p="http://schemas.openxmlformats.org/presentationml/2006/main">
  <p:tag name="AS_UNIQUEID" val="3567"/>
</p:tagLst>
</file>

<file path=ppt/tags/tag468.xml><?xml version="1.0" encoding="utf-8"?>
<p:tagLst xmlns:a="http://schemas.openxmlformats.org/drawingml/2006/main" xmlns:r="http://schemas.openxmlformats.org/officeDocument/2006/relationships" xmlns:p="http://schemas.openxmlformats.org/presentationml/2006/main">
  <p:tag name="AS_UNIQUEID" val="3568"/>
</p:tagLst>
</file>

<file path=ppt/tags/tag469.xml><?xml version="1.0" encoding="utf-8"?>
<p:tagLst xmlns:a="http://schemas.openxmlformats.org/drawingml/2006/main" xmlns:r="http://schemas.openxmlformats.org/officeDocument/2006/relationships" xmlns:p="http://schemas.openxmlformats.org/presentationml/2006/main">
  <p:tag name="AS_UNIQUEID" val="3570"/>
</p:tagLst>
</file>

<file path=ppt/tags/tag470.xml><?xml version="1.0" encoding="utf-8"?>
<p:tagLst xmlns:a="http://schemas.openxmlformats.org/drawingml/2006/main" xmlns:r="http://schemas.openxmlformats.org/officeDocument/2006/relationships" xmlns:p="http://schemas.openxmlformats.org/presentationml/2006/main">
  <p:tag name="AS_UNIQUEID" val="3571"/>
</p:tagLst>
</file>

<file path=ppt/tags/tag471.xml><?xml version="1.0" encoding="utf-8"?>
<p:tagLst xmlns:a="http://schemas.openxmlformats.org/drawingml/2006/main" xmlns:r="http://schemas.openxmlformats.org/officeDocument/2006/relationships" xmlns:p="http://schemas.openxmlformats.org/presentationml/2006/main">
  <p:tag name="AS_UNIQUEID" val="3573"/>
</p:tagLst>
</file>

<file path=ppt/tags/tag472.xml><?xml version="1.0" encoding="utf-8"?>
<p:tagLst xmlns:a="http://schemas.openxmlformats.org/drawingml/2006/main" xmlns:r="http://schemas.openxmlformats.org/officeDocument/2006/relationships" xmlns:p="http://schemas.openxmlformats.org/presentationml/2006/main">
  <p:tag name="AS_UNIQUEID" val="3574"/>
</p:tagLst>
</file>

<file path=ppt/tags/tag473.xml><?xml version="1.0" encoding="utf-8"?>
<p:tagLst xmlns:a="http://schemas.openxmlformats.org/drawingml/2006/main" xmlns:r="http://schemas.openxmlformats.org/officeDocument/2006/relationships" xmlns:p="http://schemas.openxmlformats.org/presentationml/2006/main">
  <p:tag name="AS_UNIQUEID" val="3575"/>
</p:tagLst>
</file>

<file path=ppt/tags/tag474.xml><?xml version="1.0" encoding="utf-8"?>
<p:tagLst xmlns:a="http://schemas.openxmlformats.org/drawingml/2006/main" xmlns:r="http://schemas.openxmlformats.org/officeDocument/2006/relationships" xmlns:p="http://schemas.openxmlformats.org/presentationml/2006/main">
  <p:tag name="AS_UNIQUEID" val="3576"/>
</p:tagLst>
</file>

<file path=ppt/tags/tag475.xml><?xml version="1.0" encoding="utf-8"?>
<p:tagLst xmlns:a="http://schemas.openxmlformats.org/drawingml/2006/main" xmlns:r="http://schemas.openxmlformats.org/officeDocument/2006/relationships" xmlns:p="http://schemas.openxmlformats.org/presentationml/2006/main">
  <p:tag name="AS_UNIQUEID" val="3577"/>
</p:tagLst>
</file>

<file path=ppt/tags/tag476.xml><?xml version="1.0" encoding="utf-8"?>
<p:tagLst xmlns:a="http://schemas.openxmlformats.org/drawingml/2006/main" xmlns:r="http://schemas.openxmlformats.org/officeDocument/2006/relationships" xmlns:p="http://schemas.openxmlformats.org/presentationml/2006/main">
  <p:tag name="AS_UNIQUEID" val="3579"/>
</p:tagLst>
</file>

<file path=ppt/tags/tag477.xml><?xml version="1.0" encoding="utf-8"?>
<p:tagLst xmlns:a="http://schemas.openxmlformats.org/drawingml/2006/main" xmlns:r="http://schemas.openxmlformats.org/officeDocument/2006/relationships" xmlns:p="http://schemas.openxmlformats.org/presentationml/2006/main">
  <p:tag name="AS_UNIQUEID" val="3582"/>
</p:tagLst>
</file>

<file path=ppt/tags/tag478.xml><?xml version="1.0" encoding="utf-8"?>
<p:tagLst xmlns:a="http://schemas.openxmlformats.org/drawingml/2006/main" xmlns:r="http://schemas.openxmlformats.org/officeDocument/2006/relationships" xmlns:p="http://schemas.openxmlformats.org/presentationml/2006/main">
  <p:tag name="AS_UNIQUEID" val="3583"/>
</p:tagLst>
</file>

<file path=ppt/tags/tag479.xml><?xml version="1.0" encoding="utf-8"?>
<p:tagLst xmlns:a="http://schemas.openxmlformats.org/drawingml/2006/main" xmlns:r="http://schemas.openxmlformats.org/officeDocument/2006/relationships" xmlns:p="http://schemas.openxmlformats.org/presentationml/2006/main">
  <p:tag name="AS_UNIQUEID" val="3584"/>
</p:tagLst>
</file>

<file path=ppt/tags/tag480.xml><?xml version="1.0" encoding="utf-8"?>
<p:tagLst xmlns:a="http://schemas.openxmlformats.org/drawingml/2006/main" xmlns:r="http://schemas.openxmlformats.org/officeDocument/2006/relationships" xmlns:p="http://schemas.openxmlformats.org/presentationml/2006/main">
  <p:tag name="AS_UNIQUEID" val="3019"/>
</p:tagLst>
</file>

<file path=ppt/tags/tag481.xml><?xml version="1.0" encoding="utf-8"?>
<p:tagLst xmlns:a="http://schemas.openxmlformats.org/drawingml/2006/main" xmlns:r="http://schemas.openxmlformats.org/officeDocument/2006/relationships" xmlns:p="http://schemas.openxmlformats.org/presentationml/2006/main">
  <p:tag name="AS_UNIQUEID" val="3585"/>
</p:tagLst>
</file>

<file path=ppt/tags/tag482.xml><?xml version="1.0" encoding="utf-8"?>
<p:tagLst xmlns:a="http://schemas.openxmlformats.org/drawingml/2006/main" xmlns:r="http://schemas.openxmlformats.org/officeDocument/2006/relationships" xmlns:p="http://schemas.openxmlformats.org/presentationml/2006/main">
  <p:tag name="AS_UNIQUEID" val="3580"/>
</p:tagLst>
</file>

<file path=ppt/tags/tag483.xml><?xml version="1.0" encoding="utf-8"?>
<p:tagLst xmlns:a="http://schemas.openxmlformats.org/drawingml/2006/main" xmlns:r="http://schemas.openxmlformats.org/officeDocument/2006/relationships" xmlns:p="http://schemas.openxmlformats.org/presentationml/2006/main">
  <p:tag name="AS_UNIQUEID" val="3581"/>
</p:tagLst>
</file>

<file path=ppt/tags/tag484.xml><?xml version="1.0" encoding="utf-8"?>
<p:tagLst xmlns:a="http://schemas.openxmlformats.org/drawingml/2006/main" xmlns:r="http://schemas.openxmlformats.org/officeDocument/2006/relationships" xmlns:p="http://schemas.openxmlformats.org/presentationml/2006/main">
  <p:tag name="AS_UNIQUEID" val="3587"/>
</p:tagLst>
</file>

<file path=ppt/tags/tag485.xml><?xml version="1.0" encoding="utf-8"?>
<p:tagLst xmlns:a="http://schemas.openxmlformats.org/drawingml/2006/main" xmlns:r="http://schemas.openxmlformats.org/officeDocument/2006/relationships" xmlns:p="http://schemas.openxmlformats.org/presentationml/2006/main">
  <p:tag name="AS_UNIQUEID" val="3590"/>
</p:tagLst>
</file>

<file path=ppt/tags/tag486.xml><?xml version="1.0" encoding="utf-8"?>
<p:tagLst xmlns:a="http://schemas.openxmlformats.org/drawingml/2006/main" xmlns:r="http://schemas.openxmlformats.org/officeDocument/2006/relationships" xmlns:p="http://schemas.openxmlformats.org/presentationml/2006/main">
  <p:tag name="AS_UNIQUEID" val="3591"/>
</p:tagLst>
</file>

<file path=ppt/tags/tag487.xml><?xml version="1.0" encoding="utf-8"?>
<p:tagLst xmlns:a="http://schemas.openxmlformats.org/drawingml/2006/main" xmlns:r="http://schemas.openxmlformats.org/officeDocument/2006/relationships" xmlns:p="http://schemas.openxmlformats.org/presentationml/2006/main">
  <p:tag name="AS_UNIQUEID" val="3592"/>
</p:tagLst>
</file>

<file path=ppt/tags/tag488.xml><?xml version="1.0" encoding="utf-8"?>
<p:tagLst xmlns:a="http://schemas.openxmlformats.org/drawingml/2006/main" xmlns:r="http://schemas.openxmlformats.org/officeDocument/2006/relationships" xmlns:p="http://schemas.openxmlformats.org/presentationml/2006/main">
  <p:tag name="AS_UNIQUEID" val="3593"/>
</p:tagLst>
</file>

<file path=ppt/tags/tag489.xml><?xml version="1.0" encoding="utf-8"?>
<p:tagLst xmlns:a="http://schemas.openxmlformats.org/drawingml/2006/main" xmlns:r="http://schemas.openxmlformats.org/officeDocument/2006/relationships" xmlns:p="http://schemas.openxmlformats.org/presentationml/2006/main">
  <p:tag name="AS_UNIQUEID" val="3594"/>
</p:tagLst>
</file>

<file path=ppt/tags/tag490.xml><?xml version="1.0" encoding="utf-8"?>
<p:tagLst xmlns:a="http://schemas.openxmlformats.org/drawingml/2006/main" xmlns:r="http://schemas.openxmlformats.org/officeDocument/2006/relationships" xmlns:p="http://schemas.openxmlformats.org/presentationml/2006/main">
  <p:tag name="AS_UNIQUEID" val="3595"/>
</p:tagLst>
</file>

<file path=ppt/tags/tag491.xml><?xml version="1.0" encoding="utf-8"?>
<p:tagLst xmlns:a="http://schemas.openxmlformats.org/drawingml/2006/main" xmlns:r="http://schemas.openxmlformats.org/officeDocument/2006/relationships" xmlns:p="http://schemas.openxmlformats.org/presentationml/2006/main">
  <p:tag name="AS_UNIQUEID" val="3596"/>
</p:tagLst>
</file>

<file path=ppt/tags/tag492.xml><?xml version="1.0" encoding="utf-8"?>
<p:tagLst xmlns:a="http://schemas.openxmlformats.org/drawingml/2006/main" xmlns:r="http://schemas.openxmlformats.org/officeDocument/2006/relationships" xmlns:p="http://schemas.openxmlformats.org/presentationml/2006/main">
  <p:tag name="AS_UNIQUEID" val="3588"/>
</p:tagLst>
</file>

<file path=ppt/tags/tag493.xml><?xml version="1.0" encoding="utf-8"?>
<p:tagLst xmlns:a="http://schemas.openxmlformats.org/drawingml/2006/main" xmlns:r="http://schemas.openxmlformats.org/officeDocument/2006/relationships" xmlns:p="http://schemas.openxmlformats.org/presentationml/2006/main">
  <p:tag name="AS_UNIQUEID" val="3589"/>
</p:tagLst>
</file>

<file path=ppt/tags/tag494.xml><?xml version="1.0" encoding="utf-8"?>
<p:tagLst xmlns:a="http://schemas.openxmlformats.org/drawingml/2006/main" xmlns:r="http://schemas.openxmlformats.org/officeDocument/2006/relationships" xmlns:p="http://schemas.openxmlformats.org/presentationml/2006/main">
  <p:tag name="AS_UNIQUEID" val="3598"/>
</p:tagLst>
</file>

<file path=ppt/tags/tag495.xml><?xml version="1.0" encoding="utf-8"?>
<p:tagLst xmlns:a="http://schemas.openxmlformats.org/drawingml/2006/main" xmlns:r="http://schemas.openxmlformats.org/officeDocument/2006/relationships" xmlns:p="http://schemas.openxmlformats.org/presentationml/2006/main">
  <p:tag name="AS_UNIQUEID" val="3601"/>
</p:tagLst>
</file>

<file path=ppt/tags/tag496.xml><?xml version="1.0" encoding="utf-8"?>
<p:tagLst xmlns:a="http://schemas.openxmlformats.org/drawingml/2006/main" xmlns:r="http://schemas.openxmlformats.org/officeDocument/2006/relationships" xmlns:p="http://schemas.openxmlformats.org/presentationml/2006/main">
  <p:tag name="AS_UNIQUEID" val="3602"/>
</p:tagLst>
</file>

<file path=ppt/tags/tag497.xml><?xml version="1.0" encoding="utf-8"?>
<p:tagLst xmlns:a="http://schemas.openxmlformats.org/drawingml/2006/main" xmlns:r="http://schemas.openxmlformats.org/officeDocument/2006/relationships" xmlns:p="http://schemas.openxmlformats.org/presentationml/2006/main">
  <p:tag name="AS_UNIQUEID" val="3603"/>
</p:tagLst>
</file>

<file path=ppt/tags/tag498.xml><?xml version="1.0" encoding="utf-8"?>
<p:tagLst xmlns:a="http://schemas.openxmlformats.org/drawingml/2006/main" xmlns:r="http://schemas.openxmlformats.org/officeDocument/2006/relationships" xmlns:p="http://schemas.openxmlformats.org/presentationml/2006/main">
  <p:tag name="AS_UNIQUEID" val="3604"/>
</p:tagLst>
</file>

<file path=ppt/tags/tag499.xml><?xml version="1.0" encoding="utf-8"?>
<p:tagLst xmlns:a="http://schemas.openxmlformats.org/drawingml/2006/main" xmlns:r="http://schemas.openxmlformats.org/officeDocument/2006/relationships" xmlns:p="http://schemas.openxmlformats.org/presentationml/2006/main">
  <p:tag name="AS_UNIQUEID" val="3605"/>
</p:tagLst>
</file>

<file path=ppt/tags/tag500.xml><?xml version="1.0" encoding="utf-8"?>
<p:tagLst xmlns:a="http://schemas.openxmlformats.org/drawingml/2006/main" xmlns:r="http://schemas.openxmlformats.org/officeDocument/2006/relationships" xmlns:p="http://schemas.openxmlformats.org/presentationml/2006/main">
  <p:tag name="AS_UNIQUEID" val="3606"/>
</p:tagLst>
</file>

<file path=ppt/tags/tag501.xml><?xml version="1.0" encoding="utf-8"?>
<p:tagLst xmlns:a="http://schemas.openxmlformats.org/drawingml/2006/main" xmlns:r="http://schemas.openxmlformats.org/officeDocument/2006/relationships" xmlns:p="http://schemas.openxmlformats.org/presentationml/2006/main">
  <p:tag name="AS_UNIQUEID" val="3607"/>
</p:tagLst>
</file>

<file path=ppt/tags/tag502.xml><?xml version="1.0" encoding="utf-8"?>
<p:tagLst xmlns:a="http://schemas.openxmlformats.org/drawingml/2006/main" xmlns:r="http://schemas.openxmlformats.org/officeDocument/2006/relationships" xmlns:p="http://schemas.openxmlformats.org/presentationml/2006/main">
  <p:tag name="AS_UNIQUEID" val="3599"/>
</p:tagLst>
</file>

<file path=ppt/tags/tag503.xml><?xml version="1.0" encoding="utf-8"?>
<p:tagLst xmlns:a="http://schemas.openxmlformats.org/drawingml/2006/main" xmlns:r="http://schemas.openxmlformats.org/officeDocument/2006/relationships" xmlns:p="http://schemas.openxmlformats.org/presentationml/2006/main">
  <p:tag name="AS_UNIQUEID" val="3600"/>
</p:tagLst>
</file>

<file path=ppt/tags/tag504.xml><?xml version="1.0" encoding="utf-8"?>
<p:tagLst xmlns:a="http://schemas.openxmlformats.org/drawingml/2006/main" xmlns:r="http://schemas.openxmlformats.org/officeDocument/2006/relationships" xmlns:p="http://schemas.openxmlformats.org/presentationml/2006/main">
  <p:tag name="AS_UNIQUEID" val="3610"/>
</p:tagLst>
</file>

<file path=ppt/tags/tag505.xml><?xml version="1.0" encoding="utf-8"?>
<p:tagLst xmlns:a="http://schemas.openxmlformats.org/drawingml/2006/main" xmlns:r="http://schemas.openxmlformats.org/officeDocument/2006/relationships" xmlns:p="http://schemas.openxmlformats.org/presentationml/2006/main">
  <p:tag name="AS_UNIQUEID" val="3613"/>
</p:tagLst>
</file>

<file path=ppt/tags/tag506.xml><?xml version="1.0" encoding="utf-8"?>
<p:tagLst xmlns:a="http://schemas.openxmlformats.org/drawingml/2006/main" xmlns:r="http://schemas.openxmlformats.org/officeDocument/2006/relationships" xmlns:p="http://schemas.openxmlformats.org/presentationml/2006/main">
  <p:tag name="AS_UNIQUEID" val="3614"/>
</p:tagLst>
</file>

<file path=ppt/tags/tag507.xml><?xml version="1.0" encoding="utf-8"?>
<p:tagLst xmlns:a="http://schemas.openxmlformats.org/drawingml/2006/main" xmlns:r="http://schemas.openxmlformats.org/officeDocument/2006/relationships" xmlns:p="http://schemas.openxmlformats.org/presentationml/2006/main">
  <p:tag name="AS_UNIQUEID" val="3615"/>
</p:tagLst>
</file>

<file path=ppt/tags/tag508.xml><?xml version="1.0" encoding="utf-8"?>
<p:tagLst xmlns:a="http://schemas.openxmlformats.org/drawingml/2006/main" xmlns:r="http://schemas.openxmlformats.org/officeDocument/2006/relationships" xmlns:p="http://schemas.openxmlformats.org/presentationml/2006/main">
  <p:tag name="AS_UNIQUEID" val="3616"/>
</p:tagLst>
</file>

<file path=ppt/tags/tag509.xml><?xml version="1.0" encoding="utf-8"?>
<p:tagLst xmlns:a="http://schemas.openxmlformats.org/drawingml/2006/main" xmlns:r="http://schemas.openxmlformats.org/officeDocument/2006/relationships" xmlns:p="http://schemas.openxmlformats.org/presentationml/2006/main">
  <p:tag name="AS_UNIQUEID" val="3617"/>
</p:tagLst>
</file>

<file path=ppt/tags/tag510.xml><?xml version="1.0" encoding="utf-8"?>
<p:tagLst xmlns:a="http://schemas.openxmlformats.org/drawingml/2006/main" xmlns:r="http://schemas.openxmlformats.org/officeDocument/2006/relationships" xmlns:p="http://schemas.openxmlformats.org/presentationml/2006/main">
  <p:tag name="AS_UNIQUEID" val="3611"/>
</p:tagLst>
</file>

<file path=ppt/tags/tag511.xml><?xml version="1.0" encoding="utf-8"?>
<p:tagLst xmlns:a="http://schemas.openxmlformats.org/drawingml/2006/main" xmlns:r="http://schemas.openxmlformats.org/officeDocument/2006/relationships" xmlns:p="http://schemas.openxmlformats.org/presentationml/2006/main">
  <p:tag name="AS_UNIQUEID" val="3612"/>
</p:tagLst>
</file>

<file path=ppt/tags/tag619.xml><?xml version="1.0" encoding="utf-8"?>
<p:tagLst xmlns:p="http://schemas.openxmlformats.org/presentationml/2006/main">
  <p:tag name="AS_UNIQUEID" val="36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微软雅黑" panose="020B0503020204020204" charset="-122"/>
        <a:cs typeface="Arial"/>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微软雅黑" panose="020B0503020204020204" charset="-122"/>
        <a:cs typeface="Arial"/>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阿里巴巴普惠">
      <a:majorFont>
        <a:latin typeface="阿里巴巴普惠体"/>
        <a:ea typeface="阿里巴巴普惠体"/>
        <a:cs typeface="Arial"/>
      </a:majorFont>
      <a:minorFont>
        <a:latin typeface="阿里巴巴普惠体"/>
        <a:ea typeface="阿里巴巴普惠体"/>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等线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等线"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7075</Words>
  <Application>Microsoft Office PowerPoint</Application>
  <PresentationFormat>宽屏</PresentationFormat>
  <Paragraphs>563</Paragraphs>
  <Slides>57</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57</vt:i4>
      </vt:variant>
    </vt:vector>
  </HeadingPairs>
  <TitlesOfParts>
    <vt:vector size="71" baseType="lpstr">
      <vt:lpstr>OPPOSans B</vt:lpstr>
      <vt:lpstr>阿里巴巴普惠体</vt:lpstr>
      <vt:lpstr>等线</vt:lpstr>
      <vt:lpstr>华文楷体</vt:lpstr>
      <vt:lpstr>楷体</vt:lpstr>
      <vt:lpstr>思源黑体</vt:lpstr>
      <vt:lpstr>宋体</vt:lpstr>
      <vt:lpstr>微软雅黑</vt:lpstr>
      <vt:lpstr>Arial</vt:lpstr>
      <vt:lpstr>Calibri</vt:lpstr>
      <vt:lpstr>Cambria Math</vt:lpstr>
      <vt:lpstr>Times New Roman</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学科网</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rbm.xkw.com</dc:creator>
  <cp:lastModifiedBy>敬涛 丁</cp:lastModifiedBy>
  <cp:revision>5</cp:revision>
  <cp:lastPrinted>2024-07-02T10:48:51Z</cp:lastPrinted>
  <dcterms:created xsi:type="dcterms:W3CDTF">2024-07-02T10:48:51Z</dcterms:created>
  <dcterms:modified xsi:type="dcterms:W3CDTF">2024-11-05T08:15:16Z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